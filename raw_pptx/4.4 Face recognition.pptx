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83"/>
  </p:notesMasterIdLst>
  <p:sldIdLst>
    <p:sldId id="256" r:id="rId2"/>
    <p:sldId id="343" r:id="rId3"/>
    <p:sldId id="342" r:id="rId4"/>
    <p:sldId id="257" r:id="rId5"/>
    <p:sldId id="258" r:id="rId6"/>
    <p:sldId id="259" r:id="rId7"/>
    <p:sldId id="260" r:id="rId8"/>
    <p:sldId id="261" r:id="rId9"/>
    <p:sldId id="262"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 id="286" r:id="rId33"/>
    <p:sldId id="287" r:id="rId34"/>
    <p:sldId id="288" r:id="rId35"/>
    <p:sldId id="289" r:id="rId36"/>
    <p:sldId id="290" r:id="rId37"/>
    <p:sldId id="291" r:id="rId38"/>
    <p:sldId id="292" r:id="rId39"/>
    <p:sldId id="293" r:id="rId40"/>
    <p:sldId id="294" r:id="rId41"/>
    <p:sldId id="295" r:id="rId42"/>
    <p:sldId id="296" r:id="rId43"/>
    <p:sldId id="297" r:id="rId44"/>
    <p:sldId id="298" r:id="rId45"/>
    <p:sldId id="299" r:id="rId46"/>
    <p:sldId id="300" r:id="rId47"/>
    <p:sldId id="301" r:id="rId48"/>
    <p:sldId id="302" r:id="rId49"/>
    <p:sldId id="303" r:id="rId50"/>
    <p:sldId id="304" r:id="rId51"/>
    <p:sldId id="305" r:id="rId52"/>
    <p:sldId id="306" r:id="rId53"/>
    <p:sldId id="307" r:id="rId54"/>
    <p:sldId id="308" r:id="rId55"/>
    <p:sldId id="309" r:id="rId56"/>
    <p:sldId id="341" r:id="rId57"/>
    <p:sldId id="312" r:id="rId58"/>
    <p:sldId id="313" r:id="rId59"/>
    <p:sldId id="314" r:id="rId60"/>
    <p:sldId id="315" r:id="rId61"/>
    <p:sldId id="316" r:id="rId62"/>
    <p:sldId id="318" r:id="rId63"/>
    <p:sldId id="340" r:id="rId64"/>
    <p:sldId id="320" r:id="rId65"/>
    <p:sldId id="321" r:id="rId66"/>
    <p:sldId id="322" r:id="rId67"/>
    <p:sldId id="323" r:id="rId68"/>
    <p:sldId id="324" r:id="rId69"/>
    <p:sldId id="325" r:id="rId70"/>
    <p:sldId id="326" r:id="rId71"/>
    <p:sldId id="327" r:id="rId72"/>
    <p:sldId id="328" r:id="rId73"/>
    <p:sldId id="329" r:id="rId74"/>
    <p:sldId id="330" r:id="rId75"/>
    <p:sldId id="331" r:id="rId76"/>
    <p:sldId id="332" r:id="rId77"/>
    <p:sldId id="333" r:id="rId78"/>
    <p:sldId id="334" r:id="rId79"/>
    <p:sldId id="335" r:id="rId80"/>
    <p:sldId id="336" r:id="rId81"/>
    <p:sldId id="337" r:id="rId82"/>
  </p:sldIdLst>
  <p:sldSz cx="12192000" cy="6858000"/>
  <p:notesSz cx="12192000" cy="6858000"/>
  <p:embeddedFontLst>
    <p:embeddedFont>
      <p:font typeface="Roboto" panose="020B0604020202020204" charset="0"/>
      <p:regular r:id="rId84"/>
      <p:bold r:id="rId85"/>
      <p:italic r:id="rId86"/>
      <p:boldItalic r:id="rId87"/>
    </p:embeddedFont>
    <p:embeddedFont>
      <p:font typeface="Century Schoolbook" panose="02040604050505020304" pitchFamily="18" charset="0"/>
      <p:regular r:id="rId88"/>
      <p:bold r:id="rId89"/>
      <p:italic r:id="rId90"/>
      <p:boldItalic r:id="rId91"/>
    </p:embeddedFont>
    <p:embeddedFont>
      <p:font typeface="Trebuchet MS" panose="020B0603020202020204" pitchFamily="34" charset="0"/>
      <p:regular r:id="rId92"/>
      <p:bold r:id="rId93"/>
      <p:italic r:id="rId94"/>
      <p:boldItalic r:id="rId95"/>
    </p:embeddedFont>
    <p:embeddedFont>
      <p:font typeface="Calibri" panose="020F0502020204030204" pitchFamily="34" charset="0"/>
      <p:regular r:id="rId96"/>
      <p:bold r:id="rId97"/>
      <p:italic r:id="rId98"/>
      <p:boldItalic r:id="rId99"/>
    </p:embeddedFont>
    <p:embeddedFont>
      <p:font typeface="Cambria" panose="02040503050406030204" pitchFamily="18" charset="0"/>
      <p:regular r:id="rId100"/>
      <p:bold r:id="rId101"/>
      <p:italic r:id="rId102"/>
      <p:boldItalic r:id="rId103"/>
    </p:embeddedFont>
    <p:embeddedFont>
      <p:font typeface="Cambria Math" panose="02040503050406030204" pitchFamily="18" charset="0"/>
      <p:regular r:id="rId10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107" roundtripDataSignature="AMtx7mh1LdX5m6fFM4/acjWZV2uaJfwTL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E4E72475-DB7F-40B9-A101-3155E80A10BE}">
  <a:tblStyle styleId="{E4E72475-DB7F-40B9-A101-3155E80A10BE}" styleName="Table_0">
    <a:wholeTbl>
      <a:tcTxStyle b="off" i="off">
        <a:font>
          <a:latin typeface="Calibri"/>
          <a:ea typeface="Calibri"/>
          <a:cs typeface="Calibri"/>
        </a:font>
        <a:schemeClr val="dk1"/>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66125" autoAdjust="0"/>
  </p:normalViewPr>
  <p:slideViewPr>
    <p:cSldViewPr snapToGrid="0">
      <p:cViewPr varScale="1">
        <p:scale>
          <a:sx n="76" d="100"/>
          <a:sy n="76" d="100"/>
        </p:scale>
        <p:origin x="1914" y="90"/>
      </p:cViewPr>
      <p:guideLst>
        <p:guide orient="horz" pos="2880"/>
        <p:guide pos="216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font" Target="fonts/font1.fntdata"/><Relationship Id="rId89" Type="http://schemas.openxmlformats.org/officeDocument/2006/relationships/font" Target="fonts/font6.fntdata"/><Relationship Id="rId16" Type="http://schemas.openxmlformats.org/officeDocument/2006/relationships/slide" Target="slides/slide15.xml"/><Relationship Id="rId107" Type="http://customschemas.google.com/relationships/presentationmetadata" Target="metadata"/><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font" Target="fonts/font19.fntdata"/><Relationship Id="rId5" Type="http://schemas.openxmlformats.org/officeDocument/2006/relationships/slide" Target="slides/slide4.xml"/><Relationship Id="rId90" Type="http://schemas.openxmlformats.org/officeDocument/2006/relationships/font" Target="fonts/font7.fntdata"/><Relationship Id="rId95" Type="http://schemas.openxmlformats.org/officeDocument/2006/relationships/font" Target="fonts/font12.fntdata"/><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font" Target="fonts/font2.fntdata"/><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font" Target="fonts/font20.fntdata"/><Relationship Id="rId108" Type="http://schemas.openxmlformats.org/officeDocument/2006/relationships/presProps" Target="presProps.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font" Target="fonts/font8.fntdata"/><Relationship Id="rId96" Type="http://schemas.openxmlformats.org/officeDocument/2006/relationships/font" Target="fonts/font13.fntdata"/><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font" Target="fonts/font3.fntdata"/><Relationship Id="rId94" Type="http://schemas.openxmlformats.org/officeDocument/2006/relationships/font" Target="fonts/font11.fntdata"/><Relationship Id="rId99" Type="http://schemas.openxmlformats.org/officeDocument/2006/relationships/font" Target="fonts/font16.fntdata"/><Relationship Id="rId101" Type="http://schemas.openxmlformats.org/officeDocument/2006/relationships/font" Target="fonts/font18.fntdata"/><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viewProps" Target="viewProps.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font" Target="fonts/font14.fntdata"/><Relationship Id="rId104" Type="http://schemas.openxmlformats.org/officeDocument/2006/relationships/font" Target="fonts/font21.fntdata"/><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font" Target="fonts/font9.fntdata"/><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font" Target="fonts/font4.fntdata"/><Relationship Id="rId110" Type="http://schemas.openxmlformats.org/officeDocument/2006/relationships/theme" Target="theme/theme1.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font" Target="fonts/font17.fntdata"/><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font" Target="fonts/font10.fntdata"/><Relationship Id="rId98" Type="http://schemas.openxmlformats.org/officeDocument/2006/relationships/font" Target="fonts/font15.fntdata"/><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notesMaster" Target="notesMasters/notesMaster1.xml"/><Relationship Id="rId88" Type="http://schemas.openxmlformats.org/officeDocument/2006/relationships/font" Target="fonts/font5.fntdata"/><Relationship Id="rId111"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2032400" y="514350"/>
            <a:ext cx="8128400"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
        <p:cNvGrpSpPr/>
        <p:nvPr/>
      </p:nvGrpSpPr>
      <p:grpSpPr>
        <a:xfrm>
          <a:off x="0" y="0"/>
          <a:ext cx="0" cy="0"/>
          <a:chOff x="0" y="0"/>
          <a:chExt cx="0" cy="0"/>
        </a:xfrm>
      </p:grpSpPr>
      <p:sp>
        <p:nvSpPr>
          <p:cNvPr id="40" name="Google Shape;40;p1: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1" name="Google Shape;41;p1: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
        <p:cNvGrpSpPr/>
        <p:nvPr/>
      </p:nvGrpSpPr>
      <p:grpSpPr>
        <a:xfrm>
          <a:off x="0" y="0"/>
          <a:ext cx="0" cy="0"/>
          <a:chOff x="0" y="0"/>
          <a:chExt cx="0" cy="0"/>
        </a:xfrm>
      </p:grpSpPr>
      <p:sp>
        <p:nvSpPr>
          <p:cNvPr id="40" name="Google Shape;40;p1: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1" name="Google Shape;41;p1: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67180205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
        <p:cNvGrpSpPr/>
        <p:nvPr/>
      </p:nvGrpSpPr>
      <p:grpSpPr>
        <a:xfrm>
          <a:off x="0" y="0"/>
          <a:ext cx="0" cy="0"/>
          <a:chOff x="0" y="0"/>
          <a:chExt cx="0" cy="0"/>
        </a:xfrm>
      </p:grpSpPr>
      <p:sp>
        <p:nvSpPr>
          <p:cNvPr id="40" name="Google Shape;40;p1: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1" name="Google Shape;41;p1: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56691282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
        <p:cNvGrpSpPr/>
        <p:nvPr/>
      </p:nvGrpSpPr>
      <p:grpSpPr>
        <a:xfrm>
          <a:off x="0" y="0"/>
          <a:ext cx="0" cy="0"/>
          <a:chOff x="0" y="0"/>
          <a:chExt cx="0" cy="0"/>
        </a:xfrm>
      </p:grpSpPr>
      <p:sp>
        <p:nvSpPr>
          <p:cNvPr id="47" name="Google Shape;47;p2: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8" name="Google Shape;48;p2: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
        <p:cNvGrpSpPr/>
        <p:nvPr/>
      </p:nvGrpSpPr>
      <p:grpSpPr>
        <a:xfrm>
          <a:off x="0" y="0"/>
          <a:ext cx="0" cy="0"/>
          <a:chOff x="0" y="0"/>
          <a:chExt cx="0" cy="0"/>
        </a:xfrm>
      </p:grpSpPr>
      <p:sp>
        <p:nvSpPr>
          <p:cNvPr id="55" name="Google Shape;55;p3: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56" name="Google Shape;56;p3: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
        <p:cNvGrpSpPr/>
        <p:nvPr/>
      </p:nvGrpSpPr>
      <p:grpSpPr>
        <a:xfrm>
          <a:off x="0" y="0"/>
          <a:ext cx="0" cy="0"/>
          <a:chOff x="0" y="0"/>
          <a:chExt cx="0" cy="0"/>
        </a:xfrm>
      </p:grpSpPr>
      <p:sp>
        <p:nvSpPr>
          <p:cNvPr id="62" name="Google Shape;62;p4: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63" name="Google Shape;63;p4: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
        <p:cNvGrpSpPr/>
        <p:nvPr/>
      </p:nvGrpSpPr>
      <p:grpSpPr>
        <a:xfrm>
          <a:off x="0" y="0"/>
          <a:ext cx="0" cy="0"/>
          <a:chOff x="0" y="0"/>
          <a:chExt cx="0" cy="0"/>
        </a:xfrm>
      </p:grpSpPr>
      <p:sp>
        <p:nvSpPr>
          <p:cNvPr id="69" name="Google Shape;69;p5: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70" name="Google Shape;70;p5: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
        <p:cNvGrpSpPr/>
        <p:nvPr/>
      </p:nvGrpSpPr>
      <p:grpSpPr>
        <a:xfrm>
          <a:off x="0" y="0"/>
          <a:ext cx="0" cy="0"/>
          <a:chOff x="0" y="0"/>
          <a:chExt cx="0" cy="0"/>
        </a:xfrm>
      </p:grpSpPr>
      <p:sp>
        <p:nvSpPr>
          <p:cNvPr id="76" name="Google Shape;76;p6: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77" name="Google Shape;77;p6: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p:cNvGrpSpPr/>
        <p:nvPr/>
      </p:nvGrpSpPr>
      <p:grpSpPr>
        <a:xfrm>
          <a:off x="0" y="0"/>
          <a:ext cx="0" cy="0"/>
          <a:chOff x="0" y="0"/>
          <a:chExt cx="0" cy="0"/>
        </a:xfrm>
      </p:grpSpPr>
      <p:sp>
        <p:nvSpPr>
          <p:cNvPr id="84" name="Google Shape;84;p7: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800100" marR="0" lvl="0" indent="-342900" algn="l" rtl="0">
              <a:lnSpc>
                <a:spcPct val="100000"/>
              </a:lnSpc>
              <a:spcBef>
                <a:spcPts val="0"/>
              </a:spcBef>
              <a:spcAft>
                <a:spcPts val="0"/>
              </a:spcAft>
              <a:buClr>
                <a:srgbClr val="000000"/>
              </a:buClr>
              <a:buSzPts val="2400"/>
              <a:buFont typeface="Arial" panose="020B0604020202020204" pitchFamily="34" charset="0"/>
              <a:buChar char="•"/>
            </a:pPr>
            <a:r>
              <a:rPr lang="en-US" sz="1100" b="0" i="0" u="none" strike="noStrike" cap="none" dirty="0" smtClean="0">
                <a:solidFill>
                  <a:schemeClr val="dk1"/>
                </a:solidFill>
                <a:latin typeface="Arial"/>
                <a:ea typeface="Arial"/>
                <a:cs typeface="Arial"/>
                <a:sym typeface="Arial"/>
              </a:rPr>
              <a:t>The challenge with face recognition is that you often need to recognize a person with just one single image or example of their face. This is known as the one-shot learning problem.</a:t>
            </a:r>
          </a:p>
          <a:p>
            <a:pPr marL="800100" marR="0" lvl="0" indent="-342900" algn="l" rtl="0">
              <a:lnSpc>
                <a:spcPct val="100000"/>
              </a:lnSpc>
              <a:spcBef>
                <a:spcPts val="0"/>
              </a:spcBef>
              <a:spcAft>
                <a:spcPts val="0"/>
              </a:spcAft>
              <a:buClr>
                <a:srgbClr val="000000"/>
              </a:buClr>
              <a:buSzPts val="2400"/>
              <a:buFont typeface="Arial" panose="020B0604020202020204" pitchFamily="34" charset="0"/>
              <a:buChar char="•"/>
            </a:pPr>
            <a:r>
              <a:rPr lang="en-US" sz="1100" b="0" i="0" u="none" strike="noStrike" cap="none" dirty="0" smtClean="0">
                <a:solidFill>
                  <a:schemeClr val="dk1"/>
                </a:solidFill>
                <a:latin typeface="Arial"/>
                <a:ea typeface="Arial"/>
                <a:cs typeface="Arial"/>
                <a:sym typeface="Arial"/>
              </a:rPr>
              <a:t>Historically, deep learning algorithms have not worked well with just one training example. For example, if you have a database of four pictures of employees, the system must recognize someone who has only one image in the database. One approach is to input the image of the person and feed it to a </a:t>
            </a:r>
            <a:r>
              <a:rPr lang="en-US" sz="1100" b="0" i="0" u="none" strike="noStrike" cap="none" dirty="0" err="1" smtClean="0">
                <a:solidFill>
                  <a:schemeClr val="dk1"/>
                </a:solidFill>
                <a:latin typeface="Arial"/>
                <a:ea typeface="Arial"/>
                <a:cs typeface="Arial"/>
                <a:sym typeface="Arial"/>
              </a:rPr>
              <a:t>ConvNet</a:t>
            </a:r>
            <a:r>
              <a:rPr lang="en-US" sz="1100" b="0" i="0" u="none" strike="noStrike" cap="none" dirty="0" smtClean="0">
                <a:solidFill>
                  <a:schemeClr val="dk1"/>
                </a:solidFill>
                <a:latin typeface="Arial"/>
                <a:ea typeface="Arial"/>
                <a:cs typeface="Arial"/>
                <a:sym typeface="Arial"/>
              </a:rPr>
              <a:t> to output a label using a </a:t>
            </a:r>
            <a:r>
              <a:rPr lang="en-US" sz="1100" b="0" i="0" u="none" strike="noStrike" cap="none" dirty="0" err="1" smtClean="0">
                <a:solidFill>
                  <a:schemeClr val="dk1"/>
                </a:solidFill>
                <a:latin typeface="Arial"/>
                <a:ea typeface="Arial"/>
                <a:cs typeface="Arial"/>
                <a:sym typeface="Arial"/>
              </a:rPr>
              <a:t>softmax</a:t>
            </a:r>
            <a:r>
              <a:rPr lang="en-US" sz="1100" b="0" i="0" u="none" strike="noStrike" cap="none" dirty="0" smtClean="0">
                <a:solidFill>
                  <a:schemeClr val="dk1"/>
                </a:solidFill>
                <a:latin typeface="Arial"/>
                <a:ea typeface="Arial"/>
                <a:cs typeface="Arial"/>
                <a:sym typeface="Arial"/>
              </a:rPr>
              <a:t> unit with four or five outputs corresponding to each person or none of the above. </a:t>
            </a:r>
            <a:endParaRPr lang="en-US" sz="1100" b="0" i="0" u="none" strike="noStrike" cap="none" dirty="0">
              <a:solidFill>
                <a:srgbClr val="000000"/>
              </a:solidFill>
              <a:latin typeface="Arial"/>
              <a:ea typeface="Arial"/>
              <a:cs typeface="Arial"/>
              <a:sym typeface="Arial"/>
            </a:endParaRPr>
          </a:p>
          <a:p>
            <a:pPr marL="800100" marR="0" lvl="0" indent="-342900" algn="l" defTabSz="914400" rtl="0" eaLnBrk="1" fontAlgn="auto" latinLnBrk="0" hangingPunct="1">
              <a:lnSpc>
                <a:spcPct val="100000"/>
              </a:lnSpc>
              <a:spcBef>
                <a:spcPts val="0"/>
              </a:spcBef>
              <a:spcAft>
                <a:spcPts val="0"/>
              </a:spcAft>
              <a:buClr>
                <a:srgbClr val="000000"/>
              </a:buClr>
              <a:buSzPts val="2400"/>
              <a:buFont typeface="Arial" panose="020B0604020202020204" pitchFamily="34" charset="0"/>
              <a:buChar char="•"/>
              <a:tabLst/>
              <a:defRPr/>
            </a:pPr>
            <a:r>
              <a:rPr lang="en-US" sz="1100" b="0" i="0" u="none" strike="noStrike" cap="none" dirty="0" smtClean="0">
                <a:solidFill>
                  <a:srgbClr val="000000"/>
                </a:solidFill>
                <a:latin typeface="Arial"/>
                <a:ea typeface="Arial"/>
                <a:cs typeface="Arial"/>
                <a:sym typeface="Arial"/>
              </a:rPr>
              <a:t>However, this approach does not work well for a small training set and requires retraining every time a new person is added. Instead, a similarity function is learned using a neural network, denoted as d, which inputs two images and outputs the degree of difference between them. If the two images are of the same person, d outputs a small number, and if the two images are of different people, d outputs a large number. During recognition time, if the degree of difference is less than a threshold, tau, then the two pictures are predicted to be of the same person. This function d allows you to address the one-shot learning problem, and you can add a new person to the database without retraining the network. In the next video, you will learn how to train a neural network to learn the similarity function d.</a:t>
            </a:r>
          </a:p>
          <a:p>
            <a:pPr marL="800100" marR="0" lvl="0" indent="-342900" algn="l" rtl="0">
              <a:lnSpc>
                <a:spcPct val="100000"/>
              </a:lnSpc>
              <a:spcBef>
                <a:spcPts val="0"/>
              </a:spcBef>
              <a:spcAft>
                <a:spcPts val="0"/>
              </a:spcAft>
              <a:buClr>
                <a:srgbClr val="000000"/>
              </a:buClr>
              <a:buSzPts val="2400"/>
              <a:buFont typeface="Arial" panose="020B0604020202020204" pitchFamily="34" charset="0"/>
              <a:buChar char="•"/>
            </a:pPr>
            <a:endParaRPr lang="en-US" sz="1100" b="0" i="0" u="none" strike="noStrike" cap="none" dirty="0" smtClean="0">
              <a:solidFill>
                <a:srgbClr val="000000"/>
              </a:solidFill>
              <a:latin typeface="Arial"/>
              <a:ea typeface="Arial"/>
              <a:cs typeface="Arial"/>
              <a:sym typeface="Arial"/>
            </a:endParaRPr>
          </a:p>
        </p:txBody>
      </p:sp>
      <p:sp>
        <p:nvSpPr>
          <p:cNvPr id="85" name="Google Shape;85;p7: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p9: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99" name="Google Shape;99;p9: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10: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12" name="Google Shape;112;p10: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
        <p:cNvGrpSpPr/>
        <p:nvPr/>
      </p:nvGrpSpPr>
      <p:grpSpPr>
        <a:xfrm>
          <a:off x="0" y="0"/>
          <a:ext cx="0" cy="0"/>
          <a:chOff x="0" y="0"/>
          <a:chExt cx="0" cy="0"/>
        </a:xfrm>
      </p:grpSpPr>
      <p:sp>
        <p:nvSpPr>
          <p:cNvPr id="125" name="Google Shape;125;p11: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26" name="Google Shape;126;p11: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
        <p:cNvGrpSpPr/>
        <p:nvPr/>
      </p:nvGrpSpPr>
      <p:grpSpPr>
        <a:xfrm>
          <a:off x="0" y="0"/>
          <a:ext cx="0" cy="0"/>
          <a:chOff x="0" y="0"/>
          <a:chExt cx="0" cy="0"/>
        </a:xfrm>
      </p:grpSpPr>
      <p:sp>
        <p:nvSpPr>
          <p:cNvPr id="133" name="Google Shape;133;p12: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34" name="Google Shape;134;p12: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Google Shape;140;p13: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342900" marR="0" lvl="0" indent="-342900" algn="l" rtl="0">
              <a:lnSpc>
                <a:spcPct val="100000"/>
              </a:lnSpc>
              <a:spcBef>
                <a:spcPts val="0"/>
              </a:spcBef>
              <a:spcAft>
                <a:spcPts val="0"/>
              </a:spcAft>
              <a:buClr>
                <a:srgbClr val="000000"/>
              </a:buClr>
              <a:buSzPts val="2400"/>
              <a:buFont typeface="Arial" panose="020B0604020202020204" pitchFamily="34" charset="0"/>
              <a:buChar char="•"/>
            </a:pPr>
            <a:r>
              <a:rPr lang="en-US" sz="1100" b="0" i="0" u="none" strike="noStrike" cap="none" dirty="0" smtClean="0">
                <a:solidFill>
                  <a:srgbClr val="000000"/>
                </a:solidFill>
                <a:latin typeface="Arial"/>
                <a:ea typeface="Arial"/>
                <a:cs typeface="Arial"/>
                <a:sym typeface="Arial"/>
              </a:rPr>
              <a:t>During recognition time, if the degree of difference between two images is less than some threshold called tau, then the two images are predicted to be of the same person.</a:t>
            </a:r>
          </a:p>
          <a:p>
            <a:pPr marL="342900" marR="0" lvl="0" indent="-342900" algn="l" rtl="0">
              <a:lnSpc>
                <a:spcPct val="100000"/>
              </a:lnSpc>
              <a:spcBef>
                <a:spcPts val="0"/>
              </a:spcBef>
              <a:spcAft>
                <a:spcPts val="0"/>
              </a:spcAft>
              <a:buClr>
                <a:srgbClr val="000000"/>
              </a:buClr>
              <a:buSzPts val="2400"/>
              <a:buFont typeface="Arial" panose="020B0604020202020204" pitchFamily="34" charset="0"/>
              <a:buChar char="•"/>
            </a:pPr>
            <a:r>
              <a:rPr lang="en-US" sz="1100" b="0" i="0" u="none" strike="noStrike" cap="none" dirty="0" smtClean="0">
                <a:solidFill>
                  <a:srgbClr val="000000"/>
                </a:solidFill>
                <a:latin typeface="Arial"/>
                <a:ea typeface="Arial"/>
                <a:cs typeface="Arial"/>
                <a:sym typeface="Arial"/>
              </a:rPr>
              <a:t>To train the neural network to learn the similarity function, a Siamese network architecture is used. This architecture involves running two identical convolutional neural networks on two different inputs and then comparing them. The parameters of the neural network define an encoding f of xi, and the objective function is to learn parameters so that if two pictures xi and </a:t>
            </a:r>
            <a:r>
              <a:rPr lang="en-US" sz="1100" b="0" i="0" u="none" strike="noStrike" cap="none" dirty="0" err="1" smtClean="0">
                <a:solidFill>
                  <a:srgbClr val="000000"/>
                </a:solidFill>
                <a:latin typeface="Arial"/>
                <a:ea typeface="Arial"/>
                <a:cs typeface="Arial"/>
                <a:sym typeface="Arial"/>
              </a:rPr>
              <a:t>xj</a:t>
            </a:r>
            <a:r>
              <a:rPr lang="en-US" sz="1100" b="0" i="0" u="none" strike="noStrike" cap="none" dirty="0" smtClean="0">
                <a:solidFill>
                  <a:srgbClr val="000000"/>
                </a:solidFill>
                <a:latin typeface="Arial"/>
                <a:ea typeface="Arial"/>
                <a:cs typeface="Arial"/>
                <a:sym typeface="Arial"/>
              </a:rPr>
              <a:t> are of the same person, then the distance between their encodings should be small, and if they are of different persons, then the distance between their encodings should be large. The triplet loss function is used to define this objective function.</a:t>
            </a:r>
          </a:p>
          <a:p>
            <a:pPr marL="171450" marR="0" lvl="0" indent="-171450" algn="l" rtl="0">
              <a:lnSpc>
                <a:spcPct val="115000"/>
              </a:lnSpc>
              <a:spcBef>
                <a:spcPts val="0"/>
              </a:spcBef>
              <a:spcAft>
                <a:spcPts val="0"/>
              </a:spcAft>
              <a:buClr>
                <a:schemeClr val="dk1"/>
              </a:buClr>
              <a:buSzPts val="1100"/>
              <a:buFont typeface="Arial" panose="020B0604020202020204" pitchFamily="34" charset="0"/>
              <a:buChar char="•"/>
            </a:pPr>
            <a:endParaRPr lang="en-US" sz="800" b="0" i="0" u="none" strike="noStrike" cap="none" dirty="0" smtClean="0">
              <a:solidFill>
                <a:schemeClr val="dk1"/>
              </a:solidFill>
              <a:latin typeface="Arial"/>
              <a:ea typeface="Arial"/>
              <a:cs typeface="Arial"/>
              <a:sym typeface="Arial"/>
            </a:endParaRPr>
          </a:p>
          <a:p>
            <a:pPr marL="285750" marR="0" lvl="0" indent="-285750" algn="l" rtl="0">
              <a:lnSpc>
                <a:spcPct val="100000"/>
              </a:lnSpc>
              <a:spcBef>
                <a:spcPts val="0"/>
              </a:spcBef>
              <a:spcAft>
                <a:spcPts val="0"/>
              </a:spcAft>
              <a:buClr>
                <a:srgbClr val="000000"/>
              </a:buClr>
              <a:buSzPts val="1400"/>
              <a:buFont typeface="Arial" panose="020B0604020202020204" pitchFamily="34" charset="0"/>
              <a:buChar char="•"/>
            </a:pPr>
            <a:endParaRPr lang="en-US" sz="800" b="0" i="0" u="none" strike="noStrike" cap="none" dirty="0" smtClean="0">
              <a:solidFill>
                <a:srgbClr val="000000"/>
              </a:solidFill>
              <a:latin typeface="Calibri"/>
              <a:ea typeface="Calibri"/>
              <a:cs typeface="Calibri"/>
              <a:sym typeface="Calibri"/>
            </a:endParaRPr>
          </a:p>
          <a:p>
            <a:pPr marL="0" lvl="0" indent="0" algn="l" rtl="0">
              <a:lnSpc>
                <a:spcPct val="100000"/>
              </a:lnSpc>
              <a:spcBef>
                <a:spcPts val="0"/>
              </a:spcBef>
              <a:spcAft>
                <a:spcPts val="0"/>
              </a:spcAft>
              <a:buSzPts val="1100"/>
              <a:buNone/>
            </a:pPr>
            <a:endParaRPr dirty="0"/>
          </a:p>
        </p:txBody>
      </p:sp>
      <p:sp>
        <p:nvSpPr>
          <p:cNvPr id="141" name="Google Shape;141;p13: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p14: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48" name="Google Shape;148;p14: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p:cNvGrpSpPr/>
        <p:nvPr/>
      </p:nvGrpSpPr>
      <p:grpSpPr>
        <a:xfrm>
          <a:off x="0" y="0"/>
          <a:ext cx="0" cy="0"/>
          <a:chOff x="0" y="0"/>
          <a:chExt cx="0" cy="0"/>
        </a:xfrm>
      </p:grpSpPr>
      <p:sp>
        <p:nvSpPr>
          <p:cNvPr id="155" name="Google Shape;155;p15: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56" name="Google Shape;156;p15: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
        <p:cNvGrpSpPr/>
        <p:nvPr/>
      </p:nvGrpSpPr>
      <p:grpSpPr>
        <a:xfrm>
          <a:off x="0" y="0"/>
          <a:ext cx="0" cy="0"/>
          <a:chOff x="0" y="0"/>
          <a:chExt cx="0" cy="0"/>
        </a:xfrm>
      </p:grpSpPr>
      <p:sp>
        <p:nvSpPr>
          <p:cNvPr id="162" name="Google Shape;162;p16: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63" name="Google Shape;163;p16: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
        <p:cNvGrpSpPr/>
        <p:nvPr/>
      </p:nvGrpSpPr>
      <p:grpSpPr>
        <a:xfrm>
          <a:off x="0" y="0"/>
          <a:ext cx="0" cy="0"/>
          <a:chOff x="0" y="0"/>
          <a:chExt cx="0" cy="0"/>
        </a:xfrm>
      </p:grpSpPr>
      <p:sp>
        <p:nvSpPr>
          <p:cNvPr id="170" name="Google Shape;170;p17: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71" name="Google Shape;171;p17: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6"/>
        <p:cNvGrpSpPr/>
        <p:nvPr/>
      </p:nvGrpSpPr>
      <p:grpSpPr>
        <a:xfrm>
          <a:off x="0" y="0"/>
          <a:ext cx="0" cy="0"/>
          <a:chOff x="0" y="0"/>
          <a:chExt cx="0" cy="0"/>
        </a:xfrm>
      </p:grpSpPr>
      <p:sp>
        <p:nvSpPr>
          <p:cNvPr id="177" name="Google Shape;177;p18: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78" name="Google Shape;178;p18: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3"/>
        <p:cNvGrpSpPr/>
        <p:nvPr/>
      </p:nvGrpSpPr>
      <p:grpSpPr>
        <a:xfrm>
          <a:off x="0" y="0"/>
          <a:ext cx="0" cy="0"/>
          <a:chOff x="0" y="0"/>
          <a:chExt cx="0" cy="0"/>
        </a:xfrm>
      </p:grpSpPr>
      <p:sp>
        <p:nvSpPr>
          <p:cNvPr id="184" name="Google Shape;184;p19: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85" name="Google Shape;185;p19: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
        <p:cNvGrpSpPr/>
        <p:nvPr/>
      </p:nvGrpSpPr>
      <p:grpSpPr>
        <a:xfrm>
          <a:off x="0" y="0"/>
          <a:ext cx="0" cy="0"/>
          <a:chOff x="0" y="0"/>
          <a:chExt cx="0" cy="0"/>
        </a:xfrm>
      </p:grpSpPr>
      <p:sp>
        <p:nvSpPr>
          <p:cNvPr id="202" name="Google Shape;202;p20: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03" name="Google Shape;203;p20: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8"/>
        <p:cNvGrpSpPr/>
        <p:nvPr/>
      </p:nvGrpSpPr>
      <p:grpSpPr>
        <a:xfrm>
          <a:off x="0" y="0"/>
          <a:ext cx="0" cy="0"/>
          <a:chOff x="0" y="0"/>
          <a:chExt cx="0" cy="0"/>
        </a:xfrm>
      </p:grpSpPr>
      <p:sp>
        <p:nvSpPr>
          <p:cNvPr id="209" name="Google Shape;209;p21: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10" name="Google Shape;210;p21: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8"/>
        <p:cNvGrpSpPr/>
        <p:nvPr/>
      </p:nvGrpSpPr>
      <p:grpSpPr>
        <a:xfrm>
          <a:off x="0" y="0"/>
          <a:ext cx="0" cy="0"/>
          <a:chOff x="0" y="0"/>
          <a:chExt cx="0" cy="0"/>
        </a:xfrm>
      </p:grpSpPr>
      <p:sp>
        <p:nvSpPr>
          <p:cNvPr id="219" name="Google Shape;219;p22: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20" name="Google Shape;220;p22: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7"/>
        <p:cNvGrpSpPr/>
        <p:nvPr/>
      </p:nvGrpSpPr>
      <p:grpSpPr>
        <a:xfrm>
          <a:off x="0" y="0"/>
          <a:ext cx="0" cy="0"/>
          <a:chOff x="0" y="0"/>
          <a:chExt cx="0" cy="0"/>
        </a:xfrm>
      </p:grpSpPr>
      <p:sp>
        <p:nvSpPr>
          <p:cNvPr id="228" name="Google Shape;228;p23: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29" name="Google Shape;229;p23: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4"/>
        <p:cNvGrpSpPr/>
        <p:nvPr/>
      </p:nvGrpSpPr>
      <p:grpSpPr>
        <a:xfrm>
          <a:off x="0" y="0"/>
          <a:ext cx="0" cy="0"/>
          <a:chOff x="0" y="0"/>
          <a:chExt cx="0" cy="0"/>
        </a:xfrm>
      </p:grpSpPr>
      <p:sp>
        <p:nvSpPr>
          <p:cNvPr id="235" name="Google Shape;235;p24: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36" name="Google Shape;236;p24: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4"/>
        <p:cNvGrpSpPr/>
        <p:nvPr/>
      </p:nvGrpSpPr>
      <p:grpSpPr>
        <a:xfrm>
          <a:off x="0" y="0"/>
          <a:ext cx="0" cy="0"/>
          <a:chOff x="0" y="0"/>
          <a:chExt cx="0" cy="0"/>
        </a:xfrm>
      </p:grpSpPr>
      <p:sp>
        <p:nvSpPr>
          <p:cNvPr id="255" name="Google Shape;255;p25: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56" name="Google Shape;256;p25: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2"/>
        <p:cNvGrpSpPr/>
        <p:nvPr/>
      </p:nvGrpSpPr>
      <p:grpSpPr>
        <a:xfrm>
          <a:off x="0" y="0"/>
          <a:ext cx="0" cy="0"/>
          <a:chOff x="0" y="0"/>
          <a:chExt cx="0" cy="0"/>
        </a:xfrm>
      </p:grpSpPr>
      <p:sp>
        <p:nvSpPr>
          <p:cNvPr id="263" name="Google Shape;263;p26: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64" name="Google Shape;264;p26: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9"/>
        <p:cNvGrpSpPr/>
        <p:nvPr/>
      </p:nvGrpSpPr>
      <p:grpSpPr>
        <a:xfrm>
          <a:off x="0" y="0"/>
          <a:ext cx="0" cy="0"/>
          <a:chOff x="0" y="0"/>
          <a:chExt cx="0" cy="0"/>
        </a:xfrm>
      </p:grpSpPr>
      <p:sp>
        <p:nvSpPr>
          <p:cNvPr id="270" name="Google Shape;270;p27: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457200" marR="0" lvl="0" indent="-381000" algn="l" rtl="0">
              <a:lnSpc>
                <a:spcPct val="100000"/>
              </a:lnSpc>
              <a:spcBef>
                <a:spcPts val="0"/>
              </a:spcBef>
              <a:spcAft>
                <a:spcPts val="0"/>
              </a:spcAft>
              <a:buClr>
                <a:schemeClr val="dk1"/>
              </a:buClr>
              <a:buSzPts val="2400"/>
              <a:buFont typeface="Arial"/>
              <a:buChar char="●"/>
            </a:pPr>
            <a:r>
              <a:rPr lang="en-US" sz="1100" b="0" i="0" u="none" strike="noStrike" cap="none" dirty="0" smtClean="0">
                <a:solidFill>
                  <a:schemeClr val="dk1"/>
                </a:solidFill>
                <a:latin typeface="Arial"/>
                <a:ea typeface="Arial"/>
                <a:cs typeface="Arial"/>
                <a:sym typeface="Arial"/>
              </a:rPr>
              <a:t>In the Siamese Network approach, two neural networks are used to compute the </a:t>
            </a:r>
            <a:r>
              <a:rPr lang="en-US" sz="1100" b="0" i="0" u="none" strike="noStrike" cap="none" dirty="0" err="1" smtClean="0">
                <a:solidFill>
                  <a:schemeClr val="dk1"/>
                </a:solidFill>
                <a:latin typeface="Arial"/>
                <a:ea typeface="Arial"/>
                <a:cs typeface="Arial"/>
                <a:sym typeface="Arial"/>
              </a:rPr>
              <a:t>embeddings</a:t>
            </a:r>
            <a:r>
              <a:rPr lang="en-US" sz="1100" b="0" i="0" u="none" strike="noStrike" cap="none" dirty="0" smtClean="0">
                <a:solidFill>
                  <a:schemeClr val="dk1"/>
                </a:solidFill>
                <a:latin typeface="Arial"/>
                <a:ea typeface="Arial"/>
                <a:cs typeface="Arial"/>
                <a:sym typeface="Arial"/>
              </a:rPr>
              <a:t> for each image in the pair. These </a:t>
            </a:r>
            <a:r>
              <a:rPr lang="en-US" sz="1100" b="0" i="0" u="none" strike="noStrike" cap="none" dirty="0" err="1" smtClean="0">
                <a:solidFill>
                  <a:schemeClr val="dk1"/>
                </a:solidFill>
                <a:latin typeface="Arial"/>
                <a:ea typeface="Arial"/>
                <a:cs typeface="Arial"/>
                <a:sym typeface="Arial"/>
              </a:rPr>
              <a:t>embeddings</a:t>
            </a:r>
            <a:r>
              <a:rPr lang="en-US" sz="1100" b="0" i="0" u="none" strike="noStrike" cap="none" dirty="0" smtClean="0">
                <a:solidFill>
                  <a:schemeClr val="dk1"/>
                </a:solidFill>
                <a:latin typeface="Arial"/>
                <a:ea typeface="Arial"/>
                <a:cs typeface="Arial"/>
                <a:sym typeface="Arial"/>
              </a:rPr>
              <a:t> are then fed into a logistic regression unit, which predicts whether the two images depict the same person or not. The logistic regression unit uses a formula that takes the absolute value of the differences between the </a:t>
            </a:r>
            <a:r>
              <a:rPr lang="en-US" sz="1100" b="0" i="0" u="none" strike="noStrike" cap="none" dirty="0" err="1" smtClean="0">
                <a:solidFill>
                  <a:schemeClr val="dk1"/>
                </a:solidFill>
                <a:latin typeface="Arial"/>
                <a:ea typeface="Arial"/>
                <a:cs typeface="Arial"/>
                <a:sym typeface="Arial"/>
              </a:rPr>
              <a:t>embeddings</a:t>
            </a:r>
            <a:r>
              <a:rPr lang="en-US" sz="1100" b="0" i="0" u="none" strike="noStrike" cap="none" dirty="0" smtClean="0">
                <a:solidFill>
                  <a:schemeClr val="dk1"/>
                </a:solidFill>
                <a:latin typeface="Arial"/>
                <a:ea typeface="Arial"/>
                <a:cs typeface="Arial"/>
                <a:sym typeface="Arial"/>
              </a:rPr>
              <a:t> as features, which are then weighted and combined to make the prediction.</a:t>
            </a:r>
          </a:p>
          <a:p>
            <a:pPr marL="457200" marR="0" lvl="0" indent="-381000" algn="l" rtl="0">
              <a:lnSpc>
                <a:spcPct val="100000"/>
              </a:lnSpc>
              <a:spcBef>
                <a:spcPts val="0"/>
              </a:spcBef>
              <a:spcAft>
                <a:spcPts val="0"/>
              </a:spcAft>
              <a:buClr>
                <a:schemeClr val="dk1"/>
              </a:buClr>
              <a:buSzPts val="2400"/>
              <a:buFont typeface="Arial"/>
              <a:buChar char="●"/>
            </a:pPr>
            <a:r>
              <a:rPr lang="en-US" sz="1100" b="0" i="0" u="none" strike="noStrike" cap="none" dirty="0" smtClean="0">
                <a:solidFill>
                  <a:schemeClr val="dk1"/>
                </a:solidFill>
                <a:latin typeface="Arial"/>
                <a:ea typeface="Arial"/>
                <a:cs typeface="Arial"/>
                <a:sym typeface="Arial"/>
              </a:rPr>
              <a:t>During training, the Siamese Network is trained on pairs of images, where the target label is 1 if the images depict the same person and 0 if they depict different people. The network is trained using backpropagation to adjust the weights of the network to improve the accuracy of the predictions.</a:t>
            </a:r>
          </a:p>
          <a:p>
            <a:pPr marL="914400" marR="0" lvl="0" indent="0" algn="l" rtl="0">
              <a:lnSpc>
                <a:spcPct val="100000"/>
              </a:lnSpc>
              <a:spcBef>
                <a:spcPts val="0"/>
              </a:spcBef>
              <a:spcAft>
                <a:spcPts val="0"/>
              </a:spcAft>
              <a:buClr>
                <a:srgbClr val="000000"/>
              </a:buClr>
              <a:buSzPts val="2400"/>
              <a:buFont typeface="Arial"/>
              <a:buNone/>
            </a:pPr>
            <a:endParaRPr lang="en-US" sz="1100" b="0" i="0" u="none" strike="noStrike" cap="none" dirty="0" smtClean="0">
              <a:solidFill>
                <a:schemeClr val="dk1"/>
              </a:solidFill>
              <a:latin typeface="Arial"/>
              <a:ea typeface="Arial"/>
              <a:cs typeface="Arial"/>
              <a:sym typeface="Arial"/>
            </a:endParaRPr>
          </a:p>
          <a:p>
            <a:pPr marL="0" lvl="0" indent="0" algn="l" rtl="0">
              <a:lnSpc>
                <a:spcPct val="100000"/>
              </a:lnSpc>
              <a:spcBef>
                <a:spcPts val="0"/>
              </a:spcBef>
              <a:spcAft>
                <a:spcPts val="0"/>
              </a:spcAft>
              <a:buSzPts val="1100"/>
              <a:buNone/>
            </a:pPr>
            <a:endParaRPr dirty="0"/>
          </a:p>
        </p:txBody>
      </p:sp>
      <p:sp>
        <p:nvSpPr>
          <p:cNvPr id="271" name="Google Shape;271;p27: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6"/>
        <p:cNvGrpSpPr/>
        <p:nvPr/>
      </p:nvGrpSpPr>
      <p:grpSpPr>
        <a:xfrm>
          <a:off x="0" y="0"/>
          <a:ext cx="0" cy="0"/>
          <a:chOff x="0" y="0"/>
          <a:chExt cx="0" cy="0"/>
        </a:xfrm>
      </p:grpSpPr>
      <p:sp>
        <p:nvSpPr>
          <p:cNvPr id="277" name="Google Shape;277;p28: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78" name="Google Shape;278;p28: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4"/>
        <p:cNvGrpSpPr/>
        <p:nvPr/>
      </p:nvGrpSpPr>
      <p:grpSpPr>
        <a:xfrm>
          <a:off x="0" y="0"/>
          <a:ext cx="0" cy="0"/>
          <a:chOff x="0" y="0"/>
          <a:chExt cx="0" cy="0"/>
        </a:xfrm>
      </p:grpSpPr>
      <p:sp>
        <p:nvSpPr>
          <p:cNvPr id="285" name="Google Shape;285;p29: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86" name="Google Shape;286;p29: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1"/>
        <p:cNvGrpSpPr/>
        <p:nvPr/>
      </p:nvGrpSpPr>
      <p:grpSpPr>
        <a:xfrm>
          <a:off x="0" y="0"/>
          <a:ext cx="0" cy="0"/>
          <a:chOff x="0" y="0"/>
          <a:chExt cx="0" cy="0"/>
        </a:xfrm>
      </p:grpSpPr>
      <p:sp>
        <p:nvSpPr>
          <p:cNvPr id="292" name="Google Shape;292;p30: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93" name="Google Shape;293;p30: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8"/>
        <p:cNvGrpSpPr/>
        <p:nvPr/>
      </p:nvGrpSpPr>
      <p:grpSpPr>
        <a:xfrm>
          <a:off x="0" y="0"/>
          <a:ext cx="0" cy="0"/>
          <a:chOff x="0" y="0"/>
          <a:chExt cx="0" cy="0"/>
        </a:xfrm>
      </p:grpSpPr>
      <p:sp>
        <p:nvSpPr>
          <p:cNvPr id="299" name="Google Shape;299;p31: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00" name="Google Shape;300;p31: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6"/>
        <p:cNvGrpSpPr/>
        <p:nvPr/>
      </p:nvGrpSpPr>
      <p:grpSpPr>
        <a:xfrm>
          <a:off x="0" y="0"/>
          <a:ext cx="0" cy="0"/>
          <a:chOff x="0" y="0"/>
          <a:chExt cx="0" cy="0"/>
        </a:xfrm>
      </p:grpSpPr>
      <p:sp>
        <p:nvSpPr>
          <p:cNvPr id="307" name="Google Shape;307;p32: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08" name="Google Shape;308;p32: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3"/>
        <p:cNvGrpSpPr/>
        <p:nvPr/>
      </p:nvGrpSpPr>
      <p:grpSpPr>
        <a:xfrm>
          <a:off x="0" y="0"/>
          <a:ext cx="0" cy="0"/>
          <a:chOff x="0" y="0"/>
          <a:chExt cx="0" cy="0"/>
        </a:xfrm>
      </p:grpSpPr>
      <p:sp>
        <p:nvSpPr>
          <p:cNvPr id="314" name="Google Shape;314;p33: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15" name="Google Shape;315;p33: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0"/>
        <p:cNvGrpSpPr/>
        <p:nvPr/>
      </p:nvGrpSpPr>
      <p:grpSpPr>
        <a:xfrm>
          <a:off x="0" y="0"/>
          <a:ext cx="0" cy="0"/>
          <a:chOff x="0" y="0"/>
          <a:chExt cx="0" cy="0"/>
        </a:xfrm>
      </p:grpSpPr>
      <p:sp>
        <p:nvSpPr>
          <p:cNvPr id="321" name="Google Shape;321;p34: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457200" marR="0" lvl="0" indent="-381000" algn="l" rtl="0">
              <a:lnSpc>
                <a:spcPct val="100000"/>
              </a:lnSpc>
              <a:spcBef>
                <a:spcPts val="0"/>
              </a:spcBef>
              <a:spcAft>
                <a:spcPts val="0"/>
              </a:spcAft>
              <a:buClr>
                <a:srgbClr val="000000"/>
              </a:buClr>
              <a:buSzPts val="2400"/>
              <a:buFont typeface="Arial"/>
              <a:buChar char="●"/>
            </a:pPr>
            <a:r>
              <a:rPr lang="en-US" sz="1100" b="0" i="0" u="none" strike="noStrike" cap="none" dirty="0" smtClean="0">
                <a:solidFill>
                  <a:srgbClr val="000000"/>
                </a:solidFill>
                <a:latin typeface="Arial"/>
                <a:ea typeface="Arial"/>
                <a:cs typeface="Arial"/>
                <a:sym typeface="Arial"/>
              </a:rPr>
              <a:t>The actual process of generating the output image involves iteratively adjusting the pixel values of a random noise image to minimize a loss function that measures the difference between the features extracted from the content and style images and those extracted from the generated image. This process is typically done using an optimization algorithm such as gradient descent.</a:t>
            </a:r>
          </a:p>
          <a:p>
            <a:pPr marL="457200" marR="0" lvl="0" indent="-381000" algn="l" rtl="0">
              <a:lnSpc>
                <a:spcPct val="100000"/>
              </a:lnSpc>
              <a:spcBef>
                <a:spcPts val="0"/>
              </a:spcBef>
              <a:spcAft>
                <a:spcPts val="0"/>
              </a:spcAft>
              <a:buClr>
                <a:srgbClr val="000000"/>
              </a:buClr>
              <a:buSzPts val="2400"/>
              <a:buFont typeface="Arial"/>
              <a:buChar char="●"/>
            </a:pPr>
            <a:r>
              <a:rPr lang="en-US" sz="1100" b="0" i="0" u="none" strike="noStrike" cap="none" dirty="0" smtClean="0">
                <a:solidFill>
                  <a:srgbClr val="000000"/>
                </a:solidFill>
                <a:latin typeface="Arial"/>
                <a:ea typeface="Arial"/>
                <a:cs typeface="Arial"/>
                <a:sym typeface="Arial"/>
              </a:rPr>
              <a:t>Neural Style Transfer has become a popular application of </a:t>
            </a:r>
            <a:r>
              <a:rPr lang="en-US" sz="1100" b="0" i="0" u="none" strike="noStrike" cap="none" dirty="0" err="1" smtClean="0">
                <a:solidFill>
                  <a:srgbClr val="000000"/>
                </a:solidFill>
                <a:latin typeface="Arial"/>
                <a:ea typeface="Arial"/>
                <a:cs typeface="Arial"/>
                <a:sym typeface="Arial"/>
              </a:rPr>
              <a:t>ConvNet</a:t>
            </a:r>
            <a:r>
              <a:rPr lang="en-US" sz="1100" b="0" i="0" u="none" strike="noStrike" cap="none" dirty="0" smtClean="0">
                <a:solidFill>
                  <a:srgbClr val="000000"/>
                </a:solidFill>
                <a:latin typeface="Arial"/>
                <a:ea typeface="Arial"/>
                <a:cs typeface="Arial"/>
                <a:sym typeface="Arial"/>
              </a:rPr>
              <a:t> in recent years due to its ability to create unique and visually appealing images. It has been used in a variety of fields, including art, design, and advertising.</a:t>
            </a:r>
          </a:p>
          <a:p>
            <a:pPr marL="0" lvl="0" indent="0" algn="l" rtl="0">
              <a:lnSpc>
                <a:spcPct val="100000"/>
              </a:lnSpc>
              <a:spcBef>
                <a:spcPts val="0"/>
              </a:spcBef>
              <a:spcAft>
                <a:spcPts val="0"/>
              </a:spcAft>
              <a:buSzPts val="1100"/>
              <a:buNone/>
            </a:pPr>
            <a:endParaRPr dirty="0"/>
          </a:p>
        </p:txBody>
      </p:sp>
      <p:sp>
        <p:nvSpPr>
          <p:cNvPr id="322" name="Google Shape;322;p34: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7"/>
        <p:cNvGrpSpPr/>
        <p:nvPr/>
      </p:nvGrpSpPr>
      <p:grpSpPr>
        <a:xfrm>
          <a:off x="0" y="0"/>
          <a:ext cx="0" cy="0"/>
          <a:chOff x="0" y="0"/>
          <a:chExt cx="0" cy="0"/>
        </a:xfrm>
      </p:grpSpPr>
      <p:sp>
        <p:nvSpPr>
          <p:cNvPr id="328" name="Google Shape;328;p35: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29" name="Google Shape;329;p35: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7"/>
        <p:cNvGrpSpPr/>
        <p:nvPr/>
      </p:nvGrpSpPr>
      <p:grpSpPr>
        <a:xfrm>
          <a:off x="0" y="0"/>
          <a:ext cx="0" cy="0"/>
          <a:chOff x="0" y="0"/>
          <a:chExt cx="0" cy="0"/>
        </a:xfrm>
      </p:grpSpPr>
      <p:sp>
        <p:nvSpPr>
          <p:cNvPr id="348" name="Google Shape;348;p36: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49" name="Google Shape;349;p36: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5"/>
        <p:cNvGrpSpPr/>
        <p:nvPr/>
      </p:nvGrpSpPr>
      <p:grpSpPr>
        <a:xfrm>
          <a:off x="0" y="0"/>
          <a:ext cx="0" cy="0"/>
          <a:chOff x="0" y="0"/>
          <a:chExt cx="0" cy="0"/>
        </a:xfrm>
      </p:grpSpPr>
      <p:sp>
        <p:nvSpPr>
          <p:cNvPr id="356" name="Google Shape;356;p37: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57" name="Google Shape;357;p37: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2"/>
        <p:cNvGrpSpPr/>
        <p:nvPr/>
      </p:nvGrpSpPr>
      <p:grpSpPr>
        <a:xfrm>
          <a:off x="0" y="0"/>
          <a:ext cx="0" cy="0"/>
          <a:chOff x="0" y="0"/>
          <a:chExt cx="0" cy="0"/>
        </a:xfrm>
      </p:grpSpPr>
      <p:sp>
        <p:nvSpPr>
          <p:cNvPr id="363" name="Google Shape;363;p38: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64" name="Google Shape;364;p38: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9"/>
        <p:cNvGrpSpPr/>
        <p:nvPr/>
      </p:nvGrpSpPr>
      <p:grpSpPr>
        <a:xfrm>
          <a:off x="0" y="0"/>
          <a:ext cx="0" cy="0"/>
          <a:chOff x="0" y="0"/>
          <a:chExt cx="0" cy="0"/>
        </a:xfrm>
      </p:grpSpPr>
      <p:sp>
        <p:nvSpPr>
          <p:cNvPr id="370" name="Google Shape;370;p39: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71" name="Google Shape;371;p39: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7"/>
        <p:cNvGrpSpPr/>
        <p:nvPr/>
      </p:nvGrpSpPr>
      <p:grpSpPr>
        <a:xfrm>
          <a:off x="0" y="0"/>
          <a:ext cx="0" cy="0"/>
          <a:chOff x="0" y="0"/>
          <a:chExt cx="0" cy="0"/>
        </a:xfrm>
      </p:grpSpPr>
      <p:sp>
        <p:nvSpPr>
          <p:cNvPr id="438" name="Google Shape;438;p40: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39" name="Google Shape;439;p40: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5"/>
        <p:cNvGrpSpPr/>
        <p:nvPr/>
      </p:nvGrpSpPr>
      <p:grpSpPr>
        <a:xfrm>
          <a:off x="0" y="0"/>
          <a:ext cx="0" cy="0"/>
          <a:chOff x="0" y="0"/>
          <a:chExt cx="0" cy="0"/>
        </a:xfrm>
      </p:grpSpPr>
      <p:sp>
        <p:nvSpPr>
          <p:cNvPr id="456" name="Google Shape;456;p41: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57" name="Google Shape;457;p41: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4"/>
        <p:cNvGrpSpPr/>
        <p:nvPr/>
      </p:nvGrpSpPr>
      <p:grpSpPr>
        <a:xfrm>
          <a:off x="0" y="0"/>
          <a:ext cx="0" cy="0"/>
          <a:chOff x="0" y="0"/>
          <a:chExt cx="0" cy="0"/>
        </a:xfrm>
      </p:grpSpPr>
      <p:sp>
        <p:nvSpPr>
          <p:cNvPr id="475" name="Google Shape;475;p42: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76" name="Google Shape;476;p42: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4"/>
        <p:cNvGrpSpPr/>
        <p:nvPr/>
      </p:nvGrpSpPr>
      <p:grpSpPr>
        <a:xfrm>
          <a:off x="0" y="0"/>
          <a:ext cx="0" cy="0"/>
          <a:chOff x="0" y="0"/>
          <a:chExt cx="0" cy="0"/>
        </a:xfrm>
      </p:grpSpPr>
      <p:sp>
        <p:nvSpPr>
          <p:cNvPr id="495" name="Google Shape;495;p43: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96" name="Google Shape;496;p43: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4"/>
        <p:cNvGrpSpPr/>
        <p:nvPr/>
      </p:nvGrpSpPr>
      <p:grpSpPr>
        <a:xfrm>
          <a:off x="0" y="0"/>
          <a:ext cx="0" cy="0"/>
          <a:chOff x="0" y="0"/>
          <a:chExt cx="0" cy="0"/>
        </a:xfrm>
      </p:grpSpPr>
      <p:sp>
        <p:nvSpPr>
          <p:cNvPr id="515" name="Google Shape;515;p44: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516" name="Google Shape;516;p44: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8"/>
        <p:cNvGrpSpPr/>
        <p:nvPr/>
      </p:nvGrpSpPr>
      <p:grpSpPr>
        <a:xfrm>
          <a:off x="0" y="0"/>
          <a:ext cx="0" cy="0"/>
          <a:chOff x="0" y="0"/>
          <a:chExt cx="0" cy="0"/>
        </a:xfrm>
      </p:grpSpPr>
      <p:sp>
        <p:nvSpPr>
          <p:cNvPr id="559" name="Google Shape;559;p45: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560" name="Google Shape;560;p45: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7"/>
        <p:cNvGrpSpPr/>
        <p:nvPr/>
      </p:nvGrpSpPr>
      <p:grpSpPr>
        <a:xfrm>
          <a:off x="0" y="0"/>
          <a:ext cx="0" cy="0"/>
          <a:chOff x="0" y="0"/>
          <a:chExt cx="0" cy="0"/>
        </a:xfrm>
      </p:grpSpPr>
      <p:sp>
        <p:nvSpPr>
          <p:cNvPr id="578" name="Google Shape;578;p46: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579" name="Google Shape;579;p46: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6"/>
        <p:cNvGrpSpPr/>
        <p:nvPr/>
      </p:nvGrpSpPr>
      <p:grpSpPr>
        <a:xfrm>
          <a:off x="0" y="0"/>
          <a:ext cx="0" cy="0"/>
          <a:chOff x="0" y="0"/>
          <a:chExt cx="0" cy="0"/>
        </a:xfrm>
      </p:grpSpPr>
      <p:sp>
        <p:nvSpPr>
          <p:cNvPr id="597" name="Google Shape;597;p47: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598" name="Google Shape;598;p47: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4"/>
        <p:cNvGrpSpPr/>
        <p:nvPr/>
      </p:nvGrpSpPr>
      <p:grpSpPr>
        <a:xfrm>
          <a:off x="0" y="0"/>
          <a:ext cx="0" cy="0"/>
          <a:chOff x="0" y="0"/>
          <a:chExt cx="0" cy="0"/>
        </a:xfrm>
      </p:grpSpPr>
      <p:sp>
        <p:nvSpPr>
          <p:cNvPr id="605" name="Google Shape;605;p48: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606" name="Google Shape;606;p48: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1"/>
        <p:cNvGrpSpPr/>
        <p:nvPr/>
      </p:nvGrpSpPr>
      <p:grpSpPr>
        <a:xfrm>
          <a:off x="0" y="0"/>
          <a:ext cx="0" cy="0"/>
          <a:chOff x="0" y="0"/>
          <a:chExt cx="0" cy="0"/>
        </a:xfrm>
      </p:grpSpPr>
      <p:sp>
        <p:nvSpPr>
          <p:cNvPr id="612" name="Google Shape;612;p49: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613" name="Google Shape;613;p49: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8"/>
        <p:cNvGrpSpPr/>
        <p:nvPr/>
      </p:nvGrpSpPr>
      <p:grpSpPr>
        <a:xfrm>
          <a:off x="0" y="0"/>
          <a:ext cx="0" cy="0"/>
          <a:chOff x="0" y="0"/>
          <a:chExt cx="0" cy="0"/>
        </a:xfrm>
      </p:grpSpPr>
      <p:sp>
        <p:nvSpPr>
          <p:cNvPr id="619" name="Google Shape;619;p50: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620" name="Google Shape;620;p50: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2"/>
        <p:cNvGrpSpPr/>
        <p:nvPr/>
      </p:nvGrpSpPr>
      <p:grpSpPr>
        <a:xfrm>
          <a:off x="0" y="0"/>
          <a:ext cx="0" cy="0"/>
          <a:chOff x="0" y="0"/>
          <a:chExt cx="0" cy="0"/>
        </a:xfrm>
      </p:grpSpPr>
      <p:sp>
        <p:nvSpPr>
          <p:cNvPr id="633" name="Google Shape;633;p51: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634" name="Google Shape;634;p51: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9"/>
        <p:cNvGrpSpPr/>
        <p:nvPr/>
      </p:nvGrpSpPr>
      <p:grpSpPr>
        <a:xfrm>
          <a:off x="0" y="0"/>
          <a:ext cx="0" cy="0"/>
          <a:chOff x="0" y="0"/>
          <a:chExt cx="0" cy="0"/>
        </a:xfrm>
      </p:grpSpPr>
      <p:sp>
        <p:nvSpPr>
          <p:cNvPr id="640" name="Google Shape;640;p52: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641" name="Google Shape;641;p52: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4"/>
        <p:cNvGrpSpPr/>
        <p:nvPr/>
      </p:nvGrpSpPr>
      <p:grpSpPr>
        <a:xfrm>
          <a:off x="0" y="0"/>
          <a:ext cx="0" cy="0"/>
          <a:chOff x="0" y="0"/>
          <a:chExt cx="0" cy="0"/>
        </a:xfrm>
      </p:grpSpPr>
      <p:sp>
        <p:nvSpPr>
          <p:cNvPr id="655" name="Google Shape;655;p53: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656" name="Google Shape;656;p53: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2"/>
        <p:cNvGrpSpPr/>
        <p:nvPr/>
      </p:nvGrpSpPr>
      <p:grpSpPr>
        <a:xfrm>
          <a:off x="0" y="0"/>
          <a:ext cx="0" cy="0"/>
          <a:chOff x="0" y="0"/>
          <a:chExt cx="0" cy="0"/>
        </a:xfrm>
      </p:grpSpPr>
      <p:sp>
        <p:nvSpPr>
          <p:cNvPr id="663" name="Google Shape;663;p54: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664" name="Google Shape;664;p54: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9"/>
        <p:cNvGrpSpPr/>
        <p:nvPr/>
      </p:nvGrpSpPr>
      <p:grpSpPr>
        <a:xfrm>
          <a:off x="0" y="0"/>
          <a:ext cx="0" cy="0"/>
          <a:chOff x="0" y="0"/>
          <a:chExt cx="0" cy="0"/>
        </a:xfrm>
      </p:grpSpPr>
      <p:sp>
        <p:nvSpPr>
          <p:cNvPr id="670" name="Google Shape;670;p55: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671" name="Google Shape;671;p55: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714233882"/>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3"/>
        <p:cNvGrpSpPr/>
        <p:nvPr/>
      </p:nvGrpSpPr>
      <p:grpSpPr>
        <a:xfrm>
          <a:off x="0" y="0"/>
          <a:ext cx="0" cy="0"/>
          <a:chOff x="0" y="0"/>
          <a:chExt cx="0" cy="0"/>
        </a:xfrm>
      </p:grpSpPr>
      <p:sp>
        <p:nvSpPr>
          <p:cNvPr id="684" name="Google Shape;684;p57: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685" name="Google Shape;685;p57: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1"/>
        <p:cNvGrpSpPr/>
        <p:nvPr/>
      </p:nvGrpSpPr>
      <p:grpSpPr>
        <a:xfrm>
          <a:off x="0" y="0"/>
          <a:ext cx="0" cy="0"/>
          <a:chOff x="0" y="0"/>
          <a:chExt cx="0" cy="0"/>
        </a:xfrm>
      </p:grpSpPr>
      <p:sp>
        <p:nvSpPr>
          <p:cNvPr id="692" name="Google Shape;692;p58: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693" name="Google Shape;693;p58: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8"/>
        <p:cNvGrpSpPr/>
        <p:nvPr/>
      </p:nvGrpSpPr>
      <p:grpSpPr>
        <a:xfrm>
          <a:off x="0" y="0"/>
          <a:ext cx="0" cy="0"/>
          <a:chOff x="0" y="0"/>
          <a:chExt cx="0" cy="0"/>
        </a:xfrm>
      </p:grpSpPr>
      <p:sp>
        <p:nvSpPr>
          <p:cNvPr id="699" name="Google Shape;699;p59: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700" name="Google Shape;700;p59: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7"/>
        <p:cNvGrpSpPr/>
        <p:nvPr/>
      </p:nvGrpSpPr>
      <p:grpSpPr>
        <a:xfrm>
          <a:off x="0" y="0"/>
          <a:ext cx="0" cy="0"/>
          <a:chOff x="0" y="0"/>
          <a:chExt cx="0" cy="0"/>
        </a:xfrm>
      </p:grpSpPr>
      <p:sp>
        <p:nvSpPr>
          <p:cNvPr id="788" name="Google Shape;788;p60: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342900" marR="0" lvl="0" indent="-342900" algn="l" rtl="0">
              <a:lnSpc>
                <a:spcPct val="100000"/>
              </a:lnSpc>
              <a:spcBef>
                <a:spcPts val="0"/>
              </a:spcBef>
              <a:spcAft>
                <a:spcPts val="0"/>
              </a:spcAft>
              <a:buClr>
                <a:srgbClr val="000000"/>
              </a:buClr>
              <a:buSzPts val="2400"/>
              <a:buFont typeface="Arial" panose="020B0604020202020204" pitchFamily="34" charset="0"/>
              <a:buChar char="•"/>
            </a:pPr>
            <a:r>
              <a:rPr lang="en-US" sz="1100" b="0" i="0" u="none" strike="noStrike" cap="none" dirty="0" smtClean="0">
                <a:solidFill>
                  <a:schemeClr val="dk1"/>
                </a:solidFill>
                <a:latin typeface="Arial"/>
                <a:ea typeface="Arial"/>
                <a:cs typeface="Arial"/>
                <a:sym typeface="Arial"/>
              </a:rPr>
              <a:t>To get visually pleasing results, the style cost function is typically computed using multiple layers in the neural network, which measure both low-level and high-level features of the image. </a:t>
            </a:r>
          </a:p>
          <a:p>
            <a:pPr marL="342900" marR="0" lvl="0" indent="-342900" algn="l" rtl="0">
              <a:lnSpc>
                <a:spcPct val="100000"/>
              </a:lnSpc>
              <a:spcBef>
                <a:spcPts val="0"/>
              </a:spcBef>
              <a:spcAft>
                <a:spcPts val="0"/>
              </a:spcAft>
              <a:buClr>
                <a:srgbClr val="000000"/>
              </a:buClr>
              <a:buSzPts val="2400"/>
              <a:buFont typeface="Arial" panose="020B0604020202020204" pitchFamily="34" charset="0"/>
              <a:buChar char="•"/>
            </a:pPr>
            <a:r>
              <a:rPr lang="en-US" sz="1100" b="0" i="0" u="none" strike="noStrike" cap="none" dirty="0" smtClean="0">
                <a:solidFill>
                  <a:schemeClr val="dk1"/>
                </a:solidFill>
                <a:latin typeface="Arial"/>
                <a:ea typeface="Arial"/>
                <a:cs typeface="Arial"/>
                <a:sym typeface="Arial"/>
              </a:rPr>
              <a:t>The overall cost function of the neural style transfer algorithm is defined as a weighted sum of the content cost and the style cost, with </a:t>
            </a:r>
            <a:r>
              <a:rPr lang="en-US" sz="1100" b="0" i="0" u="none" strike="noStrike" cap="none" dirty="0" err="1" smtClean="0">
                <a:solidFill>
                  <a:schemeClr val="dk1"/>
                </a:solidFill>
                <a:latin typeface="Arial"/>
                <a:ea typeface="Arial"/>
                <a:cs typeface="Arial"/>
                <a:sym typeface="Arial"/>
              </a:rPr>
              <a:t>hyperparameters</a:t>
            </a:r>
            <a:r>
              <a:rPr lang="en-US" sz="1100" b="0" i="0" u="none" strike="noStrike" cap="none" dirty="0" smtClean="0">
                <a:solidFill>
                  <a:schemeClr val="dk1"/>
                </a:solidFill>
                <a:latin typeface="Arial"/>
                <a:ea typeface="Arial"/>
                <a:cs typeface="Arial"/>
                <a:sym typeface="Arial"/>
              </a:rPr>
              <a:t> alpha and beta controlling the relative importance of each term. The objective is to find an image that minimizes this cost function using gradient descent or another optimization algorithm.</a:t>
            </a:r>
            <a:endParaRPr lang="en-US" sz="1100" b="0" i="0" u="none" strike="noStrike" cap="none" dirty="0" smtClean="0">
              <a:solidFill>
                <a:srgbClr val="000000"/>
              </a:solidFill>
              <a:latin typeface="Arial"/>
              <a:ea typeface="Arial"/>
              <a:cs typeface="Arial"/>
              <a:sym typeface="Arial"/>
            </a:endParaRPr>
          </a:p>
          <a:p>
            <a:pPr marL="0" lvl="0" indent="0" algn="l" rtl="0">
              <a:lnSpc>
                <a:spcPct val="100000"/>
              </a:lnSpc>
              <a:spcBef>
                <a:spcPts val="0"/>
              </a:spcBef>
              <a:spcAft>
                <a:spcPts val="0"/>
              </a:spcAft>
              <a:buSzPts val="1100"/>
              <a:buNone/>
            </a:pPr>
            <a:endParaRPr dirty="0"/>
          </a:p>
        </p:txBody>
      </p:sp>
      <p:sp>
        <p:nvSpPr>
          <p:cNvPr id="789" name="Google Shape;789;p60: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4"/>
        <p:cNvGrpSpPr/>
        <p:nvPr/>
      </p:nvGrpSpPr>
      <p:grpSpPr>
        <a:xfrm>
          <a:off x="0" y="0"/>
          <a:ext cx="0" cy="0"/>
          <a:chOff x="0" y="0"/>
          <a:chExt cx="0" cy="0"/>
        </a:xfrm>
      </p:grpSpPr>
      <p:sp>
        <p:nvSpPr>
          <p:cNvPr id="795" name="Google Shape;795;p61: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796" name="Google Shape;796;p61: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0"/>
        <p:cNvGrpSpPr/>
        <p:nvPr/>
      </p:nvGrpSpPr>
      <p:grpSpPr>
        <a:xfrm>
          <a:off x="0" y="0"/>
          <a:ext cx="0" cy="0"/>
          <a:chOff x="0" y="0"/>
          <a:chExt cx="0" cy="0"/>
        </a:xfrm>
      </p:grpSpPr>
      <p:sp>
        <p:nvSpPr>
          <p:cNvPr id="871" name="Google Shape;871;p63: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872" name="Google Shape;872;p63: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0"/>
        <p:cNvGrpSpPr/>
        <p:nvPr/>
      </p:nvGrpSpPr>
      <p:grpSpPr>
        <a:xfrm>
          <a:off x="0" y="0"/>
          <a:ext cx="0" cy="0"/>
          <a:chOff x="0" y="0"/>
          <a:chExt cx="0" cy="0"/>
        </a:xfrm>
      </p:grpSpPr>
      <p:sp>
        <p:nvSpPr>
          <p:cNvPr id="871" name="Google Shape;871;p63: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872" name="Google Shape;872;p63: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261645382"/>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4"/>
        <p:cNvGrpSpPr/>
        <p:nvPr/>
      </p:nvGrpSpPr>
      <p:grpSpPr>
        <a:xfrm>
          <a:off x="0" y="0"/>
          <a:ext cx="0" cy="0"/>
          <a:chOff x="0" y="0"/>
          <a:chExt cx="0" cy="0"/>
        </a:xfrm>
      </p:grpSpPr>
      <p:sp>
        <p:nvSpPr>
          <p:cNvPr id="885" name="Google Shape;885;p65: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886" name="Google Shape;886;p65: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2"/>
        <p:cNvGrpSpPr/>
        <p:nvPr/>
      </p:nvGrpSpPr>
      <p:grpSpPr>
        <a:xfrm>
          <a:off x="0" y="0"/>
          <a:ext cx="0" cy="0"/>
          <a:chOff x="0" y="0"/>
          <a:chExt cx="0" cy="0"/>
        </a:xfrm>
      </p:grpSpPr>
      <p:sp>
        <p:nvSpPr>
          <p:cNvPr id="893" name="Google Shape;893;p66: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894" name="Google Shape;894;p66: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9"/>
        <p:cNvGrpSpPr/>
        <p:nvPr/>
      </p:nvGrpSpPr>
      <p:grpSpPr>
        <a:xfrm>
          <a:off x="0" y="0"/>
          <a:ext cx="0" cy="0"/>
          <a:chOff x="0" y="0"/>
          <a:chExt cx="0" cy="0"/>
        </a:xfrm>
      </p:grpSpPr>
      <p:sp>
        <p:nvSpPr>
          <p:cNvPr id="900" name="Google Shape;900;p67: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901" name="Google Shape;901;p67: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6"/>
        <p:cNvGrpSpPr/>
        <p:nvPr/>
      </p:nvGrpSpPr>
      <p:grpSpPr>
        <a:xfrm>
          <a:off x="0" y="0"/>
          <a:ext cx="0" cy="0"/>
          <a:chOff x="0" y="0"/>
          <a:chExt cx="0" cy="0"/>
        </a:xfrm>
      </p:grpSpPr>
      <p:sp>
        <p:nvSpPr>
          <p:cNvPr id="957" name="Google Shape;957;p68: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958" name="Google Shape;958;p68: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3"/>
        <p:cNvGrpSpPr/>
        <p:nvPr/>
      </p:nvGrpSpPr>
      <p:grpSpPr>
        <a:xfrm>
          <a:off x="0" y="0"/>
          <a:ext cx="0" cy="0"/>
          <a:chOff x="0" y="0"/>
          <a:chExt cx="0" cy="0"/>
        </a:xfrm>
      </p:grpSpPr>
      <p:sp>
        <p:nvSpPr>
          <p:cNvPr id="964" name="Google Shape;964;p69: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965" name="Google Shape;965;p69: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0"/>
        <p:cNvGrpSpPr/>
        <p:nvPr/>
      </p:nvGrpSpPr>
      <p:grpSpPr>
        <a:xfrm>
          <a:off x="0" y="0"/>
          <a:ext cx="0" cy="0"/>
          <a:chOff x="0" y="0"/>
          <a:chExt cx="0" cy="0"/>
        </a:xfrm>
      </p:grpSpPr>
      <p:sp>
        <p:nvSpPr>
          <p:cNvPr id="971" name="Google Shape;971;p70: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972" name="Google Shape;972;p70: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7"/>
        <p:cNvGrpSpPr/>
        <p:nvPr/>
      </p:nvGrpSpPr>
      <p:grpSpPr>
        <a:xfrm>
          <a:off x="0" y="0"/>
          <a:ext cx="0" cy="0"/>
          <a:chOff x="0" y="0"/>
          <a:chExt cx="0" cy="0"/>
        </a:xfrm>
      </p:grpSpPr>
      <p:sp>
        <p:nvSpPr>
          <p:cNvPr id="978" name="Google Shape;978;p71: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979" name="Google Shape;979;p71: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4"/>
        <p:cNvGrpSpPr/>
        <p:nvPr/>
      </p:nvGrpSpPr>
      <p:grpSpPr>
        <a:xfrm>
          <a:off x="0" y="0"/>
          <a:ext cx="0" cy="0"/>
          <a:chOff x="0" y="0"/>
          <a:chExt cx="0" cy="0"/>
        </a:xfrm>
      </p:grpSpPr>
      <p:sp>
        <p:nvSpPr>
          <p:cNvPr id="985" name="Google Shape;985;p72: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986" name="Google Shape;986;p72: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1"/>
        <p:cNvGrpSpPr/>
        <p:nvPr/>
      </p:nvGrpSpPr>
      <p:grpSpPr>
        <a:xfrm>
          <a:off x="0" y="0"/>
          <a:ext cx="0" cy="0"/>
          <a:chOff x="0" y="0"/>
          <a:chExt cx="0" cy="0"/>
        </a:xfrm>
      </p:grpSpPr>
      <p:sp>
        <p:nvSpPr>
          <p:cNvPr id="992" name="Google Shape;992;p73: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993" name="Google Shape;993;p73: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8"/>
        <p:cNvGrpSpPr/>
        <p:nvPr/>
      </p:nvGrpSpPr>
      <p:grpSpPr>
        <a:xfrm>
          <a:off x="0" y="0"/>
          <a:ext cx="0" cy="0"/>
          <a:chOff x="0" y="0"/>
          <a:chExt cx="0" cy="0"/>
        </a:xfrm>
      </p:grpSpPr>
      <p:sp>
        <p:nvSpPr>
          <p:cNvPr id="999" name="Google Shape;999;p74: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00" name="Google Shape;1000;p74: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5"/>
        <p:cNvGrpSpPr/>
        <p:nvPr/>
      </p:nvGrpSpPr>
      <p:grpSpPr>
        <a:xfrm>
          <a:off x="0" y="0"/>
          <a:ext cx="0" cy="0"/>
          <a:chOff x="0" y="0"/>
          <a:chExt cx="0" cy="0"/>
        </a:xfrm>
      </p:grpSpPr>
      <p:sp>
        <p:nvSpPr>
          <p:cNvPr id="1006" name="Google Shape;1006;p75: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07" name="Google Shape;1007;p75: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2"/>
        <p:cNvGrpSpPr/>
        <p:nvPr/>
      </p:nvGrpSpPr>
      <p:grpSpPr>
        <a:xfrm>
          <a:off x="0" y="0"/>
          <a:ext cx="0" cy="0"/>
          <a:chOff x="0" y="0"/>
          <a:chExt cx="0" cy="0"/>
        </a:xfrm>
      </p:grpSpPr>
      <p:sp>
        <p:nvSpPr>
          <p:cNvPr id="1013" name="Google Shape;1013;p76: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14" name="Google Shape;1014;p76: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9"/>
        <p:cNvGrpSpPr/>
        <p:nvPr/>
      </p:nvGrpSpPr>
      <p:grpSpPr>
        <a:xfrm>
          <a:off x="0" y="0"/>
          <a:ext cx="0" cy="0"/>
          <a:chOff x="0" y="0"/>
          <a:chExt cx="0" cy="0"/>
        </a:xfrm>
      </p:grpSpPr>
      <p:sp>
        <p:nvSpPr>
          <p:cNvPr id="1020" name="Google Shape;1020;p77: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21" name="Google Shape;1021;p77: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6"/>
        <p:cNvGrpSpPr/>
        <p:nvPr/>
      </p:nvGrpSpPr>
      <p:grpSpPr>
        <a:xfrm>
          <a:off x="0" y="0"/>
          <a:ext cx="0" cy="0"/>
          <a:chOff x="0" y="0"/>
          <a:chExt cx="0" cy="0"/>
        </a:xfrm>
      </p:grpSpPr>
      <p:sp>
        <p:nvSpPr>
          <p:cNvPr id="1027" name="Google Shape;1027;p78: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28" name="Google Shape;1028;p78: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3"/>
        <p:cNvGrpSpPr/>
        <p:nvPr/>
      </p:nvGrpSpPr>
      <p:grpSpPr>
        <a:xfrm>
          <a:off x="0" y="0"/>
          <a:ext cx="0" cy="0"/>
          <a:chOff x="0" y="0"/>
          <a:chExt cx="0" cy="0"/>
        </a:xfrm>
      </p:grpSpPr>
      <p:sp>
        <p:nvSpPr>
          <p:cNvPr id="1034" name="Google Shape;1034;p79: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35" name="Google Shape;1035;p79: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0"/>
        <p:cNvGrpSpPr/>
        <p:nvPr/>
      </p:nvGrpSpPr>
      <p:grpSpPr>
        <a:xfrm>
          <a:off x="0" y="0"/>
          <a:ext cx="0" cy="0"/>
          <a:chOff x="0" y="0"/>
          <a:chExt cx="0" cy="0"/>
        </a:xfrm>
      </p:grpSpPr>
      <p:sp>
        <p:nvSpPr>
          <p:cNvPr id="1041" name="Google Shape;1041;p80: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42" name="Google Shape;1042;p80: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7"/>
        <p:cNvGrpSpPr/>
        <p:nvPr/>
      </p:nvGrpSpPr>
      <p:grpSpPr>
        <a:xfrm>
          <a:off x="0" y="0"/>
          <a:ext cx="0" cy="0"/>
          <a:chOff x="0" y="0"/>
          <a:chExt cx="0" cy="0"/>
        </a:xfrm>
      </p:grpSpPr>
      <p:sp>
        <p:nvSpPr>
          <p:cNvPr id="1048" name="Google Shape;1048;p81: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49" name="Google Shape;1049;p81: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2"/>
        <p:cNvGrpSpPr/>
        <p:nvPr/>
      </p:nvGrpSpPr>
      <p:grpSpPr>
        <a:xfrm>
          <a:off x="0" y="0"/>
          <a:ext cx="0" cy="0"/>
          <a:chOff x="0" y="0"/>
          <a:chExt cx="0" cy="0"/>
        </a:xfrm>
      </p:grpSpPr>
      <p:sp>
        <p:nvSpPr>
          <p:cNvPr id="443" name="Google Shape;443;p43: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44" name="Google Shape;444;p43:notes"/>
          <p:cNvSpPr txBox="1">
            <a:spLocks noGrp="1"/>
          </p:cNvSpPr>
          <p:nvPr>
            <p:ph type="body" idx="1"/>
          </p:nvPr>
        </p:nvSpPr>
        <p:spPr>
          <a:xfrm>
            <a:off x="1219200" y="3300413"/>
            <a:ext cx="9753600" cy="2700337"/>
          </a:xfrm>
          <a:prstGeom prst="rect">
            <a:avLst/>
          </a:prstGeom>
          <a:noFill/>
          <a:ln>
            <a:noFill/>
          </a:ln>
        </p:spPr>
        <p:txBody>
          <a:bodyPr spcFirstLastPara="1" wrap="square" lIns="91425" tIns="45700" rIns="91425" bIns="45700" anchor="t" anchorCtr="0">
            <a:noAutofit/>
          </a:bodyPr>
          <a:lstStyle/>
          <a:p>
            <a:pPr marL="313781" marR="4483" indent="-302575">
              <a:lnSpc>
                <a:spcPct val="101800"/>
              </a:lnSpc>
              <a:buSzPts val="2400"/>
              <a:buFont typeface="Arial" panose="020B0604020202020204" pitchFamily="34" charset="0"/>
              <a:buChar char="•"/>
            </a:pPr>
            <a:r>
              <a:rPr lang="en-US" sz="1200" dirty="0" smtClean="0">
                <a:ea typeface="Century Schoolbook"/>
                <a:cs typeface="Century Schoolbook"/>
                <a:sym typeface="Century Schoolbook"/>
              </a:rPr>
              <a:t>Face Recognition:</a:t>
            </a:r>
          </a:p>
          <a:p>
            <a:pPr marL="11206" marR="4483">
              <a:lnSpc>
                <a:spcPct val="101800"/>
              </a:lnSpc>
              <a:buSzPts val="2400"/>
            </a:pPr>
            <a:r>
              <a:rPr lang="en-US" sz="1100" dirty="0" smtClean="0">
                <a:ea typeface="Century Schoolbook"/>
                <a:cs typeface="Century Schoolbook"/>
                <a:sym typeface="Century Schoolbook"/>
              </a:rPr>
              <a:t>	Face recognition is a technology used to identify or verify a person's identity by 	analyzing and comparing patterns based on facial features from an image or video 	frame.</a:t>
            </a:r>
          </a:p>
          <a:p>
            <a:pPr marL="313781" marR="4483" indent="-302575">
              <a:lnSpc>
                <a:spcPct val="101800"/>
              </a:lnSpc>
              <a:buSzPts val="2400"/>
              <a:buFont typeface="Arial" panose="020B0604020202020204" pitchFamily="34" charset="0"/>
              <a:buChar char="•"/>
            </a:pPr>
            <a:r>
              <a:rPr lang="en-US" sz="1200" dirty="0" smtClean="0">
                <a:ea typeface="Century Schoolbook"/>
                <a:cs typeface="Century Schoolbook"/>
                <a:sym typeface="Century Schoolbook"/>
              </a:rPr>
              <a:t>One-Shot Learning:</a:t>
            </a:r>
          </a:p>
          <a:p>
            <a:pPr marL="11206" marR="4483">
              <a:lnSpc>
                <a:spcPct val="101800"/>
              </a:lnSpc>
              <a:buSzPts val="2400"/>
            </a:pPr>
            <a:r>
              <a:rPr lang="en-US" sz="1100" dirty="0" smtClean="0">
                <a:ea typeface="Century Schoolbook"/>
                <a:cs typeface="Century Schoolbook"/>
                <a:sym typeface="Century Schoolbook"/>
              </a:rPr>
              <a:t>	One-shot learning refers to the ability of a model to recognize or classify objects 	based on a single or a very few examples, which is particularly challenging for 	traditional machine learning algorithms.</a:t>
            </a:r>
          </a:p>
          <a:p>
            <a:pPr marL="313781" marR="4483" indent="-302575">
              <a:lnSpc>
                <a:spcPct val="101800"/>
              </a:lnSpc>
              <a:buSzPts val="2400"/>
              <a:buFont typeface="Arial" panose="020B0604020202020204" pitchFamily="34" charset="0"/>
              <a:buChar char="•"/>
            </a:pPr>
            <a:r>
              <a:rPr lang="en-US" sz="1200" dirty="0" smtClean="0">
                <a:ea typeface="Century Schoolbook"/>
                <a:cs typeface="Century Schoolbook"/>
                <a:sym typeface="Century Schoolbook"/>
              </a:rPr>
              <a:t>Siamese Network:</a:t>
            </a:r>
          </a:p>
          <a:p>
            <a:pPr marL="11206" marR="4483">
              <a:lnSpc>
                <a:spcPct val="101800"/>
              </a:lnSpc>
              <a:buSzPts val="2400"/>
            </a:pPr>
            <a:r>
              <a:rPr lang="en-US" sz="1100" dirty="0" smtClean="0">
                <a:ea typeface="Century Schoolbook"/>
                <a:cs typeface="Century Schoolbook"/>
                <a:sym typeface="Century Schoolbook"/>
              </a:rPr>
              <a:t>	A Siamese network is a type of neural network architecture designed to learn 	similarity metrics between input pairs. It is often used in tasks like face verification 	and one-shot learning.</a:t>
            </a:r>
          </a:p>
          <a:p>
            <a:pPr marL="313781" marR="4483" indent="-302575">
              <a:lnSpc>
                <a:spcPct val="101800"/>
              </a:lnSpc>
              <a:buSzPts val="2400"/>
              <a:buFont typeface="Arial" panose="020B0604020202020204" pitchFamily="34" charset="0"/>
              <a:buChar char="•"/>
            </a:pPr>
            <a:r>
              <a:rPr lang="en-US" sz="1200" dirty="0" smtClean="0">
                <a:ea typeface="Century Schoolbook"/>
                <a:cs typeface="Century Schoolbook"/>
                <a:sym typeface="Century Schoolbook"/>
              </a:rPr>
              <a:t>Triplet Loss:</a:t>
            </a:r>
          </a:p>
          <a:p>
            <a:pPr marL="11206" marR="4483">
              <a:lnSpc>
                <a:spcPct val="101800"/>
              </a:lnSpc>
              <a:buSzPts val="2400"/>
            </a:pPr>
            <a:r>
              <a:rPr lang="en-US" sz="1100" dirty="0" smtClean="0">
                <a:ea typeface="Century Schoolbook"/>
                <a:cs typeface="Century Schoolbook"/>
                <a:sym typeface="Century Schoolbook"/>
              </a:rPr>
              <a:t>	Triplet loss is a loss function used in Siamese networks. It minimizes the distance 	between anchor-positive pairs (similar items) and maximizes the distance between 	anchor-negative pairs (dissimilar items) in the embedding space.</a:t>
            </a:r>
          </a:p>
          <a:p>
            <a:pPr marL="313781" marR="4483" indent="-302575">
              <a:lnSpc>
                <a:spcPct val="101800"/>
              </a:lnSpc>
              <a:buSzPts val="2400"/>
              <a:buFont typeface="Arial" panose="020B0604020202020204" pitchFamily="34" charset="0"/>
              <a:buChar char="•"/>
            </a:pPr>
            <a:r>
              <a:rPr lang="en-US" sz="1200" dirty="0" smtClean="0">
                <a:ea typeface="Century Schoolbook"/>
                <a:cs typeface="Century Schoolbook"/>
                <a:sym typeface="Century Schoolbook"/>
              </a:rPr>
              <a:t>Neural Style Transfer:</a:t>
            </a:r>
          </a:p>
          <a:p>
            <a:pPr marL="11206" marR="4483">
              <a:lnSpc>
                <a:spcPct val="101800"/>
              </a:lnSpc>
              <a:buSzPts val="2400"/>
            </a:pPr>
            <a:r>
              <a:rPr lang="en-US" sz="1100" dirty="0" smtClean="0">
                <a:ea typeface="Century Schoolbook"/>
                <a:cs typeface="Century Schoolbook"/>
                <a:sym typeface="Century Schoolbook"/>
              </a:rPr>
              <a:t>	Neural style transfer is an algorithmic technique that merges the content of one 	image with the style of another, creating visually appealing and artistic images. It 	involves optimizing an image to match both content and style features.</a:t>
            </a:r>
          </a:p>
          <a:p>
            <a:pPr marL="313781" marR="4483" indent="-302575">
              <a:lnSpc>
                <a:spcPct val="101800"/>
              </a:lnSpc>
              <a:buSzPts val="2400"/>
              <a:buFont typeface="Arial" panose="020B0604020202020204" pitchFamily="34" charset="0"/>
              <a:buChar char="•"/>
            </a:pPr>
            <a:r>
              <a:rPr lang="en-US" sz="1200" dirty="0" smtClean="0">
                <a:ea typeface="Century Schoolbook"/>
                <a:cs typeface="Century Schoolbook"/>
                <a:sym typeface="Century Schoolbook"/>
              </a:rPr>
              <a:t>What Deep </a:t>
            </a:r>
            <a:r>
              <a:rPr lang="en-US" sz="1200" dirty="0" err="1" smtClean="0">
                <a:ea typeface="Century Schoolbook"/>
                <a:cs typeface="Century Schoolbook"/>
                <a:sym typeface="Century Schoolbook"/>
              </a:rPr>
              <a:t>ConvNets</a:t>
            </a:r>
            <a:r>
              <a:rPr lang="en-US" sz="1200" dirty="0" smtClean="0">
                <a:ea typeface="Century Schoolbook"/>
                <a:cs typeface="Century Schoolbook"/>
                <a:sym typeface="Century Schoolbook"/>
              </a:rPr>
              <a:t> Learn:</a:t>
            </a:r>
          </a:p>
          <a:p>
            <a:pPr marL="11206" marR="4483">
              <a:lnSpc>
                <a:spcPct val="101800"/>
              </a:lnSpc>
              <a:buSzPts val="2400"/>
            </a:pPr>
            <a:r>
              <a:rPr lang="en-US" sz="1100" dirty="0" smtClean="0">
                <a:ea typeface="Century Schoolbook"/>
                <a:cs typeface="Century Schoolbook"/>
                <a:sym typeface="Century Schoolbook"/>
              </a:rPr>
              <a:t>	Deep </a:t>
            </a:r>
            <a:r>
              <a:rPr lang="en-US" sz="1100" dirty="0" err="1" smtClean="0">
                <a:ea typeface="Century Schoolbook"/>
                <a:cs typeface="Century Schoolbook"/>
                <a:sym typeface="Century Schoolbook"/>
              </a:rPr>
              <a:t>ConvNets</a:t>
            </a:r>
            <a:r>
              <a:rPr lang="en-US" sz="1100" dirty="0" smtClean="0">
                <a:ea typeface="Century Schoolbook"/>
                <a:cs typeface="Century Schoolbook"/>
                <a:sym typeface="Century Schoolbook"/>
              </a:rPr>
              <a:t> (Convolutional Neural Networks) learn hierarchical features from 	data. In early layers, they capture basic features like edges and textures, while 	deeper layers learn complex, abstract features specific to the given dataset.</a:t>
            </a:r>
          </a:p>
          <a:p>
            <a:pPr marL="313781" marR="4483" indent="-302575">
              <a:lnSpc>
                <a:spcPct val="101800"/>
              </a:lnSpc>
              <a:buSzPts val="2400"/>
              <a:buFont typeface="Arial" panose="020B0604020202020204" pitchFamily="34" charset="0"/>
              <a:buChar char="•"/>
            </a:pPr>
            <a:r>
              <a:rPr lang="en-US" sz="1200" dirty="0" smtClean="0">
                <a:ea typeface="Century Schoolbook"/>
                <a:cs typeface="Century Schoolbook"/>
                <a:sym typeface="Century Schoolbook"/>
              </a:rPr>
              <a:t>Cost Function:</a:t>
            </a:r>
          </a:p>
          <a:p>
            <a:pPr marL="11206" marR="4483">
              <a:lnSpc>
                <a:spcPct val="101800"/>
              </a:lnSpc>
              <a:buSzPts val="2400"/>
            </a:pPr>
            <a:r>
              <a:rPr lang="en-US" sz="1100" dirty="0" smtClean="0">
                <a:ea typeface="Century Schoolbook"/>
                <a:cs typeface="Century Schoolbook"/>
                <a:sym typeface="Century Schoolbook"/>
              </a:rPr>
              <a:t>	A cost function (or loss function) measures the dissimilarity between the predicted 	output and the actual target values during the training of a neural network. It guides 	the optimization process.</a:t>
            </a:r>
          </a:p>
          <a:p>
            <a:pPr marL="313781" marR="4483" indent="-302575">
              <a:lnSpc>
                <a:spcPct val="101800"/>
              </a:lnSpc>
              <a:buSzPts val="2400"/>
              <a:buFont typeface="Arial" panose="020B0604020202020204" pitchFamily="34" charset="0"/>
              <a:buChar char="•"/>
            </a:pPr>
            <a:r>
              <a:rPr lang="en-US" sz="1200" dirty="0" smtClean="0">
                <a:ea typeface="Century Schoolbook"/>
                <a:cs typeface="Century Schoolbook"/>
                <a:sym typeface="Century Schoolbook"/>
              </a:rPr>
              <a:t>Content Cost Function:</a:t>
            </a:r>
          </a:p>
          <a:p>
            <a:pPr marL="11206" marR="4483">
              <a:lnSpc>
                <a:spcPct val="101800"/>
              </a:lnSpc>
              <a:buSzPts val="2400"/>
            </a:pPr>
            <a:r>
              <a:rPr lang="en-US" sz="1100" dirty="0" smtClean="0">
                <a:ea typeface="Century Schoolbook"/>
                <a:cs typeface="Century Schoolbook"/>
                <a:sym typeface="Century Schoolbook"/>
              </a:rPr>
              <a:t>	In neural style transfer, the content cost function measures the difference between 	the content of the generated image and the content of the reference image, guiding 	the preservation of content features.</a:t>
            </a:r>
          </a:p>
          <a:p>
            <a:pPr marL="313781" marR="4483" indent="-302575">
              <a:lnSpc>
                <a:spcPct val="101800"/>
              </a:lnSpc>
              <a:buSzPts val="2400"/>
              <a:buFont typeface="Arial" panose="020B0604020202020204" pitchFamily="34" charset="0"/>
              <a:buChar char="•"/>
            </a:pPr>
            <a:r>
              <a:rPr lang="en-US" sz="1200" dirty="0" smtClean="0">
                <a:ea typeface="Century Schoolbook"/>
                <a:cs typeface="Century Schoolbook"/>
                <a:sym typeface="Century Schoolbook"/>
              </a:rPr>
              <a:t>Style Cost Function:</a:t>
            </a:r>
          </a:p>
          <a:p>
            <a:pPr marL="11206" marR="4483">
              <a:lnSpc>
                <a:spcPct val="101800"/>
              </a:lnSpc>
              <a:buSzPts val="2400"/>
            </a:pPr>
            <a:r>
              <a:rPr lang="en-US" sz="1100" dirty="0" smtClean="0">
                <a:ea typeface="Century Schoolbook"/>
                <a:cs typeface="Century Schoolbook"/>
                <a:sym typeface="Century Schoolbook"/>
              </a:rPr>
              <a:t>	The style cost function measures the difference in style features between the 	generated image and the style reference image. It guides the transfer of artistic 	styles to the generated image.</a:t>
            </a:r>
          </a:p>
          <a:p>
            <a:pPr marL="313781" marR="4483" indent="-302575">
              <a:lnSpc>
                <a:spcPct val="101800"/>
              </a:lnSpc>
              <a:buSzPts val="2400"/>
              <a:buFont typeface="Arial" panose="020B0604020202020204" pitchFamily="34" charset="0"/>
              <a:buChar char="•"/>
            </a:pPr>
            <a:r>
              <a:rPr lang="en-US" sz="1200" dirty="0" smtClean="0">
                <a:ea typeface="Century Schoolbook"/>
                <a:cs typeface="Century Schoolbook"/>
                <a:sym typeface="Century Schoolbook"/>
              </a:rPr>
              <a:t>1D and 3D Generalizations of Models:</a:t>
            </a:r>
          </a:p>
          <a:p>
            <a:pPr marL="11206" marR="4483">
              <a:lnSpc>
                <a:spcPct val="101800"/>
              </a:lnSpc>
              <a:buSzPts val="2400"/>
            </a:pPr>
            <a:r>
              <a:rPr lang="en-US" sz="1100" dirty="0" smtClean="0">
                <a:ea typeface="Century Schoolbook"/>
                <a:cs typeface="Century Schoolbook"/>
                <a:sym typeface="Century Schoolbook"/>
              </a:rPr>
              <a:t>	Neural network architectures can be extended to handle 1D sequences (such as 	text) or 3D data (like video frames or medical images), allowing the application of 	deep learning to diverse data types.</a:t>
            </a:r>
          </a:p>
          <a:p>
            <a:pPr marL="0" lvl="0" indent="0" algn="l" rtl="0">
              <a:lnSpc>
                <a:spcPct val="100000"/>
              </a:lnSpc>
              <a:spcBef>
                <a:spcPts val="0"/>
              </a:spcBef>
              <a:spcAft>
                <a:spcPts val="0"/>
              </a:spcAft>
              <a:buSzPts val="1400"/>
              <a:buNone/>
            </a:pPr>
            <a:endParaRPr dirty="0"/>
          </a:p>
        </p:txBody>
      </p:sp>
      <p:sp>
        <p:nvSpPr>
          <p:cNvPr id="445" name="Google Shape;445;p43:notes"/>
          <p:cNvSpPr txBox="1">
            <a:spLocks noGrp="1"/>
          </p:cNvSpPr>
          <p:nvPr>
            <p:ph type="sldNum" idx="12"/>
          </p:nvPr>
        </p:nvSpPr>
        <p:spPr>
          <a:xfrm>
            <a:off x="6905625" y="6513513"/>
            <a:ext cx="5283200" cy="3444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fld id="{00000000-1234-1234-1234-123412341234}" type="slidenum">
              <a:rPr kumimoji="0" lang="en-US" sz="1400" b="0" i="0" u="none" strike="noStrike" kern="0" cap="none" spc="0" normalizeH="0" baseline="0" noProof="0">
                <a:ln>
                  <a:noFill/>
                </a:ln>
                <a:solidFill>
                  <a:srgbClr val="000000"/>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t>81</a:t>
            </a:fld>
            <a:endParaRPr kumimoji="0" sz="1400" b="0" i="0" u="none" strike="noStrike" kern="0" cap="none" spc="0" normalizeH="0" baseline="0" noProof="0">
              <a:ln>
                <a:noFill/>
              </a:ln>
              <a:solidFill>
                <a:srgbClr val="000000"/>
              </a:solidFill>
              <a:effectLst/>
              <a:uLnTx/>
              <a:uFillTx/>
              <a:latin typeface="Arial"/>
              <a:cs typeface="Arial"/>
              <a:sym typeface="Arial"/>
            </a:endParaRPr>
          </a:p>
        </p:txBody>
      </p:sp>
    </p:spTree>
    <p:extLst>
      <p:ext uri="{BB962C8B-B14F-4D97-AF65-F5344CB8AC3E}">
        <p14:creationId xmlns:p14="http://schemas.microsoft.com/office/powerpoint/2010/main" val="304568680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1"/>
        <p:cNvGrpSpPr/>
        <p:nvPr/>
      </p:nvGrpSpPr>
      <p:grpSpPr>
        <a:xfrm>
          <a:off x="0" y="0"/>
          <a:ext cx="0" cy="0"/>
          <a:chOff x="0" y="0"/>
          <a:chExt cx="0" cy="0"/>
        </a:xfrm>
      </p:grpSpPr>
      <p:sp>
        <p:nvSpPr>
          <p:cNvPr id="12" name="Google Shape;12;p83"/>
          <p:cNvSpPr txBox="1">
            <a:spLocks noGrp="1"/>
          </p:cNvSpPr>
          <p:nvPr>
            <p:ph type="title"/>
          </p:nvPr>
        </p:nvSpPr>
        <p:spPr>
          <a:xfrm>
            <a:off x="1861362" y="1090066"/>
            <a:ext cx="8469274" cy="1932939"/>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sz="6600" b="0" i="0">
                <a:solidFill>
                  <a:schemeClr val="dk1"/>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 name="Google Shape;13;p83"/>
          <p:cNvSpPr txBox="1">
            <a:spLocks noGrp="1"/>
          </p:cNvSpPr>
          <p:nvPr>
            <p:ph type="body" idx="1"/>
          </p:nvPr>
        </p:nvSpPr>
        <p:spPr>
          <a:xfrm>
            <a:off x="624881" y="1566799"/>
            <a:ext cx="10942236" cy="2024379"/>
          </a:xfrm>
          <a:prstGeom prst="rect">
            <a:avLst/>
          </a:prstGeom>
          <a:noFill/>
          <a:ln>
            <a:noFill/>
          </a:ln>
        </p:spPr>
        <p:txBody>
          <a:bodyPr spcFirstLastPara="1" wrap="square" lIns="0" tIns="0" rIns="0" bIns="0" anchor="t" anchorCtr="0">
            <a:spAutoFit/>
          </a:bodyPr>
          <a:lstStyle>
            <a:lvl1pPr marL="457200" lvl="0" indent="-228600" algn="l">
              <a:lnSpc>
                <a:spcPct val="100000"/>
              </a:lnSpc>
              <a:spcBef>
                <a:spcPts val="0"/>
              </a:spcBef>
              <a:spcAft>
                <a:spcPts val="0"/>
              </a:spcAft>
              <a:buSzPts val="1400"/>
              <a:buNone/>
              <a:defRPr b="0" i="0">
                <a:solidFill>
                  <a:schemeClr val="dk1"/>
                </a:solidFill>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
        <p:nvSpPr>
          <p:cNvPr id="14" name="Google Shape;14;p83"/>
          <p:cNvSpPr txBox="1">
            <a:spLocks noGrp="1"/>
          </p:cNvSpPr>
          <p:nvPr>
            <p:ph type="ftr" idx="11"/>
          </p:nvPr>
        </p:nvSpPr>
        <p:spPr>
          <a:xfrm>
            <a:off x="4145280" y="6377940"/>
            <a:ext cx="3901440" cy="342900"/>
          </a:xfrm>
          <a:prstGeom prst="rect">
            <a:avLst/>
          </a:prstGeom>
          <a:noFill/>
          <a:ln>
            <a:noFill/>
          </a:ln>
        </p:spPr>
        <p:txBody>
          <a:bodyPr spcFirstLastPara="1" wrap="square" lIns="0" tIns="0" rIns="0" bIns="0" anchor="t" anchorCtr="0">
            <a:sp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 name="Google Shape;15;p83"/>
          <p:cNvSpPr txBox="1">
            <a:spLocks noGrp="1"/>
          </p:cNvSpPr>
          <p:nvPr>
            <p:ph type="dt" idx="10"/>
          </p:nvPr>
        </p:nvSpPr>
        <p:spPr>
          <a:xfrm>
            <a:off x="609600" y="6377940"/>
            <a:ext cx="2804160" cy="34290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 name="Google Shape;16;p83"/>
          <p:cNvSpPr txBox="1">
            <a:spLocks noGrp="1"/>
          </p:cNvSpPr>
          <p:nvPr>
            <p:ph type="sldNum" idx="12"/>
          </p:nvPr>
        </p:nvSpPr>
        <p:spPr>
          <a:xfrm>
            <a:off x="8778240" y="6377940"/>
            <a:ext cx="2804160" cy="342900"/>
          </a:xfrm>
          <a:prstGeom prst="rect">
            <a:avLst/>
          </a:prstGeom>
          <a:noFill/>
          <a:ln>
            <a:noFill/>
          </a:ln>
        </p:spPr>
        <p:txBody>
          <a:bodyPr spcFirstLastPara="1" wrap="square" lIns="0" tIns="0" rIns="0" bIns="0" anchor="t" anchorCtr="0">
            <a:spAutoFit/>
          </a:bodyPr>
          <a:lstStyle>
            <a:lvl1pPr marL="0" marR="0" lvl="0"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Only">
  <p:cSld name="Title Only">
    <p:spTree>
      <p:nvGrpSpPr>
        <p:cNvPr id="1" name="Shape 17"/>
        <p:cNvGrpSpPr/>
        <p:nvPr/>
      </p:nvGrpSpPr>
      <p:grpSpPr>
        <a:xfrm>
          <a:off x="0" y="0"/>
          <a:ext cx="0" cy="0"/>
          <a:chOff x="0" y="0"/>
          <a:chExt cx="0" cy="0"/>
        </a:xfrm>
      </p:grpSpPr>
      <p:sp>
        <p:nvSpPr>
          <p:cNvPr id="18" name="Google Shape;18;p84"/>
          <p:cNvSpPr txBox="1">
            <a:spLocks noGrp="1"/>
          </p:cNvSpPr>
          <p:nvPr>
            <p:ph type="title"/>
          </p:nvPr>
        </p:nvSpPr>
        <p:spPr>
          <a:xfrm>
            <a:off x="1861362" y="1090066"/>
            <a:ext cx="8469274" cy="1932939"/>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sz="6600" b="0" i="0">
                <a:solidFill>
                  <a:schemeClr val="dk1"/>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84"/>
          <p:cNvSpPr txBox="1">
            <a:spLocks noGrp="1"/>
          </p:cNvSpPr>
          <p:nvPr>
            <p:ph type="ftr" idx="11"/>
          </p:nvPr>
        </p:nvSpPr>
        <p:spPr>
          <a:xfrm>
            <a:off x="4145280" y="6377940"/>
            <a:ext cx="3901440" cy="342900"/>
          </a:xfrm>
          <a:prstGeom prst="rect">
            <a:avLst/>
          </a:prstGeom>
          <a:noFill/>
          <a:ln>
            <a:noFill/>
          </a:ln>
        </p:spPr>
        <p:txBody>
          <a:bodyPr spcFirstLastPara="1" wrap="square" lIns="0" tIns="0" rIns="0" bIns="0" anchor="t" anchorCtr="0">
            <a:sp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 name="Google Shape;20;p84"/>
          <p:cNvSpPr txBox="1">
            <a:spLocks noGrp="1"/>
          </p:cNvSpPr>
          <p:nvPr>
            <p:ph type="dt" idx="10"/>
          </p:nvPr>
        </p:nvSpPr>
        <p:spPr>
          <a:xfrm>
            <a:off x="609600" y="6377940"/>
            <a:ext cx="2804160" cy="34290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 name="Google Shape;21;p84"/>
          <p:cNvSpPr txBox="1">
            <a:spLocks noGrp="1"/>
          </p:cNvSpPr>
          <p:nvPr>
            <p:ph type="sldNum" idx="12"/>
          </p:nvPr>
        </p:nvSpPr>
        <p:spPr>
          <a:xfrm>
            <a:off x="8778240" y="6377940"/>
            <a:ext cx="2804160" cy="342900"/>
          </a:xfrm>
          <a:prstGeom prst="rect">
            <a:avLst/>
          </a:prstGeom>
          <a:noFill/>
          <a:ln>
            <a:noFill/>
          </a:ln>
        </p:spPr>
        <p:txBody>
          <a:bodyPr spcFirstLastPara="1" wrap="square" lIns="0" tIns="0" rIns="0" bIns="0" anchor="t" anchorCtr="0">
            <a:spAutoFit/>
          </a:bodyPr>
          <a:lstStyle>
            <a:lvl1pPr marL="0" marR="0" lvl="0"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22"/>
        <p:cNvGrpSpPr/>
        <p:nvPr/>
      </p:nvGrpSpPr>
      <p:grpSpPr>
        <a:xfrm>
          <a:off x="0" y="0"/>
          <a:ext cx="0" cy="0"/>
          <a:chOff x="0" y="0"/>
          <a:chExt cx="0" cy="0"/>
        </a:xfrm>
      </p:grpSpPr>
      <p:sp>
        <p:nvSpPr>
          <p:cNvPr id="23" name="Google Shape;23;p85"/>
          <p:cNvSpPr txBox="1">
            <a:spLocks noGrp="1"/>
          </p:cNvSpPr>
          <p:nvPr>
            <p:ph type="ctrTitle"/>
          </p:nvPr>
        </p:nvSpPr>
        <p:spPr>
          <a:xfrm>
            <a:off x="261620" y="139700"/>
            <a:ext cx="11668759" cy="69596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b="0" i="0">
                <a:solidFill>
                  <a:schemeClr val="dk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 name="Google Shape;24;p85"/>
          <p:cNvSpPr txBox="1">
            <a:spLocks noGrp="1"/>
          </p:cNvSpPr>
          <p:nvPr>
            <p:ph type="subTitle" idx="1"/>
          </p:nvPr>
        </p:nvSpPr>
        <p:spPr>
          <a:xfrm>
            <a:off x="1828800" y="3840480"/>
            <a:ext cx="8534400" cy="171450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85"/>
          <p:cNvSpPr txBox="1">
            <a:spLocks noGrp="1"/>
          </p:cNvSpPr>
          <p:nvPr>
            <p:ph type="ftr" idx="11"/>
          </p:nvPr>
        </p:nvSpPr>
        <p:spPr>
          <a:xfrm>
            <a:off x="4145280" y="6377940"/>
            <a:ext cx="3901440" cy="342900"/>
          </a:xfrm>
          <a:prstGeom prst="rect">
            <a:avLst/>
          </a:prstGeom>
          <a:noFill/>
          <a:ln>
            <a:noFill/>
          </a:ln>
        </p:spPr>
        <p:txBody>
          <a:bodyPr spcFirstLastPara="1" wrap="square" lIns="0" tIns="0" rIns="0" bIns="0" anchor="t" anchorCtr="0">
            <a:sp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 name="Google Shape;26;p85"/>
          <p:cNvSpPr txBox="1">
            <a:spLocks noGrp="1"/>
          </p:cNvSpPr>
          <p:nvPr>
            <p:ph type="dt" idx="10"/>
          </p:nvPr>
        </p:nvSpPr>
        <p:spPr>
          <a:xfrm>
            <a:off x="609600" y="6377940"/>
            <a:ext cx="2804160" cy="34290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7" name="Google Shape;27;p85"/>
          <p:cNvSpPr txBox="1">
            <a:spLocks noGrp="1"/>
          </p:cNvSpPr>
          <p:nvPr>
            <p:ph type="sldNum" idx="12"/>
          </p:nvPr>
        </p:nvSpPr>
        <p:spPr>
          <a:xfrm>
            <a:off x="8778240" y="6377940"/>
            <a:ext cx="2804160" cy="342900"/>
          </a:xfrm>
          <a:prstGeom prst="rect">
            <a:avLst/>
          </a:prstGeom>
          <a:noFill/>
          <a:ln>
            <a:noFill/>
          </a:ln>
        </p:spPr>
        <p:txBody>
          <a:bodyPr spcFirstLastPara="1" wrap="square" lIns="0" tIns="0" rIns="0" bIns="0" anchor="t" anchorCtr="0">
            <a:spAutoFit/>
          </a:bodyPr>
          <a:lstStyle>
            <a:lvl1pPr marL="0" marR="0" lvl="0"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p:cSld name="Two Content">
    <p:spTree>
      <p:nvGrpSpPr>
        <p:cNvPr id="1" name="Shape 28"/>
        <p:cNvGrpSpPr/>
        <p:nvPr/>
      </p:nvGrpSpPr>
      <p:grpSpPr>
        <a:xfrm>
          <a:off x="0" y="0"/>
          <a:ext cx="0" cy="0"/>
          <a:chOff x="0" y="0"/>
          <a:chExt cx="0" cy="0"/>
        </a:xfrm>
      </p:grpSpPr>
      <p:sp>
        <p:nvSpPr>
          <p:cNvPr id="29" name="Google Shape;29;p86"/>
          <p:cNvSpPr txBox="1">
            <a:spLocks noGrp="1"/>
          </p:cNvSpPr>
          <p:nvPr>
            <p:ph type="title"/>
          </p:nvPr>
        </p:nvSpPr>
        <p:spPr>
          <a:xfrm>
            <a:off x="1861362" y="1090066"/>
            <a:ext cx="8469274" cy="1932939"/>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sz="6600" b="0" i="0">
                <a:solidFill>
                  <a:schemeClr val="dk1"/>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 name="Google Shape;30;p86"/>
          <p:cNvSpPr txBox="1">
            <a:spLocks noGrp="1"/>
          </p:cNvSpPr>
          <p:nvPr>
            <p:ph type="body" idx="1"/>
          </p:nvPr>
        </p:nvSpPr>
        <p:spPr>
          <a:xfrm>
            <a:off x="609600" y="1577340"/>
            <a:ext cx="5303520" cy="4526280"/>
          </a:xfrm>
          <a:prstGeom prst="rect">
            <a:avLst/>
          </a:prstGeom>
          <a:noFill/>
          <a:ln>
            <a:noFill/>
          </a:ln>
        </p:spPr>
        <p:txBody>
          <a:bodyPr spcFirstLastPara="1" wrap="square" lIns="0" tIns="0" rIns="0" bIns="0" anchor="t" anchorCtr="0">
            <a:spAutoFit/>
          </a:bodyPr>
          <a:lstStyle>
            <a:lvl1pPr marL="457200" lvl="0" indent="-228600" algn="l">
              <a:lnSpc>
                <a:spcPct val="100000"/>
              </a:lnSpc>
              <a:spcBef>
                <a:spcPts val="0"/>
              </a:spcBef>
              <a:spcAft>
                <a:spcPts val="0"/>
              </a:spcAft>
              <a:buSzPts val="1400"/>
              <a:buNone/>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
        <p:nvSpPr>
          <p:cNvPr id="31" name="Google Shape;31;p86"/>
          <p:cNvSpPr txBox="1">
            <a:spLocks noGrp="1"/>
          </p:cNvSpPr>
          <p:nvPr>
            <p:ph type="body" idx="2"/>
          </p:nvPr>
        </p:nvSpPr>
        <p:spPr>
          <a:xfrm>
            <a:off x="6278880" y="1577340"/>
            <a:ext cx="5303520" cy="4526280"/>
          </a:xfrm>
          <a:prstGeom prst="rect">
            <a:avLst/>
          </a:prstGeom>
          <a:noFill/>
          <a:ln>
            <a:noFill/>
          </a:ln>
        </p:spPr>
        <p:txBody>
          <a:bodyPr spcFirstLastPara="1" wrap="square" lIns="0" tIns="0" rIns="0" bIns="0" anchor="t" anchorCtr="0">
            <a:spAutoFit/>
          </a:bodyPr>
          <a:lstStyle>
            <a:lvl1pPr marL="457200" lvl="0" indent="-228600" algn="l">
              <a:lnSpc>
                <a:spcPct val="100000"/>
              </a:lnSpc>
              <a:spcBef>
                <a:spcPts val="0"/>
              </a:spcBef>
              <a:spcAft>
                <a:spcPts val="0"/>
              </a:spcAft>
              <a:buSzPts val="1400"/>
              <a:buNone/>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
        <p:nvSpPr>
          <p:cNvPr id="32" name="Google Shape;32;p86"/>
          <p:cNvSpPr txBox="1">
            <a:spLocks noGrp="1"/>
          </p:cNvSpPr>
          <p:nvPr>
            <p:ph type="ftr" idx="11"/>
          </p:nvPr>
        </p:nvSpPr>
        <p:spPr>
          <a:xfrm>
            <a:off x="4145280" y="6377940"/>
            <a:ext cx="3901440" cy="342900"/>
          </a:xfrm>
          <a:prstGeom prst="rect">
            <a:avLst/>
          </a:prstGeom>
          <a:noFill/>
          <a:ln>
            <a:noFill/>
          </a:ln>
        </p:spPr>
        <p:txBody>
          <a:bodyPr spcFirstLastPara="1" wrap="square" lIns="0" tIns="0" rIns="0" bIns="0" anchor="t" anchorCtr="0">
            <a:sp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3" name="Google Shape;33;p86"/>
          <p:cNvSpPr txBox="1">
            <a:spLocks noGrp="1"/>
          </p:cNvSpPr>
          <p:nvPr>
            <p:ph type="dt" idx="10"/>
          </p:nvPr>
        </p:nvSpPr>
        <p:spPr>
          <a:xfrm>
            <a:off x="609600" y="6377940"/>
            <a:ext cx="2804160" cy="34290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4" name="Google Shape;34;p86"/>
          <p:cNvSpPr txBox="1">
            <a:spLocks noGrp="1"/>
          </p:cNvSpPr>
          <p:nvPr>
            <p:ph type="sldNum" idx="12"/>
          </p:nvPr>
        </p:nvSpPr>
        <p:spPr>
          <a:xfrm>
            <a:off x="8778240" y="6377940"/>
            <a:ext cx="2804160" cy="342900"/>
          </a:xfrm>
          <a:prstGeom prst="rect">
            <a:avLst/>
          </a:prstGeom>
          <a:noFill/>
          <a:ln>
            <a:noFill/>
          </a:ln>
        </p:spPr>
        <p:txBody>
          <a:bodyPr spcFirstLastPara="1" wrap="square" lIns="0" tIns="0" rIns="0" bIns="0" anchor="t" anchorCtr="0">
            <a:spAutoFit/>
          </a:bodyPr>
          <a:lstStyle>
            <a:lvl1pPr marL="0" marR="0" lvl="0"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Blank">
  <p:cSld name="Blank">
    <p:spTree>
      <p:nvGrpSpPr>
        <p:cNvPr id="1" name="Shape 35"/>
        <p:cNvGrpSpPr/>
        <p:nvPr/>
      </p:nvGrpSpPr>
      <p:grpSpPr>
        <a:xfrm>
          <a:off x="0" y="0"/>
          <a:ext cx="0" cy="0"/>
          <a:chOff x="0" y="0"/>
          <a:chExt cx="0" cy="0"/>
        </a:xfrm>
      </p:grpSpPr>
      <p:sp>
        <p:nvSpPr>
          <p:cNvPr id="36" name="Google Shape;36;p87"/>
          <p:cNvSpPr txBox="1">
            <a:spLocks noGrp="1"/>
          </p:cNvSpPr>
          <p:nvPr>
            <p:ph type="ftr" idx="11"/>
          </p:nvPr>
        </p:nvSpPr>
        <p:spPr>
          <a:xfrm>
            <a:off x="4145280" y="6377940"/>
            <a:ext cx="3901440" cy="342900"/>
          </a:xfrm>
          <a:prstGeom prst="rect">
            <a:avLst/>
          </a:prstGeom>
          <a:noFill/>
          <a:ln>
            <a:noFill/>
          </a:ln>
        </p:spPr>
        <p:txBody>
          <a:bodyPr spcFirstLastPara="1" wrap="square" lIns="0" tIns="0" rIns="0" bIns="0" anchor="t" anchorCtr="0">
            <a:sp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87"/>
          <p:cNvSpPr txBox="1">
            <a:spLocks noGrp="1"/>
          </p:cNvSpPr>
          <p:nvPr>
            <p:ph type="dt" idx="10"/>
          </p:nvPr>
        </p:nvSpPr>
        <p:spPr>
          <a:xfrm>
            <a:off x="609600" y="6377940"/>
            <a:ext cx="2804160" cy="34290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87"/>
          <p:cNvSpPr txBox="1">
            <a:spLocks noGrp="1"/>
          </p:cNvSpPr>
          <p:nvPr>
            <p:ph type="sldNum" idx="12"/>
          </p:nvPr>
        </p:nvSpPr>
        <p:spPr>
          <a:xfrm>
            <a:off x="8778240" y="6377940"/>
            <a:ext cx="2804160" cy="342900"/>
          </a:xfrm>
          <a:prstGeom prst="rect">
            <a:avLst/>
          </a:prstGeom>
          <a:noFill/>
          <a:ln>
            <a:noFill/>
          </a:ln>
        </p:spPr>
        <p:txBody>
          <a:bodyPr spcFirstLastPara="1" wrap="square" lIns="0" tIns="0" rIns="0" bIns="0" anchor="t" anchorCtr="0">
            <a:spAutoFit/>
          </a:bodyPr>
          <a:lstStyle>
            <a:lvl1pPr marL="0" marR="0" lvl="0"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82"/>
          <p:cNvSpPr txBox="1">
            <a:spLocks noGrp="1"/>
          </p:cNvSpPr>
          <p:nvPr>
            <p:ph type="title"/>
          </p:nvPr>
        </p:nvSpPr>
        <p:spPr>
          <a:xfrm>
            <a:off x="1861362" y="1090066"/>
            <a:ext cx="8469274" cy="1932939"/>
          </a:xfrm>
          <a:prstGeom prst="rect">
            <a:avLst/>
          </a:prstGeom>
          <a:noFill/>
          <a:ln>
            <a:noFill/>
          </a:ln>
        </p:spPr>
        <p:txBody>
          <a:bodyPr spcFirstLastPara="1" wrap="square" lIns="0" tIns="0" rIns="0" bIns="0" anchor="t" anchorCtr="0">
            <a:spAutoFit/>
          </a:bodyPr>
          <a:lstStyle>
            <a:lvl1pPr marR="0" lvl="0" algn="l" rtl="0">
              <a:lnSpc>
                <a:spcPct val="100000"/>
              </a:lnSpc>
              <a:spcBef>
                <a:spcPts val="0"/>
              </a:spcBef>
              <a:spcAft>
                <a:spcPts val="0"/>
              </a:spcAft>
              <a:buClr>
                <a:srgbClr val="000000"/>
              </a:buClr>
              <a:buSzPts val="1400"/>
              <a:buFont typeface="Arial"/>
              <a:buNone/>
              <a:defRPr sz="66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7" name="Google Shape;7;p82"/>
          <p:cNvSpPr txBox="1">
            <a:spLocks noGrp="1"/>
          </p:cNvSpPr>
          <p:nvPr>
            <p:ph type="body" idx="1"/>
          </p:nvPr>
        </p:nvSpPr>
        <p:spPr>
          <a:xfrm>
            <a:off x="624881" y="1566799"/>
            <a:ext cx="10942236" cy="2024379"/>
          </a:xfrm>
          <a:prstGeom prst="rect">
            <a:avLst/>
          </a:prstGeom>
          <a:noFill/>
          <a:ln>
            <a:noFill/>
          </a:ln>
        </p:spPr>
        <p:txBody>
          <a:bodyPr spcFirstLastPara="1" wrap="square" lIns="0" tIns="0" rIns="0" bIns="0" anchor="t" anchorCtr="0">
            <a:spAutoFit/>
          </a:bodyPr>
          <a:lstStyle>
            <a:lvl1pPr marL="457200" marR="0" lvl="0" indent="-22860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9pPr>
          </a:lstStyle>
          <a:p>
            <a:endParaRPr/>
          </a:p>
        </p:txBody>
      </p:sp>
      <p:sp>
        <p:nvSpPr>
          <p:cNvPr id="8" name="Google Shape;8;p82"/>
          <p:cNvSpPr txBox="1">
            <a:spLocks noGrp="1"/>
          </p:cNvSpPr>
          <p:nvPr>
            <p:ph type="ftr" idx="11"/>
          </p:nvPr>
        </p:nvSpPr>
        <p:spPr>
          <a:xfrm>
            <a:off x="4145280" y="6377940"/>
            <a:ext cx="3901440" cy="342900"/>
          </a:xfrm>
          <a:prstGeom prst="rect">
            <a:avLst/>
          </a:prstGeom>
          <a:noFill/>
          <a:ln>
            <a:noFill/>
          </a:ln>
        </p:spPr>
        <p:txBody>
          <a:bodyPr spcFirstLastPara="1" wrap="square" lIns="0" tIns="0" rIns="0" bIns="0" anchor="t" anchorCtr="0">
            <a:spAutoFit/>
          </a:bodyPr>
          <a:lstStyle>
            <a:lvl1pPr marR="0" lvl="0" algn="ctr" rtl="0">
              <a:lnSpc>
                <a:spcPct val="100000"/>
              </a:lnSpc>
              <a:spcBef>
                <a:spcPts val="0"/>
              </a:spcBef>
              <a:spcAft>
                <a:spcPts val="0"/>
              </a:spcAft>
              <a:buClr>
                <a:srgbClr val="000000"/>
              </a:buClr>
              <a:buSzPts val="1400"/>
              <a:buFont typeface="Arial"/>
              <a:buNone/>
              <a:defRPr sz="1800" b="0" i="0" u="none" strike="noStrike" cap="none">
                <a:solidFill>
                  <a:srgbClr val="888888"/>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9" name="Google Shape;9;p82"/>
          <p:cNvSpPr txBox="1">
            <a:spLocks noGrp="1"/>
          </p:cNvSpPr>
          <p:nvPr>
            <p:ph type="dt" idx="10"/>
          </p:nvPr>
        </p:nvSpPr>
        <p:spPr>
          <a:xfrm>
            <a:off x="609600" y="6377940"/>
            <a:ext cx="2804160" cy="342900"/>
          </a:xfrm>
          <a:prstGeom prst="rect">
            <a:avLst/>
          </a:prstGeom>
          <a:noFill/>
          <a:ln>
            <a:noFill/>
          </a:ln>
        </p:spPr>
        <p:txBody>
          <a:bodyPr spcFirstLastPara="1" wrap="square" lIns="0" tIns="0" rIns="0" bIns="0" anchor="t" anchorCtr="0">
            <a:sp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rgbClr val="888888"/>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0" name="Google Shape;10;p82"/>
          <p:cNvSpPr txBox="1">
            <a:spLocks noGrp="1"/>
          </p:cNvSpPr>
          <p:nvPr>
            <p:ph type="sldNum" idx="12"/>
          </p:nvPr>
        </p:nvSpPr>
        <p:spPr>
          <a:xfrm>
            <a:off x="8778240" y="6377940"/>
            <a:ext cx="2804160" cy="342900"/>
          </a:xfrm>
          <a:prstGeom prst="rect">
            <a:avLst/>
          </a:prstGeom>
          <a:noFill/>
          <a:ln>
            <a:noFill/>
          </a:ln>
        </p:spPr>
        <p:txBody>
          <a:bodyPr spcFirstLastPara="1" wrap="square" lIns="0" tIns="0" rIns="0" bIns="0" anchor="t" anchorCtr="0">
            <a:spAutoFit/>
          </a:bodyPr>
          <a:lstStyle>
            <a:lvl1pPr marL="0" marR="0" lvl="0" indent="0" algn="r" rtl="0">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8" Type="http://schemas.openxmlformats.org/officeDocument/2006/relationships/image" Target="../media/image8.jpg"/><Relationship Id="rId3" Type="http://schemas.openxmlformats.org/officeDocument/2006/relationships/image" Target="../media/image3.jpg"/><Relationship Id="rId7" Type="http://schemas.openxmlformats.org/officeDocument/2006/relationships/image" Target="../media/image7.jpg"/><Relationship Id="rId2" Type="http://schemas.openxmlformats.org/officeDocument/2006/relationships/notesSlide" Target="../notesSlides/notesSlide10.xml"/><Relationship Id="rId1" Type="http://schemas.openxmlformats.org/officeDocument/2006/relationships/slideLayout" Target="../slideLayouts/slideLayout3.xml"/><Relationship Id="rId6" Type="http://schemas.openxmlformats.org/officeDocument/2006/relationships/image" Target="../media/image6.jpg"/><Relationship Id="rId5" Type="http://schemas.openxmlformats.org/officeDocument/2006/relationships/image" Target="../media/image5.jpg"/><Relationship Id="rId4" Type="http://schemas.openxmlformats.org/officeDocument/2006/relationships/image" Target="../media/image4.jpg"/><Relationship Id="rId9" Type="http://schemas.openxmlformats.org/officeDocument/2006/relationships/image" Target="../media/image1.png"/></Relationships>
</file>

<file path=ppt/slides/_rels/slide11.xml.rels><?xml version="1.0" encoding="UTF-8" standalone="yes"?>
<Relationships xmlns="http://schemas.openxmlformats.org/package/2006/relationships"><Relationship Id="rId8" Type="http://schemas.openxmlformats.org/officeDocument/2006/relationships/image" Target="../media/image9.jpg"/><Relationship Id="rId3" Type="http://schemas.openxmlformats.org/officeDocument/2006/relationships/image" Target="../media/image3.jpg"/><Relationship Id="rId7" Type="http://schemas.openxmlformats.org/officeDocument/2006/relationships/image" Target="../media/image7.jp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6.jpg"/><Relationship Id="rId5" Type="http://schemas.openxmlformats.org/officeDocument/2006/relationships/image" Target="../media/image5.jpg"/><Relationship Id="rId10" Type="http://schemas.openxmlformats.org/officeDocument/2006/relationships/image" Target="../media/image1.png"/><Relationship Id="rId4" Type="http://schemas.openxmlformats.org/officeDocument/2006/relationships/image" Target="../media/image4.jpg"/><Relationship Id="rId9" Type="http://schemas.openxmlformats.org/officeDocument/2006/relationships/image" Target="../media/image10.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1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13.jpg"/><Relationship Id="rId7" Type="http://schemas.openxmlformats.org/officeDocument/2006/relationships/image" Target="../media/image17.png"/><Relationship Id="rId2" Type="http://schemas.openxmlformats.org/officeDocument/2006/relationships/notesSlide" Target="../notesSlides/notesSlide20.xml"/><Relationship Id="rId1" Type="http://schemas.openxmlformats.org/officeDocument/2006/relationships/slideLayout" Target="../slideLayouts/slideLayout1.xml"/><Relationship Id="rId6" Type="http://schemas.openxmlformats.org/officeDocument/2006/relationships/image" Target="../media/image16.png"/><Relationship Id="rId5" Type="http://schemas.openxmlformats.org/officeDocument/2006/relationships/image" Target="../media/image15.jpg"/><Relationship Id="rId10" Type="http://schemas.openxmlformats.org/officeDocument/2006/relationships/image" Target="../media/image1.png"/><Relationship Id="rId4" Type="http://schemas.openxmlformats.org/officeDocument/2006/relationships/image" Target="../media/image14.jpg"/><Relationship Id="rId9" Type="http://schemas.openxmlformats.org/officeDocument/2006/relationships/image" Target="../media/image19.png"/></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2.xml"/><Relationship Id="rId1" Type="http://schemas.openxmlformats.org/officeDocument/2006/relationships/slideLayout" Target="../slideLayouts/slideLayout1.xml"/><Relationship Id="rId5" Type="http://schemas.openxmlformats.org/officeDocument/2006/relationships/image" Target="../media/image1.png"/><Relationship Id="rId4" Type="http://schemas.openxmlformats.org/officeDocument/2006/relationships/image" Target="../media/image21.png"/></Relationships>
</file>

<file path=ppt/slides/_rels/slide2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3.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8" Type="http://schemas.openxmlformats.org/officeDocument/2006/relationships/image" Target="../media/image3.jpg"/><Relationship Id="rId3" Type="http://schemas.openxmlformats.org/officeDocument/2006/relationships/image" Target="../media/image13.jpg"/><Relationship Id="rId7" Type="http://schemas.openxmlformats.org/officeDocument/2006/relationships/image" Target="../media/image25.jpg"/><Relationship Id="rId12" Type="http://schemas.openxmlformats.org/officeDocument/2006/relationships/image" Target="../media/image1.png"/><Relationship Id="rId2" Type="http://schemas.openxmlformats.org/officeDocument/2006/relationships/notesSlide" Target="../notesSlides/notesSlide25.xml"/><Relationship Id="rId1" Type="http://schemas.openxmlformats.org/officeDocument/2006/relationships/slideLayout" Target="../slideLayouts/slideLayout1.xml"/><Relationship Id="rId6" Type="http://schemas.openxmlformats.org/officeDocument/2006/relationships/image" Target="../media/image24.jpg"/><Relationship Id="rId11" Type="http://schemas.openxmlformats.org/officeDocument/2006/relationships/image" Target="../media/image28.jpg"/><Relationship Id="rId5" Type="http://schemas.openxmlformats.org/officeDocument/2006/relationships/image" Target="../media/image23.jpg"/><Relationship Id="rId10" Type="http://schemas.openxmlformats.org/officeDocument/2006/relationships/image" Target="../media/image27.jpg"/><Relationship Id="rId4" Type="http://schemas.openxmlformats.org/officeDocument/2006/relationships/image" Target="../media/image14.jpg"/><Relationship Id="rId9" Type="http://schemas.openxmlformats.org/officeDocument/2006/relationships/image" Target="../media/image26.jpg"/></Relationships>
</file>

<file path=ppt/slides/_rels/slide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9.xml"/><Relationship Id="rId1" Type="http://schemas.openxmlformats.org/officeDocument/2006/relationships/slideLayout" Target="../slideLayouts/slideLayout1.xml"/><Relationship Id="rId5" Type="http://schemas.openxmlformats.org/officeDocument/2006/relationships/image" Target="../media/image30.png"/><Relationship Id="rId4" Type="http://schemas.openxmlformats.org/officeDocument/2006/relationships/image" Target="../media/image1.png"/></Relationships>
</file>

<file path=ppt/slides/_rels/slide3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31.xml"/><Relationship Id="rId1" Type="http://schemas.openxmlformats.org/officeDocument/2006/relationships/slideLayout" Target="../slideLayouts/slideLayout4.xml"/><Relationship Id="rId4" Type="http://schemas.openxmlformats.org/officeDocument/2006/relationships/image" Target="../media/image1.png"/></Relationships>
</file>

<file path=ppt/slides/_rels/slide3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8" Type="http://schemas.openxmlformats.org/officeDocument/2006/relationships/image" Target="../media/image37.jpg"/><Relationship Id="rId3" Type="http://schemas.openxmlformats.org/officeDocument/2006/relationships/image" Target="../media/image32.jpg"/><Relationship Id="rId7" Type="http://schemas.openxmlformats.org/officeDocument/2006/relationships/image" Target="../media/image36.jpg"/><Relationship Id="rId2" Type="http://schemas.openxmlformats.org/officeDocument/2006/relationships/notesSlide" Target="../notesSlides/notesSlide36.xml"/><Relationship Id="rId1" Type="http://schemas.openxmlformats.org/officeDocument/2006/relationships/slideLayout" Target="../slideLayouts/slideLayout1.xml"/><Relationship Id="rId6" Type="http://schemas.openxmlformats.org/officeDocument/2006/relationships/image" Target="../media/image35.jpg"/><Relationship Id="rId5" Type="http://schemas.openxmlformats.org/officeDocument/2006/relationships/image" Target="../media/image34.jpg"/><Relationship Id="rId4" Type="http://schemas.openxmlformats.org/officeDocument/2006/relationships/image" Target="../media/image33.jpg"/><Relationship Id="rId9" Type="http://schemas.openxmlformats.org/officeDocument/2006/relationships/image" Target="../media/image1.png"/></Relationships>
</file>

<file path=ppt/slides/_rels/slide3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image" Target="../media/image38.jpg"/><Relationship Id="rId7" Type="http://schemas.openxmlformats.org/officeDocument/2006/relationships/image" Target="../media/image42.png"/><Relationship Id="rId2" Type="http://schemas.openxmlformats.org/officeDocument/2006/relationships/notesSlide" Target="../notesSlides/notesSlide40.xml"/><Relationship Id="rId1" Type="http://schemas.openxmlformats.org/officeDocument/2006/relationships/slideLayout" Target="../slideLayouts/slideLayout1.xml"/><Relationship Id="rId6" Type="http://schemas.openxmlformats.org/officeDocument/2006/relationships/image" Target="../media/image41.png"/><Relationship Id="rId5" Type="http://schemas.openxmlformats.org/officeDocument/2006/relationships/image" Target="../media/image40.png"/><Relationship Id="rId4" Type="http://schemas.openxmlformats.org/officeDocument/2006/relationships/image" Target="../media/image39.jpg"/></Relationships>
</file>

<file path=ppt/slides/_rels/slide41.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image" Target="../media/image43.jpg"/><Relationship Id="rId7" Type="http://schemas.openxmlformats.org/officeDocument/2006/relationships/image" Target="../media/image38.jpg"/><Relationship Id="rId2" Type="http://schemas.openxmlformats.org/officeDocument/2006/relationships/notesSlide" Target="../notesSlides/notesSlide41.xml"/><Relationship Id="rId1" Type="http://schemas.openxmlformats.org/officeDocument/2006/relationships/slideLayout" Target="../slideLayouts/slideLayout1.xml"/><Relationship Id="rId6" Type="http://schemas.openxmlformats.org/officeDocument/2006/relationships/image" Target="../media/image46.jpg"/><Relationship Id="rId5" Type="http://schemas.openxmlformats.org/officeDocument/2006/relationships/image" Target="../media/image45.jpg"/><Relationship Id="rId4" Type="http://schemas.openxmlformats.org/officeDocument/2006/relationships/image" Target="../media/image44.jpg"/></Relationships>
</file>

<file path=ppt/slides/_rels/slide42.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image" Target="../media/image43.jpg"/><Relationship Id="rId7" Type="http://schemas.openxmlformats.org/officeDocument/2006/relationships/image" Target="../media/image38.jpg"/><Relationship Id="rId2" Type="http://schemas.openxmlformats.org/officeDocument/2006/relationships/notesSlide" Target="../notesSlides/notesSlide42.xml"/><Relationship Id="rId1" Type="http://schemas.openxmlformats.org/officeDocument/2006/relationships/slideLayout" Target="../slideLayouts/slideLayout1.xml"/><Relationship Id="rId6" Type="http://schemas.openxmlformats.org/officeDocument/2006/relationships/image" Target="../media/image46.jpg"/><Relationship Id="rId5" Type="http://schemas.openxmlformats.org/officeDocument/2006/relationships/image" Target="../media/image45.jpg"/><Relationship Id="rId4" Type="http://schemas.openxmlformats.org/officeDocument/2006/relationships/image" Target="../media/image44.jpg"/></Relationships>
</file>

<file path=ppt/slides/_rels/slide43.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image" Target="../media/image43.jpg"/><Relationship Id="rId7" Type="http://schemas.openxmlformats.org/officeDocument/2006/relationships/image" Target="../media/image38.jpg"/><Relationship Id="rId2" Type="http://schemas.openxmlformats.org/officeDocument/2006/relationships/notesSlide" Target="../notesSlides/notesSlide43.xml"/><Relationship Id="rId1" Type="http://schemas.openxmlformats.org/officeDocument/2006/relationships/slideLayout" Target="../slideLayouts/slideLayout1.xml"/><Relationship Id="rId6" Type="http://schemas.openxmlformats.org/officeDocument/2006/relationships/image" Target="../media/image46.jpg"/><Relationship Id="rId5" Type="http://schemas.openxmlformats.org/officeDocument/2006/relationships/image" Target="../media/image45.jpg"/><Relationship Id="rId4" Type="http://schemas.openxmlformats.org/officeDocument/2006/relationships/image" Target="../media/image44.jpg"/></Relationships>
</file>

<file path=ppt/slides/_rels/slide44.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image" Target="../media/image43.jpg"/><Relationship Id="rId7" Type="http://schemas.openxmlformats.org/officeDocument/2006/relationships/image" Target="../media/image38.jpg"/><Relationship Id="rId2" Type="http://schemas.openxmlformats.org/officeDocument/2006/relationships/notesSlide" Target="../notesSlides/notesSlide44.xml"/><Relationship Id="rId1" Type="http://schemas.openxmlformats.org/officeDocument/2006/relationships/slideLayout" Target="../slideLayouts/slideLayout1.xml"/><Relationship Id="rId6" Type="http://schemas.openxmlformats.org/officeDocument/2006/relationships/image" Target="../media/image46.jpg"/><Relationship Id="rId5" Type="http://schemas.openxmlformats.org/officeDocument/2006/relationships/image" Target="../media/image45.jpg"/><Relationship Id="rId4" Type="http://schemas.openxmlformats.org/officeDocument/2006/relationships/image" Target="../media/image44.jpg"/></Relationships>
</file>

<file path=ppt/slides/_rels/slide45.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image" Target="../media/image45.jpg"/><Relationship Id="rId7" Type="http://schemas.openxmlformats.org/officeDocument/2006/relationships/image" Target="../media/image38.jpg"/><Relationship Id="rId2" Type="http://schemas.openxmlformats.org/officeDocument/2006/relationships/notesSlide" Target="../notesSlides/notesSlide45.xml"/><Relationship Id="rId1" Type="http://schemas.openxmlformats.org/officeDocument/2006/relationships/slideLayout" Target="../slideLayouts/slideLayout1.xml"/><Relationship Id="rId6" Type="http://schemas.openxmlformats.org/officeDocument/2006/relationships/image" Target="../media/image46.jpg"/><Relationship Id="rId5" Type="http://schemas.openxmlformats.org/officeDocument/2006/relationships/image" Target="../media/image43.jpg"/><Relationship Id="rId4" Type="http://schemas.openxmlformats.org/officeDocument/2006/relationships/image" Target="../media/image44.jpg"/></Relationships>
</file>

<file path=ppt/slides/_rels/slide46.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image" Target="../media/image43.jpg"/><Relationship Id="rId7" Type="http://schemas.openxmlformats.org/officeDocument/2006/relationships/image" Target="../media/image38.jpg"/><Relationship Id="rId2" Type="http://schemas.openxmlformats.org/officeDocument/2006/relationships/notesSlide" Target="../notesSlides/notesSlide46.xml"/><Relationship Id="rId1" Type="http://schemas.openxmlformats.org/officeDocument/2006/relationships/slideLayout" Target="../slideLayouts/slideLayout1.xml"/><Relationship Id="rId6" Type="http://schemas.openxmlformats.org/officeDocument/2006/relationships/image" Target="../media/image46.jpg"/><Relationship Id="rId5" Type="http://schemas.openxmlformats.org/officeDocument/2006/relationships/image" Target="../media/image45.jpg"/><Relationship Id="rId4" Type="http://schemas.openxmlformats.org/officeDocument/2006/relationships/image" Target="../media/image44.jpg"/></Relationships>
</file>

<file path=ppt/slides/_rels/slide47.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image" Target="../media/image43.jpg"/><Relationship Id="rId7" Type="http://schemas.openxmlformats.org/officeDocument/2006/relationships/image" Target="../media/image38.jpg"/><Relationship Id="rId2" Type="http://schemas.openxmlformats.org/officeDocument/2006/relationships/notesSlide" Target="../notesSlides/notesSlide47.xml"/><Relationship Id="rId1" Type="http://schemas.openxmlformats.org/officeDocument/2006/relationships/slideLayout" Target="../slideLayouts/slideLayout1.xml"/><Relationship Id="rId6" Type="http://schemas.openxmlformats.org/officeDocument/2006/relationships/image" Target="../media/image46.jpg"/><Relationship Id="rId5" Type="http://schemas.openxmlformats.org/officeDocument/2006/relationships/image" Target="../media/image45.jpg"/><Relationship Id="rId4" Type="http://schemas.openxmlformats.org/officeDocument/2006/relationships/image" Target="../media/image44.jpg"/></Relationships>
</file>

<file path=ppt/slides/_rels/slide4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9.xml"/><Relationship Id="rId1" Type="http://schemas.openxmlformats.org/officeDocument/2006/relationships/slideLayout" Target="../slideLayouts/slideLayout1.xml"/><Relationship Id="rId4" Type="http://schemas.openxmlformats.org/officeDocument/2006/relationships/image" Target="../media/image47.png"/></Relationships>
</file>

<file path=ppt/slides/_rels/slide5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0.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8" Type="http://schemas.openxmlformats.org/officeDocument/2006/relationships/image" Target="../media/image49.png"/><Relationship Id="rId3" Type="http://schemas.openxmlformats.org/officeDocument/2006/relationships/image" Target="../media/image32.jpg"/><Relationship Id="rId7" Type="http://schemas.openxmlformats.org/officeDocument/2006/relationships/image" Target="../media/image1.png"/><Relationship Id="rId2" Type="http://schemas.openxmlformats.org/officeDocument/2006/relationships/notesSlide" Target="../notesSlides/notesSlide51.xml"/><Relationship Id="rId1" Type="http://schemas.openxmlformats.org/officeDocument/2006/relationships/slideLayout" Target="../slideLayouts/slideLayout1.xml"/><Relationship Id="rId6" Type="http://schemas.openxmlformats.org/officeDocument/2006/relationships/image" Target="../media/image48.png"/><Relationship Id="rId5" Type="http://schemas.openxmlformats.org/officeDocument/2006/relationships/image" Target="../media/image34.jpg"/><Relationship Id="rId4" Type="http://schemas.openxmlformats.org/officeDocument/2006/relationships/image" Target="../media/image33.jpg"/></Relationships>
</file>

<file path=ppt/slides/_rels/slide5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2.xml"/><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8" Type="http://schemas.openxmlformats.org/officeDocument/2006/relationships/image" Target="../media/image53.jpg"/><Relationship Id="rId3" Type="http://schemas.openxmlformats.org/officeDocument/2006/relationships/image" Target="../media/image50.png"/><Relationship Id="rId7" Type="http://schemas.openxmlformats.org/officeDocument/2006/relationships/image" Target="../media/image52.jpg"/><Relationship Id="rId2" Type="http://schemas.openxmlformats.org/officeDocument/2006/relationships/notesSlide" Target="../notesSlides/notesSlide53.xml"/><Relationship Id="rId1" Type="http://schemas.openxmlformats.org/officeDocument/2006/relationships/slideLayout" Target="../slideLayouts/slideLayout1.xml"/><Relationship Id="rId6" Type="http://schemas.openxmlformats.org/officeDocument/2006/relationships/image" Target="../media/image51.jpg"/><Relationship Id="rId5" Type="http://schemas.openxmlformats.org/officeDocument/2006/relationships/image" Target="../media/image50.jpg"/><Relationship Id="rId10" Type="http://schemas.openxmlformats.org/officeDocument/2006/relationships/image" Target="../media/image1.png"/><Relationship Id="rId4" Type="http://schemas.openxmlformats.org/officeDocument/2006/relationships/image" Target="../media/image49.jpg"/><Relationship Id="rId9" Type="http://schemas.openxmlformats.org/officeDocument/2006/relationships/image" Target="../media/image54.jpg"/></Relationships>
</file>

<file path=ppt/slides/_rels/slide5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4.xml"/><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5.xml"/><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6.xml"/><Relationship Id="rId1" Type="http://schemas.openxmlformats.org/officeDocument/2006/relationships/slideLayout" Target="../slideLayouts/slideLayout1.xml"/><Relationship Id="rId4" Type="http://schemas.openxmlformats.org/officeDocument/2006/relationships/image" Target="../media/image55.png"/></Relationships>
</file>

<file path=ppt/slides/_rels/slide5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7.xml"/><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8.xml"/><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8" Type="http://schemas.openxmlformats.org/officeDocument/2006/relationships/image" Target="../media/image61.png"/><Relationship Id="rId3" Type="http://schemas.openxmlformats.org/officeDocument/2006/relationships/image" Target="../media/image56.png"/><Relationship Id="rId7" Type="http://schemas.openxmlformats.org/officeDocument/2006/relationships/image" Target="../media/image60.png"/><Relationship Id="rId2" Type="http://schemas.openxmlformats.org/officeDocument/2006/relationships/notesSlide" Target="../notesSlides/notesSlide59.xml"/><Relationship Id="rId1" Type="http://schemas.openxmlformats.org/officeDocument/2006/relationships/slideLayout" Target="../slideLayouts/slideLayout1.xml"/><Relationship Id="rId6" Type="http://schemas.openxmlformats.org/officeDocument/2006/relationships/image" Target="../media/image59.png"/><Relationship Id="rId5" Type="http://schemas.openxmlformats.org/officeDocument/2006/relationships/image" Target="../media/image58.png"/><Relationship Id="rId4" Type="http://schemas.openxmlformats.org/officeDocument/2006/relationships/image" Target="../media/image57.png"/><Relationship Id="rId9" Type="http://schemas.openxmlformats.org/officeDocument/2006/relationships/image" Target="../media/image1.png"/></Relationships>
</file>

<file path=ppt/slides/_rels/slide6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0.xml"/><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3" Type="http://schemas.openxmlformats.org/officeDocument/2006/relationships/image" Target="../media/image43.jpg"/><Relationship Id="rId2" Type="http://schemas.openxmlformats.org/officeDocument/2006/relationships/notesSlide" Target="../notesSlides/notesSlide61.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image" Target="../media/image63.png"/><Relationship Id="rId4" Type="http://schemas.openxmlformats.org/officeDocument/2006/relationships/image" Target="../media/image62.png"/></Relationships>
</file>

<file path=ppt/slides/_rels/slide6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2.xml"/><Relationship Id="rId1" Type="http://schemas.openxmlformats.org/officeDocument/2006/relationships/slideLayout" Target="../slideLayouts/slideLayout1.xml"/><Relationship Id="rId4" Type="http://schemas.openxmlformats.org/officeDocument/2006/relationships/image" Target="../media/image64.png"/></Relationships>
</file>

<file path=ppt/slides/_rels/slide6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3.xml"/><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4.xml"/><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5.xml"/><Relationship Id="rId1" Type="http://schemas.openxmlformats.org/officeDocument/2006/relationships/slideLayout" Target="../slideLayouts/slideLayout3.xml"/></Relationships>
</file>

<file path=ppt/slides/_rels/slide66.xml.rels><?xml version="1.0" encoding="UTF-8" standalone="yes"?>
<Relationships xmlns="http://schemas.openxmlformats.org/package/2006/relationships"><Relationship Id="rId3" Type="http://schemas.openxmlformats.org/officeDocument/2006/relationships/image" Target="../media/image65.jpg"/><Relationship Id="rId2" Type="http://schemas.openxmlformats.org/officeDocument/2006/relationships/notesSlide" Target="../notesSlides/notesSlide66.xml"/><Relationship Id="rId1" Type="http://schemas.openxmlformats.org/officeDocument/2006/relationships/slideLayout" Target="../slideLayouts/slideLayout3.xml"/><Relationship Id="rId5" Type="http://schemas.openxmlformats.org/officeDocument/2006/relationships/image" Target="../media/image1.png"/><Relationship Id="rId4" Type="http://schemas.openxmlformats.org/officeDocument/2006/relationships/image" Target="../media/image66.jpg"/></Relationships>
</file>

<file path=ppt/slides/_rels/slide6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7.xml"/><Relationship Id="rId1" Type="http://schemas.openxmlformats.org/officeDocument/2006/relationships/slideLayout" Target="../slideLayouts/slideLayout3.xml"/></Relationships>
</file>

<file path=ppt/slides/_rels/slide68.xml.rels><?xml version="1.0" encoding="UTF-8" standalone="yes"?>
<Relationships xmlns="http://schemas.openxmlformats.org/package/2006/relationships"><Relationship Id="rId3" Type="http://schemas.openxmlformats.org/officeDocument/2006/relationships/image" Target="../media/image67.jpg"/><Relationship Id="rId2" Type="http://schemas.openxmlformats.org/officeDocument/2006/relationships/notesSlide" Target="../notesSlides/notesSlide68.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69.xml.rels><?xml version="1.0" encoding="UTF-8" standalone="yes"?>
<Relationships xmlns="http://schemas.openxmlformats.org/package/2006/relationships"><Relationship Id="rId3" Type="http://schemas.openxmlformats.org/officeDocument/2006/relationships/image" Target="../media/image68.jpg"/><Relationship Id="rId2" Type="http://schemas.openxmlformats.org/officeDocument/2006/relationships/notesSlide" Target="../notesSlides/notesSlide69.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70.xml.rels><?xml version="1.0" encoding="UTF-8" standalone="yes"?>
<Relationships xmlns="http://schemas.openxmlformats.org/package/2006/relationships"><Relationship Id="rId3" Type="http://schemas.openxmlformats.org/officeDocument/2006/relationships/image" Target="../media/image69.jpg"/><Relationship Id="rId2" Type="http://schemas.openxmlformats.org/officeDocument/2006/relationships/notesSlide" Target="../notesSlides/notesSlide70.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71.xml.rels><?xml version="1.0" encoding="UTF-8" standalone="yes"?>
<Relationships xmlns="http://schemas.openxmlformats.org/package/2006/relationships"><Relationship Id="rId3" Type="http://schemas.openxmlformats.org/officeDocument/2006/relationships/image" Target="../media/image70.jpg"/><Relationship Id="rId2" Type="http://schemas.openxmlformats.org/officeDocument/2006/relationships/notesSlide" Target="../notesSlides/notesSlide71.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72.xml.rels><?xml version="1.0" encoding="UTF-8" standalone="yes"?>
<Relationships xmlns="http://schemas.openxmlformats.org/package/2006/relationships"><Relationship Id="rId3" Type="http://schemas.openxmlformats.org/officeDocument/2006/relationships/image" Target="../media/image71.jpg"/><Relationship Id="rId2" Type="http://schemas.openxmlformats.org/officeDocument/2006/relationships/notesSlide" Target="../notesSlides/notesSlide72.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73.xml.rels><?xml version="1.0" encoding="UTF-8" standalone="yes"?>
<Relationships xmlns="http://schemas.openxmlformats.org/package/2006/relationships"><Relationship Id="rId3" Type="http://schemas.openxmlformats.org/officeDocument/2006/relationships/image" Target="../media/image72.jpg"/><Relationship Id="rId2" Type="http://schemas.openxmlformats.org/officeDocument/2006/relationships/notesSlide" Target="../notesSlides/notesSlide73.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74.xml.rels><?xml version="1.0" encoding="UTF-8" standalone="yes"?>
<Relationships xmlns="http://schemas.openxmlformats.org/package/2006/relationships"><Relationship Id="rId3" Type="http://schemas.openxmlformats.org/officeDocument/2006/relationships/image" Target="../media/image73.jpg"/><Relationship Id="rId2" Type="http://schemas.openxmlformats.org/officeDocument/2006/relationships/notesSlide" Target="../notesSlides/notesSlide74.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75.xml.rels><?xml version="1.0" encoding="UTF-8" standalone="yes"?>
<Relationships xmlns="http://schemas.openxmlformats.org/package/2006/relationships"><Relationship Id="rId3" Type="http://schemas.openxmlformats.org/officeDocument/2006/relationships/image" Target="../media/image74.jpg"/><Relationship Id="rId2" Type="http://schemas.openxmlformats.org/officeDocument/2006/relationships/notesSlide" Target="../notesSlides/notesSlide75.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76.xml.rels><?xml version="1.0" encoding="UTF-8" standalone="yes"?>
<Relationships xmlns="http://schemas.openxmlformats.org/package/2006/relationships"><Relationship Id="rId3" Type="http://schemas.openxmlformats.org/officeDocument/2006/relationships/image" Target="../media/image75.jpg"/><Relationship Id="rId2" Type="http://schemas.openxmlformats.org/officeDocument/2006/relationships/notesSlide" Target="../notesSlides/notesSlide76.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77.xml.rels><?xml version="1.0" encoding="UTF-8" standalone="yes"?>
<Relationships xmlns="http://schemas.openxmlformats.org/package/2006/relationships"><Relationship Id="rId3" Type="http://schemas.openxmlformats.org/officeDocument/2006/relationships/image" Target="../media/image76.jpg"/><Relationship Id="rId2" Type="http://schemas.openxmlformats.org/officeDocument/2006/relationships/notesSlide" Target="../notesSlides/notesSlide77.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78.xml.rels><?xml version="1.0" encoding="UTF-8" standalone="yes"?>
<Relationships xmlns="http://schemas.openxmlformats.org/package/2006/relationships"><Relationship Id="rId3" Type="http://schemas.openxmlformats.org/officeDocument/2006/relationships/image" Target="../media/image77.jpg"/><Relationship Id="rId2" Type="http://schemas.openxmlformats.org/officeDocument/2006/relationships/notesSlide" Target="../notesSlides/notesSlide78.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7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9.xml"/><Relationship Id="rId1" Type="http://schemas.openxmlformats.org/officeDocument/2006/relationships/slideLayout" Target="../slideLayouts/slideLayout3.xml"/></Relationships>
</file>

<file path=ppt/slides/_rels/slide8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0.xml"/><Relationship Id="rId1" Type="http://schemas.openxmlformats.org/officeDocument/2006/relationships/slideLayout" Target="../slideLayouts/slideLayout3.xml"/></Relationships>
</file>

<file path=ppt/slides/_rels/slide8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2"/>
        <p:cNvGrpSpPr/>
        <p:nvPr/>
      </p:nvGrpSpPr>
      <p:grpSpPr>
        <a:xfrm>
          <a:off x="0" y="0"/>
          <a:ext cx="0" cy="0"/>
          <a:chOff x="0" y="0"/>
          <a:chExt cx="0" cy="0"/>
        </a:xfrm>
      </p:grpSpPr>
      <p:sp>
        <p:nvSpPr>
          <p:cNvPr id="43" name="Google Shape;43;p1"/>
          <p:cNvSpPr txBox="1">
            <a:spLocks noGrp="1"/>
          </p:cNvSpPr>
          <p:nvPr>
            <p:ph type="title"/>
          </p:nvPr>
        </p:nvSpPr>
        <p:spPr>
          <a:xfrm>
            <a:off x="1905562" y="243291"/>
            <a:ext cx="8469300" cy="1061829"/>
          </a:xfrm>
          <a:prstGeom prst="rect">
            <a:avLst/>
          </a:prstGeom>
          <a:noFill/>
          <a:ln>
            <a:noFill/>
          </a:ln>
        </p:spPr>
        <p:txBody>
          <a:bodyPr spcFirstLastPara="1" wrap="square" lIns="0" tIns="0" rIns="0" bIns="0" anchor="t" anchorCtr="0">
            <a:spAutoFit/>
          </a:bodyPr>
          <a:lstStyle/>
          <a:p>
            <a:pPr marL="0" lvl="0" indent="0" algn="ctr" rtl="0">
              <a:lnSpc>
                <a:spcPct val="115000"/>
              </a:lnSpc>
              <a:spcBef>
                <a:spcPts val="0"/>
              </a:spcBef>
              <a:spcAft>
                <a:spcPts val="0"/>
              </a:spcAft>
              <a:buClr>
                <a:schemeClr val="dk1"/>
              </a:buClr>
              <a:buSzPts val="1100"/>
              <a:buFont typeface="Arial"/>
              <a:buNone/>
            </a:pPr>
            <a:r>
              <a:rPr lang="en-US" sz="6000" dirty="0">
                <a:solidFill>
                  <a:srgbClr val="0F0F0F"/>
                </a:solidFill>
                <a:highlight>
                  <a:srgbClr val="FFFFFF"/>
                </a:highlight>
                <a:latin typeface="+mj-lt"/>
                <a:ea typeface="Roboto"/>
                <a:cs typeface="Roboto"/>
                <a:sym typeface="Roboto"/>
              </a:rPr>
              <a:t>Face </a:t>
            </a:r>
            <a:r>
              <a:rPr lang="en-US" sz="6000" dirty="0" smtClean="0">
                <a:solidFill>
                  <a:srgbClr val="0F0F0F"/>
                </a:solidFill>
                <a:highlight>
                  <a:srgbClr val="FFFFFF"/>
                </a:highlight>
                <a:latin typeface="+mj-lt"/>
                <a:ea typeface="Roboto"/>
                <a:cs typeface="Roboto"/>
                <a:sym typeface="Roboto"/>
              </a:rPr>
              <a:t>recognition</a:t>
            </a:r>
            <a:endParaRPr sz="6000" dirty="0">
              <a:solidFill>
                <a:srgbClr val="0F0F0F"/>
              </a:solidFill>
              <a:highlight>
                <a:srgbClr val="FFFFFF"/>
              </a:highlight>
              <a:latin typeface="+mj-lt"/>
              <a:ea typeface="Roboto"/>
              <a:cs typeface="Roboto"/>
              <a:sym typeface="Roboto"/>
            </a:endParaRPr>
          </a:p>
        </p:txBody>
      </p:sp>
      <p:sp>
        <p:nvSpPr>
          <p:cNvPr id="44" name="Google Shape;44;p1"/>
          <p:cNvSpPr txBox="1">
            <a:spLocks noGrp="1"/>
          </p:cNvSpPr>
          <p:nvPr>
            <p:ph type="body" idx="1"/>
          </p:nvPr>
        </p:nvSpPr>
        <p:spPr>
          <a:xfrm>
            <a:off x="4985238" y="1634857"/>
            <a:ext cx="7067062" cy="4924204"/>
          </a:xfrm>
          <a:prstGeom prst="rect">
            <a:avLst/>
          </a:prstGeom>
          <a:noFill/>
          <a:ln>
            <a:noFill/>
          </a:ln>
        </p:spPr>
        <p:txBody>
          <a:bodyPr spcFirstLastPara="1" wrap="square" lIns="0" tIns="0" rIns="0" bIns="0" anchor="t" anchorCtr="0">
            <a:noAutofit/>
          </a:bodyPr>
          <a:lstStyle/>
          <a:p>
            <a:pPr marL="12700" marR="5080" lvl="0" indent="42545">
              <a:lnSpc>
                <a:spcPct val="119697"/>
              </a:lnSpc>
            </a:pPr>
            <a:r>
              <a:rPr lang="en-US" sz="2400" b="1" dirty="0" smtClean="0">
                <a:latin typeface="+mn-lt"/>
              </a:rPr>
              <a:t>Learning Objectives</a:t>
            </a:r>
            <a:r>
              <a:rPr lang="en-US" sz="2400" dirty="0" smtClean="0">
                <a:latin typeface="+mn-lt"/>
              </a:rPr>
              <a:t>:</a:t>
            </a:r>
          </a:p>
          <a:p>
            <a:pPr marL="355600" marR="5080" lvl="0" indent="-342900">
              <a:lnSpc>
                <a:spcPct val="119697"/>
              </a:lnSpc>
              <a:buSzPct val="100000"/>
              <a:buFont typeface="Arial" panose="020B0604020202020204" pitchFamily="34" charset="0"/>
              <a:buChar char="•"/>
            </a:pPr>
            <a:r>
              <a:rPr lang="en-US" sz="2400" dirty="0" smtClean="0">
                <a:latin typeface="+mn-lt"/>
              </a:rPr>
              <a:t>Differentiate </a:t>
            </a:r>
            <a:r>
              <a:rPr lang="en-US" sz="2400" dirty="0">
                <a:latin typeface="+mn-lt"/>
              </a:rPr>
              <a:t>between face recognition and face verification</a:t>
            </a:r>
          </a:p>
          <a:p>
            <a:pPr marL="355600" marR="5080" lvl="0" indent="-342900">
              <a:lnSpc>
                <a:spcPct val="119697"/>
              </a:lnSpc>
              <a:buSzPct val="100000"/>
              <a:buFont typeface="Arial" panose="020B0604020202020204" pitchFamily="34" charset="0"/>
              <a:buChar char="•"/>
            </a:pPr>
            <a:r>
              <a:rPr lang="en-US" sz="2400" dirty="0">
                <a:latin typeface="+mn-lt"/>
              </a:rPr>
              <a:t>Implement one-shot learning to solve a face recognition problem</a:t>
            </a:r>
          </a:p>
          <a:p>
            <a:pPr marL="355600" marR="5080" lvl="0" indent="-342900">
              <a:lnSpc>
                <a:spcPct val="119697"/>
              </a:lnSpc>
              <a:buSzPct val="100000"/>
              <a:buFont typeface="Arial" panose="020B0604020202020204" pitchFamily="34" charset="0"/>
              <a:buChar char="•"/>
            </a:pPr>
            <a:r>
              <a:rPr lang="en-US" sz="2400" dirty="0">
                <a:latin typeface="+mn-lt"/>
              </a:rPr>
              <a:t>Apply the triplet loss function to learn a network's parameters in the context of face recognition</a:t>
            </a:r>
          </a:p>
          <a:p>
            <a:pPr marL="355600" marR="5080" lvl="0" indent="-342900">
              <a:lnSpc>
                <a:spcPct val="119697"/>
              </a:lnSpc>
              <a:buSzPct val="100000"/>
              <a:buFont typeface="Arial" panose="020B0604020202020204" pitchFamily="34" charset="0"/>
              <a:buChar char="•"/>
            </a:pPr>
            <a:r>
              <a:rPr lang="en-US" sz="2400" dirty="0">
                <a:latin typeface="+mn-lt"/>
              </a:rPr>
              <a:t>Explain how to pose face recognition as a binary classification </a:t>
            </a:r>
            <a:r>
              <a:rPr lang="en-US" sz="2400" dirty="0" smtClean="0">
                <a:latin typeface="+mn-lt"/>
              </a:rPr>
              <a:t>problem</a:t>
            </a:r>
          </a:p>
          <a:p>
            <a:pPr marL="355600" marR="5080" lvl="0" indent="-342900">
              <a:lnSpc>
                <a:spcPct val="119697"/>
              </a:lnSpc>
              <a:buSzPct val="100000"/>
              <a:buFont typeface="Arial" panose="020B0604020202020204" pitchFamily="34" charset="0"/>
              <a:buChar char="•"/>
            </a:pPr>
            <a:r>
              <a:rPr lang="en-US" sz="2400" dirty="0">
                <a:latin typeface="+mn-lt"/>
              </a:rPr>
              <a:t>Map face images into 128-dimensional encodings using a </a:t>
            </a:r>
            <a:r>
              <a:rPr lang="en-US" sz="2400" dirty="0" err="1">
                <a:latin typeface="+mn-lt"/>
              </a:rPr>
              <a:t>pretrained</a:t>
            </a:r>
            <a:r>
              <a:rPr lang="en-US" sz="2400" dirty="0">
                <a:latin typeface="+mn-lt"/>
              </a:rPr>
              <a:t> </a:t>
            </a:r>
            <a:r>
              <a:rPr lang="en-US" sz="2400" dirty="0" smtClean="0">
                <a:latin typeface="+mn-lt"/>
              </a:rPr>
              <a:t>model</a:t>
            </a:r>
          </a:p>
        </p:txBody>
      </p:sp>
      <p:pic>
        <p:nvPicPr>
          <p:cNvPr id="45" name="Google Shape;45;p1"/>
          <p:cNvPicPr preferRelativeResize="0"/>
          <p:nvPr/>
        </p:nvPicPr>
        <p:blipFill rotWithShape="1">
          <a:blip r:embed="rId3">
            <a:alphaModFix/>
          </a:blip>
          <a:srcRect/>
          <a:stretch/>
        </p:blipFill>
        <p:spPr>
          <a:xfrm>
            <a:off x="417325" y="2395175"/>
            <a:ext cx="3871626" cy="2129399"/>
          </a:xfrm>
          <a:prstGeom prst="rect">
            <a:avLst/>
          </a:prstGeom>
          <a:noFill/>
          <a:ln>
            <a:noFill/>
          </a:ln>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42"/>
        <p:cNvGrpSpPr/>
        <p:nvPr/>
      </p:nvGrpSpPr>
      <p:grpSpPr>
        <a:xfrm>
          <a:off x="0" y="0"/>
          <a:ext cx="0" cy="0"/>
          <a:chOff x="0" y="0"/>
          <a:chExt cx="0" cy="0"/>
        </a:xfrm>
      </p:grpSpPr>
      <p:sp>
        <p:nvSpPr>
          <p:cNvPr id="43" name="Google Shape;43;p1"/>
          <p:cNvSpPr txBox="1">
            <a:spLocks noGrp="1"/>
          </p:cNvSpPr>
          <p:nvPr>
            <p:ph type="title"/>
          </p:nvPr>
        </p:nvSpPr>
        <p:spPr>
          <a:xfrm>
            <a:off x="1778562" y="421091"/>
            <a:ext cx="8469300" cy="1061829"/>
          </a:xfrm>
          <a:prstGeom prst="rect">
            <a:avLst/>
          </a:prstGeom>
          <a:noFill/>
          <a:ln>
            <a:noFill/>
          </a:ln>
        </p:spPr>
        <p:txBody>
          <a:bodyPr spcFirstLastPara="1" wrap="square" lIns="0" tIns="0" rIns="0" bIns="0" anchor="t" anchorCtr="0">
            <a:spAutoFit/>
          </a:bodyPr>
          <a:lstStyle/>
          <a:p>
            <a:pPr marL="0" lvl="0" indent="0" algn="l" rtl="0">
              <a:lnSpc>
                <a:spcPct val="115000"/>
              </a:lnSpc>
              <a:spcBef>
                <a:spcPts val="0"/>
              </a:spcBef>
              <a:spcAft>
                <a:spcPts val="0"/>
              </a:spcAft>
              <a:buClr>
                <a:schemeClr val="dk1"/>
              </a:buClr>
              <a:buSzPts val="1100"/>
              <a:buFont typeface="Arial"/>
              <a:buNone/>
            </a:pPr>
            <a:r>
              <a:rPr lang="en-US" sz="6000" b="1" dirty="0">
                <a:solidFill>
                  <a:srgbClr val="0F0F0F"/>
                </a:solidFill>
                <a:highlight>
                  <a:srgbClr val="FFFFFF"/>
                </a:highlight>
                <a:latin typeface="+mj-lt"/>
                <a:ea typeface="Roboto"/>
                <a:cs typeface="Roboto"/>
                <a:sym typeface="Roboto"/>
              </a:rPr>
              <a:t>Face </a:t>
            </a:r>
            <a:r>
              <a:rPr lang="en-US" sz="6000" b="1" dirty="0" smtClean="0">
                <a:solidFill>
                  <a:srgbClr val="0F0F0F"/>
                </a:solidFill>
                <a:highlight>
                  <a:srgbClr val="FFFFFF"/>
                </a:highlight>
                <a:latin typeface="+mj-lt"/>
                <a:ea typeface="Roboto"/>
                <a:cs typeface="Roboto"/>
                <a:sym typeface="Roboto"/>
              </a:rPr>
              <a:t>recognition</a:t>
            </a:r>
            <a:endParaRPr sz="6000" b="1" dirty="0">
              <a:solidFill>
                <a:srgbClr val="0F0F0F"/>
              </a:solidFill>
              <a:highlight>
                <a:srgbClr val="FFFFFF"/>
              </a:highlight>
              <a:latin typeface="+mj-lt"/>
              <a:ea typeface="Roboto"/>
              <a:cs typeface="Roboto"/>
              <a:sym typeface="Roboto"/>
            </a:endParaRPr>
          </a:p>
        </p:txBody>
      </p:sp>
      <p:sp>
        <p:nvSpPr>
          <p:cNvPr id="44" name="Google Shape;44;p1"/>
          <p:cNvSpPr txBox="1">
            <a:spLocks noGrp="1"/>
          </p:cNvSpPr>
          <p:nvPr>
            <p:ph type="body" idx="1"/>
          </p:nvPr>
        </p:nvSpPr>
        <p:spPr>
          <a:xfrm>
            <a:off x="4985238" y="1634857"/>
            <a:ext cx="7079762" cy="4924204"/>
          </a:xfrm>
          <a:prstGeom prst="rect">
            <a:avLst/>
          </a:prstGeom>
          <a:noFill/>
          <a:ln>
            <a:noFill/>
          </a:ln>
        </p:spPr>
        <p:txBody>
          <a:bodyPr spcFirstLastPara="1" wrap="square" lIns="0" tIns="0" rIns="0" bIns="0" anchor="t" anchorCtr="0">
            <a:noAutofit/>
          </a:bodyPr>
          <a:lstStyle/>
          <a:p>
            <a:pPr marL="12700" marR="5080" lvl="0" indent="42545">
              <a:lnSpc>
                <a:spcPct val="119697"/>
              </a:lnSpc>
            </a:pPr>
            <a:r>
              <a:rPr lang="en-US" sz="2400" b="1" dirty="0" smtClean="0">
                <a:latin typeface="+mn-lt"/>
              </a:rPr>
              <a:t>Learning Objectives</a:t>
            </a:r>
            <a:r>
              <a:rPr lang="en-US" sz="2400" dirty="0" smtClean="0">
                <a:latin typeface="+mn-lt"/>
              </a:rPr>
              <a:t>:</a:t>
            </a:r>
          </a:p>
          <a:p>
            <a:pPr marL="355600" marR="5080" lvl="0" indent="-342900">
              <a:lnSpc>
                <a:spcPct val="119697"/>
              </a:lnSpc>
              <a:buFont typeface="Arial" panose="020B0604020202020204" pitchFamily="34" charset="0"/>
              <a:buChar char="•"/>
            </a:pPr>
            <a:r>
              <a:rPr lang="en-US" sz="2400" dirty="0" smtClean="0">
                <a:latin typeface="+mn-lt"/>
              </a:rPr>
              <a:t>Perform face verification and face recognition with these encodings</a:t>
            </a:r>
          </a:p>
          <a:p>
            <a:pPr marL="355600" marR="5080" lvl="0" indent="-342900">
              <a:lnSpc>
                <a:spcPct val="119697"/>
              </a:lnSpc>
              <a:buFont typeface="Arial" panose="020B0604020202020204" pitchFamily="34" charset="0"/>
              <a:buChar char="•"/>
            </a:pPr>
            <a:r>
              <a:rPr lang="en-US" sz="2400" dirty="0" smtClean="0">
                <a:latin typeface="+mn-lt"/>
              </a:rPr>
              <a:t>Implement the Neural Style Transfer algorithm</a:t>
            </a:r>
          </a:p>
          <a:p>
            <a:pPr marL="355600" marR="5080" lvl="0" indent="-342900">
              <a:lnSpc>
                <a:spcPct val="119697"/>
              </a:lnSpc>
              <a:buFont typeface="Arial" panose="020B0604020202020204" pitchFamily="34" charset="0"/>
              <a:buChar char="•"/>
            </a:pPr>
            <a:r>
              <a:rPr lang="en-US" sz="2400" dirty="0" smtClean="0">
                <a:latin typeface="+mn-lt"/>
              </a:rPr>
              <a:t>Generate novel artistic images using Neural Style Transfer</a:t>
            </a:r>
          </a:p>
          <a:p>
            <a:pPr marL="355600" marR="5080" lvl="0" indent="-342900">
              <a:lnSpc>
                <a:spcPct val="119697"/>
              </a:lnSpc>
              <a:buFont typeface="Arial" panose="020B0604020202020204" pitchFamily="34" charset="0"/>
              <a:buChar char="•"/>
            </a:pPr>
            <a:r>
              <a:rPr lang="en-US" sz="2400" dirty="0" smtClean="0">
                <a:latin typeface="+mn-lt"/>
              </a:rPr>
              <a:t>Define the style cost function for Neural Style Transfer</a:t>
            </a:r>
          </a:p>
          <a:p>
            <a:pPr marL="355600" marR="5080" lvl="0" indent="-342900">
              <a:lnSpc>
                <a:spcPct val="119697"/>
              </a:lnSpc>
              <a:buFont typeface="Arial" panose="020B0604020202020204" pitchFamily="34" charset="0"/>
              <a:buChar char="•"/>
            </a:pPr>
            <a:r>
              <a:rPr lang="en-US" sz="2400" dirty="0" smtClean="0">
                <a:latin typeface="+mn-lt"/>
              </a:rPr>
              <a:t>Define the content cost function for Neural Style Transfer</a:t>
            </a:r>
            <a:endParaRPr sz="6600" dirty="0">
              <a:latin typeface="+mn-lt"/>
            </a:endParaRPr>
          </a:p>
        </p:txBody>
      </p:sp>
      <p:pic>
        <p:nvPicPr>
          <p:cNvPr id="45" name="Google Shape;45;p1"/>
          <p:cNvPicPr preferRelativeResize="0"/>
          <p:nvPr/>
        </p:nvPicPr>
        <p:blipFill rotWithShape="1">
          <a:blip r:embed="rId3">
            <a:alphaModFix/>
          </a:blip>
          <a:srcRect/>
          <a:stretch/>
        </p:blipFill>
        <p:spPr>
          <a:xfrm>
            <a:off x="417325" y="2395175"/>
            <a:ext cx="3871626" cy="2129399"/>
          </a:xfrm>
          <a:prstGeom prst="rect">
            <a:avLst/>
          </a:prstGeom>
          <a:noFill/>
          <a:ln>
            <a:noFill/>
          </a:ln>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a:t>
            </a:fld>
            <a:endParaRPr lang="en-US"/>
          </a:p>
        </p:txBody>
      </p:sp>
    </p:spTree>
    <p:extLst>
      <p:ext uri="{BB962C8B-B14F-4D97-AF65-F5344CB8AC3E}">
        <p14:creationId xmlns:p14="http://schemas.microsoft.com/office/powerpoint/2010/main" val="15119813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42"/>
        <p:cNvGrpSpPr/>
        <p:nvPr/>
      </p:nvGrpSpPr>
      <p:grpSpPr>
        <a:xfrm>
          <a:off x="0" y="0"/>
          <a:ext cx="0" cy="0"/>
          <a:chOff x="0" y="0"/>
          <a:chExt cx="0" cy="0"/>
        </a:xfrm>
      </p:grpSpPr>
      <p:sp>
        <p:nvSpPr>
          <p:cNvPr id="43" name="Google Shape;43;p1"/>
          <p:cNvSpPr txBox="1">
            <a:spLocks noGrp="1"/>
          </p:cNvSpPr>
          <p:nvPr>
            <p:ph type="title"/>
          </p:nvPr>
        </p:nvSpPr>
        <p:spPr>
          <a:xfrm>
            <a:off x="1778562" y="421091"/>
            <a:ext cx="8469300" cy="1061829"/>
          </a:xfrm>
          <a:prstGeom prst="rect">
            <a:avLst/>
          </a:prstGeom>
          <a:noFill/>
          <a:ln>
            <a:noFill/>
          </a:ln>
        </p:spPr>
        <p:txBody>
          <a:bodyPr spcFirstLastPara="1" wrap="square" lIns="0" tIns="0" rIns="0" bIns="0" anchor="t" anchorCtr="0">
            <a:spAutoFit/>
          </a:bodyPr>
          <a:lstStyle/>
          <a:p>
            <a:pPr marL="0" lvl="0" indent="0" algn="l" rtl="0">
              <a:lnSpc>
                <a:spcPct val="115000"/>
              </a:lnSpc>
              <a:spcBef>
                <a:spcPts val="0"/>
              </a:spcBef>
              <a:spcAft>
                <a:spcPts val="0"/>
              </a:spcAft>
              <a:buClr>
                <a:schemeClr val="dk1"/>
              </a:buClr>
              <a:buSzPts val="1100"/>
              <a:buFont typeface="Arial"/>
              <a:buNone/>
            </a:pPr>
            <a:r>
              <a:rPr lang="en-US" sz="6000" b="1" dirty="0">
                <a:solidFill>
                  <a:srgbClr val="0F0F0F"/>
                </a:solidFill>
                <a:highlight>
                  <a:srgbClr val="FFFFFF"/>
                </a:highlight>
                <a:latin typeface="+mj-lt"/>
                <a:ea typeface="Roboto"/>
                <a:cs typeface="Roboto"/>
                <a:sym typeface="Roboto"/>
              </a:rPr>
              <a:t>Face </a:t>
            </a:r>
            <a:r>
              <a:rPr lang="en-US" sz="6000" b="1" dirty="0" smtClean="0">
                <a:solidFill>
                  <a:srgbClr val="0F0F0F"/>
                </a:solidFill>
                <a:highlight>
                  <a:srgbClr val="FFFFFF"/>
                </a:highlight>
                <a:latin typeface="+mj-lt"/>
                <a:ea typeface="Roboto"/>
                <a:cs typeface="Roboto"/>
                <a:sym typeface="Roboto"/>
              </a:rPr>
              <a:t>recognition</a:t>
            </a:r>
            <a:endParaRPr sz="6000" b="1" dirty="0">
              <a:solidFill>
                <a:srgbClr val="0F0F0F"/>
              </a:solidFill>
              <a:highlight>
                <a:srgbClr val="FFFFFF"/>
              </a:highlight>
              <a:latin typeface="+mj-lt"/>
              <a:ea typeface="Roboto"/>
              <a:cs typeface="Roboto"/>
              <a:sym typeface="Roboto"/>
            </a:endParaRPr>
          </a:p>
        </p:txBody>
      </p:sp>
      <p:sp>
        <p:nvSpPr>
          <p:cNvPr id="44" name="Google Shape;44;p1"/>
          <p:cNvSpPr txBox="1">
            <a:spLocks noGrp="1"/>
          </p:cNvSpPr>
          <p:nvPr>
            <p:ph type="body" idx="1"/>
          </p:nvPr>
        </p:nvSpPr>
        <p:spPr>
          <a:xfrm>
            <a:off x="5757123" y="1634857"/>
            <a:ext cx="5700000" cy="4924204"/>
          </a:xfrm>
          <a:prstGeom prst="rect">
            <a:avLst/>
          </a:prstGeom>
          <a:noFill/>
          <a:ln>
            <a:noFill/>
          </a:ln>
        </p:spPr>
        <p:txBody>
          <a:bodyPr spcFirstLastPara="1" wrap="square" lIns="0" tIns="0" rIns="0" bIns="0" anchor="t" anchorCtr="0">
            <a:noAutofit/>
          </a:bodyPr>
          <a:lstStyle/>
          <a:p>
            <a:pPr marL="12700" marR="5080" lvl="0" indent="42545" algn="l" rtl="0">
              <a:lnSpc>
                <a:spcPct val="119697"/>
              </a:lnSpc>
              <a:spcBef>
                <a:spcPts val="0"/>
              </a:spcBef>
              <a:spcAft>
                <a:spcPts val="0"/>
              </a:spcAft>
              <a:buSzPts val="1400"/>
              <a:buNone/>
            </a:pPr>
            <a:r>
              <a:rPr lang="en-US" sz="2400" dirty="0">
                <a:latin typeface="+mn-lt"/>
              </a:rPr>
              <a:t>1 What is face recognition?</a:t>
            </a:r>
            <a:endParaRPr sz="2400" dirty="0">
              <a:latin typeface="+mn-lt"/>
            </a:endParaRPr>
          </a:p>
          <a:p>
            <a:pPr marL="0" marR="5080" lvl="0" indent="0" algn="l" rtl="0">
              <a:lnSpc>
                <a:spcPct val="119697"/>
              </a:lnSpc>
              <a:spcBef>
                <a:spcPts val="0"/>
              </a:spcBef>
              <a:spcAft>
                <a:spcPts val="0"/>
              </a:spcAft>
              <a:buSzPts val="1400"/>
              <a:buNone/>
            </a:pPr>
            <a:r>
              <a:rPr lang="en-US" sz="2400" dirty="0">
                <a:latin typeface="+mn-lt"/>
              </a:rPr>
              <a:t>2 One-shot learning</a:t>
            </a:r>
            <a:endParaRPr sz="2400" dirty="0">
              <a:latin typeface="+mn-lt"/>
            </a:endParaRPr>
          </a:p>
          <a:p>
            <a:pPr marL="0" marR="5080" lvl="0" indent="0" algn="l" rtl="0">
              <a:lnSpc>
                <a:spcPct val="119697"/>
              </a:lnSpc>
              <a:spcBef>
                <a:spcPts val="0"/>
              </a:spcBef>
              <a:spcAft>
                <a:spcPts val="0"/>
              </a:spcAft>
              <a:buSzPts val="1400"/>
              <a:buNone/>
            </a:pPr>
            <a:r>
              <a:rPr lang="en-US" sz="2400" dirty="0">
                <a:latin typeface="+mn-lt"/>
              </a:rPr>
              <a:t>3 Siamese network</a:t>
            </a:r>
            <a:endParaRPr sz="2400" dirty="0">
              <a:latin typeface="+mn-lt"/>
            </a:endParaRPr>
          </a:p>
          <a:p>
            <a:pPr marL="0" marR="5080" lvl="0" indent="0" algn="l" rtl="0">
              <a:lnSpc>
                <a:spcPct val="119697"/>
              </a:lnSpc>
              <a:spcBef>
                <a:spcPts val="0"/>
              </a:spcBef>
              <a:spcAft>
                <a:spcPts val="0"/>
              </a:spcAft>
              <a:buSzPts val="1400"/>
              <a:buNone/>
            </a:pPr>
            <a:r>
              <a:rPr lang="en-US" sz="2400" dirty="0">
                <a:latin typeface="+mn-lt"/>
              </a:rPr>
              <a:t>4 Triplet loss</a:t>
            </a:r>
            <a:endParaRPr sz="2400" dirty="0">
              <a:latin typeface="+mn-lt"/>
            </a:endParaRPr>
          </a:p>
          <a:p>
            <a:pPr marL="0" marR="5080" lvl="0" indent="0" algn="l" rtl="0">
              <a:lnSpc>
                <a:spcPct val="119697"/>
              </a:lnSpc>
              <a:spcBef>
                <a:spcPts val="0"/>
              </a:spcBef>
              <a:spcAft>
                <a:spcPts val="0"/>
              </a:spcAft>
              <a:buSzPts val="1400"/>
              <a:buNone/>
            </a:pPr>
            <a:r>
              <a:rPr lang="en-US" sz="2400" dirty="0">
                <a:latin typeface="+mn-lt"/>
              </a:rPr>
              <a:t>5 Face verification and binary classification</a:t>
            </a:r>
            <a:endParaRPr sz="2400" dirty="0">
              <a:latin typeface="+mn-lt"/>
            </a:endParaRPr>
          </a:p>
          <a:p>
            <a:pPr marL="0" marR="5080" lvl="0" indent="0" algn="l" rtl="0">
              <a:lnSpc>
                <a:spcPct val="119697"/>
              </a:lnSpc>
              <a:spcBef>
                <a:spcPts val="0"/>
              </a:spcBef>
              <a:spcAft>
                <a:spcPts val="0"/>
              </a:spcAft>
              <a:buSzPts val="1400"/>
              <a:buNone/>
            </a:pPr>
            <a:r>
              <a:rPr lang="en-US" sz="2400" dirty="0">
                <a:latin typeface="+mn-lt"/>
              </a:rPr>
              <a:t>6 What is neural style transfer?</a:t>
            </a:r>
            <a:endParaRPr sz="2400" dirty="0">
              <a:latin typeface="+mn-lt"/>
            </a:endParaRPr>
          </a:p>
          <a:p>
            <a:pPr marL="1837688" marR="5080" lvl="0" indent="-1825625" algn="l" rtl="0">
              <a:lnSpc>
                <a:spcPct val="119697"/>
              </a:lnSpc>
              <a:spcBef>
                <a:spcPts val="0"/>
              </a:spcBef>
              <a:spcAft>
                <a:spcPts val="0"/>
              </a:spcAft>
              <a:buSzPts val="1400"/>
              <a:buNone/>
            </a:pPr>
            <a:r>
              <a:rPr lang="en-US" sz="2400" dirty="0">
                <a:latin typeface="+mn-lt"/>
              </a:rPr>
              <a:t>7 What are deep </a:t>
            </a:r>
            <a:r>
              <a:rPr lang="en-US" sz="2400" dirty="0" err="1">
                <a:latin typeface="+mn-lt"/>
              </a:rPr>
              <a:t>ConvNets</a:t>
            </a:r>
            <a:r>
              <a:rPr lang="en-US" sz="2400" dirty="0">
                <a:latin typeface="+mn-lt"/>
              </a:rPr>
              <a:t> learning?</a:t>
            </a:r>
            <a:endParaRPr sz="2400" dirty="0">
              <a:latin typeface="+mn-lt"/>
            </a:endParaRPr>
          </a:p>
          <a:p>
            <a:pPr marL="1837688" marR="5080" lvl="0" indent="-1825625" algn="l" rtl="0">
              <a:lnSpc>
                <a:spcPct val="119697"/>
              </a:lnSpc>
              <a:spcBef>
                <a:spcPts val="0"/>
              </a:spcBef>
              <a:spcAft>
                <a:spcPts val="0"/>
              </a:spcAft>
              <a:buSzPts val="1400"/>
              <a:buNone/>
            </a:pPr>
            <a:r>
              <a:rPr lang="en-US" sz="2400" dirty="0">
                <a:latin typeface="+mn-lt"/>
              </a:rPr>
              <a:t>8 Cost function</a:t>
            </a:r>
            <a:endParaRPr sz="2400" dirty="0">
              <a:latin typeface="+mn-lt"/>
            </a:endParaRPr>
          </a:p>
          <a:p>
            <a:pPr marL="12700" lvl="0" indent="0" algn="l" rtl="0">
              <a:lnSpc>
                <a:spcPct val="100000"/>
              </a:lnSpc>
              <a:spcBef>
                <a:spcPts val="0"/>
              </a:spcBef>
              <a:spcAft>
                <a:spcPts val="0"/>
              </a:spcAft>
              <a:buSzPts val="1400"/>
              <a:buNone/>
            </a:pPr>
            <a:r>
              <a:rPr lang="en-US" sz="2400" dirty="0">
                <a:latin typeface="+mn-lt"/>
              </a:rPr>
              <a:t>9 Content cost function</a:t>
            </a:r>
            <a:endParaRPr sz="2400" dirty="0">
              <a:latin typeface="+mn-lt"/>
            </a:endParaRPr>
          </a:p>
          <a:p>
            <a:pPr marL="12700" lvl="0" indent="0" algn="l" rtl="0">
              <a:lnSpc>
                <a:spcPct val="100000"/>
              </a:lnSpc>
              <a:spcBef>
                <a:spcPts val="0"/>
              </a:spcBef>
              <a:spcAft>
                <a:spcPts val="0"/>
              </a:spcAft>
              <a:buSzPts val="1400"/>
              <a:buNone/>
            </a:pPr>
            <a:r>
              <a:rPr lang="en-US" sz="2400" dirty="0">
                <a:latin typeface="+mn-lt"/>
              </a:rPr>
              <a:t>10 Style cost function</a:t>
            </a:r>
            <a:endParaRPr sz="2400" dirty="0">
              <a:latin typeface="+mn-lt"/>
            </a:endParaRPr>
          </a:p>
          <a:p>
            <a:pPr marL="12700" lvl="0" indent="0" algn="l" rtl="0">
              <a:lnSpc>
                <a:spcPct val="100000"/>
              </a:lnSpc>
              <a:spcBef>
                <a:spcPts val="0"/>
              </a:spcBef>
              <a:spcAft>
                <a:spcPts val="0"/>
              </a:spcAft>
              <a:buSzPts val="1400"/>
              <a:buNone/>
            </a:pPr>
            <a:r>
              <a:rPr lang="en-US" sz="2400" dirty="0">
                <a:latin typeface="+mn-lt"/>
              </a:rPr>
              <a:t>11 1D and 3D </a:t>
            </a:r>
            <a:r>
              <a:rPr lang="en-US" sz="2400" dirty="0" smtClean="0">
                <a:latin typeface="+mn-lt"/>
              </a:rPr>
              <a:t>generalizations of models</a:t>
            </a:r>
            <a:endParaRPr sz="6600" dirty="0">
              <a:latin typeface="+mn-lt"/>
            </a:endParaRPr>
          </a:p>
        </p:txBody>
      </p:sp>
      <p:pic>
        <p:nvPicPr>
          <p:cNvPr id="45" name="Google Shape;45;p1"/>
          <p:cNvPicPr preferRelativeResize="0"/>
          <p:nvPr/>
        </p:nvPicPr>
        <p:blipFill rotWithShape="1">
          <a:blip r:embed="rId3">
            <a:alphaModFix/>
          </a:blip>
          <a:srcRect/>
          <a:stretch/>
        </p:blipFill>
        <p:spPr>
          <a:xfrm>
            <a:off x="417325" y="2395175"/>
            <a:ext cx="3871626" cy="2129399"/>
          </a:xfrm>
          <a:prstGeom prst="rect">
            <a:avLst/>
          </a:prstGeom>
          <a:noFill/>
          <a:ln>
            <a:noFill/>
          </a:ln>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3</a:t>
            </a:fld>
            <a:endParaRPr lang="en-US"/>
          </a:p>
        </p:txBody>
      </p:sp>
    </p:spTree>
    <p:extLst>
      <p:ext uri="{BB962C8B-B14F-4D97-AF65-F5344CB8AC3E}">
        <p14:creationId xmlns:p14="http://schemas.microsoft.com/office/powerpoint/2010/main" val="15418397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Shape 49"/>
        <p:cNvGrpSpPr/>
        <p:nvPr/>
      </p:nvGrpSpPr>
      <p:grpSpPr>
        <a:xfrm>
          <a:off x="0" y="0"/>
          <a:ext cx="0" cy="0"/>
          <a:chOff x="0" y="0"/>
          <a:chExt cx="0" cy="0"/>
        </a:xfrm>
      </p:grpSpPr>
      <p:sp>
        <p:nvSpPr>
          <p:cNvPr id="50" name="Google Shape;50;p2"/>
          <p:cNvSpPr txBox="1">
            <a:spLocks noGrp="1"/>
          </p:cNvSpPr>
          <p:nvPr>
            <p:ph type="title"/>
          </p:nvPr>
        </p:nvSpPr>
        <p:spPr>
          <a:xfrm>
            <a:off x="5504950" y="1381194"/>
            <a:ext cx="5571600" cy="1860000"/>
          </a:xfrm>
          <a:prstGeom prst="rect">
            <a:avLst/>
          </a:prstGeom>
          <a:noFill/>
          <a:ln>
            <a:noFill/>
          </a:ln>
        </p:spPr>
        <p:txBody>
          <a:bodyPr spcFirstLastPara="1" wrap="square" lIns="0" tIns="12700" rIns="0" bIns="0" anchor="t" anchorCtr="0">
            <a:spAutoFit/>
          </a:bodyPr>
          <a:lstStyle/>
          <a:p>
            <a:pPr marL="12700" lvl="0" indent="0" algn="ctr" rtl="0">
              <a:lnSpc>
                <a:spcPct val="100000"/>
              </a:lnSpc>
              <a:spcBef>
                <a:spcPts val="0"/>
              </a:spcBef>
              <a:spcAft>
                <a:spcPts val="0"/>
              </a:spcAft>
              <a:buSzPts val="1400"/>
              <a:buNone/>
            </a:pPr>
            <a:r>
              <a:rPr lang="en-US" sz="6000" dirty="0">
                <a:latin typeface="Arial"/>
                <a:ea typeface="Arial"/>
                <a:cs typeface="Arial"/>
                <a:sym typeface="Arial"/>
              </a:rPr>
              <a:t>Face recognition</a:t>
            </a:r>
            <a:endParaRPr sz="6000" dirty="0">
              <a:latin typeface="Arial"/>
              <a:ea typeface="Arial"/>
              <a:cs typeface="Arial"/>
              <a:sym typeface="Arial"/>
            </a:endParaRPr>
          </a:p>
        </p:txBody>
      </p:sp>
      <p:sp>
        <p:nvSpPr>
          <p:cNvPr id="51" name="Google Shape;51;p2"/>
          <p:cNvSpPr txBox="1"/>
          <p:nvPr/>
        </p:nvSpPr>
        <p:spPr>
          <a:xfrm>
            <a:off x="6148900" y="3597424"/>
            <a:ext cx="4283700" cy="1854300"/>
          </a:xfrm>
          <a:prstGeom prst="rect">
            <a:avLst/>
          </a:prstGeom>
          <a:noFill/>
          <a:ln>
            <a:noFill/>
          </a:ln>
        </p:spPr>
        <p:txBody>
          <a:bodyPr spcFirstLastPara="1" wrap="square" lIns="0" tIns="27925" rIns="0" bIns="0" anchor="t" anchorCtr="0">
            <a:spAutoFit/>
          </a:bodyPr>
          <a:lstStyle/>
          <a:p>
            <a:pPr marL="12700" marR="5080" lvl="0" indent="42545" algn="ctr" rtl="0">
              <a:lnSpc>
                <a:spcPct val="119696"/>
              </a:lnSpc>
              <a:spcBef>
                <a:spcPts val="0"/>
              </a:spcBef>
              <a:spcAft>
                <a:spcPts val="0"/>
              </a:spcAft>
              <a:buClr>
                <a:srgbClr val="000000"/>
              </a:buClr>
              <a:buSzPts val="6600"/>
              <a:buFont typeface="Arial"/>
              <a:buNone/>
            </a:pPr>
            <a:r>
              <a:rPr lang="en-US" sz="5400" b="0" i="0" u="none" strike="noStrike" cap="none" dirty="0">
                <a:solidFill>
                  <a:srgbClr val="000000"/>
                </a:solidFill>
                <a:latin typeface="Arial"/>
                <a:ea typeface="Arial"/>
                <a:cs typeface="Arial"/>
                <a:sym typeface="Arial"/>
              </a:rPr>
              <a:t>What is face recognition?</a:t>
            </a:r>
            <a:endParaRPr sz="5400" b="0" i="0" u="none" strike="noStrike" cap="none" dirty="0">
              <a:solidFill>
                <a:srgbClr val="000000"/>
              </a:solidFill>
              <a:latin typeface="Arial"/>
              <a:ea typeface="Arial"/>
              <a:cs typeface="Arial"/>
              <a:sym typeface="Arial"/>
            </a:endParaRPr>
          </a:p>
        </p:txBody>
      </p:sp>
      <p:sp>
        <p:nvSpPr>
          <p:cNvPr id="52" name="Google Shape;52;p2"/>
          <p:cNvSpPr/>
          <p:nvPr/>
        </p:nvSpPr>
        <p:spPr>
          <a:xfrm>
            <a:off x="4836350" y="3410419"/>
            <a:ext cx="6908800" cy="17780"/>
          </a:xfrm>
          <a:custGeom>
            <a:avLst/>
            <a:gdLst/>
            <a:ahLst/>
            <a:cxnLst/>
            <a:rect l="l" t="t" r="r" b="b"/>
            <a:pathLst>
              <a:path w="6908800" h="17779" extrusionOk="0">
                <a:moveTo>
                  <a:pt x="0" y="0"/>
                </a:moveTo>
                <a:lnTo>
                  <a:pt x="6908333" y="17737"/>
                </a:lnTo>
              </a:path>
            </a:pathLst>
          </a:custGeom>
          <a:noFill/>
          <a:ln w="19050" cap="flat" cmpd="sng">
            <a:solidFill>
              <a:srgbClr val="40404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pic>
        <p:nvPicPr>
          <p:cNvPr id="53" name="Google Shape;53;p2"/>
          <p:cNvPicPr preferRelativeResize="0"/>
          <p:nvPr/>
        </p:nvPicPr>
        <p:blipFill rotWithShape="1">
          <a:blip r:embed="rId3">
            <a:alphaModFix/>
          </a:blip>
          <a:srcRect/>
          <a:stretch/>
        </p:blipFill>
        <p:spPr>
          <a:xfrm>
            <a:off x="417325" y="2395175"/>
            <a:ext cx="3871626" cy="2129399"/>
          </a:xfrm>
          <a:prstGeom prst="rect">
            <a:avLst/>
          </a:prstGeom>
          <a:noFill/>
          <a:ln>
            <a:noFill/>
          </a:ln>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Shape 57"/>
        <p:cNvGrpSpPr/>
        <p:nvPr/>
      </p:nvGrpSpPr>
      <p:grpSpPr>
        <a:xfrm>
          <a:off x="0" y="0"/>
          <a:ext cx="0" cy="0"/>
          <a:chOff x="0" y="0"/>
          <a:chExt cx="0" cy="0"/>
        </a:xfrm>
      </p:grpSpPr>
      <p:sp>
        <p:nvSpPr>
          <p:cNvPr id="58" name="Google Shape;58;p3"/>
          <p:cNvSpPr txBox="1">
            <a:spLocks noGrp="1"/>
          </p:cNvSpPr>
          <p:nvPr>
            <p:ph type="title"/>
          </p:nvPr>
        </p:nvSpPr>
        <p:spPr>
          <a:xfrm>
            <a:off x="261475" y="62400"/>
            <a:ext cx="10473000" cy="689932"/>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Clr>
                <a:schemeClr val="dk1"/>
              </a:buClr>
              <a:buSzPts val="1400"/>
              <a:buFont typeface="Arial"/>
              <a:buNone/>
            </a:pPr>
            <a:r>
              <a:rPr lang="en-US" sz="4400" dirty="0">
                <a:latin typeface="+mj-lt"/>
                <a:ea typeface="Cambria"/>
                <a:cs typeface="Cambria"/>
                <a:sym typeface="Cambria"/>
              </a:rPr>
              <a:t>Face </a:t>
            </a:r>
            <a:r>
              <a:rPr lang="en-US" sz="4400" dirty="0" smtClean="0">
                <a:latin typeface="+mj-lt"/>
                <a:ea typeface="Cambria"/>
                <a:cs typeface="Cambria"/>
                <a:sym typeface="Cambria"/>
              </a:rPr>
              <a:t>recognition</a:t>
            </a:r>
            <a:endParaRPr sz="4400" dirty="0">
              <a:latin typeface="+mj-lt"/>
              <a:ea typeface="Cambria"/>
              <a:cs typeface="Cambria"/>
              <a:sym typeface="Cambria"/>
            </a:endParaRPr>
          </a:p>
        </p:txBody>
      </p:sp>
      <p:pic>
        <p:nvPicPr>
          <p:cNvPr id="59" name="Google Shape;59;p3"/>
          <p:cNvPicPr preferRelativeResize="0"/>
          <p:nvPr/>
        </p:nvPicPr>
        <p:blipFill rotWithShape="1">
          <a:blip r:embed="rId3">
            <a:alphaModFix/>
          </a:blip>
          <a:srcRect/>
          <a:stretch/>
        </p:blipFill>
        <p:spPr>
          <a:xfrm>
            <a:off x="10734473" y="0"/>
            <a:ext cx="1448025" cy="796414"/>
          </a:xfrm>
          <a:prstGeom prst="rect">
            <a:avLst/>
          </a:prstGeom>
          <a:noFill/>
          <a:ln>
            <a:noFill/>
          </a:ln>
        </p:spPr>
      </p:pic>
      <p:sp>
        <p:nvSpPr>
          <p:cNvPr id="60" name="Google Shape;60;p3"/>
          <p:cNvSpPr txBox="1"/>
          <p:nvPr/>
        </p:nvSpPr>
        <p:spPr>
          <a:xfrm>
            <a:off x="564649" y="1681225"/>
            <a:ext cx="11225835" cy="3508623"/>
          </a:xfrm>
          <a:prstGeom prst="rect">
            <a:avLst/>
          </a:prstGeom>
          <a:noFill/>
          <a:ln>
            <a:noFill/>
          </a:ln>
        </p:spPr>
        <p:txBody>
          <a:bodyPr spcFirstLastPara="1" wrap="square" lIns="91425" tIns="91425" rIns="91425" bIns="91425" anchor="t" anchorCtr="0">
            <a:spAutoFit/>
          </a:bodyPr>
          <a:lstStyle/>
          <a:p>
            <a:pPr marL="342900" marR="0" lvl="0" indent="-342900" algn="l" rtl="0">
              <a:lnSpc>
                <a:spcPct val="100000"/>
              </a:lnSpc>
              <a:spcBef>
                <a:spcPts val="0"/>
              </a:spcBef>
              <a:spcAft>
                <a:spcPts val="0"/>
              </a:spcAft>
              <a:buClr>
                <a:srgbClr val="000000"/>
              </a:buClr>
              <a:buSzPts val="2400"/>
              <a:buFont typeface="Arial" panose="020B0604020202020204" pitchFamily="34" charset="0"/>
              <a:buChar char="•"/>
            </a:pPr>
            <a:r>
              <a:rPr lang="en-US" sz="2400" dirty="0"/>
              <a:t>F</a:t>
            </a:r>
            <a:r>
              <a:rPr lang="en-US" sz="2400" b="0" i="0" u="none" strike="noStrike" cap="none" dirty="0" smtClean="0">
                <a:solidFill>
                  <a:srgbClr val="000000"/>
                </a:solidFill>
                <a:latin typeface="Arial"/>
                <a:ea typeface="Arial"/>
                <a:cs typeface="Arial"/>
                <a:sym typeface="Arial"/>
              </a:rPr>
              <a:t>ace recognition is </a:t>
            </a:r>
            <a:r>
              <a:rPr lang="en-US" sz="2400" b="0" i="0" u="none" strike="noStrike" cap="none" dirty="0">
                <a:solidFill>
                  <a:srgbClr val="000000"/>
                </a:solidFill>
                <a:latin typeface="Arial"/>
                <a:ea typeface="Arial"/>
                <a:cs typeface="Arial"/>
                <a:sym typeface="Arial"/>
              </a:rPr>
              <a:t>a special application of convolutional neural </a:t>
            </a:r>
            <a:r>
              <a:rPr lang="en-US" sz="2400" b="0" i="0" u="none" strike="noStrike" cap="none" dirty="0" smtClean="0">
                <a:solidFill>
                  <a:srgbClr val="000000"/>
                </a:solidFill>
                <a:latin typeface="Arial"/>
                <a:ea typeface="Arial"/>
                <a:cs typeface="Arial"/>
                <a:sym typeface="Arial"/>
              </a:rPr>
              <a:t>networks.</a:t>
            </a:r>
          </a:p>
          <a:p>
            <a:pPr marL="342900" marR="0" lvl="0" indent="-342900" algn="l" rtl="0">
              <a:lnSpc>
                <a:spcPct val="100000"/>
              </a:lnSpc>
              <a:spcBef>
                <a:spcPts val="0"/>
              </a:spcBef>
              <a:spcAft>
                <a:spcPts val="0"/>
              </a:spcAft>
              <a:buClr>
                <a:srgbClr val="000000"/>
              </a:buClr>
              <a:buSzPts val="2400"/>
              <a:buFont typeface="Arial" panose="020B0604020202020204" pitchFamily="34" charset="0"/>
              <a:buChar char="•"/>
            </a:pPr>
            <a:r>
              <a:rPr lang="en-US" sz="2400" b="0" i="0" u="none" strike="noStrike" cap="none" dirty="0" smtClean="0">
                <a:solidFill>
                  <a:srgbClr val="000000"/>
                </a:solidFill>
                <a:latin typeface="Arial"/>
                <a:ea typeface="Arial"/>
                <a:cs typeface="Arial"/>
                <a:sym typeface="Arial"/>
              </a:rPr>
              <a:t>Face </a:t>
            </a:r>
            <a:r>
              <a:rPr lang="en-US" sz="2400" b="0" i="0" u="none" strike="noStrike" cap="none" dirty="0">
                <a:solidFill>
                  <a:srgbClr val="000000"/>
                </a:solidFill>
                <a:latin typeface="Arial"/>
                <a:ea typeface="Arial"/>
                <a:cs typeface="Arial"/>
                <a:sym typeface="Arial"/>
              </a:rPr>
              <a:t>verification is a one-to-one problem where the system verifies whether an input image matches the claimed identity of a </a:t>
            </a:r>
            <a:r>
              <a:rPr lang="en-US" sz="2400" b="0" i="0" u="none" strike="noStrike" cap="none" dirty="0" smtClean="0">
                <a:solidFill>
                  <a:srgbClr val="000000"/>
                </a:solidFill>
                <a:latin typeface="Arial"/>
                <a:ea typeface="Arial"/>
                <a:cs typeface="Arial"/>
                <a:sym typeface="Arial"/>
              </a:rPr>
              <a:t>person.</a:t>
            </a:r>
          </a:p>
          <a:p>
            <a:pPr marL="342900" marR="0" lvl="0" indent="-342900" algn="l" rtl="0">
              <a:lnSpc>
                <a:spcPct val="100000"/>
              </a:lnSpc>
              <a:spcBef>
                <a:spcPts val="0"/>
              </a:spcBef>
              <a:spcAft>
                <a:spcPts val="0"/>
              </a:spcAft>
              <a:buClr>
                <a:srgbClr val="000000"/>
              </a:buClr>
              <a:buSzPts val="2400"/>
              <a:buFont typeface="Arial" panose="020B0604020202020204" pitchFamily="34" charset="0"/>
              <a:buChar char="•"/>
            </a:pPr>
            <a:r>
              <a:rPr lang="en-US" sz="2400" b="0" i="0" u="none" strike="noStrike" cap="none" dirty="0" smtClean="0">
                <a:solidFill>
                  <a:srgbClr val="000000"/>
                </a:solidFill>
                <a:latin typeface="Arial"/>
                <a:ea typeface="Arial"/>
                <a:cs typeface="Arial"/>
                <a:sym typeface="Arial"/>
              </a:rPr>
              <a:t>Face </a:t>
            </a:r>
            <a:r>
              <a:rPr lang="en-US" sz="2400" b="0" i="0" u="none" strike="noStrike" cap="none" dirty="0">
                <a:solidFill>
                  <a:srgbClr val="000000"/>
                </a:solidFill>
                <a:latin typeface="Arial"/>
                <a:ea typeface="Arial"/>
                <a:cs typeface="Arial"/>
                <a:sym typeface="Arial"/>
              </a:rPr>
              <a:t>recognition is a much harder problem that involves identifying a person from a database of many people. </a:t>
            </a:r>
            <a:endParaRPr lang="en-US" sz="2400" b="0" i="0" u="none" strike="noStrike" cap="none" dirty="0" smtClean="0">
              <a:solidFill>
                <a:srgbClr val="000000"/>
              </a:solidFill>
              <a:latin typeface="Arial"/>
              <a:ea typeface="Arial"/>
              <a:cs typeface="Arial"/>
              <a:sym typeface="Arial"/>
            </a:endParaRPr>
          </a:p>
          <a:p>
            <a:pPr marL="342900" marR="0" lvl="0" indent="-342900" algn="l" rtl="0">
              <a:lnSpc>
                <a:spcPct val="100000"/>
              </a:lnSpc>
              <a:spcBef>
                <a:spcPts val="0"/>
              </a:spcBef>
              <a:spcAft>
                <a:spcPts val="0"/>
              </a:spcAft>
              <a:buClr>
                <a:srgbClr val="000000"/>
              </a:buClr>
              <a:buSzPts val="2400"/>
              <a:buFont typeface="Arial" panose="020B0604020202020204" pitchFamily="34" charset="0"/>
              <a:buChar char="•"/>
            </a:pPr>
            <a:r>
              <a:rPr lang="en-US" sz="2400" dirty="0"/>
              <a:t>F</a:t>
            </a:r>
            <a:r>
              <a:rPr lang="en-US" sz="2400" b="0" i="0" u="none" strike="noStrike" cap="none" dirty="0" smtClean="0">
                <a:solidFill>
                  <a:srgbClr val="000000"/>
                </a:solidFill>
                <a:latin typeface="Arial"/>
                <a:ea typeface="Arial"/>
                <a:cs typeface="Arial"/>
                <a:sym typeface="Arial"/>
              </a:rPr>
              <a:t>ace </a:t>
            </a:r>
            <a:r>
              <a:rPr lang="en-US" sz="2400" b="0" i="0" u="none" strike="noStrike" cap="none" dirty="0">
                <a:solidFill>
                  <a:srgbClr val="000000"/>
                </a:solidFill>
                <a:latin typeface="Arial"/>
                <a:ea typeface="Arial"/>
                <a:cs typeface="Arial"/>
                <a:sym typeface="Arial"/>
              </a:rPr>
              <a:t>recognition requires high accuracy, which is difficult to achieve due to the one-shot learning </a:t>
            </a:r>
            <a:r>
              <a:rPr lang="en-US" sz="2400" b="0" i="0" u="none" strike="noStrike" cap="none" dirty="0" smtClean="0">
                <a:solidFill>
                  <a:srgbClr val="000000"/>
                </a:solidFill>
                <a:latin typeface="Arial"/>
                <a:ea typeface="Arial"/>
                <a:cs typeface="Arial"/>
                <a:sym typeface="Arial"/>
              </a:rPr>
              <a:t>problem.</a:t>
            </a:r>
          </a:p>
          <a:p>
            <a:pPr marL="342900" marR="0" lvl="0" indent="-342900" algn="l" rtl="0">
              <a:lnSpc>
                <a:spcPct val="100000"/>
              </a:lnSpc>
              <a:spcBef>
                <a:spcPts val="0"/>
              </a:spcBef>
              <a:spcAft>
                <a:spcPts val="0"/>
              </a:spcAft>
              <a:buClr>
                <a:srgbClr val="000000"/>
              </a:buClr>
              <a:buSzPts val="2400"/>
              <a:buFont typeface="Arial" panose="020B0604020202020204" pitchFamily="34" charset="0"/>
              <a:buChar char="•"/>
            </a:pPr>
            <a:r>
              <a:rPr lang="en-US" sz="2400" b="0" i="0" u="none" strike="noStrike" cap="none" dirty="0" smtClean="0">
                <a:solidFill>
                  <a:srgbClr val="000000"/>
                </a:solidFill>
                <a:latin typeface="Arial"/>
                <a:ea typeface="Arial"/>
                <a:cs typeface="Arial"/>
                <a:sym typeface="Arial"/>
              </a:rPr>
              <a:t>The </a:t>
            </a:r>
            <a:r>
              <a:rPr lang="en-US" sz="2400" b="0" i="0" u="none" strike="noStrike" cap="none" dirty="0">
                <a:solidFill>
                  <a:srgbClr val="000000"/>
                </a:solidFill>
                <a:latin typeface="Arial"/>
                <a:ea typeface="Arial"/>
                <a:cs typeface="Arial"/>
                <a:sym typeface="Arial"/>
              </a:rPr>
              <a:t>next </a:t>
            </a:r>
            <a:r>
              <a:rPr lang="en-US" sz="2400" b="0" i="0" u="none" strike="noStrike" cap="none" dirty="0" smtClean="0">
                <a:solidFill>
                  <a:srgbClr val="000000"/>
                </a:solidFill>
                <a:latin typeface="Arial"/>
                <a:ea typeface="Arial"/>
                <a:cs typeface="Arial"/>
                <a:sym typeface="Arial"/>
              </a:rPr>
              <a:t>section </a:t>
            </a:r>
            <a:r>
              <a:rPr lang="en-US" sz="2400" b="0" i="0" u="none" strike="noStrike" cap="none" dirty="0">
                <a:solidFill>
                  <a:srgbClr val="000000"/>
                </a:solidFill>
                <a:latin typeface="Arial"/>
                <a:ea typeface="Arial"/>
                <a:cs typeface="Arial"/>
                <a:sym typeface="Arial"/>
              </a:rPr>
              <a:t>will discuss how to build a face verification system, which can be used as a building block for a face recognition system.</a:t>
            </a:r>
            <a:endParaRPr sz="2400" b="0" i="0" u="none" strike="noStrike" cap="none" dirty="0">
              <a:solidFill>
                <a:srgbClr val="000000"/>
              </a:solidFill>
              <a:latin typeface="Arial"/>
              <a:ea typeface="Arial"/>
              <a:cs typeface="Arial"/>
              <a:sym typeface="Arial"/>
            </a:endParaRPr>
          </a:p>
        </p:txBody>
      </p:sp>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Shape 64"/>
        <p:cNvGrpSpPr/>
        <p:nvPr/>
      </p:nvGrpSpPr>
      <p:grpSpPr>
        <a:xfrm>
          <a:off x="0" y="0"/>
          <a:ext cx="0" cy="0"/>
          <a:chOff x="0" y="0"/>
          <a:chExt cx="0" cy="0"/>
        </a:xfrm>
      </p:grpSpPr>
      <p:sp>
        <p:nvSpPr>
          <p:cNvPr id="65" name="Google Shape;65;p4"/>
          <p:cNvSpPr txBox="1">
            <a:spLocks noGrp="1"/>
          </p:cNvSpPr>
          <p:nvPr>
            <p:ph type="title"/>
          </p:nvPr>
        </p:nvSpPr>
        <p:spPr>
          <a:xfrm>
            <a:off x="261620" y="139700"/>
            <a:ext cx="4278000" cy="69000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SzPts val="1400"/>
              <a:buNone/>
            </a:pPr>
            <a:r>
              <a:rPr lang="en-US" sz="4400">
                <a:latin typeface="Arial"/>
                <a:ea typeface="Arial"/>
                <a:cs typeface="Arial"/>
                <a:sym typeface="Arial"/>
              </a:rPr>
              <a:t>Face recognition</a:t>
            </a:r>
            <a:endParaRPr sz="4400">
              <a:latin typeface="Arial"/>
              <a:ea typeface="Arial"/>
              <a:cs typeface="Arial"/>
              <a:sym typeface="Arial"/>
            </a:endParaRPr>
          </a:p>
        </p:txBody>
      </p:sp>
      <p:pic>
        <p:nvPicPr>
          <p:cNvPr id="66" name="Google Shape;66;p4" descr="Some segments of the public support facial recognition use by police — but  not all | VentureBeat"/>
          <p:cNvPicPr preferRelativeResize="0"/>
          <p:nvPr/>
        </p:nvPicPr>
        <p:blipFill rotWithShape="1">
          <a:blip r:embed="rId3">
            <a:alphaModFix/>
          </a:blip>
          <a:srcRect/>
          <a:stretch/>
        </p:blipFill>
        <p:spPr>
          <a:xfrm>
            <a:off x="0" y="991660"/>
            <a:ext cx="11131508" cy="5726640"/>
          </a:xfrm>
          <a:prstGeom prst="rect">
            <a:avLst/>
          </a:prstGeom>
          <a:noFill/>
          <a:ln>
            <a:noFill/>
          </a:ln>
        </p:spPr>
      </p:pic>
      <p:pic>
        <p:nvPicPr>
          <p:cNvPr id="67" name="Google Shape;67;p4"/>
          <p:cNvPicPr preferRelativeResize="0"/>
          <p:nvPr/>
        </p:nvPicPr>
        <p:blipFill rotWithShape="1">
          <a:blip r:embed="rId4">
            <a:alphaModFix/>
          </a:blip>
          <a:srcRect/>
          <a:stretch/>
        </p:blipFill>
        <p:spPr>
          <a:xfrm>
            <a:off x="10734473" y="0"/>
            <a:ext cx="1448025" cy="796414"/>
          </a:xfrm>
          <a:prstGeom prst="rect">
            <a:avLst/>
          </a:prstGeom>
          <a:noFill/>
          <a:ln>
            <a:noFill/>
          </a:ln>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Shape 71"/>
        <p:cNvGrpSpPr/>
        <p:nvPr/>
      </p:nvGrpSpPr>
      <p:grpSpPr>
        <a:xfrm>
          <a:off x="0" y="0"/>
          <a:ext cx="0" cy="0"/>
          <a:chOff x="0" y="0"/>
          <a:chExt cx="0" cy="0"/>
        </a:xfrm>
      </p:grpSpPr>
      <p:sp>
        <p:nvSpPr>
          <p:cNvPr id="72" name="Google Shape;72;p5"/>
          <p:cNvSpPr txBox="1">
            <a:spLocks noGrp="1"/>
          </p:cNvSpPr>
          <p:nvPr>
            <p:ph type="title"/>
          </p:nvPr>
        </p:nvSpPr>
        <p:spPr>
          <a:xfrm>
            <a:off x="261620" y="139700"/>
            <a:ext cx="9419100" cy="69000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SzPts val="1400"/>
              <a:buNone/>
            </a:pPr>
            <a:r>
              <a:rPr lang="en-US" sz="4400" dirty="0">
                <a:latin typeface="Arial"/>
                <a:ea typeface="Arial"/>
                <a:cs typeface="Arial"/>
                <a:sym typeface="Arial"/>
              </a:rPr>
              <a:t>Face verification vs. face recognition</a:t>
            </a:r>
            <a:endParaRPr sz="4400" dirty="0">
              <a:latin typeface="Arial"/>
              <a:ea typeface="Arial"/>
              <a:cs typeface="Arial"/>
              <a:sym typeface="Arial"/>
            </a:endParaRPr>
          </a:p>
        </p:txBody>
      </p:sp>
      <p:sp>
        <p:nvSpPr>
          <p:cNvPr id="73" name="Google Shape;73;p5"/>
          <p:cNvSpPr txBox="1"/>
          <p:nvPr/>
        </p:nvSpPr>
        <p:spPr>
          <a:xfrm>
            <a:off x="1005839" y="1344091"/>
            <a:ext cx="10335260" cy="4666021"/>
          </a:xfrm>
          <a:prstGeom prst="rect">
            <a:avLst/>
          </a:prstGeom>
          <a:noFill/>
          <a:ln>
            <a:noFill/>
          </a:ln>
        </p:spPr>
        <p:txBody>
          <a:bodyPr spcFirstLastPara="1" wrap="square" lIns="0" tIns="12700" rIns="0" bIns="0" anchor="t" anchorCtr="0">
            <a:spAutoFit/>
          </a:bodyPr>
          <a:lstStyle/>
          <a:p>
            <a:pPr marL="12700" marR="0" lvl="0" indent="0" algn="l" rtl="0">
              <a:lnSpc>
                <a:spcPct val="118888"/>
              </a:lnSpc>
              <a:spcBef>
                <a:spcPts val="0"/>
              </a:spcBef>
              <a:spcAft>
                <a:spcPts val="0"/>
              </a:spcAft>
              <a:buClr>
                <a:srgbClr val="000000"/>
              </a:buClr>
              <a:buSzPts val="3600"/>
              <a:buFont typeface="Arial"/>
              <a:buNone/>
            </a:pPr>
            <a:r>
              <a:rPr lang="en-US" sz="2800" b="0" i="0" u="none" strike="noStrike" cap="none" dirty="0">
                <a:solidFill>
                  <a:srgbClr val="000000"/>
                </a:solidFill>
                <a:latin typeface="+mn-lt"/>
                <a:ea typeface="Cambria"/>
                <a:cs typeface="Cambria"/>
                <a:sym typeface="Cambria"/>
              </a:rPr>
              <a:t>Verification</a:t>
            </a:r>
            <a:endParaRPr sz="2800" b="0" i="0" u="none" strike="noStrike" cap="none" dirty="0">
              <a:solidFill>
                <a:srgbClr val="000000"/>
              </a:solidFill>
              <a:latin typeface="+mn-lt"/>
              <a:ea typeface="Cambria"/>
              <a:cs typeface="Cambria"/>
              <a:sym typeface="Cambria"/>
            </a:endParaRPr>
          </a:p>
          <a:p>
            <a:pPr marL="990600" marR="0" lvl="0" indent="-457200" algn="l" rtl="0">
              <a:lnSpc>
                <a:spcPct val="118750"/>
              </a:lnSpc>
              <a:spcBef>
                <a:spcPts val="0"/>
              </a:spcBef>
              <a:spcAft>
                <a:spcPts val="0"/>
              </a:spcAft>
              <a:buClr>
                <a:srgbClr val="000000"/>
              </a:buClr>
              <a:buSzPts val="3200"/>
              <a:buFont typeface="Arial"/>
              <a:buChar char="•"/>
            </a:pPr>
            <a:r>
              <a:rPr lang="en-US" sz="2800" b="0" i="0" u="none" strike="noStrike" cap="none" dirty="0">
                <a:solidFill>
                  <a:srgbClr val="000000"/>
                </a:solidFill>
                <a:latin typeface="+mn-lt"/>
                <a:ea typeface="Cambria"/>
                <a:cs typeface="Cambria"/>
                <a:sym typeface="Cambria"/>
              </a:rPr>
              <a:t>Input image, name/ID</a:t>
            </a:r>
            <a:endParaRPr sz="2800" b="0" i="0" u="none" strike="noStrike" cap="none" dirty="0">
              <a:solidFill>
                <a:srgbClr val="000000"/>
              </a:solidFill>
              <a:latin typeface="+mn-lt"/>
              <a:ea typeface="Cambria"/>
              <a:cs typeface="Cambria"/>
              <a:sym typeface="Cambria"/>
            </a:endParaRPr>
          </a:p>
          <a:p>
            <a:pPr marL="989964" marR="695960" lvl="0" indent="-457198" algn="l" rtl="0">
              <a:lnSpc>
                <a:spcPct val="101600"/>
              </a:lnSpc>
              <a:spcBef>
                <a:spcPts val="235"/>
              </a:spcBef>
              <a:spcAft>
                <a:spcPts val="0"/>
              </a:spcAft>
              <a:buClr>
                <a:srgbClr val="000000"/>
              </a:buClr>
              <a:buSzPts val="3200"/>
              <a:buFont typeface="Arial"/>
              <a:buChar char="•"/>
            </a:pPr>
            <a:r>
              <a:rPr lang="en-US" sz="2800" b="0" i="0" u="none" strike="noStrike" cap="none" dirty="0">
                <a:solidFill>
                  <a:srgbClr val="000000"/>
                </a:solidFill>
                <a:latin typeface="+mn-lt"/>
                <a:ea typeface="Cambria"/>
                <a:cs typeface="Cambria"/>
                <a:sym typeface="Cambria"/>
              </a:rPr>
              <a:t>Output whether the input image is that of the claimed person</a:t>
            </a:r>
            <a:endParaRPr sz="2800" b="0" i="0" u="none" strike="noStrike" cap="none" dirty="0">
              <a:solidFill>
                <a:srgbClr val="000000"/>
              </a:solidFill>
              <a:latin typeface="+mn-lt"/>
              <a:ea typeface="Cambria"/>
              <a:cs typeface="Cambria"/>
              <a:sym typeface="Cambria"/>
            </a:endParaRPr>
          </a:p>
          <a:p>
            <a:pPr marL="12700" marR="0" lvl="0" indent="0" algn="l" rtl="0">
              <a:lnSpc>
                <a:spcPct val="100000"/>
              </a:lnSpc>
              <a:spcBef>
                <a:spcPts val="3190"/>
              </a:spcBef>
              <a:spcAft>
                <a:spcPts val="0"/>
              </a:spcAft>
              <a:buClr>
                <a:srgbClr val="000000"/>
              </a:buClr>
              <a:buSzPts val="3600"/>
              <a:buFont typeface="Arial"/>
              <a:buNone/>
            </a:pPr>
            <a:r>
              <a:rPr lang="en-US" sz="2800" b="0" i="0" u="none" strike="noStrike" cap="none" dirty="0">
                <a:solidFill>
                  <a:srgbClr val="000000"/>
                </a:solidFill>
                <a:latin typeface="+mn-lt"/>
                <a:ea typeface="Cambria"/>
                <a:cs typeface="Cambria"/>
                <a:sym typeface="Cambria"/>
              </a:rPr>
              <a:t>Recognition</a:t>
            </a:r>
            <a:endParaRPr sz="2800" b="0" i="0" u="none" strike="noStrike" cap="none" dirty="0">
              <a:solidFill>
                <a:srgbClr val="000000"/>
              </a:solidFill>
              <a:latin typeface="+mn-lt"/>
              <a:ea typeface="Cambria"/>
              <a:cs typeface="Cambria"/>
              <a:sym typeface="Cambria"/>
            </a:endParaRPr>
          </a:p>
          <a:p>
            <a:pPr marL="990600" marR="0" lvl="0" indent="-457200" algn="l" rtl="0">
              <a:lnSpc>
                <a:spcPct val="100000"/>
              </a:lnSpc>
              <a:spcBef>
                <a:spcPts val="615"/>
              </a:spcBef>
              <a:spcAft>
                <a:spcPts val="0"/>
              </a:spcAft>
              <a:buClr>
                <a:srgbClr val="000000"/>
              </a:buClr>
              <a:buSzPts val="3200"/>
              <a:buFont typeface="Arial"/>
              <a:buChar char="•"/>
            </a:pPr>
            <a:r>
              <a:rPr lang="en-US" sz="2800" b="0" i="0" u="none" strike="noStrike" cap="none" dirty="0">
                <a:solidFill>
                  <a:srgbClr val="000000"/>
                </a:solidFill>
                <a:latin typeface="+mn-lt"/>
                <a:ea typeface="Cambria"/>
                <a:cs typeface="Cambria"/>
                <a:sym typeface="Cambria"/>
              </a:rPr>
              <a:t>Has a database of K persons</a:t>
            </a:r>
            <a:endParaRPr sz="2800" b="0" i="0" u="none" strike="noStrike" cap="none" dirty="0">
              <a:solidFill>
                <a:srgbClr val="000000"/>
              </a:solidFill>
              <a:latin typeface="+mn-lt"/>
              <a:ea typeface="Cambria"/>
              <a:cs typeface="Cambria"/>
              <a:sym typeface="Cambria"/>
            </a:endParaRPr>
          </a:p>
          <a:p>
            <a:pPr marL="990600" marR="0" lvl="0" indent="-457834" algn="l" rtl="0">
              <a:lnSpc>
                <a:spcPct val="100000"/>
              </a:lnSpc>
              <a:spcBef>
                <a:spcPts val="295"/>
              </a:spcBef>
              <a:spcAft>
                <a:spcPts val="0"/>
              </a:spcAft>
              <a:buClr>
                <a:srgbClr val="000000"/>
              </a:buClr>
              <a:buSzPts val="3200"/>
              <a:buFont typeface="Arial"/>
              <a:buChar char="•"/>
            </a:pPr>
            <a:r>
              <a:rPr lang="en-US" sz="2800" b="0" i="0" u="none" strike="noStrike" cap="none" dirty="0">
                <a:solidFill>
                  <a:srgbClr val="000000"/>
                </a:solidFill>
                <a:latin typeface="+mn-lt"/>
                <a:ea typeface="Cambria"/>
                <a:cs typeface="Cambria"/>
                <a:sym typeface="Cambria"/>
              </a:rPr>
              <a:t>Get an input image</a:t>
            </a:r>
            <a:endParaRPr sz="2800" b="0" i="0" u="none" strike="noStrike" cap="none" dirty="0">
              <a:solidFill>
                <a:srgbClr val="000000"/>
              </a:solidFill>
              <a:latin typeface="+mn-lt"/>
              <a:ea typeface="Cambria"/>
              <a:cs typeface="Cambria"/>
              <a:sym typeface="Cambria"/>
            </a:endParaRPr>
          </a:p>
          <a:p>
            <a:pPr marL="989964" marR="5080" lvl="0" indent="-457198" algn="l" rtl="0">
              <a:lnSpc>
                <a:spcPct val="101600"/>
              </a:lnSpc>
              <a:spcBef>
                <a:spcPts val="240"/>
              </a:spcBef>
              <a:spcAft>
                <a:spcPts val="0"/>
              </a:spcAft>
              <a:buClr>
                <a:srgbClr val="000000"/>
              </a:buClr>
              <a:buSzPts val="3200"/>
              <a:buFont typeface="Arial"/>
              <a:buChar char="•"/>
            </a:pPr>
            <a:r>
              <a:rPr lang="en-US" sz="2800" b="0" i="0" u="none" strike="noStrike" cap="none" dirty="0">
                <a:solidFill>
                  <a:srgbClr val="000000"/>
                </a:solidFill>
                <a:latin typeface="+mn-lt"/>
                <a:ea typeface="Cambria"/>
                <a:cs typeface="Cambria"/>
                <a:sym typeface="Cambria"/>
              </a:rPr>
              <a:t>Output ID if the image is any of the K persons (or “not recognized”)</a:t>
            </a:r>
            <a:endParaRPr sz="2800" b="0" i="0" u="none" strike="noStrike" cap="none" dirty="0">
              <a:solidFill>
                <a:srgbClr val="000000"/>
              </a:solidFill>
              <a:latin typeface="+mn-lt"/>
              <a:ea typeface="Cambria"/>
              <a:cs typeface="Cambria"/>
              <a:sym typeface="Cambria"/>
            </a:endParaRPr>
          </a:p>
        </p:txBody>
      </p:sp>
      <p:pic>
        <p:nvPicPr>
          <p:cNvPr id="74" name="Google Shape;74;p5"/>
          <p:cNvPicPr preferRelativeResize="0"/>
          <p:nvPr/>
        </p:nvPicPr>
        <p:blipFill rotWithShape="1">
          <a:blip r:embed="rId3">
            <a:alphaModFix/>
          </a:blip>
          <a:srcRect/>
          <a:stretch/>
        </p:blipFill>
        <p:spPr>
          <a:xfrm>
            <a:off x="10734473" y="0"/>
            <a:ext cx="1448025" cy="796414"/>
          </a:xfrm>
          <a:prstGeom prst="rect">
            <a:avLst/>
          </a:prstGeom>
          <a:noFill/>
          <a:ln>
            <a:noFill/>
          </a:ln>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Shape 78"/>
        <p:cNvGrpSpPr/>
        <p:nvPr/>
      </p:nvGrpSpPr>
      <p:grpSpPr>
        <a:xfrm>
          <a:off x="0" y="0"/>
          <a:ext cx="0" cy="0"/>
          <a:chOff x="0" y="0"/>
          <a:chExt cx="0" cy="0"/>
        </a:xfrm>
      </p:grpSpPr>
      <p:sp>
        <p:nvSpPr>
          <p:cNvPr id="79" name="Google Shape;79;p6"/>
          <p:cNvSpPr txBox="1">
            <a:spLocks noGrp="1"/>
          </p:cNvSpPr>
          <p:nvPr>
            <p:ph type="title"/>
          </p:nvPr>
        </p:nvSpPr>
        <p:spPr>
          <a:xfrm>
            <a:off x="5502958" y="1464375"/>
            <a:ext cx="5571600" cy="1860000"/>
          </a:xfrm>
          <a:prstGeom prst="rect">
            <a:avLst/>
          </a:prstGeom>
          <a:noFill/>
          <a:ln>
            <a:noFill/>
          </a:ln>
        </p:spPr>
        <p:txBody>
          <a:bodyPr spcFirstLastPara="1" wrap="square" lIns="0" tIns="12700" rIns="0" bIns="0" anchor="t" anchorCtr="0">
            <a:spAutoFit/>
          </a:bodyPr>
          <a:lstStyle/>
          <a:p>
            <a:pPr marL="12700" lvl="0" indent="0" algn="ctr" rtl="0">
              <a:lnSpc>
                <a:spcPct val="100000"/>
              </a:lnSpc>
              <a:spcBef>
                <a:spcPts val="0"/>
              </a:spcBef>
              <a:spcAft>
                <a:spcPts val="0"/>
              </a:spcAft>
              <a:buSzPts val="1400"/>
              <a:buNone/>
            </a:pPr>
            <a:r>
              <a:rPr lang="en-US" sz="6000">
                <a:latin typeface="Arial"/>
                <a:ea typeface="Arial"/>
                <a:cs typeface="Arial"/>
                <a:sym typeface="Arial"/>
              </a:rPr>
              <a:t>Face recognition</a:t>
            </a:r>
            <a:endParaRPr sz="6000">
              <a:latin typeface="Arial"/>
              <a:ea typeface="Arial"/>
              <a:cs typeface="Arial"/>
              <a:sym typeface="Arial"/>
            </a:endParaRPr>
          </a:p>
        </p:txBody>
      </p:sp>
      <p:sp>
        <p:nvSpPr>
          <p:cNvPr id="80" name="Google Shape;80;p6"/>
          <p:cNvSpPr txBox="1"/>
          <p:nvPr/>
        </p:nvSpPr>
        <p:spPr>
          <a:xfrm>
            <a:off x="5217909" y="4008411"/>
            <a:ext cx="6141600" cy="782400"/>
          </a:xfrm>
          <a:prstGeom prst="rect">
            <a:avLst/>
          </a:prstGeom>
          <a:noFill/>
          <a:ln>
            <a:noFill/>
          </a:ln>
        </p:spPr>
        <p:txBody>
          <a:bodyPr spcFirstLastPara="1" wrap="square" lIns="0" tIns="12700" rIns="0" bIns="0" anchor="t" anchorCtr="0">
            <a:spAutoFit/>
          </a:bodyPr>
          <a:lstStyle/>
          <a:p>
            <a:pPr marL="12700" marR="0" lvl="0" indent="0" algn="ctr" rtl="0">
              <a:lnSpc>
                <a:spcPct val="100000"/>
              </a:lnSpc>
              <a:spcBef>
                <a:spcPts val="0"/>
              </a:spcBef>
              <a:spcAft>
                <a:spcPts val="0"/>
              </a:spcAft>
              <a:buClr>
                <a:srgbClr val="000000"/>
              </a:buClr>
              <a:buSzPts val="6600"/>
              <a:buFont typeface="Arial"/>
              <a:buNone/>
            </a:pPr>
            <a:r>
              <a:rPr lang="en-US" sz="5000" b="0" i="0" u="none" strike="noStrike" cap="none">
                <a:solidFill>
                  <a:srgbClr val="000000"/>
                </a:solidFill>
                <a:latin typeface="Arial"/>
                <a:ea typeface="Arial"/>
                <a:cs typeface="Arial"/>
                <a:sym typeface="Arial"/>
              </a:rPr>
              <a:t>One-shot learning</a:t>
            </a:r>
            <a:endParaRPr sz="5000" b="0" i="0" u="none" strike="noStrike" cap="none">
              <a:solidFill>
                <a:srgbClr val="000000"/>
              </a:solidFill>
              <a:latin typeface="Arial"/>
              <a:ea typeface="Arial"/>
              <a:cs typeface="Arial"/>
              <a:sym typeface="Arial"/>
            </a:endParaRPr>
          </a:p>
        </p:txBody>
      </p:sp>
      <p:sp>
        <p:nvSpPr>
          <p:cNvPr id="81" name="Google Shape;81;p6"/>
          <p:cNvSpPr/>
          <p:nvPr/>
        </p:nvSpPr>
        <p:spPr>
          <a:xfrm>
            <a:off x="4836350" y="3410419"/>
            <a:ext cx="6908800" cy="17780"/>
          </a:xfrm>
          <a:custGeom>
            <a:avLst/>
            <a:gdLst/>
            <a:ahLst/>
            <a:cxnLst/>
            <a:rect l="l" t="t" r="r" b="b"/>
            <a:pathLst>
              <a:path w="6908800" h="17779" extrusionOk="0">
                <a:moveTo>
                  <a:pt x="0" y="0"/>
                </a:moveTo>
                <a:lnTo>
                  <a:pt x="6908333" y="17737"/>
                </a:lnTo>
              </a:path>
            </a:pathLst>
          </a:custGeom>
          <a:noFill/>
          <a:ln w="19050" cap="flat" cmpd="sng">
            <a:solidFill>
              <a:srgbClr val="40404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pic>
        <p:nvPicPr>
          <p:cNvPr id="82" name="Google Shape;82;p6"/>
          <p:cNvPicPr preferRelativeResize="0"/>
          <p:nvPr/>
        </p:nvPicPr>
        <p:blipFill rotWithShape="1">
          <a:blip r:embed="rId3">
            <a:alphaModFix/>
          </a:blip>
          <a:srcRect/>
          <a:stretch/>
        </p:blipFill>
        <p:spPr>
          <a:xfrm>
            <a:off x="417325" y="2395175"/>
            <a:ext cx="3871626" cy="2129399"/>
          </a:xfrm>
          <a:prstGeom prst="rect">
            <a:avLst/>
          </a:prstGeom>
          <a:noFill/>
          <a:ln>
            <a:noFill/>
          </a:ln>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Shape 86"/>
        <p:cNvGrpSpPr/>
        <p:nvPr/>
      </p:nvGrpSpPr>
      <p:grpSpPr>
        <a:xfrm>
          <a:off x="0" y="0"/>
          <a:ext cx="0" cy="0"/>
          <a:chOff x="0" y="0"/>
          <a:chExt cx="0" cy="0"/>
        </a:xfrm>
      </p:grpSpPr>
      <p:sp>
        <p:nvSpPr>
          <p:cNvPr id="87" name="Google Shape;87;p7"/>
          <p:cNvSpPr txBox="1"/>
          <p:nvPr/>
        </p:nvSpPr>
        <p:spPr>
          <a:xfrm>
            <a:off x="261620" y="139700"/>
            <a:ext cx="4693200" cy="69000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4400"/>
              <a:buFont typeface="Arial"/>
              <a:buNone/>
            </a:pPr>
            <a:r>
              <a:rPr lang="en-US" sz="4400" i="0" u="none" strike="noStrike" cap="none">
                <a:solidFill>
                  <a:srgbClr val="000000"/>
                </a:solidFill>
              </a:rPr>
              <a:t>One-shot learning</a:t>
            </a:r>
            <a:endParaRPr sz="4400" i="0" u="none" strike="noStrike" cap="none">
              <a:solidFill>
                <a:srgbClr val="000000"/>
              </a:solidFill>
            </a:endParaRPr>
          </a:p>
        </p:txBody>
      </p:sp>
      <p:pic>
        <p:nvPicPr>
          <p:cNvPr id="88" name="Google Shape;88;p7"/>
          <p:cNvPicPr preferRelativeResize="0"/>
          <p:nvPr/>
        </p:nvPicPr>
        <p:blipFill rotWithShape="1">
          <a:blip r:embed="rId3">
            <a:alphaModFix/>
          </a:blip>
          <a:srcRect/>
          <a:stretch/>
        </p:blipFill>
        <p:spPr>
          <a:xfrm>
            <a:off x="10734473" y="0"/>
            <a:ext cx="1448025" cy="796414"/>
          </a:xfrm>
          <a:prstGeom prst="rect">
            <a:avLst/>
          </a:prstGeom>
          <a:noFill/>
          <a:ln>
            <a:noFill/>
          </a:ln>
        </p:spPr>
      </p:pic>
      <p:sp>
        <p:nvSpPr>
          <p:cNvPr id="89" name="Google Shape;89;p7"/>
          <p:cNvSpPr txBox="1"/>
          <p:nvPr/>
        </p:nvSpPr>
        <p:spPr>
          <a:xfrm>
            <a:off x="487350" y="1306225"/>
            <a:ext cx="11171250" cy="3877954"/>
          </a:xfrm>
          <a:prstGeom prst="rect">
            <a:avLst/>
          </a:prstGeom>
          <a:noFill/>
          <a:ln>
            <a:noFill/>
          </a:ln>
        </p:spPr>
        <p:txBody>
          <a:bodyPr spcFirstLastPara="1" wrap="square" lIns="91425" tIns="91425" rIns="91425" bIns="91425" anchor="t" anchorCtr="0">
            <a:spAutoFit/>
          </a:bodyPr>
          <a:lstStyle/>
          <a:p>
            <a:pPr marL="800100" lvl="0" indent="-342900">
              <a:buSzPts val="2400"/>
              <a:buFont typeface="Arial" panose="020B0604020202020204" pitchFamily="34" charset="0"/>
              <a:buChar char="•"/>
            </a:pPr>
            <a:r>
              <a:rPr lang="en-US" sz="2400" dirty="0">
                <a:solidFill>
                  <a:schemeClr val="dk1"/>
                </a:solidFill>
              </a:rPr>
              <a:t>The one-shot learning problem with face recognition is recognizing a person with just one image. A </a:t>
            </a:r>
            <a:r>
              <a:rPr lang="en-US" sz="2400" dirty="0" err="1">
                <a:solidFill>
                  <a:schemeClr val="dk1"/>
                </a:solidFill>
              </a:rPr>
              <a:t>ConvNet</a:t>
            </a:r>
            <a:r>
              <a:rPr lang="en-US" sz="2400" dirty="0">
                <a:solidFill>
                  <a:schemeClr val="dk1"/>
                </a:solidFill>
              </a:rPr>
              <a:t> with a </a:t>
            </a:r>
            <a:r>
              <a:rPr lang="en-US" sz="2400" dirty="0" err="1">
                <a:solidFill>
                  <a:schemeClr val="dk1"/>
                </a:solidFill>
              </a:rPr>
              <a:t>softmax</a:t>
            </a:r>
            <a:r>
              <a:rPr lang="en-US" sz="2400" dirty="0">
                <a:solidFill>
                  <a:schemeClr val="dk1"/>
                </a:solidFill>
              </a:rPr>
              <a:t> unit can output a label, but it doesn't work well for a small training set and requires retraining for each new person. </a:t>
            </a:r>
            <a:endParaRPr lang="en-US" sz="2400" dirty="0" smtClean="0">
              <a:solidFill>
                <a:schemeClr val="dk1"/>
              </a:solidFill>
            </a:endParaRPr>
          </a:p>
          <a:p>
            <a:pPr marL="800100" lvl="0" indent="-342900">
              <a:buSzPts val="2400"/>
              <a:buFont typeface="Arial" panose="020B0604020202020204" pitchFamily="34" charset="0"/>
              <a:buChar char="•"/>
            </a:pPr>
            <a:r>
              <a:rPr lang="en-US" sz="2400" dirty="0" smtClean="0">
                <a:solidFill>
                  <a:schemeClr val="dk1"/>
                </a:solidFill>
              </a:rPr>
              <a:t>A </a:t>
            </a:r>
            <a:r>
              <a:rPr lang="en-US" sz="2400" dirty="0">
                <a:solidFill>
                  <a:schemeClr val="dk1"/>
                </a:solidFill>
              </a:rPr>
              <a:t>similarity function, denoted as d, is learned using a neural network that inputs two images and outputs the degree of difference between them. If the difference is less than a threshold, the two images are predicted to be of the same person. This function d solves the one-shot learning problem and allows adding new people to the database without retraining the network</a:t>
            </a:r>
            <a:r>
              <a:rPr lang="en-US" sz="2400" dirty="0" smtClean="0">
                <a:solidFill>
                  <a:schemeClr val="dk1"/>
                </a:solidFill>
              </a:rPr>
              <a:t>. </a:t>
            </a:r>
            <a:endParaRPr sz="2400" b="0" i="0" u="none" strike="noStrike" cap="none" dirty="0">
              <a:solidFill>
                <a:srgbClr val="000000"/>
              </a:solidFill>
              <a:latin typeface="Arial"/>
              <a:ea typeface="Arial"/>
              <a:cs typeface="Arial"/>
              <a:sym typeface="Arial"/>
            </a:endParaRPr>
          </a:p>
        </p:txBody>
      </p:sp>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Shape 100"/>
        <p:cNvGrpSpPr/>
        <p:nvPr/>
      </p:nvGrpSpPr>
      <p:grpSpPr>
        <a:xfrm>
          <a:off x="0" y="0"/>
          <a:ext cx="0" cy="0"/>
          <a:chOff x="0" y="0"/>
          <a:chExt cx="0" cy="0"/>
        </a:xfrm>
      </p:grpSpPr>
      <p:sp>
        <p:nvSpPr>
          <p:cNvPr id="101" name="Google Shape;101;p9"/>
          <p:cNvSpPr txBox="1"/>
          <p:nvPr/>
        </p:nvSpPr>
        <p:spPr>
          <a:xfrm>
            <a:off x="261620" y="139700"/>
            <a:ext cx="4693200" cy="69000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4400"/>
              <a:buFont typeface="Arial"/>
              <a:buNone/>
            </a:pPr>
            <a:r>
              <a:rPr lang="en-US" sz="4400" b="0" i="0" u="none" strike="noStrike" cap="none">
                <a:solidFill>
                  <a:srgbClr val="000000"/>
                </a:solidFill>
                <a:latin typeface="Cambria"/>
                <a:ea typeface="Cambria"/>
                <a:cs typeface="Cambria"/>
                <a:sym typeface="Cambria"/>
              </a:rPr>
              <a:t>One-shot learning</a:t>
            </a:r>
            <a:endParaRPr sz="4400" b="0" i="0" u="none" strike="noStrike" cap="none">
              <a:solidFill>
                <a:srgbClr val="000000"/>
              </a:solidFill>
              <a:latin typeface="Cambria"/>
              <a:ea typeface="Cambria"/>
              <a:cs typeface="Cambria"/>
              <a:sym typeface="Cambria"/>
            </a:endParaRPr>
          </a:p>
        </p:txBody>
      </p:sp>
      <p:pic>
        <p:nvPicPr>
          <p:cNvPr id="102" name="Google Shape;102;p9"/>
          <p:cNvPicPr preferRelativeResize="0"/>
          <p:nvPr/>
        </p:nvPicPr>
        <p:blipFill rotWithShape="1">
          <a:blip r:embed="rId3">
            <a:alphaModFix/>
          </a:blip>
          <a:srcRect/>
          <a:stretch/>
        </p:blipFill>
        <p:spPr>
          <a:xfrm>
            <a:off x="882650" y="1102055"/>
            <a:ext cx="1123948" cy="1041755"/>
          </a:xfrm>
          <a:prstGeom prst="rect">
            <a:avLst/>
          </a:prstGeom>
          <a:noFill/>
          <a:ln>
            <a:noFill/>
          </a:ln>
        </p:spPr>
      </p:pic>
      <p:pic>
        <p:nvPicPr>
          <p:cNvPr id="103" name="Google Shape;103;p9"/>
          <p:cNvPicPr preferRelativeResize="0"/>
          <p:nvPr/>
        </p:nvPicPr>
        <p:blipFill rotWithShape="1">
          <a:blip r:embed="rId4">
            <a:alphaModFix/>
          </a:blip>
          <a:srcRect/>
          <a:stretch/>
        </p:blipFill>
        <p:spPr>
          <a:xfrm>
            <a:off x="882650" y="5031117"/>
            <a:ext cx="1123950" cy="1041755"/>
          </a:xfrm>
          <a:prstGeom prst="rect">
            <a:avLst/>
          </a:prstGeom>
          <a:noFill/>
          <a:ln>
            <a:noFill/>
          </a:ln>
        </p:spPr>
      </p:pic>
      <p:pic>
        <p:nvPicPr>
          <p:cNvPr id="104" name="Google Shape;104;p9"/>
          <p:cNvPicPr preferRelativeResize="0"/>
          <p:nvPr/>
        </p:nvPicPr>
        <p:blipFill rotWithShape="1">
          <a:blip r:embed="rId5">
            <a:alphaModFix/>
          </a:blip>
          <a:srcRect/>
          <a:stretch/>
        </p:blipFill>
        <p:spPr>
          <a:xfrm>
            <a:off x="882651" y="3721430"/>
            <a:ext cx="1123948" cy="1041742"/>
          </a:xfrm>
          <a:prstGeom prst="rect">
            <a:avLst/>
          </a:prstGeom>
          <a:noFill/>
          <a:ln>
            <a:noFill/>
          </a:ln>
        </p:spPr>
      </p:pic>
      <p:pic>
        <p:nvPicPr>
          <p:cNvPr id="105" name="Google Shape;105;p9"/>
          <p:cNvPicPr preferRelativeResize="0"/>
          <p:nvPr/>
        </p:nvPicPr>
        <p:blipFill rotWithShape="1">
          <a:blip r:embed="rId6">
            <a:alphaModFix/>
          </a:blip>
          <a:srcRect/>
          <a:stretch/>
        </p:blipFill>
        <p:spPr>
          <a:xfrm>
            <a:off x="882650" y="2411729"/>
            <a:ext cx="1123950" cy="1041755"/>
          </a:xfrm>
          <a:prstGeom prst="rect">
            <a:avLst/>
          </a:prstGeom>
          <a:noFill/>
          <a:ln>
            <a:noFill/>
          </a:ln>
        </p:spPr>
      </p:pic>
      <p:pic>
        <p:nvPicPr>
          <p:cNvPr id="106" name="Google Shape;106;p9"/>
          <p:cNvPicPr preferRelativeResize="0"/>
          <p:nvPr/>
        </p:nvPicPr>
        <p:blipFill rotWithShape="1">
          <a:blip r:embed="rId7">
            <a:alphaModFix/>
          </a:blip>
          <a:srcRect/>
          <a:stretch/>
        </p:blipFill>
        <p:spPr>
          <a:xfrm>
            <a:off x="3368675" y="3709403"/>
            <a:ext cx="1123950" cy="1041755"/>
          </a:xfrm>
          <a:prstGeom prst="rect">
            <a:avLst/>
          </a:prstGeom>
          <a:noFill/>
          <a:ln>
            <a:noFill/>
          </a:ln>
        </p:spPr>
      </p:pic>
      <p:pic>
        <p:nvPicPr>
          <p:cNvPr id="107" name="Google Shape;107;p9"/>
          <p:cNvPicPr preferRelativeResize="0"/>
          <p:nvPr/>
        </p:nvPicPr>
        <p:blipFill rotWithShape="1">
          <a:blip r:embed="rId8">
            <a:alphaModFix/>
          </a:blip>
          <a:srcRect/>
          <a:stretch/>
        </p:blipFill>
        <p:spPr>
          <a:xfrm>
            <a:off x="3368675" y="2342591"/>
            <a:ext cx="1124712" cy="1110894"/>
          </a:xfrm>
          <a:prstGeom prst="rect">
            <a:avLst/>
          </a:prstGeom>
          <a:noFill/>
          <a:ln>
            <a:noFill/>
          </a:ln>
        </p:spPr>
      </p:pic>
      <p:sp>
        <p:nvSpPr>
          <p:cNvPr id="108" name="Google Shape;108;p9"/>
          <p:cNvSpPr txBox="1"/>
          <p:nvPr/>
        </p:nvSpPr>
        <p:spPr>
          <a:xfrm>
            <a:off x="6720840" y="1122362"/>
            <a:ext cx="4672200" cy="1491600"/>
          </a:xfrm>
          <a:prstGeom prst="rect">
            <a:avLst/>
          </a:prstGeom>
          <a:noFill/>
          <a:ln>
            <a:noFill/>
          </a:ln>
        </p:spPr>
        <p:txBody>
          <a:bodyPr spcFirstLastPara="1" wrap="square" lIns="0" tIns="10775" rIns="0" bIns="0" anchor="t" anchorCtr="0">
            <a:spAutoFit/>
          </a:bodyPr>
          <a:lstStyle/>
          <a:p>
            <a:pPr marL="12700" marR="5080" lvl="0" indent="0" algn="l" rtl="0">
              <a:lnSpc>
                <a:spcPct val="100299"/>
              </a:lnSpc>
              <a:spcBef>
                <a:spcPts val="0"/>
              </a:spcBef>
              <a:spcAft>
                <a:spcPts val="0"/>
              </a:spcAft>
              <a:buClr>
                <a:srgbClr val="000000"/>
              </a:buClr>
              <a:buSzPts val="3200"/>
              <a:buFont typeface="Arial"/>
              <a:buNone/>
            </a:pPr>
            <a:r>
              <a:rPr lang="en-US" sz="3200" b="0" i="0" u="none" strike="noStrike" cap="none">
                <a:solidFill>
                  <a:srgbClr val="000000"/>
                </a:solidFill>
                <a:latin typeface="Cambria"/>
                <a:ea typeface="Cambria"/>
                <a:cs typeface="Cambria"/>
                <a:sym typeface="Cambria"/>
              </a:rPr>
              <a:t>Learning from one example to recognize the person again</a:t>
            </a:r>
            <a:endParaRPr sz="3200" b="0" i="0" u="none" strike="noStrike" cap="none">
              <a:solidFill>
                <a:srgbClr val="000000"/>
              </a:solidFill>
              <a:latin typeface="Cambria"/>
              <a:ea typeface="Cambria"/>
              <a:cs typeface="Cambria"/>
              <a:sym typeface="Cambria"/>
            </a:endParaRPr>
          </a:p>
        </p:txBody>
      </p:sp>
      <p:pic>
        <p:nvPicPr>
          <p:cNvPr id="109" name="Google Shape;109;p9"/>
          <p:cNvPicPr preferRelativeResize="0"/>
          <p:nvPr/>
        </p:nvPicPr>
        <p:blipFill rotWithShape="1">
          <a:blip r:embed="rId9">
            <a:alphaModFix/>
          </a:blip>
          <a:srcRect/>
          <a:stretch/>
        </p:blipFill>
        <p:spPr>
          <a:xfrm>
            <a:off x="10734473" y="0"/>
            <a:ext cx="1448025" cy="796414"/>
          </a:xfrm>
          <a:prstGeom prst="rect">
            <a:avLst/>
          </a:prstGeom>
          <a:noFill/>
          <a:ln>
            <a:noFill/>
          </a:ln>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Shape 113"/>
        <p:cNvGrpSpPr/>
        <p:nvPr/>
      </p:nvGrpSpPr>
      <p:grpSpPr>
        <a:xfrm>
          <a:off x="0" y="0"/>
          <a:ext cx="0" cy="0"/>
          <a:chOff x="0" y="0"/>
          <a:chExt cx="0" cy="0"/>
        </a:xfrm>
      </p:grpSpPr>
      <p:sp>
        <p:nvSpPr>
          <p:cNvPr id="114" name="Google Shape;114;p10"/>
          <p:cNvSpPr txBox="1">
            <a:spLocks noGrp="1"/>
          </p:cNvSpPr>
          <p:nvPr>
            <p:ph type="title"/>
          </p:nvPr>
        </p:nvSpPr>
        <p:spPr>
          <a:xfrm>
            <a:off x="261620" y="139700"/>
            <a:ext cx="8275955" cy="69596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SzPts val="1400"/>
              <a:buNone/>
            </a:pPr>
            <a:r>
              <a:rPr lang="en-US" sz="4400" b="0">
                <a:latin typeface="Cambria"/>
                <a:ea typeface="Cambria"/>
                <a:cs typeface="Cambria"/>
                <a:sym typeface="Cambria"/>
              </a:rPr>
              <a:t>Learning a “similarity” function</a:t>
            </a:r>
            <a:endParaRPr sz="4400">
              <a:latin typeface="Cambria"/>
              <a:ea typeface="Cambria"/>
              <a:cs typeface="Cambria"/>
              <a:sym typeface="Cambria"/>
            </a:endParaRPr>
          </a:p>
        </p:txBody>
      </p:sp>
      <p:pic>
        <p:nvPicPr>
          <p:cNvPr id="115" name="Google Shape;115;p10"/>
          <p:cNvPicPr preferRelativeResize="0"/>
          <p:nvPr/>
        </p:nvPicPr>
        <p:blipFill rotWithShape="1">
          <a:blip r:embed="rId3">
            <a:alphaModFix/>
          </a:blip>
          <a:srcRect/>
          <a:stretch/>
        </p:blipFill>
        <p:spPr>
          <a:xfrm>
            <a:off x="874714" y="3181489"/>
            <a:ext cx="657222" cy="609168"/>
          </a:xfrm>
          <a:prstGeom prst="rect">
            <a:avLst/>
          </a:prstGeom>
          <a:noFill/>
          <a:ln>
            <a:noFill/>
          </a:ln>
        </p:spPr>
      </p:pic>
      <p:pic>
        <p:nvPicPr>
          <p:cNvPr id="116" name="Google Shape;116;p10"/>
          <p:cNvPicPr preferRelativeResize="0"/>
          <p:nvPr/>
        </p:nvPicPr>
        <p:blipFill rotWithShape="1">
          <a:blip r:embed="rId4">
            <a:alphaModFix/>
          </a:blip>
          <a:srcRect/>
          <a:stretch/>
        </p:blipFill>
        <p:spPr>
          <a:xfrm>
            <a:off x="882650" y="5463705"/>
            <a:ext cx="657225" cy="609168"/>
          </a:xfrm>
          <a:prstGeom prst="rect">
            <a:avLst/>
          </a:prstGeom>
          <a:noFill/>
          <a:ln>
            <a:noFill/>
          </a:ln>
        </p:spPr>
      </p:pic>
      <p:pic>
        <p:nvPicPr>
          <p:cNvPr id="117" name="Google Shape;117;p10"/>
          <p:cNvPicPr preferRelativeResize="0"/>
          <p:nvPr/>
        </p:nvPicPr>
        <p:blipFill rotWithShape="1">
          <a:blip r:embed="rId5">
            <a:alphaModFix/>
          </a:blip>
          <a:srcRect/>
          <a:stretch/>
        </p:blipFill>
        <p:spPr>
          <a:xfrm>
            <a:off x="882651" y="4751149"/>
            <a:ext cx="657223" cy="609164"/>
          </a:xfrm>
          <a:prstGeom prst="rect">
            <a:avLst/>
          </a:prstGeom>
          <a:noFill/>
          <a:ln>
            <a:noFill/>
          </a:ln>
        </p:spPr>
      </p:pic>
      <p:pic>
        <p:nvPicPr>
          <p:cNvPr id="118" name="Google Shape;118;p10"/>
          <p:cNvPicPr preferRelativeResize="0"/>
          <p:nvPr/>
        </p:nvPicPr>
        <p:blipFill rotWithShape="1">
          <a:blip r:embed="rId6">
            <a:alphaModFix/>
          </a:blip>
          <a:srcRect/>
          <a:stretch/>
        </p:blipFill>
        <p:spPr>
          <a:xfrm>
            <a:off x="900112" y="3936517"/>
            <a:ext cx="657225" cy="609168"/>
          </a:xfrm>
          <a:prstGeom prst="rect">
            <a:avLst/>
          </a:prstGeom>
          <a:noFill/>
          <a:ln>
            <a:noFill/>
          </a:ln>
        </p:spPr>
      </p:pic>
      <p:pic>
        <p:nvPicPr>
          <p:cNvPr id="119" name="Google Shape;119;p10"/>
          <p:cNvPicPr preferRelativeResize="0"/>
          <p:nvPr/>
        </p:nvPicPr>
        <p:blipFill rotWithShape="1">
          <a:blip r:embed="rId7">
            <a:alphaModFix/>
          </a:blip>
          <a:srcRect/>
          <a:stretch/>
        </p:blipFill>
        <p:spPr>
          <a:xfrm>
            <a:off x="2276475" y="4751146"/>
            <a:ext cx="657225" cy="609168"/>
          </a:xfrm>
          <a:prstGeom prst="rect">
            <a:avLst/>
          </a:prstGeom>
          <a:noFill/>
          <a:ln>
            <a:noFill/>
          </a:ln>
        </p:spPr>
      </p:pic>
      <p:pic>
        <p:nvPicPr>
          <p:cNvPr id="120" name="Google Shape;120;p10"/>
          <p:cNvPicPr preferRelativeResize="0"/>
          <p:nvPr/>
        </p:nvPicPr>
        <p:blipFill rotWithShape="1">
          <a:blip r:embed="rId8">
            <a:alphaModFix/>
          </a:blip>
          <a:srcRect/>
          <a:stretch/>
        </p:blipFill>
        <p:spPr>
          <a:xfrm>
            <a:off x="2276475" y="3920655"/>
            <a:ext cx="658368" cy="612648"/>
          </a:xfrm>
          <a:prstGeom prst="rect">
            <a:avLst/>
          </a:prstGeom>
          <a:noFill/>
          <a:ln>
            <a:noFill/>
          </a:ln>
        </p:spPr>
      </p:pic>
      <p:sp>
        <p:nvSpPr>
          <p:cNvPr id="121" name="Google Shape;121;p10"/>
          <p:cNvSpPr txBox="1"/>
          <p:nvPr/>
        </p:nvSpPr>
        <p:spPr>
          <a:xfrm>
            <a:off x="701040" y="856310"/>
            <a:ext cx="9698355" cy="2124075"/>
          </a:xfrm>
          <a:prstGeom prst="rect">
            <a:avLst/>
          </a:prstGeom>
          <a:noFill/>
          <a:ln>
            <a:noFill/>
          </a:ln>
        </p:spPr>
        <p:txBody>
          <a:bodyPr spcFirstLastPara="1" wrap="square" lIns="0" tIns="12700" rIns="0" bIns="0" anchor="t" anchorCtr="0">
            <a:spAutoFit/>
          </a:bodyPr>
          <a:lstStyle/>
          <a:p>
            <a:pPr marL="12700" marR="5080" lvl="0" indent="0" algn="l" rtl="0">
              <a:lnSpc>
                <a:spcPct val="156500"/>
              </a:lnSpc>
              <a:spcBef>
                <a:spcPts val="0"/>
              </a:spcBef>
              <a:spcAft>
                <a:spcPts val="0"/>
              </a:spcAft>
              <a:buClr>
                <a:srgbClr val="000000"/>
              </a:buClr>
              <a:buSzPts val="3200"/>
              <a:buFont typeface="Arial"/>
              <a:buNone/>
            </a:pPr>
            <a:r>
              <a:rPr lang="en-US" sz="3200" b="0" i="0" u="none" strike="noStrike" cap="none">
                <a:solidFill>
                  <a:srgbClr val="000000"/>
                </a:solidFill>
                <a:latin typeface="Cambria Math"/>
                <a:ea typeface="Cambria Math"/>
                <a:cs typeface="Cambria Math"/>
                <a:sym typeface="Cambria Math"/>
              </a:rPr>
              <a:t>d(img1,img2) = </a:t>
            </a:r>
            <a:r>
              <a:rPr lang="en-US" sz="3200" b="0" i="0" u="none" strike="noStrike" cap="none">
                <a:solidFill>
                  <a:srgbClr val="000000"/>
                </a:solidFill>
                <a:latin typeface="Cambria"/>
                <a:ea typeface="Cambria"/>
                <a:cs typeface="Cambria"/>
                <a:sym typeface="Cambria"/>
              </a:rPr>
              <a:t>degree of difference between images If </a:t>
            </a:r>
            <a:r>
              <a:rPr lang="en-US" sz="3200" b="0" i="0" u="none" strike="noStrike" cap="none">
                <a:solidFill>
                  <a:srgbClr val="000000"/>
                </a:solidFill>
                <a:latin typeface="Cambria Math"/>
                <a:ea typeface="Cambria Math"/>
                <a:cs typeface="Cambria Math"/>
                <a:sym typeface="Cambria Math"/>
              </a:rPr>
              <a:t>d(img1,img2)	≤	-</a:t>
            </a:r>
            <a:endParaRPr sz="3200" b="0" i="0" u="none" strike="noStrike" cap="none">
              <a:solidFill>
                <a:srgbClr val="000000"/>
              </a:solidFill>
              <a:latin typeface="Cambria Math"/>
              <a:ea typeface="Cambria Math"/>
              <a:cs typeface="Cambria Math"/>
              <a:sym typeface="Cambria Math"/>
            </a:endParaRPr>
          </a:p>
          <a:p>
            <a:pPr marL="3076575" marR="0" lvl="0" indent="0" algn="l" rtl="0">
              <a:lnSpc>
                <a:spcPct val="100000"/>
              </a:lnSpc>
              <a:spcBef>
                <a:spcPts val="665"/>
              </a:spcBef>
              <a:spcAft>
                <a:spcPts val="0"/>
              </a:spcAft>
              <a:buClr>
                <a:srgbClr val="000000"/>
              </a:buClr>
              <a:buSzPts val="3200"/>
              <a:buFont typeface="Arial"/>
              <a:buNone/>
            </a:pPr>
            <a:r>
              <a:rPr lang="en-US" sz="3200" b="0" i="0" u="none" strike="noStrike" cap="none">
                <a:solidFill>
                  <a:srgbClr val="000000"/>
                </a:solidFill>
                <a:latin typeface="Cambria Math"/>
                <a:ea typeface="Cambria Math"/>
                <a:cs typeface="Cambria Math"/>
                <a:sym typeface="Cambria Math"/>
              </a:rPr>
              <a:t>&gt;	-</a:t>
            </a:r>
            <a:endParaRPr sz="3200" b="0" i="0" u="none" strike="noStrike" cap="none">
              <a:solidFill>
                <a:srgbClr val="000000"/>
              </a:solidFill>
              <a:latin typeface="Cambria Math"/>
              <a:ea typeface="Cambria Math"/>
              <a:cs typeface="Cambria Math"/>
              <a:sym typeface="Cambria Math"/>
            </a:endParaRPr>
          </a:p>
        </p:txBody>
      </p:sp>
      <p:pic>
        <p:nvPicPr>
          <p:cNvPr id="122" name="Google Shape;122;p10"/>
          <p:cNvPicPr preferRelativeResize="0"/>
          <p:nvPr/>
        </p:nvPicPr>
        <p:blipFill rotWithShape="1">
          <a:blip r:embed="rId9">
            <a:alphaModFix/>
          </a:blip>
          <a:srcRect/>
          <a:stretch/>
        </p:blipFill>
        <p:spPr>
          <a:xfrm>
            <a:off x="4114800" y="1677751"/>
            <a:ext cx="913392" cy="1455719"/>
          </a:xfrm>
          <a:prstGeom prst="rect">
            <a:avLst/>
          </a:prstGeom>
          <a:noFill/>
          <a:ln>
            <a:noFill/>
          </a:ln>
        </p:spPr>
      </p:pic>
      <p:pic>
        <p:nvPicPr>
          <p:cNvPr id="123" name="Google Shape;123;p10"/>
          <p:cNvPicPr preferRelativeResize="0"/>
          <p:nvPr/>
        </p:nvPicPr>
        <p:blipFill rotWithShape="1">
          <a:blip r:embed="rId10">
            <a:alphaModFix/>
          </a:blip>
          <a:srcRect/>
          <a:stretch/>
        </p:blipFill>
        <p:spPr>
          <a:xfrm>
            <a:off x="10734473" y="0"/>
            <a:ext cx="1448025" cy="796414"/>
          </a:xfrm>
          <a:prstGeom prst="rect">
            <a:avLst/>
          </a:prstGeom>
          <a:noFill/>
          <a:ln>
            <a:noFill/>
          </a:ln>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Shape 127"/>
        <p:cNvGrpSpPr/>
        <p:nvPr/>
      </p:nvGrpSpPr>
      <p:grpSpPr>
        <a:xfrm>
          <a:off x="0" y="0"/>
          <a:ext cx="0" cy="0"/>
          <a:chOff x="0" y="0"/>
          <a:chExt cx="0" cy="0"/>
        </a:xfrm>
      </p:grpSpPr>
      <p:sp>
        <p:nvSpPr>
          <p:cNvPr id="128" name="Google Shape;128;p11"/>
          <p:cNvSpPr txBox="1">
            <a:spLocks noGrp="1"/>
          </p:cNvSpPr>
          <p:nvPr>
            <p:ph type="title"/>
          </p:nvPr>
        </p:nvSpPr>
        <p:spPr>
          <a:xfrm>
            <a:off x="5504383" y="1188300"/>
            <a:ext cx="5571600" cy="1860000"/>
          </a:xfrm>
          <a:prstGeom prst="rect">
            <a:avLst/>
          </a:prstGeom>
          <a:noFill/>
          <a:ln>
            <a:noFill/>
          </a:ln>
        </p:spPr>
        <p:txBody>
          <a:bodyPr spcFirstLastPara="1" wrap="square" lIns="0" tIns="12700" rIns="0" bIns="0" anchor="t" anchorCtr="0">
            <a:spAutoFit/>
          </a:bodyPr>
          <a:lstStyle/>
          <a:p>
            <a:pPr marL="12700" lvl="0" indent="0" algn="ctr" rtl="0">
              <a:lnSpc>
                <a:spcPct val="100000"/>
              </a:lnSpc>
              <a:spcBef>
                <a:spcPts val="0"/>
              </a:spcBef>
              <a:spcAft>
                <a:spcPts val="0"/>
              </a:spcAft>
              <a:buSzPts val="1400"/>
              <a:buNone/>
            </a:pPr>
            <a:r>
              <a:rPr lang="en-US" sz="6000">
                <a:latin typeface="Arial"/>
                <a:ea typeface="Arial"/>
                <a:cs typeface="Arial"/>
                <a:sym typeface="Arial"/>
              </a:rPr>
              <a:t>Face recognition</a:t>
            </a:r>
            <a:endParaRPr sz="6000">
              <a:latin typeface="Arial"/>
              <a:ea typeface="Arial"/>
              <a:cs typeface="Arial"/>
              <a:sym typeface="Arial"/>
            </a:endParaRPr>
          </a:p>
        </p:txBody>
      </p:sp>
      <p:sp>
        <p:nvSpPr>
          <p:cNvPr id="129" name="Google Shape;129;p11"/>
          <p:cNvSpPr txBox="1"/>
          <p:nvPr/>
        </p:nvSpPr>
        <p:spPr>
          <a:xfrm>
            <a:off x="5357126" y="4008411"/>
            <a:ext cx="5866200" cy="167520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chemeClr val="dk1"/>
              </a:buClr>
              <a:buSzPts val="6600"/>
              <a:buFont typeface="Arial"/>
              <a:buNone/>
            </a:pPr>
            <a:r>
              <a:rPr lang="en-US" sz="5400" b="0" i="0" u="none" strike="noStrike" cap="none">
                <a:solidFill>
                  <a:schemeClr val="dk1"/>
                </a:solidFill>
                <a:latin typeface="Calibri"/>
                <a:ea typeface="Calibri"/>
                <a:cs typeface="Calibri"/>
                <a:sym typeface="Calibri"/>
              </a:rPr>
              <a:t>Siamese network</a:t>
            </a:r>
            <a:endParaRPr sz="5400" b="0" i="0" u="none" strike="noStrike" cap="none">
              <a:solidFill>
                <a:schemeClr val="dk1"/>
              </a:solidFill>
              <a:latin typeface="Calibri"/>
              <a:ea typeface="Calibri"/>
              <a:cs typeface="Calibri"/>
              <a:sym typeface="Calibri"/>
            </a:endParaRPr>
          </a:p>
          <a:p>
            <a:pPr marL="12700" marR="0" lvl="0" indent="0" algn="ctr" rtl="0">
              <a:lnSpc>
                <a:spcPct val="100000"/>
              </a:lnSpc>
              <a:spcBef>
                <a:spcPts val="0"/>
              </a:spcBef>
              <a:spcAft>
                <a:spcPts val="0"/>
              </a:spcAft>
              <a:buClr>
                <a:srgbClr val="000000"/>
              </a:buClr>
              <a:buSzPts val="6600"/>
              <a:buFont typeface="Arial"/>
              <a:buNone/>
            </a:pPr>
            <a:endParaRPr sz="5400" b="0" i="0" u="none" strike="noStrike" cap="none">
              <a:solidFill>
                <a:srgbClr val="000000"/>
              </a:solidFill>
              <a:latin typeface="Arial"/>
              <a:ea typeface="Arial"/>
              <a:cs typeface="Arial"/>
              <a:sym typeface="Arial"/>
            </a:endParaRPr>
          </a:p>
        </p:txBody>
      </p:sp>
      <p:sp>
        <p:nvSpPr>
          <p:cNvPr id="130" name="Google Shape;130;p11"/>
          <p:cNvSpPr/>
          <p:nvPr/>
        </p:nvSpPr>
        <p:spPr>
          <a:xfrm>
            <a:off x="4836350" y="3410419"/>
            <a:ext cx="6908800" cy="17780"/>
          </a:xfrm>
          <a:custGeom>
            <a:avLst/>
            <a:gdLst/>
            <a:ahLst/>
            <a:cxnLst/>
            <a:rect l="l" t="t" r="r" b="b"/>
            <a:pathLst>
              <a:path w="6908800" h="17779" extrusionOk="0">
                <a:moveTo>
                  <a:pt x="0" y="0"/>
                </a:moveTo>
                <a:lnTo>
                  <a:pt x="6908333" y="17737"/>
                </a:lnTo>
              </a:path>
            </a:pathLst>
          </a:custGeom>
          <a:noFill/>
          <a:ln w="19050" cap="flat" cmpd="sng">
            <a:solidFill>
              <a:srgbClr val="40404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pic>
        <p:nvPicPr>
          <p:cNvPr id="131" name="Google Shape;131;p11"/>
          <p:cNvPicPr preferRelativeResize="0"/>
          <p:nvPr/>
        </p:nvPicPr>
        <p:blipFill rotWithShape="1">
          <a:blip r:embed="rId3">
            <a:alphaModFix/>
          </a:blip>
          <a:srcRect/>
          <a:stretch/>
        </p:blipFill>
        <p:spPr>
          <a:xfrm>
            <a:off x="417325" y="2395175"/>
            <a:ext cx="3871626" cy="2129399"/>
          </a:xfrm>
          <a:prstGeom prst="rect">
            <a:avLst/>
          </a:prstGeom>
          <a:noFill/>
          <a:ln>
            <a:noFill/>
          </a:ln>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Shape 135"/>
        <p:cNvGrpSpPr/>
        <p:nvPr/>
      </p:nvGrpSpPr>
      <p:grpSpPr>
        <a:xfrm>
          <a:off x="0" y="0"/>
          <a:ext cx="0" cy="0"/>
          <a:chOff x="0" y="0"/>
          <a:chExt cx="0" cy="0"/>
        </a:xfrm>
      </p:grpSpPr>
      <p:sp>
        <p:nvSpPr>
          <p:cNvPr id="136" name="Google Shape;136;p12"/>
          <p:cNvSpPr txBox="1">
            <a:spLocks noGrp="1"/>
          </p:cNvSpPr>
          <p:nvPr>
            <p:ph type="title"/>
          </p:nvPr>
        </p:nvSpPr>
        <p:spPr>
          <a:xfrm>
            <a:off x="358922" y="231900"/>
            <a:ext cx="4466100" cy="69000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SzPts val="1400"/>
              <a:buNone/>
            </a:pPr>
            <a:r>
              <a:rPr lang="en-US" sz="4400">
                <a:latin typeface="Arial"/>
                <a:ea typeface="Arial"/>
                <a:cs typeface="Arial"/>
                <a:sym typeface="Arial"/>
              </a:rPr>
              <a:t>Siamese network</a:t>
            </a:r>
            <a:endParaRPr sz="4400">
              <a:latin typeface="Arial"/>
              <a:ea typeface="Arial"/>
              <a:cs typeface="Arial"/>
              <a:sym typeface="Arial"/>
            </a:endParaRPr>
          </a:p>
        </p:txBody>
      </p:sp>
      <p:pic>
        <p:nvPicPr>
          <p:cNvPr id="137" name="Google Shape;137;p12"/>
          <p:cNvPicPr preferRelativeResize="0"/>
          <p:nvPr/>
        </p:nvPicPr>
        <p:blipFill rotWithShape="1">
          <a:blip r:embed="rId3">
            <a:alphaModFix/>
          </a:blip>
          <a:srcRect/>
          <a:stretch/>
        </p:blipFill>
        <p:spPr>
          <a:xfrm>
            <a:off x="10734473" y="0"/>
            <a:ext cx="1448025" cy="796414"/>
          </a:xfrm>
          <a:prstGeom prst="rect">
            <a:avLst/>
          </a:prstGeom>
          <a:noFill/>
          <a:ln>
            <a:noFill/>
          </a:ln>
        </p:spPr>
      </p:pic>
      <p:sp>
        <p:nvSpPr>
          <p:cNvPr id="138" name="Google Shape;138;p12"/>
          <p:cNvSpPr txBox="1"/>
          <p:nvPr/>
        </p:nvSpPr>
        <p:spPr>
          <a:xfrm>
            <a:off x="553625" y="1317275"/>
            <a:ext cx="10911544" cy="2769959"/>
          </a:xfrm>
          <a:prstGeom prst="rect">
            <a:avLst/>
          </a:prstGeom>
          <a:noFill/>
          <a:ln>
            <a:noFill/>
          </a:ln>
        </p:spPr>
        <p:txBody>
          <a:bodyPr spcFirstLastPara="1" wrap="square" lIns="91425" tIns="91425" rIns="91425" bIns="91425" anchor="t" anchorCtr="0">
            <a:spAutoFit/>
          </a:bodyPr>
          <a:lstStyle/>
          <a:p>
            <a:pPr marL="342900" marR="0" lvl="0" indent="-342900" algn="l" rtl="0">
              <a:lnSpc>
                <a:spcPct val="100000"/>
              </a:lnSpc>
              <a:spcBef>
                <a:spcPts val="0"/>
              </a:spcBef>
              <a:spcAft>
                <a:spcPts val="0"/>
              </a:spcAft>
              <a:buClr>
                <a:schemeClr val="dk1"/>
              </a:buClr>
              <a:buSzPts val="1100"/>
              <a:buFont typeface="Arial" panose="020B0604020202020204" pitchFamily="34" charset="0"/>
              <a:buChar char="•"/>
            </a:pPr>
            <a:r>
              <a:rPr lang="en-US" sz="2400" b="0" i="0" u="none" strike="noStrike" cap="none" dirty="0">
                <a:solidFill>
                  <a:schemeClr val="dk1"/>
                </a:solidFill>
                <a:latin typeface="Arial"/>
                <a:ea typeface="Arial"/>
                <a:cs typeface="Arial"/>
                <a:sym typeface="Arial"/>
              </a:rPr>
              <a:t>A face recognition system needs to be able to recognize a person based on just one single image or example of that person's face. This is known as the one-shot learning problem, and it is challenging because deep learning algorithms historically do not work well with only one training </a:t>
            </a:r>
            <a:r>
              <a:rPr lang="en-US" sz="2400" b="0" i="0" u="none" strike="noStrike" cap="none" dirty="0" smtClean="0">
                <a:solidFill>
                  <a:schemeClr val="dk1"/>
                </a:solidFill>
                <a:latin typeface="Arial"/>
                <a:ea typeface="Arial"/>
                <a:cs typeface="Arial"/>
                <a:sym typeface="Arial"/>
              </a:rPr>
              <a:t>example.</a:t>
            </a:r>
          </a:p>
          <a:p>
            <a:pPr marL="342900" marR="0" lvl="0" indent="-342900" algn="l" rtl="0">
              <a:lnSpc>
                <a:spcPct val="100000"/>
              </a:lnSpc>
              <a:spcBef>
                <a:spcPts val="0"/>
              </a:spcBef>
              <a:spcAft>
                <a:spcPts val="0"/>
              </a:spcAft>
              <a:buClr>
                <a:schemeClr val="dk1"/>
              </a:buClr>
              <a:buSzPts val="1100"/>
              <a:buFont typeface="Arial" panose="020B0604020202020204" pitchFamily="34" charset="0"/>
              <a:buChar char="•"/>
            </a:pPr>
            <a:r>
              <a:rPr lang="en-US" sz="2400" b="0" i="0" u="none" strike="noStrike" cap="none" dirty="0" smtClean="0">
                <a:solidFill>
                  <a:schemeClr val="dk1"/>
                </a:solidFill>
                <a:latin typeface="Arial"/>
                <a:ea typeface="Arial"/>
                <a:cs typeface="Arial"/>
                <a:sym typeface="Arial"/>
              </a:rPr>
              <a:t>One </a:t>
            </a:r>
            <a:r>
              <a:rPr lang="en-US" sz="2400" b="0" i="0" u="none" strike="noStrike" cap="none" dirty="0">
                <a:solidFill>
                  <a:schemeClr val="dk1"/>
                </a:solidFill>
                <a:latin typeface="Arial"/>
                <a:ea typeface="Arial"/>
                <a:cs typeface="Arial"/>
                <a:sym typeface="Arial"/>
              </a:rPr>
              <a:t>approach to solving this problem is to learn a similarity function, denoted as d, that inputs two images and outputs the degree of difference between them.</a:t>
            </a:r>
            <a:endParaRPr sz="1400" b="0" i="0" u="none" strike="noStrike" cap="none" dirty="0">
              <a:solidFill>
                <a:srgbClr val="000000"/>
              </a:solidFill>
              <a:latin typeface="Calibri"/>
              <a:ea typeface="Calibri"/>
              <a:cs typeface="Calibri"/>
              <a:sym typeface="Calibri"/>
            </a:endParaRPr>
          </a:p>
        </p:txBody>
      </p:sp>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Shape 142"/>
        <p:cNvGrpSpPr/>
        <p:nvPr/>
      </p:nvGrpSpPr>
      <p:grpSpPr>
        <a:xfrm>
          <a:off x="0" y="0"/>
          <a:ext cx="0" cy="0"/>
          <a:chOff x="0" y="0"/>
          <a:chExt cx="0" cy="0"/>
        </a:xfrm>
      </p:grpSpPr>
      <p:sp>
        <p:nvSpPr>
          <p:cNvPr id="143" name="Google Shape;143;p13"/>
          <p:cNvSpPr txBox="1">
            <a:spLocks noGrp="1"/>
          </p:cNvSpPr>
          <p:nvPr>
            <p:ph type="title"/>
          </p:nvPr>
        </p:nvSpPr>
        <p:spPr>
          <a:xfrm>
            <a:off x="358922" y="231900"/>
            <a:ext cx="4466100" cy="69000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SzPts val="1400"/>
              <a:buNone/>
            </a:pPr>
            <a:r>
              <a:rPr lang="en-US" sz="4400">
                <a:latin typeface="Arial"/>
                <a:ea typeface="Arial"/>
                <a:cs typeface="Arial"/>
                <a:sym typeface="Arial"/>
              </a:rPr>
              <a:t>Siamese network</a:t>
            </a:r>
            <a:endParaRPr sz="4400">
              <a:latin typeface="Arial"/>
              <a:ea typeface="Arial"/>
              <a:cs typeface="Arial"/>
              <a:sym typeface="Arial"/>
            </a:endParaRPr>
          </a:p>
        </p:txBody>
      </p:sp>
      <p:pic>
        <p:nvPicPr>
          <p:cNvPr id="144" name="Google Shape;144;p13"/>
          <p:cNvPicPr preferRelativeResize="0"/>
          <p:nvPr/>
        </p:nvPicPr>
        <p:blipFill rotWithShape="1">
          <a:blip r:embed="rId3">
            <a:alphaModFix/>
          </a:blip>
          <a:srcRect/>
          <a:stretch/>
        </p:blipFill>
        <p:spPr>
          <a:xfrm>
            <a:off x="10734473" y="0"/>
            <a:ext cx="1448025" cy="796414"/>
          </a:xfrm>
          <a:prstGeom prst="rect">
            <a:avLst/>
          </a:prstGeom>
          <a:noFill/>
          <a:ln>
            <a:noFill/>
          </a:ln>
        </p:spPr>
      </p:pic>
      <p:sp>
        <p:nvSpPr>
          <p:cNvPr id="145" name="Google Shape;145;p13"/>
          <p:cNvSpPr txBox="1"/>
          <p:nvPr/>
        </p:nvSpPr>
        <p:spPr>
          <a:xfrm>
            <a:off x="553625" y="1317275"/>
            <a:ext cx="11131352" cy="3354734"/>
          </a:xfrm>
          <a:prstGeom prst="rect">
            <a:avLst/>
          </a:prstGeom>
          <a:noFill/>
          <a:ln>
            <a:noFill/>
          </a:ln>
        </p:spPr>
        <p:txBody>
          <a:bodyPr spcFirstLastPara="1" wrap="square" lIns="91425" tIns="91425" rIns="91425" bIns="91425" anchor="t" anchorCtr="0">
            <a:spAutoFit/>
          </a:bodyPr>
          <a:lstStyle/>
          <a:p>
            <a:pPr marL="342900" lvl="0" indent="-342900">
              <a:buSzPts val="2400"/>
              <a:buFont typeface="Arial" panose="020B0604020202020204" pitchFamily="34" charset="0"/>
              <a:buChar char="•"/>
            </a:pPr>
            <a:r>
              <a:rPr lang="en-US" sz="2400" dirty="0" smtClean="0"/>
              <a:t>During </a:t>
            </a:r>
            <a:r>
              <a:rPr lang="en-US" sz="2400" dirty="0"/>
              <a:t>recognition, if two images have a degree of difference below a certain threshold called tau, they are considered to be of the same </a:t>
            </a:r>
            <a:r>
              <a:rPr lang="en-US" sz="2400" dirty="0" smtClean="0"/>
              <a:t>person.</a:t>
            </a:r>
          </a:p>
          <a:p>
            <a:pPr marL="342900" lvl="0" indent="-342900">
              <a:buSzPts val="2400"/>
              <a:buFont typeface="Arial" panose="020B0604020202020204" pitchFamily="34" charset="0"/>
              <a:buChar char="•"/>
            </a:pPr>
            <a:r>
              <a:rPr lang="en-US" sz="2400" dirty="0" smtClean="0"/>
              <a:t>The </a:t>
            </a:r>
            <a:r>
              <a:rPr lang="en-US" sz="2400" dirty="0"/>
              <a:t>Siamese network architecture is used to train a neural network to learn the similarity function. This involves running two identical convolutional neural networks on two different inputs and comparing them. The objective function is to learn parameters that make the distance between the encodings of images of the same person small and that of images of different persons large. The triplet loss function is used to define this objective function.</a:t>
            </a:r>
            <a:endParaRPr sz="1100" b="0" i="0" u="none" strike="noStrike" cap="none" dirty="0">
              <a:solidFill>
                <a:schemeClr val="dk1"/>
              </a:solidFill>
              <a:latin typeface="Arial"/>
              <a:ea typeface="Arial"/>
              <a:cs typeface="Arial"/>
              <a:sym typeface="Arial"/>
            </a:endParaRPr>
          </a:p>
          <a:p>
            <a:pPr marL="285750" marR="0" lvl="0" indent="-285750" algn="l" rtl="0">
              <a:lnSpc>
                <a:spcPct val="100000"/>
              </a:lnSpc>
              <a:spcBef>
                <a:spcPts val="0"/>
              </a:spcBef>
              <a:spcAft>
                <a:spcPts val="0"/>
              </a:spcAft>
              <a:buClr>
                <a:srgbClr val="000000"/>
              </a:buClr>
              <a:buSzPts val="1400"/>
              <a:buFont typeface="Arial" panose="020B0604020202020204" pitchFamily="34" charset="0"/>
              <a:buChar char="•"/>
            </a:pPr>
            <a:endParaRPr sz="1400" b="0" i="0" u="none" strike="noStrike" cap="none" dirty="0">
              <a:solidFill>
                <a:srgbClr val="000000"/>
              </a:solidFill>
              <a:latin typeface="Calibri"/>
              <a:ea typeface="Calibri"/>
              <a:cs typeface="Calibri"/>
              <a:sym typeface="Calibri"/>
            </a:endParaRPr>
          </a:p>
        </p:txBody>
      </p:sp>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Shape 149"/>
        <p:cNvGrpSpPr/>
        <p:nvPr/>
      </p:nvGrpSpPr>
      <p:grpSpPr>
        <a:xfrm>
          <a:off x="0" y="0"/>
          <a:ext cx="0" cy="0"/>
          <a:chOff x="0" y="0"/>
          <a:chExt cx="0" cy="0"/>
        </a:xfrm>
      </p:grpSpPr>
      <p:sp>
        <p:nvSpPr>
          <p:cNvPr id="150" name="Google Shape;150;p14"/>
          <p:cNvSpPr txBox="1">
            <a:spLocks noGrp="1"/>
          </p:cNvSpPr>
          <p:nvPr>
            <p:ph type="title"/>
          </p:nvPr>
        </p:nvSpPr>
        <p:spPr>
          <a:xfrm>
            <a:off x="27622" y="0"/>
            <a:ext cx="4466100" cy="69000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SzPts val="1400"/>
              <a:buNone/>
            </a:pPr>
            <a:r>
              <a:rPr lang="en-US" sz="4400">
                <a:latin typeface="Arial"/>
                <a:ea typeface="Arial"/>
                <a:cs typeface="Arial"/>
                <a:sym typeface="Arial"/>
              </a:rPr>
              <a:t>Siamese network</a:t>
            </a:r>
            <a:endParaRPr sz="4400">
              <a:latin typeface="Arial"/>
              <a:ea typeface="Arial"/>
              <a:cs typeface="Arial"/>
              <a:sym typeface="Arial"/>
            </a:endParaRPr>
          </a:p>
        </p:txBody>
      </p:sp>
      <p:pic>
        <p:nvPicPr>
          <p:cNvPr id="151" name="Google Shape;151;p14"/>
          <p:cNvPicPr preferRelativeResize="0"/>
          <p:nvPr/>
        </p:nvPicPr>
        <p:blipFill rotWithShape="1">
          <a:blip r:embed="rId3">
            <a:alphaModFix/>
          </a:blip>
          <a:srcRect/>
          <a:stretch/>
        </p:blipFill>
        <p:spPr>
          <a:xfrm>
            <a:off x="238425" y="675701"/>
            <a:ext cx="11125199" cy="4791824"/>
          </a:xfrm>
          <a:prstGeom prst="rect">
            <a:avLst/>
          </a:prstGeom>
          <a:noFill/>
          <a:ln>
            <a:noFill/>
          </a:ln>
        </p:spPr>
      </p:pic>
      <p:pic>
        <p:nvPicPr>
          <p:cNvPr id="152" name="Google Shape;152;p14"/>
          <p:cNvPicPr preferRelativeResize="0"/>
          <p:nvPr/>
        </p:nvPicPr>
        <p:blipFill rotWithShape="1">
          <a:blip r:embed="rId4">
            <a:alphaModFix/>
          </a:blip>
          <a:srcRect/>
          <a:stretch/>
        </p:blipFill>
        <p:spPr>
          <a:xfrm>
            <a:off x="10734473" y="0"/>
            <a:ext cx="1448025" cy="796414"/>
          </a:xfrm>
          <a:prstGeom prst="rect">
            <a:avLst/>
          </a:prstGeom>
          <a:noFill/>
          <a:ln>
            <a:noFill/>
          </a:ln>
        </p:spPr>
      </p:pic>
      <p:sp>
        <p:nvSpPr>
          <p:cNvPr id="153" name="Google Shape;153;p14"/>
          <p:cNvSpPr txBox="1"/>
          <p:nvPr/>
        </p:nvSpPr>
        <p:spPr>
          <a:xfrm>
            <a:off x="3289950" y="5725525"/>
            <a:ext cx="5612100" cy="6465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Clr>
                <a:schemeClr val="dk1"/>
              </a:buClr>
              <a:buSzPts val="1100"/>
              <a:buFont typeface="Arial"/>
              <a:buNone/>
            </a:pPr>
            <a:r>
              <a:rPr lang="en-US" sz="3000">
                <a:solidFill>
                  <a:schemeClr val="dk1"/>
                </a:solidFill>
              </a:rPr>
              <a:t>d(x</a:t>
            </a:r>
            <a:r>
              <a:rPr lang="en-US" sz="3000" baseline="30000">
                <a:solidFill>
                  <a:schemeClr val="dk1"/>
                </a:solidFill>
              </a:rPr>
              <a:t>(1)</a:t>
            </a:r>
            <a:r>
              <a:rPr lang="en-US" sz="3000">
                <a:solidFill>
                  <a:schemeClr val="dk1"/>
                </a:solidFill>
              </a:rPr>
              <a:t> ,x</a:t>
            </a:r>
            <a:r>
              <a:rPr lang="en-US" sz="3000" baseline="30000">
                <a:solidFill>
                  <a:schemeClr val="dk1"/>
                </a:solidFill>
              </a:rPr>
              <a:t>(2)</a:t>
            </a:r>
            <a:r>
              <a:rPr lang="en-US" sz="3000">
                <a:solidFill>
                  <a:schemeClr val="dk1"/>
                </a:solidFill>
              </a:rPr>
              <a:t>) = || f(x</a:t>
            </a:r>
            <a:r>
              <a:rPr lang="en-US" sz="3000" baseline="30000">
                <a:solidFill>
                  <a:schemeClr val="dk1"/>
                </a:solidFill>
              </a:rPr>
              <a:t>(1) </a:t>
            </a:r>
            <a:r>
              <a:rPr lang="en-US" sz="3000">
                <a:solidFill>
                  <a:schemeClr val="dk1"/>
                </a:solidFill>
              </a:rPr>
              <a:t>- f(x</a:t>
            </a:r>
            <a:r>
              <a:rPr lang="en-US" sz="3000" baseline="30000">
                <a:solidFill>
                  <a:schemeClr val="dk1"/>
                </a:solidFill>
              </a:rPr>
              <a:t>(2)</a:t>
            </a:r>
            <a:r>
              <a:rPr lang="en-US" sz="3000">
                <a:solidFill>
                  <a:schemeClr val="dk1"/>
                </a:solidFill>
              </a:rPr>
              <a:t>) ||</a:t>
            </a:r>
            <a:r>
              <a:rPr lang="en-US" sz="3000" baseline="30000">
                <a:solidFill>
                  <a:schemeClr val="dk1"/>
                </a:solidFill>
              </a:rPr>
              <a:t>2</a:t>
            </a:r>
            <a:r>
              <a:rPr lang="en-US" sz="3000" baseline="-25000">
                <a:solidFill>
                  <a:schemeClr val="dk1"/>
                </a:solidFill>
              </a:rPr>
              <a:t>2</a:t>
            </a:r>
            <a:endParaRPr sz="2500"/>
          </a:p>
        </p:txBody>
      </p:sp>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Shape 157"/>
        <p:cNvGrpSpPr/>
        <p:nvPr/>
      </p:nvGrpSpPr>
      <p:grpSpPr>
        <a:xfrm>
          <a:off x="0" y="0"/>
          <a:ext cx="0" cy="0"/>
          <a:chOff x="0" y="0"/>
          <a:chExt cx="0" cy="0"/>
        </a:xfrm>
      </p:grpSpPr>
      <p:sp>
        <p:nvSpPr>
          <p:cNvPr id="158" name="Google Shape;158;p15"/>
          <p:cNvSpPr txBox="1">
            <a:spLocks noGrp="1"/>
          </p:cNvSpPr>
          <p:nvPr>
            <p:ph type="title"/>
          </p:nvPr>
        </p:nvSpPr>
        <p:spPr>
          <a:xfrm>
            <a:off x="191537" y="139700"/>
            <a:ext cx="4176395" cy="69596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SzPts val="1400"/>
              <a:buNone/>
            </a:pPr>
            <a:endParaRPr sz="4400">
              <a:latin typeface="Cambria"/>
              <a:ea typeface="Cambria"/>
              <a:cs typeface="Cambria"/>
              <a:sym typeface="Cambria"/>
            </a:endParaRPr>
          </a:p>
        </p:txBody>
      </p:sp>
      <p:pic>
        <p:nvPicPr>
          <p:cNvPr id="159" name="Google Shape;159;p15"/>
          <p:cNvPicPr preferRelativeResize="0"/>
          <p:nvPr/>
        </p:nvPicPr>
        <p:blipFill rotWithShape="1">
          <a:blip r:embed="rId3">
            <a:alphaModFix/>
          </a:blip>
          <a:srcRect/>
          <a:stretch/>
        </p:blipFill>
        <p:spPr>
          <a:xfrm>
            <a:off x="0" y="0"/>
            <a:ext cx="12192000" cy="6843539"/>
          </a:xfrm>
          <a:prstGeom prst="rect">
            <a:avLst/>
          </a:prstGeom>
          <a:noFill/>
          <a:ln>
            <a:noFill/>
          </a:ln>
        </p:spPr>
      </p:pic>
      <p:pic>
        <p:nvPicPr>
          <p:cNvPr id="160" name="Google Shape;160;p15"/>
          <p:cNvPicPr preferRelativeResize="0"/>
          <p:nvPr/>
        </p:nvPicPr>
        <p:blipFill rotWithShape="1">
          <a:blip r:embed="rId4">
            <a:alphaModFix/>
          </a:blip>
          <a:srcRect/>
          <a:stretch/>
        </p:blipFill>
        <p:spPr>
          <a:xfrm>
            <a:off x="10734473" y="0"/>
            <a:ext cx="1448025" cy="796414"/>
          </a:xfrm>
          <a:prstGeom prst="rect">
            <a:avLst/>
          </a:prstGeom>
          <a:noFill/>
          <a:ln>
            <a:noFill/>
          </a:ln>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Shape 164"/>
        <p:cNvGrpSpPr/>
        <p:nvPr/>
      </p:nvGrpSpPr>
      <p:grpSpPr>
        <a:xfrm>
          <a:off x="0" y="0"/>
          <a:ext cx="0" cy="0"/>
          <a:chOff x="0" y="0"/>
          <a:chExt cx="0" cy="0"/>
        </a:xfrm>
      </p:grpSpPr>
      <p:sp>
        <p:nvSpPr>
          <p:cNvPr id="165" name="Google Shape;165;p16"/>
          <p:cNvSpPr txBox="1">
            <a:spLocks noGrp="1"/>
          </p:cNvSpPr>
          <p:nvPr>
            <p:ph type="title"/>
          </p:nvPr>
        </p:nvSpPr>
        <p:spPr>
          <a:xfrm>
            <a:off x="5504958" y="1088900"/>
            <a:ext cx="5571600" cy="2783400"/>
          </a:xfrm>
          <a:prstGeom prst="rect">
            <a:avLst/>
          </a:prstGeom>
          <a:noFill/>
          <a:ln>
            <a:noFill/>
          </a:ln>
        </p:spPr>
        <p:txBody>
          <a:bodyPr spcFirstLastPara="1" wrap="square" lIns="0" tIns="12700" rIns="0" bIns="0" anchor="t" anchorCtr="0">
            <a:spAutoFit/>
          </a:bodyPr>
          <a:lstStyle/>
          <a:p>
            <a:pPr marL="12700" lvl="0" indent="0" algn="ctr" rtl="0">
              <a:lnSpc>
                <a:spcPct val="100000"/>
              </a:lnSpc>
              <a:spcBef>
                <a:spcPts val="0"/>
              </a:spcBef>
              <a:spcAft>
                <a:spcPts val="0"/>
              </a:spcAft>
              <a:buClr>
                <a:schemeClr val="dk1"/>
              </a:buClr>
              <a:buSzPts val="1400"/>
              <a:buFont typeface="Arial"/>
              <a:buNone/>
            </a:pPr>
            <a:r>
              <a:rPr lang="en-US" sz="6000">
                <a:latin typeface="Arial"/>
                <a:ea typeface="Arial"/>
                <a:cs typeface="Arial"/>
                <a:sym typeface="Arial"/>
              </a:rPr>
              <a:t>Face recognition</a:t>
            </a:r>
            <a:endParaRPr sz="6000">
              <a:latin typeface="Arial"/>
              <a:ea typeface="Arial"/>
              <a:cs typeface="Arial"/>
              <a:sym typeface="Arial"/>
            </a:endParaRPr>
          </a:p>
          <a:p>
            <a:pPr marL="12700" lvl="0" indent="0" algn="ctr" rtl="0">
              <a:lnSpc>
                <a:spcPct val="100000"/>
              </a:lnSpc>
              <a:spcBef>
                <a:spcPts val="0"/>
              </a:spcBef>
              <a:spcAft>
                <a:spcPts val="0"/>
              </a:spcAft>
              <a:buSzPts val="1400"/>
              <a:buNone/>
            </a:pPr>
            <a:endParaRPr sz="6000">
              <a:latin typeface="Arial"/>
              <a:ea typeface="Arial"/>
              <a:cs typeface="Arial"/>
              <a:sym typeface="Arial"/>
            </a:endParaRPr>
          </a:p>
        </p:txBody>
      </p:sp>
      <p:sp>
        <p:nvSpPr>
          <p:cNvPr id="166" name="Google Shape;166;p16"/>
          <p:cNvSpPr txBox="1"/>
          <p:nvPr/>
        </p:nvSpPr>
        <p:spPr>
          <a:xfrm>
            <a:off x="6454851" y="4008411"/>
            <a:ext cx="3669600" cy="843900"/>
          </a:xfrm>
          <a:prstGeom prst="rect">
            <a:avLst/>
          </a:prstGeom>
          <a:noFill/>
          <a:ln>
            <a:noFill/>
          </a:ln>
        </p:spPr>
        <p:txBody>
          <a:bodyPr spcFirstLastPara="1" wrap="square" lIns="0" tIns="12700" rIns="0" bIns="0" anchor="t" anchorCtr="0">
            <a:spAutoFit/>
          </a:bodyPr>
          <a:lstStyle/>
          <a:p>
            <a:pPr marL="12700" marR="0" lvl="0" indent="0" algn="ctr" rtl="0">
              <a:lnSpc>
                <a:spcPct val="100000"/>
              </a:lnSpc>
              <a:spcBef>
                <a:spcPts val="0"/>
              </a:spcBef>
              <a:spcAft>
                <a:spcPts val="0"/>
              </a:spcAft>
              <a:buClr>
                <a:srgbClr val="000000"/>
              </a:buClr>
              <a:buSzPts val="6600"/>
              <a:buFont typeface="Arial"/>
              <a:buNone/>
            </a:pPr>
            <a:r>
              <a:rPr lang="en-US" sz="5400" b="0" i="0" u="none" strike="noStrike" cap="none">
                <a:solidFill>
                  <a:srgbClr val="000000"/>
                </a:solidFill>
                <a:latin typeface="Arial"/>
                <a:ea typeface="Arial"/>
                <a:cs typeface="Arial"/>
                <a:sym typeface="Arial"/>
              </a:rPr>
              <a:t>Triplet loss</a:t>
            </a:r>
            <a:endParaRPr sz="5400" b="0" i="0" u="none" strike="noStrike" cap="none">
              <a:solidFill>
                <a:srgbClr val="000000"/>
              </a:solidFill>
              <a:latin typeface="Arial"/>
              <a:ea typeface="Arial"/>
              <a:cs typeface="Arial"/>
              <a:sym typeface="Arial"/>
            </a:endParaRPr>
          </a:p>
        </p:txBody>
      </p:sp>
      <p:sp>
        <p:nvSpPr>
          <p:cNvPr id="167" name="Google Shape;167;p16"/>
          <p:cNvSpPr/>
          <p:nvPr/>
        </p:nvSpPr>
        <p:spPr>
          <a:xfrm>
            <a:off x="4836350" y="3410419"/>
            <a:ext cx="6908800" cy="17780"/>
          </a:xfrm>
          <a:custGeom>
            <a:avLst/>
            <a:gdLst/>
            <a:ahLst/>
            <a:cxnLst/>
            <a:rect l="l" t="t" r="r" b="b"/>
            <a:pathLst>
              <a:path w="6908800" h="17779" extrusionOk="0">
                <a:moveTo>
                  <a:pt x="0" y="0"/>
                </a:moveTo>
                <a:lnTo>
                  <a:pt x="6908333" y="17737"/>
                </a:lnTo>
              </a:path>
            </a:pathLst>
          </a:custGeom>
          <a:noFill/>
          <a:ln w="19050" cap="flat" cmpd="sng">
            <a:solidFill>
              <a:srgbClr val="40404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pic>
        <p:nvPicPr>
          <p:cNvPr id="168" name="Google Shape;168;p16"/>
          <p:cNvPicPr preferRelativeResize="0"/>
          <p:nvPr/>
        </p:nvPicPr>
        <p:blipFill rotWithShape="1">
          <a:blip r:embed="rId3">
            <a:alphaModFix/>
          </a:blip>
          <a:srcRect/>
          <a:stretch/>
        </p:blipFill>
        <p:spPr>
          <a:xfrm>
            <a:off x="417325" y="2395175"/>
            <a:ext cx="3871626" cy="2129399"/>
          </a:xfrm>
          <a:prstGeom prst="rect">
            <a:avLst/>
          </a:prstGeom>
          <a:noFill/>
          <a:ln>
            <a:noFill/>
          </a:ln>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Shape 172"/>
        <p:cNvGrpSpPr/>
        <p:nvPr/>
      </p:nvGrpSpPr>
      <p:grpSpPr>
        <a:xfrm>
          <a:off x="0" y="0"/>
          <a:ext cx="0" cy="0"/>
          <a:chOff x="0" y="0"/>
          <a:chExt cx="0" cy="0"/>
        </a:xfrm>
      </p:grpSpPr>
      <p:sp>
        <p:nvSpPr>
          <p:cNvPr id="173" name="Google Shape;173;p17"/>
          <p:cNvSpPr txBox="1">
            <a:spLocks noGrp="1"/>
          </p:cNvSpPr>
          <p:nvPr>
            <p:ph type="title"/>
          </p:nvPr>
        </p:nvSpPr>
        <p:spPr>
          <a:xfrm>
            <a:off x="261625" y="139700"/>
            <a:ext cx="5361000" cy="136740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Clr>
                <a:schemeClr val="dk1"/>
              </a:buClr>
              <a:buSzPts val="6600"/>
              <a:buFont typeface="Arial"/>
              <a:buNone/>
            </a:pPr>
            <a:r>
              <a:rPr lang="en-US" sz="4400">
                <a:latin typeface="Arial"/>
                <a:ea typeface="Arial"/>
                <a:cs typeface="Arial"/>
                <a:sym typeface="Arial"/>
              </a:rPr>
              <a:t>Triplet loss</a:t>
            </a:r>
            <a:endParaRPr sz="4400">
              <a:latin typeface="Arial"/>
              <a:ea typeface="Arial"/>
              <a:cs typeface="Arial"/>
              <a:sym typeface="Arial"/>
            </a:endParaRPr>
          </a:p>
          <a:p>
            <a:pPr marL="12700" lvl="0" indent="0" algn="l" rtl="0">
              <a:lnSpc>
                <a:spcPct val="100000"/>
              </a:lnSpc>
              <a:spcBef>
                <a:spcPts val="0"/>
              </a:spcBef>
              <a:spcAft>
                <a:spcPts val="0"/>
              </a:spcAft>
              <a:buSzPts val="1400"/>
              <a:buNone/>
            </a:pPr>
            <a:endParaRPr sz="4400">
              <a:latin typeface="Arial"/>
              <a:ea typeface="Arial"/>
              <a:cs typeface="Arial"/>
              <a:sym typeface="Arial"/>
            </a:endParaRPr>
          </a:p>
        </p:txBody>
      </p:sp>
      <p:pic>
        <p:nvPicPr>
          <p:cNvPr id="174" name="Google Shape;174;p17"/>
          <p:cNvPicPr preferRelativeResize="0"/>
          <p:nvPr/>
        </p:nvPicPr>
        <p:blipFill rotWithShape="1">
          <a:blip r:embed="rId3">
            <a:alphaModFix/>
          </a:blip>
          <a:srcRect/>
          <a:stretch/>
        </p:blipFill>
        <p:spPr>
          <a:xfrm>
            <a:off x="10734473" y="0"/>
            <a:ext cx="1448025" cy="796414"/>
          </a:xfrm>
          <a:prstGeom prst="rect">
            <a:avLst/>
          </a:prstGeom>
          <a:noFill/>
          <a:ln>
            <a:noFill/>
          </a:ln>
        </p:spPr>
      </p:pic>
      <p:sp>
        <p:nvSpPr>
          <p:cNvPr id="175" name="Google Shape;175;p17"/>
          <p:cNvSpPr txBox="1"/>
          <p:nvPr/>
        </p:nvSpPr>
        <p:spPr>
          <a:xfrm>
            <a:off x="531474" y="1361425"/>
            <a:ext cx="11127125" cy="4247286"/>
          </a:xfrm>
          <a:prstGeom prst="rect">
            <a:avLst/>
          </a:prstGeom>
          <a:noFill/>
          <a:ln>
            <a:noFill/>
          </a:ln>
        </p:spPr>
        <p:txBody>
          <a:bodyPr spcFirstLastPara="1" wrap="square" lIns="91425" tIns="91425" rIns="91425" bIns="91425" anchor="t" anchorCtr="0">
            <a:spAutoFit/>
          </a:bodyPr>
          <a:lstStyle/>
          <a:p>
            <a:pPr marL="342900" marR="0" lvl="0" indent="-342900" algn="l" rtl="0">
              <a:lnSpc>
                <a:spcPct val="100000"/>
              </a:lnSpc>
              <a:spcBef>
                <a:spcPts val="0"/>
              </a:spcBef>
              <a:spcAft>
                <a:spcPts val="0"/>
              </a:spcAft>
              <a:buClr>
                <a:srgbClr val="000000"/>
              </a:buClr>
              <a:buSzPts val="2400"/>
              <a:buFont typeface="Arial" panose="020B0604020202020204" pitchFamily="34" charset="0"/>
              <a:buChar char="•"/>
            </a:pPr>
            <a:r>
              <a:rPr lang="en-US" sz="2400" b="0" i="0" u="none" strike="noStrike" cap="none" dirty="0">
                <a:solidFill>
                  <a:schemeClr val="dk1"/>
                </a:solidFill>
                <a:latin typeface="Arial"/>
                <a:ea typeface="Arial"/>
                <a:cs typeface="Arial"/>
                <a:sym typeface="Arial"/>
              </a:rPr>
              <a:t>The triplet loss is a loss function used to train a neural network to encode images such that the encoding of images of the same person is closer together in some sense than the encoding of images of different </a:t>
            </a:r>
            <a:r>
              <a:rPr lang="en-US" sz="2400" b="0" i="0" u="none" strike="noStrike" cap="none" dirty="0" smtClean="0">
                <a:solidFill>
                  <a:schemeClr val="dk1"/>
                </a:solidFill>
                <a:latin typeface="Arial"/>
                <a:ea typeface="Arial"/>
                <a:cs typeface="Arial"/>
                <a:sym typeface="Arial"/>
              </a:rPr>
              <a:t>people.</a:t>
            </a:r>
          </a:p>
          <a:p>
            <a:pPr marL="342900" marR="0" lvl="0" indent="-342900" algn="l" rtl="0">
              <a:lnSpc>
                <a:spcPct val="100000"/>
              </a:lnSpc>
              <a:spcBef>
                <a:spcPts val="0"/>
              </a:spcBef>
              <a:spcAft>
                <a:spcPts val="0"/>
              </a:spcAft>
              <a:buClr>
                <a:srgbClr val="000000"/>
              </a:buClr>
              <a:buSzPts val="2400"/>
              <a:buFont typeface="Arial" panose="020B0604020202020204" pitchFamily="34" charset="0"/>
              <a:buChar char="•"/>
            </a:pPr>
            <a:r>
              <a:rPr lang="en-US" sz="2400" b="0" i="0" u="none" strike="noStrike" cap="none" dirty="0" smtClean="0">
                <a:solidFill>
                  <a:schemeClr val="dk1"/>
                </a:solidFill>
                <a:latin typeface="Arial"/>
                <a:ea typeface="Arial"/>
                <a:cs typeface="Arial"/>
                <a:sym typeface="Arial"/>
              </a:rPr>
              <a:t>The </a:t>
            </a:r>
            <a:r>
              <a:rPr lang="en-US" sz="2400" b="0" i="0" u="none" strike="noStrike" cap="none" dirty="0">
                <a:solidFill>
                  <a:schemeClr val="dk1"/>
                </a:solidFill>
                <a:latin typeface="Arial"/>
                <a:ea typeface="Arial"/>
                <a:cs typeface="Arial"/>
                <a:sym typeface="Arial"/>
              </a:rPr>
              <a:t>triplet loss is defined by looking at triplets of images: an anchor image (A), a positive image (P), and a negative image (N). </a:t>
            </a:r>
            <a:endParaRPr lang="en-US" sz="2400" b="0" i="0" u="none" strike="noStrike" cap="none" dirty="0" smtClean="0">
              <a:solidFill>
                <a:schemeClr val="dk1"/>
              </a:solidFill>
              <a:latin typeface="Arial"/>
              <a:ea typeface="Arial"/>
              <a:cs typeface="Arial"/>
              <a:sym typeface="Arial"/>
            </a:endParaRPr>
          </a:p>
          <a:p>
            <a:pPr marL="342900" marR="0" lvl="0" indent="-342900" algn="l" rtl="0">
              <a:lnSpc>
                <a:spcPct val="100000"/>
              </a:lnSpc>
              <a:spcBef>
                <a:spcPts val="0"/>
              </a:spcBef>
              <a:spcAft>
                <a:spcPts val="0"/>
              </a:spcAft>
              <a:buClr>
                <a:srgbClr val="000000"/>
              </a:buClr>
              <a:buSzPts val="2400"/>
              <a:buFont typeface="Arial" panose="020B0604020202020204" pitchFamily="34" charset="0"/>
              <a:buChar char="•"/>
            </a:pPr>
            <a:r>
              <a:rPr lang="en-US" sz="2400" b="0" i="0" u="none" strike="noStrike" cap="none" dirty="0" smtClean="0">
                <a:solidFill>
                  <a:schemeClr val="dk1"/>
                </a:solidFill>
                <a:latin typeface="Arial"/>
                <a:ea typeface="Arial"/>
                <a:cs typeface="Arial"/>
                <a:sym typeface="Arial"/>
              </a:rPr>
              <a:t>The </a:t>
            </a:r>
            <a:r>
              <a:rPr lang="en-US" sz="2400" b="0" i="0" u="none" strike="noStrike" cap="none" dirty="0">
                <a:solidFill>
                  <a:schemeClr val="dk1"/>
                </a:solidFill>
                <a:latin typeface="Arial"/>
                <a:ea typeface="Arial"/>
                <a:cs typeface="Arial"/>
                <a:sym typeface="Arial"/>
              </a:rPr>
              <a:t>positive image is an image of the same person as the anchor, while the negative image is an image of a different person than the anchor. </a:t>
            </a:r>
            <a:endParaRPr lang="en-US" sz="2400" b="0" i="0" u="none" strike="noStrike" cap="none" dirty="0" smtClean="0">
              <a:solidFill>
                <a:schemeClr val="dk1"/>
              </a:solidFill>
              <a:latin typeface="Arial"/>
              <a:ea typeface="Arial"/>
              <a:cs typeface="Arial"/>
              <a:sym typeface="Arial"/>
            </a:endParaRPr>
          </a:p>
          <a:p>
            <a:pPr marL="342900" marR="0" lvl="0" indent="-342900" algn="l" rtl="0">
              <a:lnSpc>
                <a:spcPct val="100000"/>
              </a:lnSpc>
              <a:spcBef>
                <a:spcPts val="0"/>
              </a:spcBef>
              <a:spcAft>
                <a:spcPts val="0"/>
              </a:spcAft>
              <a:buClr>
                <a:srgbClr val="000000"/>
              </a:buClr>
              <a:buSzPts val="2400"/>
              <a:buFont typeface="Arial" panose="020B0604020202020204" pitchFamily="34" charset="0"/>
              <a:buChar char="•"/>
            </a:pPr>
            <a:r>
              <a:rPr lang="en-US" sz="2400" b="0" i="0" u="none" strike="noStrike" cap="none" dirty="0" smtClean="0">
                <a:solidFill>
                  <a:schemeClr val="dk1"/>
                </a:solidFill>
                <a:latin typeface="Arial"/>
                <a:ea typeface="Arial"/>
                <a:cs typeface="Arial"/>
                <a:sym typeface="Arial"/>
              </a:rPr>
              <a:t>The </a:t>
            </a:r>
            <a:r>
              <a:rPr lang="en-US" sz="2400" b="0" i="0" u="none" strike="noStrike" cap="none" dirty="0">
                <a:solidFill>
                  <a:schemeClr val="dk1"/>
                </a:solidFill>
                <a:latin typeface="Arial"/>
                <a:ea typeface="Arial"/>
                <a:cs typeface="Arial"/>
                <a:sym typeface="Arial"/>
              </a:rPr>
              <a:t>goal of the triplet loss is to minimize the distance between the anchor and positive images while maximizing the distance between the anchor and negative images.</a:t>
            </a:r>
            <a:endParaRPr sz="2400" b="0" i="0" u="none" strike="noStrike" cap="none" dirty="0">
              <a:solidFill>
                <a:schemeClr val="dk1"/>
              </a:solidFill>
              <a:latin typeface="Arial"/>
              <a:ea typeface="Arial"/>
              <a:cs typeface="Arial"/>
              <a:sym typeface="Arial"/>
            </a:endParaRPr>
          </a:p>
          <a:p>
            <a:pPr marL="800100" marR="0" lvl="0" indent="-342900" algn="l" rtl="0">
              <a:lnSpc>
                <a:spcPct val="100000"/>
              </a:lnSpc>
              <a:spcBef>
                <a:spcPts val="0"/>
              </a:spcBef>
              <a:spcAft>
                <a:spcPts val="0"/>
              </a:spcAft>
              <a:buClr>
                <a:srgbClr val="000000"/>
              </a:buClr>
              <a:buSzPts val="2400"/>
              <a:buFont typeface="Arial" panose="020B0604020202020204" pitchFamily="34" charset="0"/>
              <a:buChar char="•"/>
            </a:pPr>
            <a:endParaRPr sz="2400" b="0" i="0" u="none" strike="noStrike" cap="none" dirty="0">
              <a:solidFill>
                <a:srgbClr val="000000"/>
              </a:solidFill>
              <a:latin typeface="Arial"/>
              <a:ea typeface="Arial"/>
              <a:cs typeface="Arial"/>
              <a:sym typeface="Arial"/>
            </a:endParaRPr>
          </a:p>
        </p:txBody>
      </p:sp>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Shape 179"/>
        <p:cNvGrpSpPr/>
        <p:nvPr/>
      </p:nvGrpSpPr>
      <p:grpSpPr>
        <a:xfrm>
          <a:off x="0" y="0"/>
          <a:ext cx="0" cy="0"/>
          <a:chOff x="0" y="0"/>
          <a:chExt cx="0" cy="0"/>
        </a:xfrm>
      </p:grpSpPr>
      <p:sp>
        <p:nvSpPr>
          <p:cNvPr id="180" name="Google Shape;180;p18"/>
          <p:cNvSpPr txBox="1">
            <a:spLocks noGrp="1"/>
          </p:cNvSpPr>
          <p:nvPr>
            <p:ph type="title"/>
          </p:nvPr>
        </p:nvSpPr>
        <p:spPr>
          <a:xfrm>
            <a:off x="261625" y="139700"/>
            <a:ext cx="5361000" cy="204450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Clr>
                <a:schemeClr val="dk1"/>
              </a:buClr>
              <a:buSzPts val="1400"/>
              <a:buFont typeface="Arial"/>
              <a:buNone/>
            </a:pPr>
            <a:r>
              <a:rPr lang="en-US" sz="4400">
                <a:latin typeface="Arial"/>
                <a:ea typeface="Arial"/>
                <a:cs typeface="Arial"/>
                <a:sym typeface="Arial"/>
              </a:rPr>
              <a:t>Learning Objective</a:t>
            </a:r>
            <a:endParaRPr sz="4400">
              <a:latin typeface="Arial"/>
              <a:ea typeface="Arial"/>
              <a:cs typeface="Arial"/>
              <a:sym typeface="Arial"/>
            </a:endParaRPr>
          </a:p>
          <a:p>
            <a:pPr marL="12700" lvl="0" indent="0" algn="l" rtl="0">
              <a:lnSpc>
                <a:spcPct val="100000"/>
              </a:lnSpc>
              <a:spcBef>
                <a:spcPts val="0"/>
              </a:spcBef>
              <a:spcAft>
                <a:spcPts val="0"/>
              </a:spcAft>
              <a:buClr>
                <a:schemeClr val="dk1"/>
              </a:buClr>
              <a:buSzPts val="6600"/>
              <a:buFont typeface="Arial"/>
              <a:buNone/>
            </a:pPr>
            <a:endParaRPr sz="4400">
              <a:latin typeface="Arial"/>
              <a:ea typeface="Arial"/>
              <a:cs typeface="Arial"/>
              <a:sym typeface="Arial"/>
            </a:endParaRPr>
          </a:p>
          <a:p>
            <a:pPr marL="12700" lvl="0" indent="0" algn="l" rtl="0">
              <a:lnSpc>
                <a:spcPct val="100000"/>
              </a:lnSpc>
              <a:spcBef>
                <a:spcPts val="0"/>
              </a:spcBef>
              <a:spcAft>
                <a:spcPts val="0"/>
              </a:spcAft>
              <a:buSzPts val="1400"/>
              <a:buNone/>
            </a:pPr>
            <a:endParaRPr sz="4400">
              <a:latin typeface="Arial"/>
              <a:ea typeface="Arial"/>
              <a:cs typeface="Arial"/>
              <a:sym typeface="Arial"/>
            </a:endParaRPr>
          </a:p>
        </p:txBody>
      </p:sp>
      <p:pic>
        <p:nvPicPr>
          <p:cNvPr id="181" name="Google Shape;181;p18"/>
          <p:cNvPicPr preferRelativeResize="0"/>
          <p:nvPr/>
        </p:nvPicPr>
        <p:blipFill rotWithShape="1">
          <a:blip r:embed="rId3">
            <a:alphaModFix/>
          </a:blip>
          <a:srcRect/>
          <a:stretch/>
        </p:blipFill>
        <p:spPr>
          <a:xfrm>
            <a:off x="10734473" y="0"/>
            <a:ext cx="1448025" cy="796414"/>
          </a:xfrm>
          <a:prstGeom prst="rect">
            <a:avLst/>
          </a:prstGeom>
          <a:noFill/>
          <a:ln>
            <a:noFill/>
          </a:ln>
        </p:spPr>
      </p:pic>
      <p:sp>
        <p:nvSpPr>
          <p:cNvPr id="182" name="Google Shape;182;p18"/>
          <p:cNvSpPr txBox="1"/>
          <p:nvPr/>
        </p:nvSpPr>
        <p:spPr>
          <a:xfrm>
            <a:off x="531475" y="1361425"/>
            <a:ext cx="11259010" cy="16623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dk1"/>
                </a:solidFill>
                <a:latin typeface="Arial"/>
                <a:ea typeface="Arial"/>
                <a:cs typeface="Arial"/>
                <a:sym typeface="Arial"/>
              </a:rPr>
              <a:t>Formally, the triplet loss is defined as </a:t>
            </a:r>
            <a:r>
              <a:rPr lang="en-US" sz="2400" b="1" i="0" u="none" strike="noStrike" cap="none" dirty="0">
                <a:solidFill>
                  <a:schemeClr val="dk1"/>
                </a:solidFill>
                <a:latin typeface="Arial"/>
                <a:ea typeface="Arial"/>
                <a:cs typeface="Arial"/>
                <a:sym typeface="Arial"/>
              </a:rPr>
              <a:t>L=max(||f(A)-f(P)||^2-||f(A)-f(N)||^2+α,0)</a:t>
            </a:r>
            <a:r>
              <a:rPr lang="en-US" sz="2400" b="0" i="0" u="none" strike="noStrike" cap="none" dirty="0">
                <a:solidFill>
                  <a:schemeClr val="dk1"/>
                </a:solidFill>
                <a:latin typeface="Arial"/>
                <a:ea typeface="Arial"/>
                <a:cs typeface="Arial"/>
                <a:sym typeface="Arial"/>
              </a:rPr>
              <a:t>, where f(.) is the encoding function, ||.|| is the L2-norm, and α is a margin parameter that is used to make sure the neural network does not output trivial solutions</a:t>
            </a:r>
            <a:endParaRPr sz="2400" b="0" i="0" u="none" strike="noStrike" cap="none" dirty="0">
              <a:solidFill>
                <a:srgbClr val="000000"/>
              </a:solidFill>
              <a:latin typeface="Arial"/>
              <a:ea typeface="Arial"/>
              <a:cs typeface="Arial"/>
              <a:sym typeface="Arial"/>
            </a:endParaRPr>
          </a:p>
        </p:txBody>
      </p:sp>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Shape 186"/>
        <p:cNvGrpSpPr/>
        <p:nvPr/>
      </p:nvGrpSpPr>
      <p:grpSpPr>
        <a:xfrm>
          <a:off x="0" y="0"/>
          <a:ext cx="0" cy="0"/>
          <a:chOff x="0" y="0"/>
          <a:chExt cx="0" cy="0"/>
        </a:xfrm>
      </p:grpSpPr>
      <p:sp>
        <p:nvSpPr>
          <p:cNvPr id="187" name="Google Shape;187;p19"/>
          <p:cNvSpPr txBox="1">
            <a:spLocks noGrp="1"/>
          </p:cNvSpPr>
          <p:nvPr>
            <p:ph type="title"/>
          </p:nvPr>
        </p:nvSpPr>
        <p:spPr>
          <a:xfrm>
            <a:off x="261620" y="139700"/>
            <a:ext cx="4962600" cy="69000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SzPts val="1400"/>
              <a:buNone/>
            </a:pPr>
            <a:r>
              <a:rPr lang="en-US" sz="4400">
                <a:latin typeface="Arial"/>
                <a:ea typeface="Arial"/>
                <a:cs typeface="Arial"/>
                <a:sym typeface="Arial"/>
              </a:rPr>
              <a:t>Learning Objective</a:t>
            </a:r>
            <a:endParaRPr sz="4400">
              <a:latin typeface="Arial"/>
              <a:ea typeface="Arial"/>
              <a:cs typeface="Arial"/>
              <a:sym typeface="Arial"/>
            </a:endParaRPr>
          </a:p>
        </p:txBody>
      </p:sp>
      <p:pic>
        <p:nvPicPr>
          <p:cNvPr id="188" name="Google Shape;188;p19"/>
          <p:cNvPicPr preferRelativeResize="0"/>
          <p:nvPr/>
        </p:nvPicPr>
        <p:blipFill rotWithShape="1">
          <a:blip r:embed="rId3">
            <a:alphaModFix/>
          </a:blip>
          <a:srcRect/>
          <a:stretch/>
        </p:blipFill>
        <p:spPr>
          <a:xfrm>
            <a:off x="888063" y="1203233"/>
            <a:ext cx="1259840" cy="1452397"/>
          </a:xfrm>
          <a:prstGeom prst="rect">
            <a:avLst/>
          </a:prstGeom>
          <a:noFill/>
          <a:ln>
            <a:noFill/>
          </a:ln>
        </p:spPr>
      </p:pic>
      <p:pic>
        <p:nvPicPr>
          <p:cNvPr id="189" name="Google Shape;189;p19"/>
          <p:cNvPicPr preferRelativeResize="0"/>
          <p:nvPr/>
        </p:nvPicPr>
        <p:blipFill rotWithShape="1">
          <a:blip r:embed="rId4">
            <a:alphaModFix/>
          </a:blip>
          <a:srcRect/>
          <a:stretch/>
        </p:blipFill>
        <p:spPr>
          <a:xfrm>
            <a:off x="2534470" y="1203246"/>
            <a:ext cx="1259839" cy="1452384"/>
          </a:xfrm>
          <a:prstGeom prst="rect">
            <a:avLst/>
          </a:prstGeom>
          <a:noFill/>
          <a:ln>
            <a:noFill/>
          </a:ln>
        </p:spPr>
      </p:pic>
      <p:sp>
        <p:nvSpPr>
          <p:cNvPr id="190" name="Google Shape;190;p19"/>
          <p:cNvSpPr txBox="1"/>
          <p:nvPr/>
        </p:nvSpPr>
        <p:spPr>
          <a:xfrm>
            <a:off x="1124600" y="2946194"/>
            <a:ext cx="786900" cy="57990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mbria"/>
                <a:ea typeface="Cambria"/>
                <a:cs typeface="Cambria"/>
                <a:sym typeface="Cambria"/>
              </a:rPr>
              <a:t>Anchor</a:t>
            </a:r>
            <a:endParaRPr sz="1800" b="0" i="0" u="none" strike="noStrike" cap="none">
              <a:solidFill>
                <a:srgbClr val="000000"/>
              </a:solidFill>
              <a:latin typeface="Cambria"/>
              <a:ea typeface="Cambria"/>
              <a:cs typeface="Cambria"/>
              <a:sym typeface="Cambria"/>
            </a:endParaRPr>
          </a:p>
          <a:p>
            <a:pPr marL="12700" marR="0" lvl="0" indent="0" algn="l" rtl="0">
              <a:lnSpc>
                <a:spcPct val="100000"/>
              </a:lnSpc>
              <a:spcBef>
                <a:spcPts val="100"/>
              </a:spcBef>
              <a:spcAft>
                <a:spcPts val="0"/>
              </a:spcAft>
              <a:buClr>
                <a:srgbClr val="000000"/>
              </a:buClr>
              <a:buSzPts val="1800"/>
              <a:buFont typeface="Arial"/>
              <a:buNone/>
            </a:pPr>
            <a:r>
              <a:rPr lang="en-US" sz="1800" b="0" i="0" u="none" strike="noStrike" cap="none">
                <a:solidFill>
                  <a:srgbClr val="000000"/>
                </a:solidFill>
                <a:latin typeface="Cambria"/>
                <a:ea typeface="Cambria"/>
                <a:cs typeface="Cambria"/>
                <a:sym typeface="Cambria"/>
              </a:rPr>
              <a:t>     A</a:t>
            </a:r>
            <a:endParaRPr sz="1800" b="0" i="0" u="none" strike="noStrike" cap="none">
              <a:solidFill>
                <a:srgbClr val="000000"/>
              </a:solidFill>
              <a:latin typeface="Cambria"/>
              <a:ea typeface="Cambria"/>
              <a:cs typeface="Cambria"/>
              <a:sym typeface="Cambria"/>
            </a:endParaRPr>
          </a:p>
        </p:txBody>
      </p:sp>
      <p:sp>
        <p:nvSpPr>
          <p:cNvPr id="191" name="Google Shape;191;p19"/>
          <p:cNvSpPr txBox="1"/>
          <p:nvPr/>
        </p:nvSpPr>
        <p:spPr>
          <a:xfrm>
            <a:off x="2802384" y="2960839"/>
            <a:ext cx="867300" cy="57990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mbria"/>
                <a:ea typeface="Cambria"/>
                <a:cs typeface="Cambria"/>
                <a:sym typeface="Cambria"/>
              </a:rPr>
              <a:t>Positive</a:t>
            </a:r>
            <a:endParaRPr sz="1800" b="0" i="0" u="none" strike="noStrike" cap="none">
              <a:solidFill>
                <a:srgbClr val="000000"/>
              </a:solidFill>
              <a:latin typeface="Cambria"/>
              <a:ea typeface="Cambria"/>
              <a:cs typeface="Cambria"/>
              <a:sym typeface="Cambria"/>
            </a:endParaRPr>
          </a:p>
          <a:p>
            <a:pPr marL="12700" marR="0" lvl="0" indent="0" algn="l" rtl="0">
              <a:lnSpc>
                <a:spcPct val="100000"/>
              </a:lnSpc>
              <a:spcBef>
                <a:spcPts val="100"/>
              </a:spcBef>
              <a:spcAft>
                <a:spcPts val="0"/>
              </a:spcAft>
              <a:buClr>
                <a:srgbClr val="000000"/>
              </a:buClr>
              <a:buSzPts val="1800"/>
              <a:buFont typeface="Arial"/>
              <a:buNone/>
            </a:pPr>
            <a:r>
              <a:rPr lang="en-US" sz="1800" b="0" i="0" u="none" strike="noStrike" cap="none">
                <a:solidFill>
                  <a:srgbClr val="000000"/>
                </a:solidFill>
                <a:latin typeface="Cambria"/>
                <a:ea typeface="Cambria"/>
                <a:cs typeface="Cambria"/>
                <a:sym typeface="Cambria"/>
              </a:rPr>
              <a:t>       P</a:t>
            </a:r>
            <a:endParaRPr sz="1800" b="0" i="0" u="none" strike="noStrike" cap="none">
              <a:solidFill>
                <a:srgbClr val="000000"/>
              </a:solidFill>
              <a:latin typeface="Cambria"/>
              <a:ea typeface="Cambria"/>
              <a:cs typeface="Cambria"/>
              <a:sym typeface="Cambria"/>
            </a:endParaRPr>
          </a:p>
        </p:txBody>
      </p:sp>
      <p:pic>
        <p:nvPicPr>
          <p:cNvPr id="192" name="Google Shape;192;p19"/>
          <p:cNvPicPr preferRelativeResize="0"/>
          <p:nvPr/>
        </p:nvPicPr>
        <p:blipFill rotWithShape="1">
          <a:blip r:embed="rId3">
            <a:alphaModFix/>
          </a:blip>
          <a:srcRect/>
          <a:stretch/>
        </p:blipFill>
        <p:spPr>
          <a:xfrm>
            <a:off x="6544779" y="1143951"/>
            <a:ext cx="1259840" cy="1452397"/>
          </a:xfrm>
          <a:prstGeom prst="rect">
            <a:avLst/>
          </a:prstGeom>
          <a:noFill/>
          <a:ln>
            <a:noFill/>
          </a:ln>
        </p:spPr>
      </p:pic>
      <p:sp>
        <p:nvSpPr>
          <p:cNvPr id="193" name="Google Shape;193;p19"/>
          <p:cNvSpPr txBox="1"/>
          <p:nvPr/>
        </p:nvSpPr>
        <p:spPr>
          <a:xfrm>
            <a:off x="6781316" y="2960839"/>
            <a:ext cx="786900" cy="57990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mbria"/>
                <a:ea typeface="Cambria"/>
                <a:cs typeface="Cambria"/>
                <a:sym typeface="Cambria"/>
              </a:rPr>
              <a:t>Anchor</a:t>
            </a:r>
            <a:endParaRPr sz="1800" b="0" i="0" u="none" strike="noStrike" cap="none">
              <a:solidFill>
                <a:srgbClr val="000000"/>
              </a:solidFill>
              <a:latin typeface="Cambria"/>
              <a:ea typeface="Cambria"/>
              <a:cs typeface="Cambria"/>
              <a:sym typeface="Cambria"/>
            </a:endParaRPr>
          </a:p>
          <a:p>
            <a:pPr marL="12700" marR="0" lvl="0" indent="0" algn="l" rtl="0">
              <a:lnSpc>
                <a:spcPct val="100000"/>
              </a:lnSpc>
              <a:spcBef>
                <a:spcPts val="100"/>
              </a:spcBef>
              <a:spcAft>
                <a:spcPts val="0"/>
              </a:spcAft>
              <a:buClr>
                <a:srgbClr val="000000"/>
              </a:buClr>
              <a:buSzPts val="1800"/>
              <a:buFont typeface="Arial"/>
              <a:buNone/>
            </a:pPr>
            <a:r>
              <a:rPr lang="en-US" sz="1800" b="0" i="0" u="none" strike="noStrike" cap="none">
                <a:solidFill>
                  <a:srgbClr val="000000"/>
                </a:solidFill>
                <a:latin typeface="Cambria"/>
                <a:ea typeface="Cambria"/>
                <a:cs typeface="Cambria"/>
                <a:sym typeface="Cambria"/>
              </a:rPr>
              <a:t>      A</a:t>
            </a:r>
            <a:endParaRPr sz="1800" b="0" i="0" u="none" strike="noStrike" cap="none">
              <a:solidFill>
                <a:srgbClr val="000000"/>
              </a:solidFill>
              <a:latin typeface="Cambria"/>
              <a:ea typeface="Cambria"/>
              <a:cs typeface="Cambria"/>
              <a:sym typeface="Cambria"/>
            </a:endParaRPr>
          </a:p>
        </p:txBody>
      </p:sp>
      <p:sp>
        <p:nvSpPr>
          <p:cNvPr id="194" name="Google Shape;194;p19"/>
          <p:cNvSpPr txBox="1"/>
          <p:nvPr/>
        </p:nvSpPr>
        <p:spPr>
          <a:xfrm>
            <a:off x="8514478" y="2939828"/>
            <a:ext cx="972300" cy="57990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mbria"/>
                <a:ea typeface="Cambria"/>
                <a:cs typeface="Cambria"/>
                <a:sym typeface="Cambria"/>
              </a:rPr>
              <a:t>Negative</a:t>
            </a:r>
            <a:endParaRPr sz="1800" b="0" i="0" u="none" strike="noStrike" cap="none">
              <a:solidFill>
                <a:srgbClr val="000000"/>
              </a:solidFill>
              <a:latin typeface="Cambria"/>
              <a:ea typeface="Cambria"/>
              <a:cs typeface="Cambria"/>
              <a:sym typeface="Cambria"/>
            </a:endParaRPr>
          </a:p>
          <a:p>
            <a:pPr marL="12700" marR="0" lvl="0" indent="0" algn="l" rtl="0">
              <a:lnSpc>
                <a:spcPct val="100000"/>
              </a:lnSpc>
              <a:spcBef>
                <a:spcPts val="100"/>
              </a:spcBef>
              <a:spcAft>
                <a:spcPts val="0"/>
              </a:spcAft>
              <a:buClr>
                <a:srgbClr val="000000"/>
              </a:buClr>
              <a:buSzPts val="1800"/>
              <a:buFont typeface="Arial"/>
              <a:buNone/>
            </a:pPr>
            <a:r>
              <a:rPr lang="en-US" sz="1800" b="0" i="0" u="none" strike="noStrike" cap="none">
                <a:solidFill>
                  <a:srgbClr val="000000"/>
                </a:solidFill>
                <a:latin typeface="Cambria"/>
                <a:ea typeface="Cambria"/>
                <a:cs typeface="Cambria"/>
                <a:sym typeface="Cambria"/>
              </a:rPr>
              <a:t>       N</a:t>
            </a:r>
            <a:endParaRPr sz="1800" b="0" i="0" u="none" strike="noStrike" cap="none">
              <a:solidFill>
                <a:srgbClr val="000000"/>
              </a:solidFill>
              <a:latin typeface="Cambria"/>
              <a:ea typeface="Cambria"/>
              <a:cs typeface="Cambria"/>
              <a:sym typeface="Cambria"/>
            </a:endParaRPr>
          </a:p>
        </p:txBody>
      </p:sp>
      <p:pic>
        <p:nvPicPr>
          <p:cNvPr id="195" name="Google Shape;195;p19"/>
          <p:cNvPicPr preferRelativeResize="0"/>
          <p:nvPr/>
        </p:nvPicPr>
        <p:blipFill rotWithShape="1">
          <a:blip r:embed="rId5">
            <a:alphaModFix/>
          </a:blip>
          <a:srcRect/>
          <a:stretch/>
        </p:blipFill>
        <p:spPr>
          <a:xfrm>
            <a:off x="8370651" y="1143950"/>
            <a:ext cx="1259840" cy="1452397"/>
          </a:xfrm>
          <a:prstGeom prst="rect">
            <a:avLst/>
          </a:prstGeom>
          <a:noFill/>
          <a:ln>
            <a:noFill/>
          </a:ln>
        </p:spPr>
      </p:pic>
      <p:pic>
        <p:nvPicPr>
          <p:cNvPr id="196" name="Google Shape;196;p19"/>
          <p:cNvPicPr preferRelativeResize="0"/>
          <p:nvPr/>
        </p:nvPicPr>
        <p:blipFill rotWithShape="1">
          <a:blip r:embed="rId6">
            <a:alphaModFix/>
          </a:blip>
          <a:srcRect/>
          <a:stretch/>
        </p:blipFill>
        <p:spPr>
          <a:xfrm>
            <a:off x="1911365" y="3463576"/>
            <a:ext cx="5801452" cy="1105039"/>
          </a:xfrm>
          <a:prstGeom prst="rect">
            <a:avLst/>
          </a:prstGeom>
          <a:noFill/>
          <a:ln>
            <a:noFill/>
          </a:ln>
        </p:spPr>
      </p:pic>
      <p:pic>
        <p:nvPicPr>
          <p:cNvPr id="197" name="Google Shape;197;p19"/>
          <p:cNvPicPr preferRelativeResize="0"/>
          <p:nvPr/>
        </p:nvPicPr>
        <p:blipFill rotWithShape="1">
          <a:blip r:embed="rId7">
            <a:alphaModFix/>
          </a:blip>
          <a:srcRect/>
          <a:stretch/>
        </p:blipFill>
        <p:spPr>
          <a:xfrm>
            <a:off x="2584522" y="4380624"/>
            <a:ext cx="1303133" cy="472481"/>
          </a:xfrm>
          <a:prstGeom prst="rect">
            <a:avLst/>
          </a:prstGeom>
          <a:noFill/>
          <a:ln>
            <a:noFill/>
          </a:ln>
        </p:spPr>
      </p:pic>
      <p:pic>
        <p:nvPicPr>
          <p:cNvPr id="198" name="Google Shape;198;p19"/>
          <p:cNvPicPr preferRelativeResize="0"/>
          <p:nvPr/>
        </p:nvPicPr>
        <p:blipFill rotWithShape="1">
          <a:blip r:embed="rId8">
            <a:alphaModFix/>
          </a:blip>
          <a:srcRect/>
          <a:stretch/>
        </p:blipFill>
        <p:spPr>
          <a:xfrm>
            <a:off x="5424838" y="4357762"/>
            <a:ext cx="1356478" cy="495343"/>
          </a:xfrm>
          <a:prstGeom prst="rect">
            <a:avLst/>
          </a:prstGeom>
          <a:noFill/>
          <a:ln>
            <a:noFill/>
          </a:ln>
        </p:spPr>
      </p:pic>
      <p:pic>
        <p:nvPicPr>
          <p:cNvPr id="199" name="Google Shape;199;p19"/>
          <p:cNvPicPr preferRelativeResize="0"/>
          <p:nvPr/>
        </p:nvPicPr>
        <p:blipFill rotWithShape="1">
          <a:blip r:embed="rId9">
            <a:alphaModFix/>
          </a:blip>
          <a:srcRect/>
          <a:stretch/>
        </p:blipFill>
        <p:spPr>
          <a:xfrm>
            <a:off x="0" y="4993735"/>
            <a:ext cx="8611129" cy="1835752"/>
          </a:xfrm>
          <a:prstGeom prst="rect">
            <a:avLst/>
          </a:prstGeom>
          <a:noFill/>
          <a:ln>
            <a:noFill/>
          </a:ln>
        </p:spPr>
      </p:pic>
      <p:pic>
        <p:nvPicPr>
          <p:cNvPr id="200" name="Google Shape;200;p19"/>
          <p:cNvPicPr preferRelativeResize="0"/>
          <p:nvPr/>
        </p:nvPicPr>
        <p:blipFill rotWithShape="1">
          <a:blip r:embed="rId10">
            <a:alphaModFix/>
          </a:blip>
          <a:srcRect/>
          <a:stretch/>
        </p:blipFill>
        <p:spPr>
          <a:xfrm>
            <a:off x="10734473" y="0"/>
            <a:ext cx="1448025" cy="796414"/>
          </a:xfrm>
          <a:prstGeom prst="rect">
            <a:avLst/>
          </a:prstGeom>
          <a:noFill/>
          <a:ln>
            <a:noFill/>
          </a:ln>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Shape 204"/>
        <p:cNvGrpSpPr/>
        <p:nvPr/>
      </p:nvGrpSpPr>
      <p:grpSpPr>
        <a:xfrm>
          <a:off x="0" y="0"/>
          <a:ext cx="0" cy="0"/>
          <a:chOff x="0" y="0"/>
          <a:chExt cx="0" cy="0"/>
        </a:xfrm>
      </p:grpSpPr>
      <p:sp>
        <p:nvSpPr>
          <p:cNvPr id="205" name="Google Shape;205;p20"/>
          <p:cNvSpPr txBox="1">
            <a:spLocks noGrp="1"/>
          </p:cNvSpPr>
          <p:nvPr>
            <p:ph type="title"/>
          </p:nvPr>
        </p:nvSpPr>
        <p:spPr>
          <a:xfrm>
            <a:off x="261625" y="139700"/>
            <a:ext cx="5361000" cy="306060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Clr>
                <a:schemeClr val="dk1"/>
              </a:buClr>
              <a:buSzPts val="1400"/>
              <a:buFont typeface="Arial"/>
              <a:buNone/>
            </a:pPr>
            <a:r>
              <a:rPr lang="en-US" sz="4400">
                <a:latin typeface="Arial"/>
                <a:ea typeface="Arial"/>
                <a:cs typeface="Arial"/>
                <a:sym typeface="Arial"/>
              </a:rPr>
              <a:t>Loss function</a:t>
            </a:r>
            <a:endParaRPr sz="4400">
              <a:latin typeface="Arial"/>
              <a:ea typeface="Arial"/>
              <a:cs typeface="Arial"/>
              <a:sym typeface="Arial"/>
            </a:endParaRPr>
          </a:p>
          <a:p>
            <a:pPr marL="12700" lvl="0" indent="0" algn="l" rtl="0">
              <a:lnSpc>
                <a:spcPct val="100000"/>
              </a:lnSpc>
              <a:spcBef>
                <a:spcPts val="0"/>
              </a:spcBef>
              <a:spcAft>
                <a:spcPts val="0"/>
              </a:spcAft>
              <a:buClr>
                <a:schemeClr val="dk1"/>
              </a:buClr>
              <a:buSzPts val="1400"/>
              <a:buFont typeface="Arial"/>
              <a:buNone/>
            </a:pPr>
            <a:endParaRPr sz="4400">
              <a:latin typeface="Arial"/>
              <a:ea typeface="Arial"/>
              <a:cs typeface="Arial"/>
              <a:sym typeface="Arial"/>
            </a:endParaRPr>
          </a:p>
          <a:p>
            <a:pPr marL="12700" lvl="0" indent="0" algn="l" rtl="0">
              <a:lnSpc>
                <a:spcPct val="100000"/>
              </a:lnSpc>
              <a:spcBef>
                <a:spcPts val="0"/>
              </a:spcBef>
              <a:spcAft>
                <a:spcPts val="0"/>
              </a:spcAft>
              <a:buClr>
                <a:schemeClr val="dk1"/>
              </a:buClr>
              <a:buSzPts val="6600"/>
              <a:buFont typeface="Arial"/>
              <a:buNone/>
            </a:pPr>
            <a:endParaRPr>
              <a:latin typeface="Arial"/>
              <a:ea typeface="Arial"/>
              <a:cs typeface="Arial"/>
              <a:sym typeface="Arial"/>
            </a:endParaRPr>
          </a:p>
          <a:p>
            <a:pPr marL="12700" lvl="0" indent="0" algn="l" rtl="0">
              <a:lnSpc>
                <a:spcPct val="100000"/>
              </a:lnSpc>
              <a:spcBef>
                <a:spcPts val="0"/>
              </a:spcBef>
              <a:spcAft>
                <a:spcPts val="0"/>
              </a:spcAft>
              <a:buSzPts val="1400"/>
              <a:buNone/>
            </a:pPr>
            <a:endParaRPr sz="4400">
              <a:latin typeface="Arial"/>
              <a:ea typeface="Arial"/>
              <a:cs typeface="Arial"/>
              <a:sym typeface="Arial"/>
            </a:endParaRPr>
          </a:p>
        </p:txBody>
      </p:sp>
      <p:pic>
        <p:nvPicPr>
          <p:cNvPr id="206" name="Google Shape;206;p20"/>
          <p:cNvPicPr preferRelativeResize="0"/>
          <p:nvPr/>
        </p:nvPicPr>
        <p:blipFill rotWithShape="1">
          <a:blip r:embed="rId3">
            <a:alphaModFix/>
          </a:blip>
          <a:srcRect/>
          <a:stretch/>
        </p:blipFill>
        <p:spPr>
          <a:xfrm>
            <a:off x="10734473" y="0"/>
            <a:ext cx="1448025" cy="796414"/>
          </a:xfrm>
          <a:prstGeom prst="rect">
            <a:avLst/>
          </a:prstGeom>
          <a:noFill/>
          <a:ln>
            <a:noFill/>
          </a:ln>
        </p:spPr>
      </p:pic>
      <p:sp>
        <p:nvSpPr>
          <p:cNvPr id="207" name="Google Shape;207;p20"/>
          <p:cNvSpPr txBox="1"/>
          <p:nvPr/>
        </p:nvSpPr>
        <p:spPr>
          <a:xfrm>
            <a:off x="531474" y="1361425"/>
            <a:ext cx="11127125" cy="2769959"/>
          </a:xfrm>
          <a:prstGeom prst="rect">
            <a:avLst/>
          </a:prstGeom>
          <a:noFill/>
          <a:ln>
            <a:noFill/>
          </a:ln>
        </p:spPr>
        <p:txBody>
          <a:bodyPr spcFirstLastPara="1" wrap="square" lIns="91425" tIns="91425" rIns="91425" bIns="91425" anchor="t" anchorCtr="0">
            <a:spAutoFit/>
          </a:bodyPr>
          <a:lstStyle/>
          <a:p>
            <a:pPr marL="342900" marR="0" lvl="0" indent="-342900" algn="l" rtl="0">
              <a:lnSpc>
                <a:spcPct val="100000"/>
              </a:lnSpc>
              <a:spcBef>
                <a:spcPts val="0"/>
              </a:spcBef>
              <a:spcAft>
                <a:spcPts val="0"/>
              </a:spcAft>
              <a:buClr>
                <a:srgbClr val="000000"/>
              </a:buClr>
              <a:buSzPts val="2400"/>
              <a:buFont typeface="Arial" panose="020B0604020202020204" pitchFamily="34" charset="0"/>
              <a:buChar char="•"/>
            </a:pPr>
            <a:r>
              <a:rPr lang="en-US" sz="2400" b="0" i="0" u="none" strike="noStrike" cap="none" dirty="0">
                <a:solidFill>
                  <a:schemeClr val="dk1"/>
                </a:solidFill>
                <a:latin typeface="Arial"/>
                <a:ea typeface="Arial"/>
                <a:cs typeface="Arial"/>
                <a:sym typeface="Arial"/>
              </a:rPr>
              <a:t>To train the neural network using the triplet loss, a dataset of triplets must be constructed. </a:t>
            </a:r>
            <a:endParaRPr lang="en-US" sz="2400" b="0" i="0" u="none" strike="noStrike" cap="none" dirty="0" smtClean="0">
              <a:solidFill>
                <a:schemeClr val="dk1"/>
              </a:solidFill>
              <a:latin typeface="Arial"/>
              <a:ea typeface="Arial"/>
              <a:cs typeface="Arial"/>
              <a:sym typeface="Arial"/>
            </a:endParaRPr>
          </a:p>
          <a:p>
            <a:pPr marL="342900" marR="0" lvl="0" indent="-342900" algn="l" rtl="0">
              <a:lnSpc>
                <a:spcPct val="100000"/>
              </a:lnSpc>
              <a:spcBef>
                <a:spcPts val="0"/>
              </a:spcBef>
              <a:spcAft>
                <a:spcPts val="0"/>
              </a:spcAft>
              <a:buClr>
                <a:srgbClr val="000000"/>
              </a:buClr>
              <a:buSzPts val="2400"/>
              <a:buFont typeface="Arial" panose="020B0604020202020204" pitchFamily="34" charset="0"/>
              <a:buChar char="•"/>
            </a:pPr>
            <a:r>
              <a:rPr lang="en-US" sz="2400" b="0" i="0" u="none" strike="noStrike" cap="none" dirty="0" smtClean="0">
                <a:solidFill>
                  <a:schemeClr val="dk1"/>
                </a:solidFill>
                <a:latin typeface="Arial"/>
                <a:ea typeface="Arial"/>
                <a:cs typeface="Arial"/>
                <a:sym typeface="Arial"/>
              </a:rPr>
              <a:t>However</a:t>
            </a:r>
            <a:r>
              <a:rPr lang="en-US" sz="2400" b="0" i="0" u="none" strike="noStrike" cap="none" dirty="0">
                <a:solidFill>
                  <a:schemeClr val="dk1"/>
                </a:solidFill>
                <a:latin typeface="Arial"/>
                <a:ea typeface="Arial"/>
                <a:cs typeface="Arial"/>
                <a:sym typeface="Arial"/>
              </a:rPr>
              <a:t>, choosing triplets randomly can be computationally inefficient, as too many triplets may be too easy for the neural network to learn. Instead, it is recommended to choose "hard" triplets, where the distance between the anchor and positive images is close to the distance between the anchor and negative images.</a:t>
            </a:r>
            <a:endParaRPr sz="2400" b="0" i="0" u="none" strike="noStrike" cap="none" dirty="0">
              <a:solidFill>
                <a:schemeClr val="dk1"/>
              </a:solidFill>
              <a:latin typeface="Arial"/>
              <a:ea typeface="Arial"/>
              <a:cs typeface="Arial"/>
              <a:sym typeface="Arial"/>
            </a:endParaRPr>
          </a:p>
        </p:txBody>
      </p:sp>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Shape 211"/>
        <p:cNvGrpSpPr/>
        <p:nvPr/>
      </p:nvGrpSpPr>
      <p:grpSpPr>
        <a:xfrm>
          <a:off x="0" y="0"/>
          <a:ext cx="0" cy="0"/>
          <a:chOff x="0" y="0"/>
          <a:chExt cx="0" cy="0"/>
        </a:xfrm>
      </p:grpSpPr>
      <p:sp>
        <p:nvSpPr>
          <p:cNvPr id="212" name="Google Shape;212;p21"/>
          <p:cNvSpPr txBox="1">
            <a:spLocks noGrp="1"/>
          </p:cNvSpPr>
          <p:nvPr>
            <p:ph type="title"/>
          </p:nvPr>
        </p:nvSpPr>
        <p:spPr>
          <a:xfrm>
            <a:off x="261620" y="139700"/>
            <a:ext cx="3481200" cy="69000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SzPts val="1400"/>
              <a:buNone/>
            </a:pPr>
            <a:r>
              <a:rPr lang="en-US" sz="4400">
                <a:latin typeface="Arial"/>
                <a:ea typeface="Arial"/>
                <a:cs typeface="Arial"/>
                <a:sym typeface="Arial"/>
              </a:rPr>
              <a:t>Loss function</a:t>
            </a:r>
            <a:endParaRPr sz="4400">
              <a:latin typeface="Arial"/>
              <a:ea typeface="Arial"/>
              <a:cs typeface="Arial"/>
              <a:sym typeface="Arial"/>
            </a:endParaRPr>
          </a:p>
        </p:txBody>
      </p:sp>
      <p:sp>
        <p:nvSpPr>
          <p:cNvPr id="213" name="Google Shape;213;p21"/>
          <p:cNvSpPr txBox="1"/>
          <p:nvPr/>
        </p:nvSpPr>
        <p:spPr>
          <a:xfrm>
            <a:off x="497894" y="5478779"/>
            <a:ext cx="6548120" cy="45212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2800"/>
              <a:buFont typeface="Arial"/>
              <a:buNone/>
            </a:pPr>
            <a:r>
              <a:rPr lang="en-US" sz="2800" b="0" i="0" u="none" strike="noStrike" cap="none">
                <a:solidFill>
                  <a:srgbClr val="000000"/>
                </a:solidFill>
                <a:latin typeface="Cambria"/>
                <a:ea typeface="Cambria"/>
                <a:cs typeface="Cambria"/>
                <a:sym typeface="Cambria"/>
              </a:rPr>
              <a:t>Training set: 10k pictures of 1k persons</a:t>
            </a:r>
            <a:endParaRPr sz="2800" b="0" i="0" u="none" strike="noStrike" cap="none">
              <a:solidFill>
                <a:srgbClr val="000000"/>
              </a:solidFill>
              <a:latin typeface="Cambria"/>
              <a:ea typeface="Cambria"/>
              <a:cs typeface="Cambria"/>
              <a:sym typeface="Cambria"/>
            </a:endParaRPr>
          </a:p>
        </p:txBody>
      </p:sp>
      <p:pic>
        <p:nvPicPr>
          <p:cNvPr id="214" name="Google Shape;214;p21"/>
          <p:cNvPicPr preferRelativeResize="0"/>
          <p:nvPr/>
        </p:nvPicPr>
        <p:blipFill rotWithShape="1">
          <a:blip r:embed="rId3">
            <a:alphaModFix/>
          </a:blip>
          <a:srcRect/>
          <a:stretch/>
        </p:blipFill>
        <p:spPr>
          <a:xfrm>
            <a:off x="261620" y="2958454"/>
            <a:ext cx="8511970" cy="941092"/>
          </a:xfrm>
          <a:prstGeom prst="rect">
            <a:avLst/>
          </a:prstGeom>
          <a:noFill/>
          <a:ln>
            <a:noFill/>
          </a:ln>
        </p:spPr>
      </p:pic>
      <p:pic>
        <p:nvPicPr>
          <p:cNvPr id="215" name="Google Shape;215;p21"/>
          <p:cNvPicPr preferRelativeResize="0"/>
          <p:nvPr/>
        </p:nvPicPr>
        <p:blipFill rotWithShape="1">
          <a:blip r:embed="rId4">
            <a:alphaModFix/>
          </a:blip>
          <a:srcRect/>
          <a:stretch/>
        </p:blipFill>
        <p:spPr>
          <a:xfrm>
            <a:off x="430579" y="1376763"/>
            <a:ext cx="3529369" cy="452037"/>
          </a:xfrm>
          <a:prstGeom prst="rect">
            <a:avLst/>
          </a:prstGeom>
          <a:noFill/>
          <a:ln>
            <a:noFill/>
          </a:ln>
        </p:spPr>
      </p:pic>
      <p:pic>
        <p:nvPicPr>
          <p:cNvPr id="216" name="Google Shape;216;p21"/>
          <p:cNvPicPr preferRelativeResize="0"/>
          <p:nvPr/>
        </p:nvPicPr>
        <p:blipFill rotWithShape="1">
          <a:blip r:embed="rId5">
            <a:alphaModFix/>
          </a:blip>
          <a:srcRect/>
          <a:stretch/>
        </p:blipFill>
        <p:spPr>
          <a:xfrm>
            <a:off x="10734473" y="0"/>
            <a:ext cx="1448025" cy="796414"/>
          </a:xfrm>
          <a:prstGeom prst="rect">
            <a:avLst/>
          </a:prstGeom>
          <a:noFill/>
          <a:ln>
            <a:noFill/>
          </a:ln>
        </p:spPr>
      </p:pic>
      <p:sp>
        <p:nvSpPr>
          <p:cNvPr id="217" name="Google Shape;217;p21"/>
          <p:cNvSpPr txBox="1"/>
          <p:nvPr/>
        </p:nvSpPr>
        <p:spPr>
          <a:xfrm>
            <a:off x="2077113" y="4026850"/>
            <a:ext cx="4881000" cy="6618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Clr>
                <a:schemeClr val="dk1"/>
              </a:buClr>
              <a:buSzPts val="1100"/>
              <a:buFont typeface="Arial"/>
              <a:buNone/>
            </a:pPr>
            <a:r>
              <a:rPr lang="en-US" sz="3100">
                <a:solidFill>
                  <a:schemeClr val="dk1"/>
                </a:solidFill>
              </a:rPr>
              <a:t>J = ∑</a:t>
            </a:r>
            <a:r>
              <a:rPr lang="en-US" sz="3100" baseline="30000">
                <a:solidFill>
                  <a:schemeClr val="dk1"/>
                </a:solidFill>
              </a:rPr>
              <a:t>m</a:t>
            </a:r>
            <a:r>
              <a:rPr lang="en-US" sz="3100" baseline="-25000">
                <a:solidFill>
                  <a:schemeClr val="dk1"/>
                </a:solidFill>
              </a:rPr>
              <a:t>i=1</a:t>
            </a:r>
            <a:r>
              <a:rPr lang="en-US" sz="3100">
                <a:solidFill>
                  <a:schemeClr val="dk1"/>
                </a:solidFill>
              </a:rPr>
              <a:t>L(A</a:t>
            </a:r>
            <a:r>
              <a:rPr lang="en-US" sz="3100" baseline="30000">
                <a:solidFill>
                  <a:schemeClr val="dk1"/>
                </a:solidFill>
              </a:rPr>
              <a:t>(i)</a:t>
            </a:r>
            <a:r>
              <a:rPr lang="en-US" sz="3100">
                <a:solidFill>
                  <a:schemeClr val="dk1"/>
                </a:solidFill>
              </a:rPr>
              <a:t>,P</a:t>
            </a:r>
            <a:r>
              <a:rPr lang="en-US" sz="3100" baseline="30000">
                <a:solidFill>
                  <a:schemeClr val="dk1"/>
                </a:solidFill>
              </a:rPr>
              <a:t>(i)</a:t>
            </a:r>
            <a:r>
              <a:rPr lang="en-US" sz="3100">
                <a:solidFill>
                  <a:schemeClr val="dk1"/>
                </a:solidFill>
              </a:rPr>
              <a:t>,N</a:t>
            </a:r>
            <a:r>
              <a:rPr lang="en-US" sz="3100" baseline="30000">
                <a:solidFill>
                  <a:schemeClr val="dk1"/>
                </a:solidFill>
              </a:rPr>
              <a:t>(i)</a:t>
            </a:r>
            <a:r>
              <a:rPr lang="en-US" sz="3100">
                <a:solidFill>
                  <a:schemeClr val="dk1"/>
                </a:solidFill>
              </a:rPr>
              <a:t>)</a:t>
            </a:r>
            <a:endParaRPr sz="2600"/>
          </a:p>
        </p:txBody>
      </p:sp>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Shape 221"/>
        <p:cNvGrpSpPr/>
        <p:nvPr/>
      </p:nvGrpSpPr>
      <p:grpSpPr>
        <a:xfrm>
          <a:off x="0" y="0"/>
          <a:ext cx="0" cy="0"/>
          <a:chOff x="0" y="0"/>
          <a:chExt cx="0" cy="0"/>
        </a:xfrm>
      </p:grpSpPr>
      <p:sp>
        <p:nvSpPr>
          <p:cNvPr id="222" name="Google Shape;222;p22"/>
          <p:cNvSpPr txBox="1">
            <a:spLocks noGrp="1"/>
          </p:cNvSpPr>
          <p:nvPr>
            <p:ph type="title"/>
          </p:nvPr>
        </p:nvSpPr>
        <p:spPr>
          <a:xfrm>
            <a:off x="261620" y="139700"/>
            <a:ext cx="7143900" cy="69000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SzPts val="1400"/>
              <a:buNone/>
            </a:pPr>
            <a:r>
              <a:rPr lang="en-US" sz="4400">
                <a:latin typeface="Arial"/>
                <a:ea typeface="Arial"/>
                <a:cs typeface="Arial"/>
                <a:sym typeface="Arial"/>
              </a:rPr>
              <a:t>Choosing the triplets A,P,N</a:t>
            </a:r>
            <a:endParaRPr sz="4400">
              <a:latin typeface="Arial"/>
              <a:ea typeface="Arial"/>
              <a:cs typeface="Arial"/>
              <a:sym typeface="Arial"/>
            </a:endParaRPr>
          </a:p>
        </p:txBody>
      </p:sp>
      <p:pic>
        <p:nvPicPr>
          <p:cNvPr id="223" name="Google Shape;223;p22"/>
          <p:cNvPicPr preferRelativeResize="0"/>
          <p:nvPr/>
        </p:nvPicPr>
        <p:blipFill rotWithShape="1">
          <a:blip r:embed="rId3">
            <a:alphaModFix/>
          </a:blip>
          <a:srcRect/>
          <a:stretch/>
        </p:blipFill>
        <p:spPr>
          <a:xfrm>
            <a:off x="0" y="1447800"/>
            <a:ext cx="10760362" cy="3352800"/>
          </a:xfrm>
          <a:prstGeom prst="rect">
            <a:avLst/>
          </a:prstGeom>
          <a:noFill/>
          <a:ln>
            <a:noFill/>
          </a:ln>
        </p:spPr>
      </p:pic>
      <p:pic>
        <p:nvPicPr>
          <p:cNvPr id="224" name="Google Shape;224;p22"/>
          <p:cNvPicPr preferRelativeResize="0"/>
          <p:nvPr/>
        </p:nvPicPr>
        <p:blipFill rotWithShape="1">
          <a:blip r:embed="rId4">
            <a:alphaModFix/>
          </a:blip>
          <a:srcRect/>
          <a:stretch/>
        </p:blipFill>
        <p:spPr>
          <a:xfrm>
            <a:off x="10734473" y="0"/>
            <a:ext cx="1448025" cy="796414"/>
          </a:xfrm>
          <a:prstGeom prst="rect">
            <a:avLst/>
          </a:prstGeom>
          <a:noFill/>
          <a:ln>
            <a:noFill/>
          </a:ln>
        </p:spPr>
      </p:pic>
      <p:sp>
        <p:nvSpPr>
          <p:cNvPr id="225" name="Google Shape;225;p22"/>
          <p:cNvSpPr txBox="1"/>
          <p:nvPr/>
        </p:nvSpPr>
        <p:spPr>
          <a:xfrm>
            <a:off x="2217775" y="4929950"/>
            <a:ext cx="4322100" cy="10806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Clr>
                <a:schemeClr val="dk1"/>
              </a:buClr>
              <a:buSzPts val="1100"/>
              <a:buFont typeface="Arial"/>
              <a:buNone/>
            </a:pPr>
            <a:r>
              <a:rPr lang="en-US" sz="2600">
                <a:solidFill>
                  <a:schemeClr val="dk1"/>
                </a:solidFill>
              </a:rPr>
              <a:t>d(A,P) + </a:t>
            </a:r>
            <a:r>
              <a:rPr lang="en-US" sz="2800">
                <a:solidFill>
                  <a:schemeClr val="dk1"/>
                </a:solidFill>
              </a:rPr>
              <a:t>𝝰 ⩽</a:t>
            </a:r>
            <a:r>
              <a:rPr lang="en-US" sz="2600">
                <a:solidFill>
                  <a:schemeClr val="dk1"/>
                </a:solidFill>
              </a:rPr>
              <a:t>  d(A,N)</a:t>
            </a:r>
            <a:endParaRPr sz="2600">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US" sz="2600">
                <a:solidFill>
                  <a:schemeClr val="dk1"/>
                </a:solidFill>
              </a:rPr>
              <a:t>d(A,P) ≅ d(A,N)</a:t>
            </a:r>
            <a:endParaRPr sz="2100"/>
          </a:p>
        </p:txBody>
      </p:sp>
      <p:sp>
        <p:nvSpPr>
          <p:cNvPr id="226" name="Google Shape;226;p22"/>
          <p:cNvSpPr txBox="1"/>
          <p:nvPr/>
        </p:nvSpPr>
        <p:spPr>
          <a:xfrm>
            <a:off x="2518800" y="2951700"/>
            <a:ext cx="5504700" cy="6156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Clr>
                <a:schemeClr val="dk1"/>
              </a:buClr>
              <a:buSzPts val="1100"/>
              <a:buFont typeface="Arial"/>
              <a:buNone/>
            </a:pPr>
            <a:r>
              <a:rPr lang="en-US" sz="2800">
                <a:solidFill>
                  <a:schemeClr val="dk1"/>
                </a:solidFill>
              </a:rPr>
              <a:t>||f(A) - f(P)||</a:t>
            </a:r>
            <a:r>
              <a:rPr lang="en-US" sz="2800" baseline="30000">
                <a:solidFill>
                  <a:schemeClr val="dk1"/>
                </a:solidFill>
              </a:rPr>
              <a:t>2 </a:t>
            </a:r>
            <a:r>
              <a:rPr lang="en-US" sz="2800">
                <a:solidFill>
                  <a:schemeClr val="dk1"/>
                </a:solidFill>
              </a:rPr>
              <a:t>+ 𝝰 ⩽ ||f(A) - f(N)||</a:t>
            </a:r>
            <a:r>
              <a:rPr lang="en-US" sz="2800" baseline="30000">
                <a:solidFill>
                  <a:schemeClr val="dk1"/>
                </a:solidFill>
              </a:rPr>
              <a:t>2</a:t>
            </a:r>
            <a:endParaRPr sz="2300"/>
          </a:p>
        </p:txBody>
      </p:sp>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Shape 230"/>
        <p:cNvGrpSpPr/>
        <p:nvPr/>
      </p:nvGrpSpPr>
      <p:grpSpPr>
        <a:xfrm>
          <a:off x="0" y="0"/>
          <a:ext cx="0" cy="0"/>
          <a:chOff x="0" y="0"/>
          <a:chExt cx="0" cy="0"/>
        </a:xfrm>
      </p:grpSpPr>
      <p:sp>
        <p:nvSpPr>
          <p:cNvPr id="231" name="Google Shape;231;p23"/>
          <p:cNvSpPr txBox="1">
            <a:spLocks noGrp="1"/>
          </p:cNvSpPr>
          <p:nvPr>
            <p:ph type="title"/>
          </p:nvPr>
        </p:nvSpPr>
        <p:spPr>
          <a:xfrm>
            <a:off x="261624" y="139700"/>
            <a:ext cx="8425175" cy="689932"/>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Clr>
                <a:schemeClr val="dk1"/>
              </a:buClr>
              <a:buSzPts val="1400"/>
              <a:buFont typeface="Arial"/>
              <a:buNone/>
            </a:pPr>
            <a:r>
              <a:rPr lang="en-US" sz="4400" dirty="0">
                <a:latin typeface="Arial"/>
                <a:ea typeface="Arial"/>
                <a:cs typeface="Arial"/>
                <a:sym typeface="Arial"/>
              </a:rPr>
              <a:t>Training set using triplet </a:t>
            </a:r>
            <a:r>
              <a:rPr lang="en-US" sz="4400" dirty="0" smtClean="0">
                <a:latin typeface="Arial"/>
                <a:ea typeface="Arial"/>
                <a:cs typeface="Arial"/>
                <a:sym typeface="Arial"/>
              </a:rPr>
              <a:t>loss</a:t>
            </a:r>
            <a:endParaRPr sz="4400" dirty="0">
              <a:latin typeface="Arial"/>
              <a:ea typeface="Arial"/>
              <a:cs typeface="Arial"/>
              <a:sym typeface="Arial"/>
            </a:endParaRPr>
          </a:p>
        </p:txBody>
      </p:sp>
      <p:pic>
        <p:nvPicPr>
          <p:cNvPr id="232" name="Google Shape;232;p23"/>
          <p:cNvPicPr preferRelativeResize="0"/>
          <p:nvPr/>
        </p:nvPicPr>
        <p:blipFill rotWithShape="1">
          <a:blip r:embed="rId3">
            <a:alphaModFix/>
          </a:blip>
          <a:srcRect/>
          <a:stretch/>
        </p:blipFill>
        <p:spPr>
          <a:xfrm>
            <a:off x="10734473" y="0"/>
            <a:ext cx="1448025" cy="796414"/>
          </a:xfrm>
          <a:prstGeom prst="rect">
            <a:avLst/>
          </a:prstGeom>
          <a:noFill/>
          <a:ln>
            <a:noFill/>
          </a:ln>
        </p:spPr>
      </p:pic>
      <p:sp>
        <p:nvSpPr>
          <p:cNvPr id="233" name="Google Shape;233;p23"/>
          <p:cNvSpPr txBox="1"/>
          <p:nvPr/>
        </p:nvSpPr>
        <p:spPr>
          <a:xfrm>
            <a:off x="513940" y="1608036"/>
            <a:ext cx="11162244" cy="27705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rgbClr val="000000"/>
                </a:solidFill>
                <a:latin typeface="Arial"/>
                <a:ea typeface="Arial"/>
                <a:cs typeface="Arial"/>
                <a:sym typeface="Arial"/>
              </a:rPr>
              <a:t>Large-scale face recognition systems are often trained on datasets with millions or even tens of millions of images, making it difficult to train a model from scratch. Therefore, it may be useful to download pre-trained models from companies that have posted their parameters online. However, it is still important to understand how these algorithms were trained in case modifications or new applications are needed.</a:t>
            </a:r>
            <a:endParaRPr sz="2400" b="0" i="0" u="none" strike="noStrike" cap="none" dirty="0">
              <a:solidFill>
                <a:srgbClr val="000000"/>
              </a:solidFill>
              <a:latin typeface="Arial"/>
              <a:ea typeface="Arial"/>
              <a:cs typeface="Arial"/>
              <a:sym typeface="Arial"/>
            </a:endParaRPr>
          </a:p>
          <a:p>
            <a:pPr marL="457200" marR="0" lvl="0" indent="0" algn="l" rtl="0">
              <a:lnSpc>
                <a:spcPct val="100000"/>
              </a:lnSpc>
              <a:spcBef>
                <a:spcPts val="0"/>
              </a:spcBef>
              <a:spcAft>
                <a:spcPts val="0"/>
              </a:spcAft>
              <a:buClr>
                <a:srgbClr val="000000"/>
              </a:buClr>
              <a:buSzPts val="2400"/>
              <a:buFont typeface="Arial"/>
              <a:buNone/>
            </a:pPr>
            <a:endParaRPr sz="2400" b="0" i="0" u="none" strike="noStrike" cap="none" dirty="0">
              <a:solidFill>
                <a:srgbClr val="000000"/>
              </a:solidFill>
              <a:latin typeface="Arial"/>
              <a:ea typeface="Arial"/>
              <a:cs typeface="Arial"/>
              <a:sym typeface="Arial"/>
            </a:endParaRPr>
          </a:p>
        </p:txBody>
      </p:sp>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Shape 237"/>
        <p:cNvGrpSpPr/>
        <p:nvPr/>
      </p:nvGrpSpPr>
      <p:grpSpPr>
        <a:xfrm>
          <a:off x="0" y="0"/>
          <a:ext cx="0" cy="0"/>
          <a:chOff x="0" y="0"/>
          <a:chExt cx="0" cy="0"/>
        </a:xfrm>
      </p:grpSpPr>
      <p:sp>
        <p:nvSpPr>
          <p:cNvPr id="238" name="Google Shape;238;p24"/>
          <p:cNvSpPr txBox="1">
            <a:spLocks noGrp="1"/>
          </p:cNvSpPr>
          <p:nvPr>
            <p:ph type="title"/>
          </p:nvPr>
        </p:nvSpPr>
        <p:spPr>
          <a:xfrm>
            <a:off x="261620" y="139700"/>
            <a:ext cx="7696200" cy="69000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SzPts val="1400"/>
              <a:buNone/>
            </a:pPr>
            <a:r>
              <a:rPr lang="en-US" sz="4400">
                <a:latin typeface="Arial"/>
                <a:ea typeface="Arial"/>
                <a:cs typeface="Arial"/>
                <a:sym typeface="Arial"/>
              </a:rPr>
              <a:t>Training set using triplet loss</a:t>
            </a:r>
            <a:endParaRPr sz="4400">
              <a:latin typeface="Arial"/>
              <a:ea typeface="Arial"/>
              <a:cs typeface="Arial"/>
              <a:sym typeface="Arial"/>
            </a:endParaRPr>
          </a:p>
        </p:txBody>
      </p:sp>
      <p:sp>
        <p:nvSpPr>
          <p:cNvPr id="239" name="Google Shape;239;p24"/>
          <p:cNvSpPr txBox="1"/>
          <p:nvPr/>
        </p:nvSpPr>
        <p:spPr>
          <a:xfrm>
            <a:off x="2396540" y="1221447"/>
            <a:ext cx="6876415" cy="45212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2800"/>
              <a:buFont typeface="Arial"/>
              <a:buNone/>
            </a:pPr>
            <a:r>
              <a:rPr lang="en-US" sz="2800" b="0" i="0" u="none" strike="noStrike" cap="none">
                <a:solidFill>
                  <a:srgbClr val="000000"/>
                </a:solidFill>
                <a:latin typeface="Cambria"/>
                <a:ea typeface="Cambria"/>
                <a:cs typeface="Cambria"/>
                <a:sym typeface="Cambria"/>
              </a:rPr>
              <a:t>Anchor	Positive	Negative</a:t>
            </a:r>
            <a:endParaRPr sz="2800" b="0" i="0" u="none" strike="noStrike" cap="none">
              <a:solidFill>
                <a:srgbClr val="000000"/>
              </a:solidFill>
              <a:latin typeface="Cambria"/>
              <a:ea typeface="Cambria"/>
              <a:cs typeface="Cambria"/>
              <a:sym typeface="Cambria"/>
            </a:endParaRPr>
          </a:p>
        </p:txBody>
      </p:sp>
      <p:pic>
        <p:nvPicPr>
          <p:cNvPr id="240" name="Google Shape;240;p24"/>
          <p:cNvPicPr preferRelativeResize="0"/>
          <p:nvPr/>
        </p:nvPicPr>
        <p:blipFill rotWithShape="1">
          <a:blip r:embed="rId3">
            <a:alphaModFix/>
          </a:blip>
          <a:srcRect/>
          <a:stretch/>
        </p:blipFill>
        <p:spPr>
          <a:xfrm>
            <a:off x="2543746" y="1914613"/>
            <a:ext cx="928611" cy="1070533"/>
          </a:xfrm>
          <a:prstGeom prst="rect">
            <a:avLst/>
          </a:prstGeom>
          <a:noFill/>
          <a:ln>
            <a:noFill/>
          </a:ln>
        </p:spPr>
      </p:pic>
      <p:pic>
        <p:nvPicPr>
          <p:cNvPr id="241" name="Google Shape;241;p24"/>
          <p:cNvPicPr preferRelativeResize="0"/>
          <p:nvPr/>
        </p:nvPicPr>
        <p:blipFill rotWithShape="1">
          <a:blip r:embed="rId4">
            <a:alphaModFix/>
          </a:blip>
          <a:srcRect/>
          <a:stretch/>
        </p:blipFill>
        <p:spPr>
          <a:xfrm>
            <a:off x="5231066" y="1914613"/>
            <a:ext cx="928611" cy="1070533"/>
          </a:xfrm>
          <a:prstGeom prst="rect">
            <a:avLst/>
          </a:prstGeom>
          <a:noFill/>
          <a:ln>
            <a:noFill/>
          </a:ln>
        </p:spPr>
      </p:pic>
      <p:pic>
        <p:nvPicPr>
          <p:cNvPr id="242" name="Google Shape;242;p24"/>
          <p:cNvPicPr preferRelativeResize="0"/>
          <p:nvPr/>
        </p:nvPicPr>
        <p:blipFill rotWithShape="1">
          <a:blip r:embed="rId5">
            <a:alphaModFix/>
          </a:blip>
          <a:srcRect/>
          <a:stretch/>
        </p:blipFill>
        <p:spPr>
          <a:xfrm>
            <a:off x="7853527" y="1914613"/>
            <a:ext cx="933297" cy="1070533"/>
          </a:xfrm>
          <a:prstGeom prst="rect">
            <a:avLst/>
          </a:prstGeom>
          <a:noFill/>
          <a:ln>
            <a:noFill/>
          </a:ln>
        </p:spPr>
      </p:pic>
      <p:pic>
        <p:nvPicPr>
          <p:cNvPr id="243" name="Google Shape;243;p24"/>
          <p:cNvPicPr preferRelativeResize="0"/>
          <p:nvPr/>
        </p:nvPicPr>
        <p:blipFill rotWithShape="1">
          <a:blip r:embed="rId6">
            <a:alphaModFix/>
          </a:blip>
          <a:srcRect/>
          <a:stretch/>
        </p:blipFill>
        <p:spPr>
          <a:xfrm>
            <a:off x="2539060" y="3362782"/>
            <a:ext cx="933297" cy="1070533"/>
          </a:xfrm>
          <a:prstGeom prst="rect">
            <a:avLst/>
          </a:prstGeom>
          <a:noFill/>
          <a:ln>
            <a:noFill/>
          </a:ln>
        </p:spPr>
      </p:pic>
      <p:pic>
        <p:nvPicPr>
          <p:cNvPr id="244" name="Google Shape;244;p24"/>
          <p:cNvPicPr preferRelativeResize="0"/>
          <p:nvPr/>
        </p:nvPicPr>
        <p:blipFill rotWithShape="1">
          <a:blip r:embed="rId7">
            <a:alphaModFix/>
          </a:blip>
          <a:srcRect/>
          <a:stretch/>
        </p:blipFill>
        <p:spPr>
          <a:xfrm>
            <a:off x="5231066" y="3362782"/>
            <a:ext cx="933297" cy="1070533"/>
          </a:xfrm>
          <a:prstGeom prst="rect">
            <a:avLst/>
          </a:prstGeom>
          <a:noFill/>
          <a:ln>
            <a:noFill/>
          </a:ln>
        </p:spPr>
      </p:pic>
      <p:pic>
        <p:nvPicPr>
          <p:cNvPr id="245" name="Google Shape;245;p24"/>
          <p:cNvPicPr preferRelativeResize="0"/>
          <p:nvPr/>
        </p:nvPicPr>
        <p:blipFill rotWithShape="1">
          <a:blip r:embed="rId8">
            <a:alphaModFix/>
          </a:blip>
          <a:srcRect/>
          <a:stretch/>
        </p:blipFill>
        <p:spPr>
          <a:xfrm>
            <a:off x="7853527" y="3383114"/>
            <a:ext cx="933297" cy="1070533"/>
          </a:xfrm>
          <a:prstGeom prst="rect">
            <a:avLst/>
          </a:prstGeom>
          <a:noFill/>
          <a:ln>
            <a:noFill/>
          </a:ln>
        </p:spPr>
      </p:pic>
      <p:sp>
        <p:nvSpPr>
          <p:cNvPr id="246" name="Google Shape;246;p24"/>
          <p:cNvSpPr txBox="1"/>
          <p:nvPr/>
        </p:nvSpPr>
        <p:spPr>
          <a:xfrm>
            <a:off x="2956648" y="4712233"/>
            <a:ext cx="96520" cy="29972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mbria Math"/>
                <a:ea typeface="Cambria Math"/>
                <a:cs typeface="Cambria Math"/>
                <a:sym typeface="Cambria Math"/>
              </a:rPr>
              <a:t>⋮</a:t>
            </a:r>
            <a:endParaRPr sz="1800" b="0" i="0" u="none" strike="noStrike" cap="none">
              <a:solidFill>
                <a:srgbClr val="000000"/>
              </a:solidFill>
              <a:latin typeface="Cambria Math"/>
              <a:ea typeface="Cambria Math"/>
              <a:cs typeface="Cambria Math"/>
              <a:sym typeface="Cambria Math"/>
            </a:endParaRPr>
          </a:p>
        </p:txBody>
      </p:sp>
      <p:sp>
        <p:nvSpPr>
          <p:cNvPr id="247" name="Google Shape;247;p24"/>
          <p:cNvSpPr txBox="1"/>
          <p:nvPr/>
        </p:nvSpPr>
        <p:spPr>
          <a:xfrm>
            <a:off x="5644070" y="4712233"/>
            <a:ext cx="96520" cy="29972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mbria Math"/>
                <a:ea typeface="Cambria Math"/>
                <a:cs typeface="Cambria Math"/>
                <a:sym typeface="Cambria Math"/>
              </a:rPr>
              <a:t>⋮</a:t>
            </a:r>
            <a:endParaRPr sz="1800" b="0" i="0" u="none" strike="noStrike" cap="none">
              <a:solidFill>
                <a:srgbClr val="000000"/>
              </a:solidFill>
              <a:latin typeface="Cambria Math"/>
              <a:ea typeface="Cambria Math"/>
              <a:cs typeface="Cambria Math"/>
              <a:sym typeface="Cambria Math"/>
            </a:endParaRPr>
          </a:p>
        </p:txBody>
      </p:sp>
      <p:sp>
        <p:nvSpPr>
          <p:cNvPr id="248" name="Google Shape;248;p24"/>
          <p:cNvSpPr txBox="1"/>
          <p:nvPr/>
        </p:nvSpPr>
        <p:spPr>
          <a:xfrm>
            <a:off x="8268855" y="4734179"/>
            <a:ext cx="96520" cy="29972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mbria Math"/>
                <a:ea typeface="Cambria Math"/>
                <a:cs typeface="Cambria Math"/>
                <a:sym typeface="Cambria Math"/>
              </a:rPr>
              <a:t>⋮</a:t>
            </a:r>
            <a:endParaRPr sz="1800" b="0" i="0" u="none" strike="noStrike" cap="none">
              <a:solidFill>
                <a:srgbClr val="000000"/>
              </a:solidFill>
              <a:latin typeface="Cambria Math"/>
              <a:ea typeface="Cambria Math"/>
              <a:cs typeface="Cambria Math"/>
              <a:sym typeface="Cambria Math"/>
            </a:endParaRPr>
          </a:p>
        </p:txBody>
      </p:sp>
      <p:pic>
        <p:nvPicPr>
          <p:cNvPr id="249" name="Google Shape;249;p24"/>
          <p:cNvPicPr preferRelativeResize="0"/>
          <p:nvPr/>
        </p:nvPicPr>
        <p:blipFill rotWithShape="1">
          <a:blip r:embed="rId9">
            <a:alphaModFix/>
          </a:blip>
          <a:srcRect/>
          <a:stretch/>
        </p:blipFill>
        <p:spPr>
          <a:xfrm>
            <a:off x="2539060" y="5318950"/>
            <a:ext cx="933297" cy="1070533"/>
          </a:xfrm>
          <a:prstGeom prst="rect">
            <a:avLst/>
          </a:prstGeom>
          <a:noFill/>
          <a:ln>
            <a:noFill/>
          </a:ln>
        </p:spPr>
      </p:pic>
      <p:pic>
        <p:nvPicPr>
          <p:cNvPr id="250" name="Google Shape;250;p24"/>
          <p:cNvPicPr preferRelativeResize="0"/>
          <p:nvPr/>
        </p:nvPicPr>
        <p:blipFill rotWithShape="1">
          <a:blip r:embed="rId10">
            <a:alphaModFix/>
          </a:blip>
          <a:srcRect/>
          <a:stretch/>
        </p:blipFill>
        <p:spPr>
          <a:xfrm>
            <a:off x="5231066" y="5318954"/>
            <a:ext cx="933295" cy="1070529"/>
          </a:xfrm>
          <a:prstGeom prst="rect">
            <a:avLst/>
          </a:prstGeom>
          <a:noFill/>
          <a:ln>
            <a:noFill/>
          </a:ln>
        </p:spPr>
      </p:pic>
      <p:pic>
        <p:nvPicPr>
          <p:cNvPr id="251" name="Google Shape;251;p24"/>
          <p:cNvPicPr preferRelativeResize="0"/>
          <p:nvPr/>
        </p:nvPicPr>
        <p:blipFill rotWithShape="1">
          <a:blip r:embed="rId11">
            <a:alphaModFix/>
          </a:blip>
          <a:srcRect/>
          <a:stretch/>
        </p:blipFill>
        <p:spPr>
          <a:xfrm>
            <a:off x="7853527" y="5343715"/>
            <a:ext cx="933297" cy="1070533"/>
          </a:xfrm>
          <a:prstGeom prst="rect">
            <a:avLst/>
          </a:prstGeom>
          <a:noFill/>
          <a:ln>
            <a:noFill/>
          </a:ln>
        </p:spPr>
      </p:pic>
      <p:pic>
        <p:nvPicPr>
          <p:cNvPr id="252" name="Google Shape;252;p24"/>
          <p:cNvPicPr preferRelativeResize="0"/>
          <p:nvPr/>
        </p:nvPicPr>
        <p:blipFill rotWithShape="1">
          <a:blip r:embed="rId12">
            <a:alphaModFix/>
          </a:blip>
          <a:srcRect/>
          <a:stretch/>
        </p:blipFill>
        <p:spPr>
          <a:xfrm>
            <a:off x="10734473" y="0"/>
            <a:ext cx="1448025" cy="796414"/>
          </a:xfrm>
          <a:prstGeom prst="rect">
            <a:avLst/>
          </a:prstGeom>
          <a:noFill/>
          <a:ln>
            <a:noFill/>
          </a:ln>
        </p:spPr>
      </p:pic>
      <p:sp>
        <p:nvSpPr>
          <p:cNvPr id="253" name="Google Shape;253;p24"/>
          <p:cNvSpPr txBox="1"/>
          <p:nvPr/>
        </p:nvSpPr>
        <p:spPr>
          <a:xfrm>
            <a:off x="9894200" y="3790300"/>
            <a:ext cx="1956600" cy="10158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US" sz="2700"/>
              <a:t>J</a:t>
            </a:r>
            <a:endParaRPr sz="2700"/>
          </a:p>
          <a:p>
            <a:pPr marL="0" lvl="0" indent="0" algn="ctr" rtl="0">
              <a:spcBef>
                <a:spcPts val="0"/>
              </a:spcBef>
              <a:spcAft>
                <a:spcPts val="0"/>
              </a:spcAft>
              <a:buNone/>
            </a:pPr>
            <a:r>
              <a:rPr lang="en-US" sz="2700"/>
              <a:t>d(x</a:t>
            </a:r>
            <a:r>
              <a:rPr lang="en-US" sz="2700" baseline="30000"/>
              <a:t>(i)</a:t>
            </a:r>
            <a:r>
              <a:rPr lang="en-US" sz="2700"/>
              <a:t> ,x</a:t>
            </a:r>
            <a:r>
              <a:rPr lang="en-US" sz="2700" baseline="30000"/>
              <a:t>(j)</a:t>
            </a:r>
            <a:r>
              <a:rPr lang="en-US" sz="2700"/>
              <a:t>)</a:t>
            </a:r>
            <a:endParaRPr sz="2700"/>
          </a:p>
        </p:txBody>
      </p:sp>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Shape 257"/>
        <p:cNvGrpSpPr/>
        <p:nvPr/>
      </p:nvGrpSpPr>
      <p:grpSpPr>
        <a:xfrm>
          <a:off x="0" y="0"/>
          <a:ext cx="0" cy="0"/>
          <a:chOff x="0" y="0"/>
          <a:chExt cx="0" cy="0"/>
        </a:xfrm>
      </p:grpSpPr>
      <p:sp>
        <p:nvSpPr>
          <p:cNvPr id="258" name="Google Shape;258;p25"/>
          <p:cNvSpPr txBox="1">
            <a:spLocks noGrp="1"/>
          </p:cNvSpPr>
          <p:nvPr>
            <p:ph type="title"/>
          </p:nvPr>
        </p:nvSpPr>
        <p:spPr>
          <a:xfrm>
            <a:off x="5504945" y="1497525"/>
            <a:ext cx="5571600" cy="1860000"/>
          </a:xfrm>
          <a:prstGeom prst="rect">
            <a:avLst/>
          </a:prstGeom>
          <a:noFill/>
          <a:ln>
            <a:noFill/>
          </a:ln>
        </p:spPr>
        <p:txBody>
          <a:bodyPr spcFirstLastPara="1" wrap="square" lIns="0" tIns="12700" rIns="0" bIns="0" anchor="t" anchorCtr="0">
            <a:spAutoFit/>
          </a:bodyPr>
          <a:lstStyle/>
          <a:p>
            <a:pPr marL="12700" lvl="0" indent="0" algn="ctr" rtl="0">
              <a:lnSpc>
                <a:spcPct val="100000"/>
              </a:lnSpc>
              <a:spcBef>
                <a:spcPts val="0"/>
              </a:spcBef>
              <a:spcAft>
                <a:spcPts val="0"/>
              </a:spcAft>
              <a:buSzPts val="1400"/>
              <a:buNone/>
            </a:pPr>
            <a:r>
              <a:rPr lang="en-US" sz="6000">
                <a:latin typeface="Arial"/>
                <a:ea typeface="Arial"/>
                <a:cs typeface="Arial"/>
                <a:sym typeface="Arial"/>
              </a:rPr>
              <a:t>Face recognition</a:t>
            </a:r>
            <a:endParaRPr sz="6000">
              <a:latin typeface="Arial"/>
              <a:ea typeface="Arial"/>
              <a:cs typeface="Arial"/>
              <a:sym typeface="Arial"/>
            </a:endParaRPr>
          </a:p>
        </p:txBody>
      </p:sp>
      <p:sp>
        <p:nvSpPr>
          <p:cNvPr id="259" name="Google Shape;259;p25"/>
          <p:cNvSpPr txBox="1"/>
          <p:nvPr/>
        </p:nvSpPr>
        <p:spPr>
          <a:xfrm>
            <a:off x="4772495" y="3597424"/>
            <a:ext cx="7036500" cy="1854300"/>
          </a:xfrm>
          <a:prstGeom prst="rect">
            <a:avLst/>
          </a:prstGeom>
          <a:noFill/>
          <a:ln>
            <a:noFill/>
          </a:ln>
        </p:spPr>
        <p:txBody>
          <a:bodyPr spcFirstLastPara="1" wrap="square" lIns="0" tIns="27925" rIns="0" bIns="0" anchor="t" anchorCtr="0">
            <a:spAutoFit/>
          </a:bodyPr>
          <a:lstStyle/>
          <a:p>
            <a:pPr marL="179070" marR="5080" lvl="0" indent="-167005" algn="ctr" rtl="0">
              <a:lnSpc>
                <a:spcPct val="119696"/>
              </a:lnSpc>
              <a:spcBef>
                <a:spcPts val="0"/>
              </a:spcBef>
              <a:spcAft>
                <a:spcPts val="0"/>
              </a:spcAft>
              <a:buClr>
                <a:srgbClr val="000000"/>
              </a:buClr>
              <a:buSzPts val="6600"/>
              <a:buFont typeface="Arial"/>
              <a:buNone/>
            </a:pPr>
            <a:r>
              <a:rPr lang="en-US" sz="5400" b="0" i="0" u="none" strike="noStrike" cap="none" dirty="0">
                <a:solidFill>
                  <a:srgbClr val="000000"/>
                </a:solidFill>
                <a:latin typeface="Arial"/>
                <a:ea typeface="Arial"/>
                <a:cs typeface="Arial"/>
                <a:sym typeface="Arial"/>
              </a:rPr>
              <a:t>Face verification and binary classification</a:t>
            </a:r>
            <a:endParaRPr sz="5400" b="0" i="0" u="none" strike="noStrike" cap="none" dirty="0">
              <a:solidFill>
                <a:srgbClr val="000000"/>
              </a:solidFill>
              <a:latin typeface="Arial"/>
              <a:ea typeface="Arial"/>
              <a:cs typeface="Arial"/>
              <a:sym typeface="Arial"/>
            </a:endParaRPr>
          </a:p>
        </p:txBody>
      </p:sp>
      <p:sp>
        <p:nvSpPr>
          <p:cNvPr id="260" name="Google Shape;260;p25"/>
          <p:cNvSpPr/>
          <p:nvPr/>
        </p:nvSpPr>
        <p:spPr>
          <a:xfrm>
            <a:off x="4836350" y="3410419"/>
            <a:ext cx="6908800" cy="17780"/>
          </a:xfrm>
          <a:custGeom>
            <a:avLst/>
            <a:gdLst/>
            <a:ahLst/>
            <a:cxnLst/>
            <a:rect l="l" t="t" r="r" b="b"/>
            <a:pathLst>
              <a:path w="6908800" h="17779" extrusionOk="0">
                <a:moveTo>
                  <a:pt x="0" y="0"/>
                </a:moveTo>
                <a:lnTo>
                  <a:pt x="6908333" y="17737"/>
                </a:lnTo>
              </a:path>
            </a:pathLst>
          </a:custGeom>
          <a:noFill/>
          <a:ln w="19050" cap="flat" cmpd="sng">
            <a:solidFill>
              <a:srgbClr val="40404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pic>
        <p:nvPicPr>
          <p:cNvPr id="261" name="Google Shape;261;p25"/>
          <p:cNvPicPr preferRelativeResize="0"/>
          <p:nvPr/>
        </p:nvPicPr>
        <p:blipFill rotWithShape="1">
          <a:blip r:embed="rId3">
            <a:alphaModFix/>
          </a:blip>
          <a:srcRect/>
          <a:stretch/>
        </p:blipFill>
        <p:spPr>
          <a:xfrm>
            <a:off x="417325" y="2395175"/>
            <a:ext cx="3871626" cy="2129399"/>
          </a:xfrm>
          <a:prstGeom prst="rect">
            <a:avLst/>
          </a:prstGeom>
          <a:noFill/>
          <a:ln>
            <a:noFill/>
          </a:ln>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Shape 265"/>
        <p:cNvGrpSpPr/>
        <p:nvPr/>
      </p:nvGrpSpPr>
      <p:grpSpPr>
        <a:xfrm>
          <a:off x="0" y="0"/>
          <a:ext cx="0" cy="0"/>
          <a:chOff x="0" y="0"/>
          <a:chExt cx="0" cy="0"/>
        </a:xfrm>
      </p:grpSpPr>
      <p:sp>
        <p:nvSpPr>
          <p:cNvPr id="266" name="Google Shape;266;p26"/>
          <p:cNvSpPr txBox="1">
            <a:spLocks noGrp="1"/>
          </p:cNvSpPr>
          <p:nvPr>
            <p:ph type="title"/>
          </p:nvPr>
        </p:nvSpPr>
        <p:spPr>
          <a:xfrm>
            <a:off x="261624" y="139700"/>
            <a:ext cx="10688315" cy="843821"/>
          </a:xfrm>
          <a:prstGeom prst="rect">
            <a:avLst/>
          </a:prstGeom>
          <a:noFill/>
          <a:ln>
            <a:noFill/>
          </a:ln>
        </p:spPr>
        <p:txBody>
          <a:bodyPr spcFirstLastPara="1" wrap="square" lIns="0" tIns="12700" rIns="0" bIns="0" anchor="t" anchorCtr="0">
            <a:spAutoFit/>
          </a:bodyPr>
          <a:lstStyle/>
          <a:p>
            <a:pPr marL="179070" marR="5080" lvl="0" indent="-167005" algn="l" rtl="0">
              <a:lnSpc>
                <a:spcPct val="119696"/>
              </a:lnSpc>
              <a:spcBef>
                <a:spcPts val="0"/>
              </a:spcBef>
              <a:spcAft>
                <a:spcPts val="0"/>
              </a:spcAft>
              <a:buSzPts val="6600"/>
              <a:buNone/>
            </a:pPr>
            <a:r>
              <a:rPr lang="en-US" sz="4500" dirty="0">
                <a:latin typeface="Arial"/>
                <a:ea typeface="Arial"/>
                <a:cs typeface="Arial"/>
                <a:sym typeface="Arial"/>
              </a:rPr>
              <a:t>Face verification and binary </a:t>
            </a:r>
            <a:r>
              <a:rPr lang="en-US" sz="4500" dirty="0" smtClean="0">
                <a:latin typeface="Arial"/>
                <a:ea typeface="Arial"/>
                <a:cs typeface="Arial"/>
                <a:sym typeface="Arial"/>
              </a:rPr>
              <a:t>classification</a:t>
            </a:r>
            <a:endParaRPr sz="4500" dirty="0">
              <a:latin typeface="Arial"/>
              <a:ea typeface="Arial"/>
              <a:cs typeface="Arial"/>
              <a:sym typeface="Arial"/>
            </a:endParaRPr>
          </a:p>
        </p:txBody>
      </p:sp>
      <p:pic>
        <p:nvPicPr>
          <p:cNvPr id="267" name="Google Shape;267;p26"/>
          <p:cNvPicPr preferRelativeResize="0"/>
          <p:nvPr/>
        </p:nvPicPr>
        <p:blipFill rotWithShape="1">
          <a:blip r:embed="rId3">
            <a:alphaModFix/>
          </a:blip>
          <a:srcRect/>
          <a:stretch/>
        </p:blipFill>
        <p:spPr>
          <a:xfrm>
            <a:off x="10734473" y="0"/>
            <a:ext cx="1448025" cy="796414"/>
          </a:xfrm>
          <a:prstGeom prst="rect">
            <a:avLst/>
          </a:prstGeom>
          <a:noFill/>
          <a:ln>
            <a:noFill/>
          </a:ln>
        </p:spPr>
      </p:pic>
      <p:sp>
        <p:nvSpPr>
          <p:cNvPr id="268" name="Google Shape;268;p26"/>
          <p:cNvSpPr txBox="1"/>
          <p:nvPr/>
        </p:nvSpPr>
        <p:spPr>
          <a:xfrm>
            <a:off x="410125" y="1844592"/>
            <a:ext cx="11222098" cy="2975415"/>
          </a:xfrm>
          <a:prstGeom prst="rect">
            <a:avLst/>
          </a:prstGeom>
          <a:noFill/>
          <a:ln>
            <a:noFill/>
          </a:ln>
        </p:spPr>
        <p:txBody>
          <a:bodyPr spcFirstLastPara="1" wrap="square" lIns="91425" tIns="91425" rIns="91425" bIns="91425" anchor="t" anchorCtr="0">
            <a:noAutofit/>
          </a:bodyPr>
          <a:lstStyle/>
          <a:p>
            <a:pPr marL="457200" marR="0" lvl="0" indent="-381000" algn="l" rtl="0">
              <a:lnSpc>
                <a:spcPct val="100000"/>
              </a:lnSpc>
              <a:spcBef>
                <a:spcPts val="0"/>
              </a:spcBef>
              <a:spcAft>
                <a:spcPts val="0"/>
              </a:spcAft>
              <a:buClr>
                <a:schemeClr val="dk1"/>
              </a:buClr>
              <a:buSzPts val="2400"/>
              <a:buFont typeface="Arial"/>
              <a:buChar char="●"/>
            </a:pPr>
            <a:r>
              <a:rPr lang="en-US" sz="2400" b="0" i="0" u="none" strike="noStrike" cap="none" dirty="0">
                <a:solidFill>
                  <a:schemeClr val="dk1"/>
                </a:solidFill>
                <a:latin typeface="Arial"/>
                <a:ea typeface="Arial"/>
                <a:cs typeface="Arial"/>
                <a:sym typeface="Arial"/>
              </a:rPr>
              <a:t>The Triplet Loss and the Siamese Network are two methods for training a neural network to perform face recognition. </a:t>
            </a:r>
            <a:endParaRPr lang="en-US" sz="2400" b="0" i="0" u="none" strike="noStrike" cap="none" dirty="0" smtClean="0">
              <a:solidFill>
                <a:schemeClr val="dk1"/>
              </a:solidFill>
              <a:latin typeface="Arial"/>
              <a:ea typeface="Arial"/>
              <a:cs typeface="Arial"/>
              <a:sym typeface="Arial"/>
            </a:endParaRPr>
          </a:p>
          <a:p>
            <a:pPr marL="457200" marR="0" lvl="0" indent="-381000" algn="l" rtl="0">
              <a:lnSpc>
                <a:spcPct val="100000"/>
              </a:lnSpc>
              <a:spcBef>
                <a:spcPts val="0"/>
              </a:spcBef>
              <a:spcAft>
                <a:spcPts val="0"/>
              </a:spcAft>
              <a:buClr>
                <a:schemeClr val="dk1"/>
              </a:buClr>
              <a:buSzPts val="2400"/>
              <a:buFont typeface="Arial"/>
              <a:buChar char="●"/>
            </a:pPr>
            <a:r>
              <a:rPr lang="en-US" sz="2400" b="0" i="0" u="none" strike="noStrike" cap="none" dirty="0" smtClean="0">
                <a:solidFill>
                  <a:schemeClr val="dk1"/>
                </a:solidFill>
                <a:latin typeface="Arial"/>
                <a:ea typeface="Arial"/>
                <a:cs typeface="Arial"/>
                <a:sym typeface="Arial"/>
              </a:rPr>
              <a:t>The </a:t>
            </a:r>
            <a:r>
              <a:rPr lang="en-US" sz="2400" b="0" i="0" u="none" strike="noStrike" cap="none" dirty="0">
                <a:solidFill>
                  <a:schemeClr val="dk1"/>
                </a:solidFill>
                <a:latin typeface="Arial"/>
                <a:ea typeface="Arial"/>
                <a:cs typeface="Arial"/>
                <a:sym typeface="Arial"/>
              </a:rPr>
              <a:t>Triplet Loss involves training a neural network to learn a 128-dimensional encoding of a face image that is unique to each individual. </a:t>
            </a:r>
            <a:endParaRPr lang="en-US" sz="2400" b="0" i="0" u="none" strike="noStrike" cap="none" dirty="0" smtClean="0">
              <a:solidFill>
                <a:schemeClr val="dk1"/>
              </a:solidFill>
              <a:latin typeface="Arial"/>
              <a:ea typeface="Arial"/>
              <a:cs typeface="Arial"/>
              <a:sym typeface="Arial"/>
            </a:endParaRPr>
          </a:p>
          <a:p>
            <a:pPr marL="457200" marR="0" lvl="0" indent="-381000" algn="l" rtl="0">
              <a:lnSpc>
                <a:spcPct val="100000"/>
              </a:lnSpc>
              <a:spcBef>
                <a:spcPts val="0"/>
              </a:spcBef>
              <a:spcAft>
                <a:spcPts val="0"/>
              </a:spcAft>
              <a:buClr>
                <a:schemeClr val="dk1"/>
              </a:buClr>
              <a:buSzPts val="2400"/>
              <a:buFont typeface="Arial"/>
              <a:buChar char="●"/>
            </a:pPr>
            <a:r>
              <a:rPr lang="en-US" sz="2400" b="0" i="0" u="none" strike="noStrike" cap="none" dirty="0" smtClean="0">
                <a:solidFill>
                  <a:schemeClr val="dk1"/>
                </a:solidFill>
                <a:latin typeface="Arial"/>
                <a:ea typeface="Arial"/>
                <a:cs typeface="Arial"/>
                <a:sym typeface="Arial"/>
              </a:rPr>
              <a:t>The </a:t>
            </a:r>
            <a:r>
              <a:rPr lang="en-US" sz="2400" b="0" i="0" u="none" strike="noStrike" cap="none" dirty="0">
                <a:solidFill>
                  <a:schemeClr val="dk1"/>
                </a:solidFill>
                <a:latin typeface="Arial"/>
                <a:ea typeface="Arial"/>
                <a:cs typeface="Arial"/>
                <a:sym typeface="Arial"/>
              </a:rPr>
              <a:t>Siamese Network, on the other hand, treats face recognition as a binary classification problem, where the network takes in a pair of images and outputs a prediction of whether they depict the same person or not.</a:t>
            </a:r>
            <a:endParaRPr sz="2400" b="0" i="0" u="none" strike="noStrike" cap="none" dirty="0">
              <a:solidFill>
                <a:schemeClr val="dk1"/>
              </a:solidFill>
              <a:latin typeface="Arial"/>
              <a:ea typeface="Arial"/>
              <a:cs typeface="Arial"/>
              <a:sym typeface="Arial"/>
            </a:endParaRPr>
          </a:p>
          <a:p>
            <a:pPr marL="457200" marR="0" lvl="0" indent="0" algn="l" rtl="0">
              <a:lnSpc>
                <a:spcPct val="100000"/>
              </a:lnSpc>
              <a:spcBef>
                <a:spcPts val="0"/>
              </a:spcBef>
              <a:spcAft>
                <a:spcPts val="0"/>
              </a:spcAft>
              <a:buClr>
                <a:srgbClr val="000000"/>
              </a:buClr>
              <a:buSzPts val="2400"/>
              <a:buFont typeface="Arial"/>
              <a:buNone/>
            </a:pPr>
            <a:endParaRPr sz="2400" b="0" i="0" u="none" strike="noStrike" cap="none" dirty="0">
              <a:solidFill>
                <a:srgbClr val="000000"/>
              </a:solidFill>
              <a:latin typeface="Arial"/>
              <a:ea typeface="Arial"/>
              <a:cs typeface="Arial"/>
              <a:sym typeface="Arial"/>
            </a:endParaRPr>
          </a:p>
        </p:txBody>
      </p:sp>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Shape 272"/>
        <p:cNvGrpSpPr/>
        <p:nvPr/>
      </p:nvGrpSpPr>
      <p:grpSpPr>
        <a:xfrm>
          <a:off x="0" y="0"/>
          <a:ext cx="0" cy="0"/>
          <a:chOff x="0" y="0"/>
          <a:chExt cx="0" cy="0"/>
        </a:xfrm>
      </p:grpSpPr>
      <p:sp>
        <p:nvSpPr>
          <p:cNvPr id="273" name="Google Shape;273;p27"/>
          <p:cNvSpPr txBox="1">
            <a:spLocks noGrp="1"/>
          </p:cNvSpPr>
          <p:nvPr>
            <p:ph type="title"/>
          </p:nvPr>
        </p:nvSpPr>
        <p:spPr>
          <a:xfrm>
            <a:off x="261625" y="139700"/>
            <a:ext cx="10374600" cy="3174300"/>
          </a:xfrm>
          <a:prstGeom prst="rect">
            <a:avLst/>
          </a:prstGeom>
          <a:noFill/>
          <a:ln>
            <a:noFill/>
          </a:ln>
        </p:spPr>
        <p:txBody>
          <a:bodyPr spcFirstLastPara="1" wrap="square" lIns="0" tIns="12700" rIns="0" bIns="0" anchor="t" anchorCtr="0">
            <a:spAutoFit/>
          </a:bodyPr>
          <a:lstStyle/>
          <a:p>
            <a:pPr marL="179070" marR="5080" lvl="0" indent="-167005" algn="l" rtl="0">
              <a:lnSpc>
                <a:spcPct val="119696"/>
              </a:lnSpc>
              <a:spcBef>
                <a:spcPts val="0"/>
              </a:spcBef>
              <a:spcAft>
                <a:spcPts val="0"/>
              </a:spcAft>
              <a:buSzPts val="6600"/>
              <a:buNone/>
            </a:pPr>
            <a:r>
              <a:rPr lang="en-US" sz="4400">
                <a:latin typeface="Arial"/>
                <a:ea typeface="Arial"/>
                <a:cs typeface="Arial"/>
                <a:sym typeface="Arial"/>
              </a:rPr>
              <a:t>Learning the similarity function</a:t>
            </a:r>
            <a:endParaRPr sz="4400">
              <a:latin typeface="Arial"/>
              <a:ea typeface="Arial"/>
              <a:cs typeface="Arial"/>
              <a:sym typeface="Arial"/>
            </a:endParaRPr>
          </a:p>
          <a:p>
            <a:pPr marL="179070" marR="5080" lvl="0" indent="-167005" algn="l" rtl="0">
              <a:lnSpc>
                <a:spcPct val="119696"/>
              </a:lnSpc>
              <a:spcBef>
                <a:spcPts val="0"/>
              </a:spcBef>
              <a:spcAft>
                <a:spcPts val="0"/>
              </a:spcAft>
              <a:buSzPts val="6600"/>
              <a:buNone/>
            </a:pPr>
            <a:endParaRPr sz="4500"/>
          </a:p>
          <a:p>
            <a:pPr marL="1837688" marR="5080" lvl="0" indent="-1825625" algn="l" rtl="0">
              <a:lnSpc>
                <a:spcPct val="119696"/>
              </a:lnSpc>
              <a:spcBef>
                <a:spcPts val="0"/>
              </a:spcBef>
              <a:spcAft>
                <a:spcPts val="0"/>
              </a:spcAft>
              <a:buSzPts val="6600"/>
              <a:buNone/>
            </a:pPr>
            <a:endParaRPr sz="4500"/>
          </a:p>
          <a:p>
            <a:pPr marL="12700" lvl="0" indent="0" algn="l" rtl="0">
              <a:lnSpc>
                <a:spcPct val="100000"/>
              </a:lnSpc>
              <a:spcBef>
                <a:spcPts val="0"/>
              </a:spcBef>
              <a:spcAft>
                <a:spcPts val="0"/>
              </a:spcAft>
              <a:buSzPts val="1400"/>
              <a:buNone/>
            </a:pPr>
            <a:endParaRPr sz="4500">
              <a:latin typeface="Cambria"/>
              <a:ea typeface="Cambria"/>
              <a:cs typeface="Cambria"/>
              <a:sym typeface="Cambria"/>
            </a:endParaRPr>
          </a:p>
        </p:txBody>
      </p:sp>
      <p:pic>
        <p:nvPicPr>
          <p:cNvPr id="274" name="Google Shape;274;p27"/>
          <p:cNvPicPr preferRelativeResize="0"/>
          <p:nvPr/>
        </p:nvPicPr>
        <p:blipFill rotWithShape="1">
          <a:blip r:embed="rId3">
            <a:alphaModFix/>
          </a:blip>
          <a:srcRect/>
          <a:stretch/>
        </p:blipFill>
        <p:spPr>
          <a:xfrm>
            <a:off x="10734473" y="0"/>
            <a:ext cx="1448025" cy="796414"/>
          </a:xfrm>
          <a:prstGeom prst="rect">
            <a:avLst/>
          </a:prstGeom>
          <a:noFill/>
          <a:ln>
            <a:noFill/>
          </a:ln>
        </p:spPr>
      </p:pic>
      <p:sp>
        <p:nvSpPr>
          <p:cNvPr id="275" name="Google Shape;275;p27"/>
          <p:cNvSpPr txBox="1"/>
          <p:nvPr/>
        </p:nvSpPr>
        <p:spPr>
          <a:xfrm>
            <a:off x="410049" y="1350400"/>
            <a:ext cx="11274927" cy="2512940"/>
          </a:xfrm>
          <a:prstGeom prst="rect">
            <a:avLst/>
          </a:prstGeom>
          <a:noFill/>
          <a:ln>
            <a:noFill/>
          </a:ln>
        </p:spPr>
        <p:txBody>
          <a:bodyPr spcFirstLastPara="1" wrap="square" lIns="91425" tIns="91425" rIns="91425" bIns="91425" anchor="t" anchorCtr="0">
            <a:noAutofit/>
          </a:bodyPr>
          <a:lstStyle/>
          <a:p>
            <a:pPr marL="457200" lvl="0" indent="-381000">
              <a:buClr>
                <a:schemeClr val="dk1"/>
              </a:buClr>
              <a:buSzPts val="2400"/>
              <a:buFont typeface="Arial"/>
              <a:buChar char="●"/>
            </a:pPr>
            <a:r>
              <a:rPr lang="en-US" sz="2400" dirty="0" smtClean="0">
                <a:solidFill>
                  <a:schemeClr val="dk1"/>
                </a:solidFill>
              </a:rPr>
              <a:t>The </a:t>
            </a:r>
            <a:r>
              <a:rPr lang="en-US" sz="2400" dirty="0">
                <a:solidFill>
                  <a:schemeClr val="dk1"/>
                </a:solidFill>
              </a:rPr>
              <a:t>Siamese Network uses two neural networks to compute the </a:t>
            </a:r>
            <a:r>
              <a:rPr lang="en-US" sz="2400" dirty="0" err="1">
                <a:solidFill>
                  <a:schemeClr val="dk1"/>
                </a:solidFill>
              </a:rPr>
              <a:t>embeddings</a:t>
            </a:r>
            <a:r>
              <a:rPr lang="en-US" sz="2400" dirty="0">
                <a:solidFill>
                  <a:schemeClr val="dk1"/>
                </a:solidFill>
              </a:rPr>
              <a:t> for each image in a pair, and a logistic regression unit to predict whether the images depict the same person or not based on the absolute value of the differences between the </a:t>
            </a:r>
            <a:r>
              <a:rPr lang="en-US" sz="2400" dirty="0" err="1">
                <a:solidFill>
                  <a:schemeClr val="dk1"/>
                </a:solidFill>
              </a:rPr>
              <a:t>embeddings</a:t>
            </a:r>
            <a:r>
              <a:rPr lang="en-US" sz="2400" dirty="0">
                <a:solidFill>
                  <a:schemeClr val="dk1"/>
                </a:solidFill>
              </a:rPr>
              <a:t>. The network is trained on pairs of images using backpropagation to adjust the weights and improve the accuracy of the predictions.</a:t>
            </a:r>
            <a:endParaRPr sz="2400" b="0" i="0" u="none" strike="noStrike" cap="none" dirty="0">
              <a:solidFill>
                <a:schemeClr val="dk1"/>
              </a:solidFill>
              <a:latin typeface="Arial"/>
              <a:ea typeface="Arial"/>
              <a:cs typeface="Arial"/>
              <a:sym typeface="Arial"/>
            </a:endParaRPr>
          </a:p>
        </p:txBody>
      </p:sp>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Shape 279"/>
        <p:cNvGrpSpPr/>
        <p:nvPr/>
      </p:nvGrpSpPr>
      <p:grpSpPr>
        <a:xfrm>
          <a:off x="0" y="0"/>
          <a:ext cx="0" cy="0"/>
          <a:chOff x="0" y="0"/>
          <a:chExt cx="0" cy="0"/>
        </a:xfrm>
      </p:grpSpPr>
      <p:sp>
        <p:nvSpPr>
          <p:cNvPr id="280" name="Google Shape;280;p28"/>
          <p:cNvSpPr txBox="1">
            <a:spLocks noGrp="1"/>
          </p:cNvSpPr>
          <p:nvPr>
            <p:ph type="title"/>
          </p:nvPr>
        </p:nvSpPr>
        <p:spPr>
          <a:xfrm>
            <a:off x="261620" y="139700"/>
            <a:ext cx="8366700" cy="69000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SzPts val="1400"/>
              <a:buNone/>
            </a:pPr>
            <a:endParaRPr sz="4400">
              <a:latin typeface="Cambria"/>
              <a:ea typeface="Cambria"/>
              <a:cs typeface="Cambria"/>
              <a:sym typeface="Cambria"/>
            </a:endParaRPr>
          </a:p>
        </p:txBody>
      </p:sp>
      <p:pic>
        <p:nvPicPr>
          <p:cNvPr id="281" name="Google Shape;281;p28"/>
          <p:cNvPicPr preferRelativeResize="0"/>
          <p:nvPr/>
        </p:nvPicPr>
        <p:blipFill rotWithShape="1">
          <a:blip r:embed="rId3">
            <a:alphaModFix/>
          </a:blip>
          <a:srcRect/>
          <a:stretch/>
        </p:blipFill>
        <p:spPr>
          <a:xfrm>
            <a:off x="0" y="0"/>
            <a:ext cx="11732200" cy="5317000"/>
          </a:xfrm>
          <a:prstGeom prst="rect">
            <a:avLst/>
          </a:prstGeom>
          <a:noFill/>
          <a:ln>
            <a:noFill/>
          </a:ln>
        </p:spPr>
      </p:pic>
      <p:pic>
        <p:nvPicPr>
          <p:cNvPr id="282" name="Google Shape;282;p28"/>
          <p:cNvPicPr preferRelativeResize="0"/>
          <p:nvPr/>
        </p:nvPicPr>
        <p:blipFill rotWithShape="1">
          <a:blip r:embed="rId4">
            <a:alphaModFix/>
          </a:blip>
          <a:srcRect/>
          <a:stretch/>
        </p:blipFill>
        <p:spPr>
          <a:xfrm>
            <a:off x="10734473" y="0"/>
            <a:ext cx="1448025" cy="796414"/>
          </a:xfrm>
          <a:prstGeom prst="rect">
            <a:avLst/>
          </a:prstGeom>
          <a:noFill/>
          <a:ln>
            <a:noFill/>
          </a:ln>
        </p:spPr>
      </p:pic>
      <mc:AlternateContent xmlns:mc="http://schemas.openxmlformats.org/markup-compatibility/2006" xmlns:a14="http://schemas.microsoft.com/office/drawing/2010/main">
        <mc:Choice Requires="a14">
          <p:sp>
            <p:nvSpPr>
              <p:cNvPr id="283" name="Google Shape;283;p28"/>
              <p:cNvSpPr txBox="1"/>
              <p:nvPr/>
            </p:nvSpPr>
            <p:spPr>
              <a:xfrm>
                <a:off x="2239250" y="5532025"/>
                <a:ext cx="6558300" cy="662459"/>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Clr>
                    <a:schemeClr val="dk1"/>
                  </a:buClr>
                  <a:buSzPts val="1100"/>
                  <a:buFont typeface="Arial"/>
                  <a:buNone/>
                </a:pPr>
                <a:r>
                  <a:rPr lang="en-US" sz="2700" dirty="0">
                    <a:solidFill>
                      <a:schemeClr val="dk1"/>
                    </a:solidFill>
                  </a:rPr>
                  <a:t>ŷ = </a:t>
                </a:r>
                <a14:m>
                  <m:oMath xmlns:m="http://schemas.openxmlformats.org/officeDocument/2006/math">
                    <m:r>
                      <a:rPr lang="en-US" sz="2700" i="1" smtClean="0">
                        <a:solidFill>
                          <a:schemeClr val="dk1"/>
                        </a:solidFill>
                        <a:latin typeface="Cambria Math" panose="02040503050406030204" pitchFamily="18" charset="0"/>
                        <a:ea typeface="Cambria Math" panose="02040503050406030204" pitchFamily="18" charset="0"/>
                      </a:rPr>
                      <m:t>𝜎</m:t>
                    </m:r>
                  </m:oMath>
                </a14:m>
                <a:r>
                  <a:rPr lang="en-US" sz="2700" dirty="0" smtClean="0">
                    <a:solidFill>
                      <a:schemeClr val="dk1"/>
                    </a:solidFill>
                  </a:rPr>
                  <a:t>(</a:t>
                </a:r>
                <a:r>
                  <a:rPr lang="en-US" sz="2700" dirty="0">
                    <a:solidFill>
                      <a:schemeClr val="dk1"/>
                    </a:solidFill>
                  </a:rPr>
                  <a:t>Σ</a:t>
                </a:r>
                <a:r>
                  <a:rPr lang="en-US" sz="2700" baseline="30000" dirty="0">
                    <a:solidFill>
                      <a:schemeClr val="dk1"/>
                    </a:solidFill>
                  </a:rPr>
                  <a:t>128</a:t>
                </a:r>
                <a:r>
                  <a:rPr lang="en-US" sz="2700" baseline="-25000" dirty="0">
                    <a:solidFill>
                      <a:schemeClr val="dk1"/>
                    </a:solidFill>
                  </a:rPr>
                  <a:t>k=1 </a:t>
                </a:r>
                <a:r>
                  <a:rPr lang="en-US" sz="2700" dirty="0" err="1" smtClean="0">
                    <a:solidFill>
                      <a:schemeClr val="dk1"/>
                    </a:solidFill>
                  </a:rPr>
                  <a:t>w</a:t>
                </a:r>
                <a:r>
                  <a:rPr lang="en-US" sz="2700" baseline="-25000" dirty="0" err="1">
                    <a:solidFill>
                      <a:schemeClr val="dk1"/>
                    </a:solidFill>
                  </a:rPr>
                  <a:t>k</a:t>
                </a:r>
                <a:r>
                  <a:rPr lang="en-US" sz="2700" dirty="0" err="1" smtClean="0">
                    <a:solidFill>
                      <a:schemeClr val="dk1"/>
                    </a:solidFill>
                  </a:rPr>
                  <a:t>|f</a:t>
                </a:r>
                <a:r>
                  <a:rPr lang="en-US" sz="2700" dirty="0" smtClean="0">
                    <a:solidFill>
                      <a:schemeClr val="dk1"/>
                    </a:solidFill>
                  </a:rPr>
                  <a:t>(x</a:t>
                </a:r>
                <a:r>
                  <a:rPr lang="en-US" sz="2700" baseline="30000" dirty="0" smtClean="0">
                    <a:solidFill>
                      <a:schemeClr val="dk1"/>
                    </a:solidFill>
                  </a:rPr>
                  <a:t>(</a:t>
                </a:r>
                <a:r>
                  <a:rPr lang="en-US" sz="2700" baseline="30000" dirty="0" err="1" smtClean="0">
                    <a:solidFill>
                      <a:schemeClr val="dk1"/>
                    </a:solidFill>
                  </a:rPr>
                  <a:t>i</a:t>
                </a:r>
                <a:r>
                  <a:rPr lang="en-US" sz="2700" baseline="30000" dirty="0">
                    <a:solidFill>
                      <a:schemeClr val="dk1"/>
                    </a:solidFill>
                  </a:rPr>
                  <a:t>)</a:t>
                </a:r>
                <a:r>
                  <a:rPr lang="en-US" sz="2700" dirty="0">
                    <a:solidFill>
                      <a:schemeClr val="dk1"/>
                    </a:solidFill>
                  </a:rPr>
                  <a:t>)</a:t>
                </a:r>
                <a:r>
                  <a:rPr lang="en-US" sz="2700" baseline="-25000" dirty="0">
                    <a:solidFill>
                      <a:schemeClr val="dk1"/>
                    </a:solidFill>
                  </a:rPr>
                  <a:t>k</a:t>
                </a:r>
                <a:r>
                  <a:rPr lang="en-US" sz="2700" baseline="30000" dirty="0">
                    <a:solidFill>
                      <a:schemeClr val="dk1"/>
                    </a:solidFill>
                  </a:rPr>
                  <a:t> </a:t>
                </a:r>
                <a:r>
                  <a:rPr lang="en-US" sz="2700" dirty="0">
                    <a:solidFill>
                      <a:schemeClr val="dk1"/>
                    </a:solidFill>
                  </a:rPr>
                  <a:t>- </a:t>
                </a:r>
                <a:r>
                  <a:rPr lang="en-US" sz="2700" dirty="0" smtClean="0">
                    <a:solidFill>
                      <a:schemeClr val="dk1"/>
                    </a:solidFill>
                  </a:rPr>
                  <a:t>f(x</a:t>
                </a:r>
                <a:r>
                  <a:rPr lang="en-US" sz="2700" baseline="30000" dirty="0" smtClean="0">
                    <a:solidFill>
                      <a:schemeClr val="dk1"/>
                    </a:solidFill>
                  </a:rPr>
                  <a:t>(</a:t>
                </a:r>
                <a:r>
                  <a:rPr lang="en-US" sz="2700" baseline="30000" dirty="0">
                    <a:solidFill>
                      <a:schemeClr val="dk1"/>
                    </a:solidFill>
                  </a:rPr>
                  <a:t>j</a:t>
                </a:r>
                <a:r>
                  <a:rPr lang="en-US" sz="2700" baseline="30000" dirty="0" smtClean="0">
                    <a:solidFill>
                      <a:schemeClr val="dk1"/>
                    </a:solidFill>
                  </a:rPr>
                  <a:t>)</a:t>
                </a:r>
                <a:r>
                  <a:rPr lang="en-US" sz="2700" dirty="0" smtClean="0">
                    <a:solidFill>
                      <a:schemeClr val="dk1"/>
                    </a:solidFill>
                  </a:rPr>
                  <a:t>)</a:t>
                </a:r>
                <a:r>
                  <a:rPr lang="en-US" sz="2700" baseline="-25000" dirty="0">
                    <a:solidFill>
                      <a:schemeClr val="dk1"/>
                    </a:solidFill>
                  </a:rPr>
                  <a:t>k</a:t>
                </a:r>
                <a:r>
                  <a:rPr lang="en-US" sz="2700" dirty="0">
                    <a:solidFill>
                      <a:schemeClr val="dk1"/>
                    </a:solidFill>
                  </a:rPr>
                  <a:t>| + b)</a:t>
                </a:r>
                <a:endParaRPr sz="2200" dirty="0"/>
              </a:p>
            </p:txBody>
          </p:sp>
        </mc:Choice>
        <mc:Fallback xmlns="">
          <p:sp>
            <p:nvSpPr>
              <p:cNvPr id="283" name="Google Shape;283;p28"/>
              <p:cNvSpPr txBox="1">
                <a:spLocks noRot="1" noChangeAspect="1" noMove="1" noResize="1" noEditPoints="1" noAdjustHandles="1" noChangeArrowheads="1" noChangeShapeType="1" noTextEdit="1"/>
              </p:cNvSpPr>
              <p:nvPr/>
            </p:nvSpPr>
            <p:spPr>
              <a:xfrm>
                <a:off x="2239250" y="5532025"/>
                <a:ext cx="6558300" cy="662459"/>
              </a:xfrm>
              <a:prstGeom prst="rect">
                <a:avLst/>
              </a:prstGeom>
              <a:blipFill>
                <a:blip r:embed="rId5"/>
                <a:stretch>
                  <a:fillRect l="-1766" b="-10092"/>
                </a:stretch>
              </a:blipFill>
              <a:ln>
                <a:noFill/>
              </a:ln>
            </p:spPr>
            <p:txBody>
              <a:bodyPr/>
              <a:lstStyle/>
              <a:p>
                <a:r>
                  <a:rPr lang="en-US">
                    <a:noFill/>
                  </a:rPr>
                  <a:t> </a:t>
                </a:r>
              </a:p>
            </p:txBody>
          </p:sp>
        </mc:Fallback>
      </mc:AlternateContent>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Shape 287"/>
        <p:cNvGrpSpPr/>
        <p:nvPr/>
      </p:nvGrpSpPr>
      <p:grpSpPr>
        <a:xfrm>
          <a:off x="0" y="0"/>
          <a:ext cx="0" cy="0"/>
          <a:chOff x="0" y="0"/>
          <a:chExt cx="0" cy="0"/>
        </a:xfrm>
      </p:grpSpPr>
      <p:sp>
        <p:nvSpPr>
          <p:cNvPr id="288" name="Google Shape;288;p29"/>
          <p:cNvSpPr txBox="1">
            <a:spLocks noGrp="1"/>
          </p:cNvSpPr>
          <p:nvPr>
            <p:ph type="title"/>
          </p:nvPr>
        </p:nvSpPr>
        <p:spPr>
          <a:xfrm>
            <a:off x="261625" y="139700"/>
            <a:ext cx="10374600" cy="1516200"/>
          </a:xfrm>
          <a:prstGeom prst="rect">
            <a:avLst/>
          </a:prstGeom>
          <a:noFill/>
          <a:ln>
            <a:noFill/>
          </a:ln>
        </p:spPr>
        <p:txBody>
          <a:bodyPr spcFirstLastPara="1" wrap="square" lIns="0" tIns="12700" rIns="0" bIns="0" anchor="t" anchorCtr="0">
            <a:spAutoFit/>
          </a:bodyPr>
          <a:lstStyle/>
          <a:p>
            <a:pPr marL="179070" marR="5080" lvl="0" indent="-167005" algn="l" rtl="0">
              <a:lnSpc>
                <a:spcPct val="119696"/>
              </a:lnSpc>
              <a:spcBef>
                <a:spcPts val="0"/>
              </a:spcBef>
              <a:spcAft>
                <a:spcPts val="0"/>
              </a:spcAft>
              <a:buSzPts val="6600"/>
              <a:buNone/>
            </a:pPr>
            <a:r>
              <a:rPr lang="en-US" sz="4400">
                <a:latin typeface="Arial"/>
                <a:ea typeface="Arial"/>
                <a:cs typeface="Arial"/>
                <a:sym typeface="Arial"/>
              </a:rPr>
              <a:t>Face verification supervised learning</a:t>
            </a:r>
            <a:endParaRPr sz="4400">
              <a:latin typeface="Arial"/>
              <a:ea typeface="Arial"/>
              <a:cs typeface="Arial"/>
              <a:sym typeface="Arial"/>
            </a:endParaRPr>
          </a:p>
          <a:p>
            <a:pPr marL="12700" lvl="0" indent="0" algn="l" rtl="0">
              <a:lnSpc>
                <a:spcPct val="100000"/>
              </a:lnSpc>
              <a:spcBef>
                <a:spcPts val="0"/>
              </a:spcBef>
              <a:spcAft>
                <a:spcPts val="0"/>
              </a:spcAft>
              <a:buSzPts val="1400"/>
              <a:buNone/>
            </a:pPr>
            <a:endParaRPr sz="4500">
              <a:latin typeface="Cambria"/>
              <a:ea typeface="Cambria"/>
              <a:cs typeface="Cambria"/>
              <a:sym typeface="Cambria"/>
            </a:endParaRPr>
          </a:p>
        </p:txBody>
      </p:sp>
      <p:pic>
        <p:nvPicPr>
          <p:cNvPr id="289" name="Google Shape;289;p29"/>
          <p:cNvPicPr preferRelativeResize="0"/>
          <p:nvPr/>
        </p:nvPicPr>
        <p:blipFill rotWithShape="1">
          <a:blip r:embed="rId3">
            <a:alphaModFix/>
          </a:blip>
          <a:srcRect/>
          <a:stretch/>
        </p:blipFill>
        <p:spPr>
          <a:xfrm>
            <a:off x="10734473" y="0"/>
            <a:ext cx="1448025" cy="796414"/>
          </a:xfrm>
          <a:prstGeom prst="rect">
            <a:avLst/>
          </a:prstGeom>
          <a:noFill/>
          <a:ln>
            <a:noFill/>
          </a:ln>
        </p:spPr>
      </p:pic>
      <p:sp>
        <p:nvSpPr>
          <p:cNvPr id="290" name="Google Shape;290;p29"/>
          <p:cNvSpPr txBox="1"/>
          <p:nvPr/>
        </p:nvSpPr>
        <p:spPr>
          <a:xfrm>
            <a:off x="410050" y="1350400"/>
            <a:ext cx="11354058" cy="3139291"/>
          </a:xfrm>
          <a:prstGeom prst="rect">
            <a:avLst/>
          </a:prstGeom>
          <a:noFill/>
          <a:ln>
            <a:noFill/>
          </a:ln>
        </p:spPr>
        <p:txBody>
          <a:bodyPr spcFirstLastPara="1" wrap="square" lIns="91425" tIns="91425" rIns="91425" bIns="91425" anchor="t" anchorCtr="0">
            <a:spAutoFit/>
          </a:bodyPr>
          <a:lstStyle/>
          <a:p>
            <a:pPr marL="457200" marR="0" lvl="0" indent="-381000" algn="l" rtl="0">
              <a:lnSpc>
                <a:spcPct val="100000"/>
              </a:lnSpc>
              <a:spcBef>
                <a:spcPts val="0"/>
              </a:spcBef>
              <a:spcAft>
                <a:spcPts val="0"/>
              </a:spcAft>
              <a:buClr>
                <a:srgbClr val="000000"/>
              </a:buClr>
              <a:buSzPts val="2400"/>
              <a:buFont typeface="Arial"/>
              <a:buChar char="●"/>
            </a:pPr>
            <a:r>
              <a:rPr lang="en-US" sz="2400" b="0" i="0" u="none" strike="noStrike" cap="none" dirty="0">
                <a:solidFill>
                  <a:srgbClr val="000000"/>
                </a:solidFill>
                <a:latin typeface="Arial"/>
                <a:ea typeface="Arial"/>
                <a:cs typeface="Arial"/>
                <a:sym typeface="Arial"/>
              </a:rPr>
              <a:t>To improve the efficiency of the face recognition system, pre-computed encodings can be used instead of computing the </a:t>
            </a:r>
            <a:r>
              <a:rPr lang="en-US" sz="2400" b="0" i="0" u="none" strike="noStrike" cap="none" dirty="0" err="1">
                <a:solidFill>
                  <a:srgbClr val="000000"/>
                </a:solidFill>
                <a:latin typeface="Arial"/>
                <a:ea typeface="Arial"/>
                <a:cs typeface="Arial"/>
                <a:sym typeface="Arial"/>
              </a:rPr>
              <a:t>embeddings</a:t>
            </a:r>
            <a:r>
              <a:rPr lang="en-US" sz="2400" b="0" i="0" u="none" strike="noStrike" cap="none" dirty="0">
                <a:solidFill>
                  <a:srgbClr val="000000"/>
                </a:solidFill>
                <a:latin typeface="Arial"/>
                <a:ea typeface="Arial"/>
                <a:cs typeface="Arial"/>
                <a:sym typeface="Arial"/>
              </a:rPr>
              <a:t> for each image in real-time. This can save significant computation time, especially for large databases of images.</a:t>
            </a:r>
            <a:endParaRPr sz="2400" b="0" i="0" u="none" strike="noStrike" cap="none" dirty="0">
              <a:solidFill>
                <a:srgbClr val="000000"/>
              </a:solidFill>
              <a:latin typeface="Arial"/>
              <a:ea typeface="Arial"/>
              <a:cs typeface="Arial"/>
              <a:sym typeface="Arial"/>
            </a:endParaRPr>
          </a:p>
          <a:p>
            <a:pPr marL="457200" marR="0" lvl="0" indent="-381000" algn="l" rtl="0">
              <a:lnSpc>
                <a:spcPct val="100000"/>
              </a:lnSpc>
              <a:spcBef>
                <a:spcPts val="0"/>
              </a:spcBef>
              <a:spcAft>
                <a:spcPts val="0"/>
              </a:spcAft>
              <a:buClr>
                <a:srgbClr val="000000"/>
              </a:buClr>
              <a:buSzPts val="2400"/>
              <a:buFont typeface="Arial"/>
              <a:buChar char="●"/>
            </a:pPr>
            <a:r>
              <a:rPr lang="en-US" sz="2400" b="0" i="0" u="none" strike="noStrike" cap="none" dirty="0">
                <a:solidFill>
                  <a:srgbClr val="000000"/>
                </a:solidFill>
                <a:latin typeface="Arial"/>
                <a:ea typeface="Arial"/>
                <a:cs typeface="Arial"/>
                <a:sym typeface="Arial"/>
              </a:rPr>
              <a:t>Overall, both the Triplet Loss and Siamese Network approaches are effective ways to train a neural network for face recognition, and the choice between the two depends on the specific needs and constraints of the application.</a:t>
            </a:r>
            <a:endParaRPr sz="2400" b="0" i="0" u="none" strike="noStrike" cap="none" dirty="0">
              <a:solidFill>
                <a:srgbClr val="000000"/>
              </a:solidFill>
              <a:latin typeface="Arial"/>
              <a:ea typeface="Arial"/>
              <a:cs typeface="Arial"/>
              <a:sym typeface="Arial"/>
            </a:endParaRPr>
          </a:p>
          <a:p>
            <a:pPr marL="457200" marR="0" lvl="0" indent="0" algn="l" rtl="0">
              <a:lnSpc>
                <a:spcPct val="100000"/>
              </a:lnSpc>
              <a:spcBef>
                <a:spcPts val="0"/>
              </a:spcBef>
              <a:spcAft>
                <a:spcPts val="0"/>
              </a:spcAft>
              <a:buClr>
                <a:srgbClr val="000000"/>
              </a:buClr>
              <a:buSzPts val="2400"/>
              <a:buFont typeface="Arial"/>
              <a:buNone/>
            </a:pPr>
            <a:endParaRPr sz="2400" b="0" i="0" u="none" strike="noStrike" cap="none" dirty="0">
              <a:solidFill>
                <a:srgbClr val="000000"/>
              </a:solidFill>
              <a:latin typeface="Arial"/>
              <a:ea typeface="Arial"/>
              <a:cs typeface="Arial"/>
              <a:sym typeface="Arial"/>
            </a:endParaRPr>
          </a:p>
        </p:txBody>
      </p:sp>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MasterSp="0">
  <p:cSld>
    <p:spTree>
      <p:nvGrpSpPr>
        <p:cNvPr id="1" name="Shape 294"/>
        <p:cNvGrpSpPr/>
        <p:nvPr/>
      </p:nvGrpSpPr>
      <p:grpSpPr>
        <a:xfrm>
          <a:off x="0" y="0"/>
          <a:ext cx="0" cy="0"/>
          <a:chOff x="0" y="0"/>
          <a:chExt cx="0" cy="0"/>
        </a:xfrm>
      </p:grpSpPr>
      <p:sp>
        <p:nvSpPr>
          <p:cNvPr id="295" name="Google Shape;295;p30"/>
          <p:cNvSpPr txBox="1">
            <a:spLocks noGrp="1"/>
          </p:cNvSpPr>
          <p:nvPr>
            <p:ph type="title"/>
          </p:nvPr>
        </p:nvSpPr>
        <p:spPr>
          <a:xfrm>
            <a:off x="1219200" y="533400"/>
            <a:ext cx="9596120" cy="69596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SzPts val="1400"/>
              <a:buNone/>
            </a:pPr>
            <a:endParaRPr sz="4400">
              <a:latin typeface="Cambria"/>
              <a:ea typeface="Cambria"/>
              <a:cs typeface="Cambria"/>
              <a:sym typeface="Cambria"/>
            </a:endParaRPr>
          </a:p>
        </p:txBody>
      </p:sp>
      <p:pic>
        <p:nvPicPr>
          <p:cNvPr id="296" name="Google Shape;296;p30"/>
          <p:cNvPicPr preferRelativeResize="0"/>
          <p:nvPr/>
        </p:nvPicPr>
        <p:blipFill rotWithShape="1">
          <a:blip r:embed="rId3">
            <a:alphaModFix/>
          </a:blip>
          <a:srcRect/>
          <a:stretch/>
        </p:blipFill>
        <p:spPr>
          <a:xfrm>
            <a:off x="0" y="0"/>
            <a:ext cx="11384068" cy="6744872"/>
          </a:xfrm>
          <a:prstGeom prst="rect">
            <a:avLst/>
          </a:prstGeom>
          <a:noFill/>
          <a:ln>
            <a:noFill/>
          </a:ln>
        </p:spPr>
      </p:pic>
      <p:pic>
        <p:nvPicPr>
          <p:cNvPr id="297" name="Google Shape;297;p30"/>
          <p:cNvPicPr preferRelativeResize="0"/>
          <p:nvPr/>
        </p:nvPicPr>
        <p:blipFill rotWithShape="1">
          <a:blip r:embed="rId4">
            <a:alphaModFix/>
          </a:blip>
          <a:srcRect/>
          <a:stretch/>
        </p:blipFill>
        <p:spPr>
          <a:xfrm>
            <a:off x="10734473" y="0"/>
            <a:ext cx="1448025" cy="796414"/>
          </a:xfrm>
          <a:prstGeom prst="rect">
            <a:avLst/>
          </a:prstGeom>
          <a:noFill/>
          <a:ln>
            <a:noFill/>
          </a:ln>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MasterSp="0">
  <p:cSld>
    <p:spTree>
      <p:nvGrpSpPr>
        <p:cNvPr id="1" name="Shape 301"/>
        <p:cNvGrpSpPr/>
        <p:nvPr/>
      </p:nvGrpSpPr>
      <p:grpSpPr>
        <a:xfrm>
          <a:off x="0" y="0"/>
          <a:ext cx="0" cy="0"/>
          <a:chOff x="0" y="0"/>
          <a:chExt cx="0" cy="0"/>
        </a:xfrm>
      </p:grpSpPr>
      <p:sp>
        <p:nvSpPr>
          <p:cNvPr id="302" name="Google Shape;302;p31"/>
          <p:cNvSpPr txBox="1"/>
          <p:nvPr/>
        </p:nvSpPr>
        <p:spPr>
          <a:xfrm>
            <a:off x="4926850" y="3524834"/>
            <a:ext cx="6727800" cy="1854300"/>
          </a:xfrm>
          <a:prstGeom prst="rect">
            <a:avLst/>
          </a:prstGeom>
          <a:noFill/>
          <a:ln>
            <a:noFill/>
          </a:ln>
        </p:spPr>
        <p:txBody>
          <a:bodyPr spcFirstLastPara="1" wrap="square" lIns="0" tIns="27925" rIns="0" bIns="0" anchor="t" anchorCtr="0">
            <a:spAutoFit/>
          </a:bodyPr>
          <a:lstStyle/>
          <a:p>
            <a:pPr marL="1837688" marR="5080" lvl="0" indent="-1825625" algn="ctr" rtl="0">
              <a:lnSpc>
                <a:spcPct val="119696"/>
              </a:lnSpc>
              <a:spcBef>
                <a:spcPts val="0"/>
              </a:spcBef>
              <a:spcAft>
                <a:spcPts val="0"/>
              </a:spcAft>
              <a:buClr>
                <a:srgbClr val="000000"/>
              </a:buClr>
              <a:buSzPts val="6600"/>
              <a:buFont typeface="Arial"/>
              <a:buNone/>
            </a:pPr>
            <a:r>
              <a:rPr lang="en-US" sz="5400" b="0" i="0" u="none" strike="noStrike" cap="none" dirty="0">
                <a:solidFill>
                  <a:srgbClr val="000000"/>
                </a:solidFill>
                <a:latin typeface="Arial"/>
                <a:ea typeface="Arial"/>
                <a:cs typeface="Arial"/>
                <a:sym typeface="Arial"/>
              </a:rPr>
              <a:t>What is neural style</a:t>
            </a:r>
            <a:endParaRPr sz="5400" b="0" i="0" u="none" strike="noStrike" cap="none" dirty="0">
              <a:solidFill>
                <a:srgbClr val="000000"/>
              </a:solidFill>
              <a:latin typeface="Arial"/>
              <a:ea typeface="Arial"/>
              <a:cs typeface="Arial"/>
              <a:sym typeface="Arial"/>
            </a:endParaRPr>
          </a:p>
          <a:p>
            <a:pPr marL="1837689" marR="5080" lvl="0" indent="-1825625" algn="ctr" rtl="0">
              <a:lnSpc>
                <a:spcPct val="119696"/>
              </a:lnSpc>
              <a:spcBef>
                <a:spcPts val="0"/>
              </a:spcBef>
              <a:spcAft>
                <a:spcPts val="0"/>
              </a:spcAft>
              <a:buClr>
                <a:srgbClr val="000000"/>
              </a:buClr>
              <a:buSzPts val="6600"/>
              <a:buFont typeface="Arial"/>
              <a:buNone/>
            </a:pPr>
            <a:r>
              <a:rPr lang="en-US" sz="5400" b="0" i="0" u="none" strike="noStrike" cap="none" dirty="0">
                <a:solidFill>
                  <a:srgbClr val="000000"/>
                </a:solidFill>
                <a:latin typeface="Arial"/>
                <a:ea typeface="Arial"/>
                <a:cs typeface="Arial"/>
                <a:sym typeface="Arial"/>
              </a:rPr>
              <a:t>transfer?</a:t>
            </a:r>
            <a:endParaRPr sz="5400" b="0" i="0" u="none" strike="noStrike" cap="none" dirty="0">
              <a:solidFill>
                <a:srgbClr val="000000"/>
              </a:solidFill>
              <a:latin typeface="Arial"/>
              <a:ea typeface="Arial"/>
              <a:cs typeface="Arial"/>
              <a:sym typeface="Arial"/>
            </a:endParaRPr>
          </a:p>
        </p:txBody>
      </p:sp>
      <p:sp>
        <p:nvSpPr>
          <p:cNvPr id="303" name="Google Shape;303;p31"/>
          <p:cNvSpPr/>
          <p:nvPr/>
        </p:nvSpPr>
        <p:spPr>
          <a:xfrm>
            <a:off x="4836350" y="3410419"/>
            <a:ext cx="6908800" cy="17780"/>
          </a:xfrm>
          <a:custGeom>
            <a:avLst/>
            <a:gdLst/>
            <a:ahLst/>
            <a:cxnLst/>
            <a:rect l="l" t="t" r="r" b="b"/>
            <a:pathLst>
              <a:path w="6908800" h="17779" extrusionOk="0">
                <a:moveTo>
                  <a:pt x="0" y="0"/>
                </a:moveTo>
                <a:lnTo>
                  <a:pt x="6908333" y="17737"/>
                </a:lnTo>
              </a:path>
            </a:pathLst>
          </a:custGeom>
          <a:noFill/>
          <a:ln w="19050" cap="flat" cmpd="sng">
            <a:solidFill>
              <a:srgbClr val="40404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304" name="Google Shape;304;p31"/>
          <p:cNvSpPr txBox="1">
            <a:spLocks noGrp="1"/>
          </p:cNvSpPr>
          <p:nvPr>
            <p:ph type="title"/>
          </p:nvPr>
        </p:nvSpPr>
        <p:spPr>
          <a:xfrm>
            <a:off x="1099323" y="1362625"/>
            <a:ext cx="9713700" cy="2047800"/>
          </a:xfrm>
          <a:prstGeom prst="rect">
            <a:avLst/>
          </a:prstGeom>
          <a:noFill/>
          <a:ln>
            <a:noFill/>
          </a:ln>
        </p:spPr>
        <p:txBody>
          <a:bodyPr spcFirstLastPara="1" wrap="square" lIns="0" tIns="129525" rIns="0" bIns="0" anchor="t" anchorCtr="0">
            <a:spAutoFit/>
          </a:bodyPr>
          <a:lstStyle/>
          <a:p>
            <a:pPr marL="5080000" marR="5080" lvl="0" indent="-678179" algn="ctr" rtl="0">
              <a:lnSpc>
                <a:spcPct val="107575"/>
              </a:lnSpc>
              <a:spcBef>
                <a:spcPts val="0"/>
              </a:spcBef>
              <a:spcAft>
                <a:spcPts val="0"/>
              </a:spcAft>
              <a:buSzPts val="1400"/>
              <a:buNone/>
            </a:pPr>
            <a:r>
              <a:rPr lang="en-US" sz="6000">
                <a:latin typeface="Arial"/>
                <a:ea typeface="Arial"/>
                <a:cs typeface="Arial"/>
                <a:sym typeface="Arial"/>
              </a:rPr>
              <a:t>Neural Style Transfer</a:t>
            </a:r>
            <a:endParaRPr sz="6000">
              <a:latin typeface="Arial"/>
              <a:ea typeface="Arial"/>
              <a:cs typeface="Arial"/>
              <a:sym typeface="Arial"/>
            </a:endParaRPr>
          </a:p>
        </p:txBody>
      </p:sp>
      <p:pic>
        <p:nvPicPr>
          <p:cNvPr id="305" name="Google Shape;305;p31"/>
          <p:cNvPicPr preferRelativeResize="0"/>
          <p:nvPr/>
        </p:nvPicPr>
        <p:blipFill rotWithShape="1">
          <a:blip r:embed="rId3">
            <a:alphaModFix/>
          </a:blip>
          <a:srcRect/>
          <a:stretch/>
        </p:blipFill>
        <p:spPr>
          <a:xfrm>
            <a:off x="417325" y="2395175"/>
            <a:ext cx="3871626" cy="2129399"/>
          </a:xfrm>
          <a:prstGeom prst="rect">
            <a:avLst/>
          </a:prstGeom>
          <a:noFill/>
          <a:ln>
            <a:noFill/>
          </a:ln>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MasterSp="0">
  <p:cSld>
    <p:spTree>
      <p:nvGrpSpPr>
        <p:cNvPr id="1" name="Shape 309"/>
        <p:cNvGrpSpPr/>
        <p:nvPr/>
      </p:nvGrpSpPr>
      <p:grpSpPr>
        <a:xfrm>
          <a:off x="0" y="0"/>
          <a:ext cx="0" cy="0"/>
          <a:chOff x="0" y="0"/>
          <a:chExt cx="0" cy="0"/>
        </a:xfrm>
      </p:grpSpPr>
      <p:sp>
        <p:nvSpPr>
          <p:cNvPr id="310" name="Google Shape;310;p32"/>
          <p:cNvSpPr txBox="1">
            <a:spLocks noGrp="1"/>
          </p:cNvSpPr>
          <p:nvPr>
            <p:ph type="title"/>
          </p:nvPr>
        </p:nvSpPr>
        <p:spPr>
          <a:xfrm>
            <a:off x="228500" y="0"/>
            <a:ext cx="10396800" cy="1500900"/>
          </a:xfrm>
          <a:prstGeom prst="rect">
            <a:avLst/>
          </a:prstGeom>
          <a:noFill/>
          <a:ln>
            <a:noFill/>
          </a:ln>
        </p:spPr>
        <p:txBody>
          <a:bodyPr spcFirstLastPara="1" wrap="square" lIns="0" tIns="12700" rIns="0" bIns="0" anchor="t" anchorCtr="0">
            <a:spAutoFit/>
          </a:bodyPr>
          <a:lstStyle/>
          <a:p>
            <a:pPr marL="1837688" marR="5080" lvl="0" indent="-1825625" algn="l" rtl="0">
              <a:lnSpc>
                <a:spcPct val="119696"/>
              </a:lnSpc>
              <a:spcBef>
                <a:spcPts val="0"/>
              </a:spcBef>
              <a:spcAft>
                <a:spcPts val="0"/>
              </a:spcAft>
              <a:buClr>
                <a:schemeClr val="dk1"/>
              </a:buClr>
              <a:buSzPts val="6600"/>
              <a:buFont typeface="Arial"/>
              <a:buNone/>
            </a:pPr>
            <a:r>
              <a:rPr lang="en-US" sz="4400">
                <a:latin typeface="Arial"/>
                <a:ea typeface="Arial"/>
                <a:cs typeface="Arial"/>
                <a:sym typeface="Arial"/>
              </a:rPr>
              <a:t>What is neural style transfer?</a:t>
            </a:r>
            <a:endParaRPr sz="4400">
              <a:latin typeface="Arial"/>
              <a:ea typeface="Arial"/>
              <a:cs typeface="Arial"/>
              <a:sym typeface="Arial"/>
            </a:endParaRPr>
          </a:p>
          <a:p>
            <a:pPr marL="12700" lvl="0" indent="0" algn="l" rtl="0">
              <a:lnSpc>
                <a:spcPct val="100000"/>
              </a:lnSpc>
              <a:spcBef>
                <a:spcPts val="0"/>
              </a:spcBef>
              <a:spcAft>
                <a:spcPts val="0"/>
              </a:spcAft>
              <a:buSzPts val="1400"/>
              <a:buNone/>
            </a:pPr>
            <a:endParaRPr sz="4400">
              <a:latin typeface="Cambria"/>
              <a:ea typeface="Cambria"/>
              <a:cs typeface="Cambria"/>
              <a:sym typeface="Cambria"/>
            </a:endParaRPr>
          </a:p>
        </p:txBody>
      </p:sp>
      <p:pic>
        <p:nvPicPr>
          <p:cNvPr id="311" name="Google Shape;311;p32"/>
          <p:cNvPicPr preferRelativeResize="0"/>
          <p:nvPr/>
        </p:nvPicPr>
        <p:blipFill rotWithShape="1">
          <a:blip r:embed="rId3">
            <a:alphaModFix/>
          </a:blip>
          <a:srcRect/>
          <a:stretch/>
        </p:blipFill>
        <p:spPr>
          <a:xfrm>
            <a:off x="10734473" y="0"/>
            <a:ext cx="1448025" cy="796414"/>
          </a:xfrm>
          <a:prstGeom prst="rect">
            <a:avLst/>
          </a:prstGeom>
          <a:noFill/>
          <a:ln>
            <a:noFill/>
          </a:ln>
        </p:spPr>
      </p:pic>
      <p:sp>
        <p:nvSpPr>
          <p:cNvPr id="312" name="Google Shape;312;p32"/>
          <p:cNvSpPr txBox="1"/>
          <p:nvPr/>
        </p:nvSpPr>
        <p:spPr>
          <a:xfrm>
            <a:off x="552474" y="1151600"/>
            <a:ext cx="11150087" cy="4616618"/>
          </a:xfrm>
          <a:prstGeom prst="rect">
            <a:avLst/>
          </a:prstGeom>
          <a:noFill/>
          <a:ln>
            <a:noFill/>
          </a:ln>
        </p:spPr>
        <p:txBody>
          <a:bodyPr spcFirstLastPara="1" wrap="square" lIns="91425" tIns="91425" rIns="91425" bIns="91425" anchor="t" anchorCtr="0">
            <a:spAutoFit/>
          </a:bodyPr>
          <a:lstStyle/>
          <a:p>
            <a:pPr marL="457200" marR="0" lvl="0" indent="-381000" algn="l" rtl="0">
              <a:lnSpc>
                <a:spcPct val="100000"/>
              </a:lnSpc>
              <a:spcBef>
                <a:spcPts val="0"/>
              </a:spcBef>
              <a:spcAft>
                <a:spcPts val="0"/>
              </a:spcAft>
              <a:buClr>
                <a:schemeClr val="dk1"/>
              </a:buClr>
              <a:buSzPts val="2400"/>
              <a:buFont typeface="Arial"/>
              <a:buChar char="●"/>
            </a:pPr>
            <a:r>
              <a:rPr lang="en-US" sz="2400" b="0" i="0" u="none" strike="noStrike" cap="none" dirty="0">
                <a:solidFill>
                  <a:schemeClr val="dk1"/>
                </a:solidFill>
                <a:latin typeface="Arial"/>
                <a:ea typeface="Arial"/>
                <a:cs typeface="Arial"/>
                <a:sym typeface="Arial"/>
              </a:rPr>
              <a:t>Neural Style Transfer is a technique that allows you to generate new images by combining the content of one image with the style of another. </a:t>
            </a:r>
            <a:endParaRPr lang="en-US" sz="2400" b="0" i="0" u="none" strike="noStrike" cap="none" dirty="0" smtClean="0">
              <a:solidFill>
                <a:schemeClr val="dk1"/>
              </a:solidFill>
              <a:latin typeface="Arial"/>
              <a:ea typeface="Arial"/>
              <a:cs typeface="Arial"/>
              <a:sym typeface="Arial"/>
            </a:endParaRPr>
          </a:p>
          <a:p>
            <a:pPr marL="457200" marR="0" lvl="0" indent="-381000" algn="l" rtl="0">
              <a:lnSpc>
                <a:spcPct val="100000"/>
              </a:lnSpc>
              <a:spcBef>
                <a:spcPts val="0"/>
              </a:spcBef>
              <a:spcAft>
                <a:spcPts val="0"/>
              </a:spcAft>
              <a:buClr>
                <a:schemeClr val="dk1"/>
              </a:buClr>
              <a:buSzPts val="2400"/>
              <a:buFont typeface="Arial"/>
              <a:buChar char="●"/>
            </a:pPr>
            <a:endParaRPr lang="en-US" sz="2400" b="0" i="0" u="none" strike="noStrike" cap="none" dirty="0" smtClean="0">
              <a:solidFill>
                <a:schemeClr val="dk1"/>
              </a:solidFill>
              <a:latin typeface="Arial"/>
              <a:ea typeface="Arial"/>
              <a:cs typeface="Arial"/>
              <a:sym typeface="Arial"/>
            </a:endParaRPr>
          </a:p>
          <a:p>
            <a:pPr marL="457200" marR="0" lvl="0" indent="-381000" algn="l" rtl="0">
              <a:lnSpc>
                <a:spcPct val="100000"/>
              </a:lnSpc>
              <a:spcBef>
                <a:spcPts val="0"/>
              </a:spcBef>
              <a:spcAft>
                <a:spcPts val="0"/>
              </a:spcAft>
              <a:buClr>
                <a:schemeClr val="dk1"/>
              </a:buClr>
              <a:buSzPts val="2400"/>
              <a:buFont typeface="Arial"/>
              <a:buChar char="●"/>
            </a:pPr>
            <a:r>
              <a:rPr lang="en-US" sz="2400" b="0" i="0" u="none" strike="noStrike" cap="none" dirty="0" smtClean="0">
                <a:solidFill>
                  <a:schemeClr val="dk1"/>
                </a:solidFill>
                <a:latin typeface="Arial"/>
                <a:ea typeface="Arial"/>
                <a:cs typeface="Arial"/>
                <a:sym typeface="Arial"/>
              </a:rPr>
              <a:t>It </a:t>
            </a:r>
            <a:r>
              <a:rPr lang="en-US" sz="2400" b="0" i="0" u="none" strike="noStrike" cap="none" dirty="0">
                <a:solidFill>
                  <a:schemeClr val="dk1"/>
                </a:solidFill>
                <a:latin typeface="Arial"/>
                <a:ea typeface="Arial"/>
                <a:cs typeface="Arial"/>
                <a:sym typeface="Arial"/>
              </a:rPr>
              <a:t>works by using a pre-trained Convolutional Neural Network (</a:t>
            </a:r>
            <a:r>
              <a:rPr lang="en-US" sz="2400" b="0" i="0" u="none" strike="noStrike" cap="none" dirty="0" err="1">
                <a:solidFill>
                  <a:schemeClr val="dk1"/>
                </a:solidFill>
                <a:latin typeface="Arial"/>
                <a:ea typeface="Arial"/>
                <a:cs typeface="Arial"/>
                <a:sym typeface="Arial"/>
              </a:rPr>
              <a:t>ConvNet</a:t>
            </a:r>
            <a:r>
              <a:rPr lang="en-US" sz="2400" b="0" i="0" u="none" strike="noStrike" cap="none" dirty="0">
                <a:solidFill>
                  <a:schemeClr val="dk1"/>
                </a:solidFill>
                <a:latin typeface="Arial"/>
                <a:ea typeface="Arial"/>
                <a:cs typeface="Arial"/>
                <a:sym typeface="Arial"/>
              </a:rPr>
              <a:t>) to extract features from the content and style images. </a:t>
            </a:r>
            <a:endParaRPr lang="en-US" sz="2400" b="0" i="0" u="none" strike="noStrike" cap="none" dirty="0" smtClean="0">
              <a:solidFill>
                <a:schemeClr val="dk1"/>
              </a:solidFill>
              <a:latin typeface="Arial"/>
              <a:ea typeface="Arial"/>
              <a:cs typeface="Arial"/>
              <a:sym typeface="Arial"/>
            </a:endParaRPr>
          </a:p>
          <a:p>
            <a:pPr marL="457200" marR="0" lvl="0" indent="-381000" algn="l" rtl="0">
              <a:lnSpc>
                <a:spcPct val="100000"/>
              </a:lnSpc>
              <a:spcBef>
                <a:spcPts val="0"/>
              </a:spcBef>
              <a:spcAft>
                <a:spcPts val="0"/>
              </a:spcAft>
              <a:buClr>
                <a:schemeClr val="dk1"/>
              </a:buClr>
              <a:buSzPts val="2400"/>
              <a:buFont typeface="Arial"/>
              <a:buChar char="●"/>
            </a:pPr>
            <a:endParaRPr lang="en-US" sz="2400" b="0" i="0" u="none" strike="noStrike" cap="none" dirty="0" smtClean="0">
              <a:solidFill>
                <a:schemeClr val="dk1"/>
              </a:solidFill>
              <a:latin typeface="Arial"/>
              <a:ea typeface="Arial"/>
              <a:cs typeface="Arial"/>
              <a:sym typeface="Arial"/>
            </a:endParaRPr>
          </a:p>
          <a:p>
            <a:pPr marL="457200" marR="0" lvl="0" indent="-381000" algn="l" rtl="0">
              <a:lnSpc>
                <a:spcPct val="100000"/>
              </a:lnSpc>
              <a:spcBef>
                <a:spcPts val="0"/>
              </a:spcBef>
              <a:spcAft>
                <a:spcPts val="0"/>
              </a:spcAft>
              <a:buClr>
                <a:schemeClr val="dk1"/>
              </a:buClr>
              <a:buSzPts val="2400"/>
              <a:buFont typeface="Arial"/>
              <a:buChar char="●"/>
            </a:pPr>
            <a:r>
              <a:rPr lang="en-US" sz="2400" b="0" i="0" u="none" strike="noStrike" cap="none" dirty="0" smtClean="0">
                <a:solidFill>
                  <a:schemeClr val="dk1"/>
                </a:solidFill>
                <a:latin typeface="Arial"/>
                <a:ea typeface="Arial"/>
                <a:cs typeface="Arial"/>
                <a:sym typeface="Arial"/>
              </a:rPr>
              <a:t>The </a:t>
            </a:r>
            <a:r>
              <a:rPr lang="en-US" sz="2400" b="0" i="0" u="none" strike="noStrike" cap="none" dirty="0">
                <a:solidFill>
                  <a:schemeClr val="dk1"/>
                </a:solidFill>
                <a:latin typeface="Arial"/>
                <a:ea typeface="Arial"/>
                <a:cs typeface="Arial"/>
                <a:sym typeface="Arial"/>
              </a:rPr>
              <a:t>content image represents the subject matter of the new image, while the style image represents the desired style</a:t>
            </a:r>
            <a:r>
              <a:rPr lang="en-US" sz="2400" b="0" i="0" u="none" strike="noStrike" cap="none">
                <a:solidFill>
                  <a:schemeClr val="dk1"/>
                </a:solidFill>
                <a:latin typeface="Arial"/>
                <a:ea typeface="Arial"/>
                <a:cs typeface="Arial"/>
                <a:sym typeface="Arial"/>
              </a:rPr>
              <a:t>. </a:t>
            </a:r>
            <a:endParaRPr lang="en-US" sz="2400" b="0" i="0" u="none" strike="noStrike" cap="none" smtClean="0">
              <a:solidFill>
                <a:schemeClr val="dk1"/>
              </a:solidFill>
              <a:latin typeface="Arial"/>
              <a:ea typeface="Arial"/>
              <a:cs typeface="Arial"/>
              <a:sym typeface="Arial"/>
            </a:endParaRPr>
          </a:p>
          <a:p>
            <a:pPr marL="76200" marR="0" lvl="0" algn="l" rtl="0">
              <a:lnSpc>
                <a:spcPct val="100000"/>
              </a:lnSpc>
              <a:spcBef>
                <a:spcPts val="0"/>
              </a:spcBef>
              <a:spcAft>
                <a:spcPts val="0"/>
              </a:spcAft>
              <a:buClr>
                <a:schemeClr val="dk1"/>
              </a:buClr>
              <a:buSzPts val="2400"/>
            </a:pPr>
            <a:endParaRPr lang="en-US" sz="2400" b="0" i="0" u="none" strike="noStrike" cap="none" dirty="0" smtClean="0">
              <a:solidFill>
                <a:schemeClr val="dk1"/>
              </a:solidFill>
              <a:latin typeface="Arial"/>
              <a:ea typeface="Arial"/>
              <a:cs typeface="Arial"/>
              <a:sym typeface="Arial"/>
            </a:endParaRPr>
          </a:p>
          <a:p>
            <a:pPr marL="457200" marR="0" lvl="0" indent="-381000" algn="l" rtl="0">
              <a:lnSpc>
                <a:spcPct val="100000"/>
              </a:lnSpc>
              <a:spcBef>
                <a:spcPts val="0"/>
              </a:spcBef>
              <a:spcAft>
                <a:spcPts val="0"/>
              </a:spcAft>
              <a:buClr>
                <a:schemeClr val="dk1"/>
              </a:buClr>
              <a:buSzPts val="2400"/>
              <a:buFont typeface="Arial"/>
              <a:buChar char="●"/>
            </a:pPr>
            <a:r>
              <a:rPr lang="en-US" sz="2400" b="0" i="0" u="none" strike="noStrike" cap="none" dirty="0" smtClean="0">
                <a:solidFill>
                  <a:schemeClr val="dk1"/>
                </a:solidFill>
                <a:latin typeface="Arial"/>
                <a:ea typeface="Arial"/>
                <a:cs typeface="Arial"/>
                <a:sym typeface="Arial"/>
              </a:rPr>
              <a:t>The </a:t>
            </a:r>
            <a:r>
              <a:rPr lang="en-US" sz="2400" b="0" i="0" u="none" strike="noStrike" cap="none" dirty="0">
                <a:solidFill>
                  <a:schemeClr val="dk1"/>
                </a:solidFill>
                <a:latin typeface="Arial"/>
                <a:ea typeface="Arial"/>
                <a:cs typeface="Arial"/>
                <a:sym typeface="Arial"/>
              </a:rPr>
              <a:t>output image is then generated by iteratively adjusting the pixel values of a random noise image until it matches the content and style representations.</a:t>
            </a:r>
            <a:endParaRPr sz="2400" b="0" i="0" u="none" strike="noStrike" cap="none" dirty="0">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endParaRPr sz="2400" b="0" i="0" u="none" strike="noStrike" cap="none" dirty="0">
              <a:solidFill>
                <a:srgbClr val="000000"/>
              </a:solidFill>
              <a:latin typeface="Arial"/>
              <a:ea typeface="Arial"/>
              <a:cs typeface="Arial"/>
              <a:sym typeface="Arial"/>
            </a:endParaRPr>
          </a:p>
        </p:txBody>
      </p:sp>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MasterSp="0">
  <p:cSld>
    <p:spTree>
      <p:nvGrpSpPr>
        <p:cNvPr id="1" name="Shape 316"/>
        <p:cNvGrpSpPr/>
        <p:nvPr/>
      </p:nvGrpSpPr>
      <p:grpSpPr>
        <a:xfrm>
          <a:off x="0" y="0"/>
          <a:ext cx="0" cy="0"/>
          <a:chOff x="0" y="0"/>
          <a:chExt cx="0" cy="0"/>
        </a:xfrm>
      </p:grpSpPr>
      <p:sp>
        <p:nvSpPr>
          <p:cNvPr id="317" name="Google Shape;317;p33"/>
          <p:cNvSpPr txBox="1">
            <a:spLocks noGrp="1"/>
          </p:cNvSpPr>
          <p:nvPr>
            <p:ph type="title"/>
          </p:nvPr>
        </p:nvSpPr>
        <p:spPr>
          <a:xfrm>
            <a:off x="228500" y="0"/>
            <a:ext cx="10396800" cy="320970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Clr>
                <a:schemeClr val="dk1"/>
              </a:buClr>
              <a:buSzPts val="1400"/>
              <a:buFont typeface="Arial"/>
              <a:buNone/>
            </a:pPr>
            <a:r>
              <a:rPr lang="en-US" sz="4400">
                <a:latin typeface="Arial"/>
                <a:ea typeface="Arial"/>
                <a:cs typeface="Arial"/>
                <a:sym typeface="Arial"/>
              </a:rPr>
              <a:t>Neural style transfer</a:t>
            </a:r>
            <a:endParaRPr sz="4400">
              <a:latin typeface="Arial"/>
              <a:ea typeface="Arial"/>
              <a:cs typeface="Arial"/>
              <a:sym typeface="Arial"/>
            </a:endParaRPr>
          </a:p>
          <a:p>
            <a:pPr marL="1837688" marR="5080" lvl="0" indent="-1825625" algn="l" rtl="0">
              <a:lnSpc>
                <a:spcPct val="119696"/>
              </a:lnSpc>
              <a:spcBef>
                <a:spcPts val="0"/>
              </a:spcBef>
              <a:spcAft>
                <a:spcPts val="0"/>
              </a:spcAft>
              <a:buClr>
                <a:schemeClr val="dk1"/>
              </a:buClr>
              <a:buSzPts val="6600"/>
              <a:buFont typeface="Arial"/>
              <a:buNone/>
            </a:pPr>
            <a:endParaRPr sz="4400">
              <a:latin typeface="Arial"/>
              <a:ea typeface="Arial"/>
              <a:cs typeface="Arial"/>
              <a:sym typeface="Arial"/>
            </a:endParaRPr>
          </a:p>
          <a:p>
            <a:pPr marL="1837688" marR="5080" lvl="0" indent="-1825625" algn="l" rtl="0">
              <a:lnSpc>
                <a:spcPct val="119696"/>
              </a:lnSpc>
              <a:spcBef>
                <a:spcPts val="0"/>
              </a:spcBef>
              <a:spcAft>
                <a:spcPts val="0"/>
              </a:spcAft>
              <a:buClr>
                <a:schemeClr val="dk1"/>
              </a:buClr>
              <a:buSzPts val="6600"/>
              <a:buFont typeface="Arial"/>
              <a:buNone/>
            </a:pPr>
            <a:endParaRPr sz="5600">
              <a:latin typeface="Arial"/>
              <a:ea typeface="Arial"/>
              <a:cs typeface="Arial"/>
              <a:sym typeface="Arial"/>
            </a:endParaRPr>
          </a:p>
          <a:p>
            <a:pPr marL="12700" lvl="0" indent="0" algn="l" rtl="0">
              <a:lnSpc>
                <a:spcPct val="100000"/>
              </a:lnSpc>
              <a:spcBef>
                <a:spcPts val="0"/>
              </a:spcBef>
              <a:spcAft>
                <a:spcPts val="0"/>
              </a:spcAft>
              <a:buSzPts val="1400"/>
              <a:buNone/>
            </a:pPr>
            <a:endParaRPr sz="4400">
              <a:latin typeface="Arial"/>
              <a:ea typeface="Arial"/>
              <a:cs typeface="Arial"/>
              <a:sym typeface="Arial"/>
            </a:endParaRPr>
          </a:p>
        </p:txBody>
      </p:sp>
      <p:pic>
        <p:nvPicPr>
          <p:cNvPr id="318" name="Google Shape;318;p33"/>
          <p:cNvPicPr preferRelativeResize="0"/>
          <p:nvPr/>
        </p:nvPicPr>
        <p:blipFill rotWithShape="1">
          <a:blip r:embed="rId3">
            <a:alphaModFix/>
          </a:blip>
          <a:srcRect/>
          <a:stretch/>
        </p:blipFill>
        <p:spPr>
          <a:xfrm>
            <a:off x="10734473" y="0"/>
            <a:ext cx="1448025" cy="796414"/>
          </a:xfrm>
          <a:prstGeom prst="rect">
            <a:avLst/>
          </a:prstGeom>
          <a:noFill/>
          <a:ln>
            <a:noFill/>
          </a:ln>
        </p:spPr>
      </p:pic>
      <p:sp>
        <p:nvSpPr>
          <p:cNvPr id="319" name="Google Shape;319;p33"/>
          <p:cNvSpPr txBox="1"/>
          <p:nvPr/>
        </p:nvSpPr>
        <p:spPr>
          <a:xfrm>
            <a:off x="552474" y="1206825"/>
            <a:ext cx="11334725" cy="3877954"/>
          </a:xfrm>
          <a:prstGeom prst="rect">
            <a:avLst/>
          </a:prstGeom>
          <a:noFill/>
          <a:ln>
            <a:noFill/>
          </a:ln>
        </p:spPr>
        <p:txBody>
          <a:bodyPr spcFirstLastPara="1" wrap="square" lIns="91425" tIns="91425" rIns="91425" bIns="91425" anchor="t" anchorCtr="0">
            <a:spAutoFit/>
          </a:bodyPr>
          <a:lstStyle/>
          <a:p>
            <a:pPr marL="457200" marR="0" lvl="0" indent="-381000" algn="l" rtl="0">
              <a:lnSpc>
                <a:spcPct val="100000"/>
              </a:lnSpc>
              <a:spcBef>
                <a:spcPts val="0"/>
              </a:spcBef>
              <a:spcAft>
                <a:spcPts val="0"/>
              </a:spcAft>
              <a:buClr>
                <a:schemeClr val="dk1"/>
              </a:buClr>
              <a:buSzPts val="2400"/>
              <a:buFont typeface="Arial"/>
              <a:buChar char="●"/>
            </a:pPr>
            <a:r>
              <a:rPr lang="en-US" sz="2400" b="0" i="0" u="none" strike="noStrike" cap="none" dirty="0">
                <a:solidFill>
                  <a:schemeClr val="dk1"/>
                </a:solidFill>
                <a:latin typeface="Arial"/>
                <a:ea typeface="Arial"/>
                <a:cs typeface="Arial"/>
                <a:sym typeface="Arial"/>
              </a:rPr>
              <a:t>To implement Neural Style Transfer, you need to first select a pre-trained </a:t>
            </a:r>
            <a:r>
              <a:rPr lang="en-US" sz="2400" b="0" i="0" u="none" strike="noStrike" cap="none" dirty="0" err="1">
                <a:solidFill>
                  <a:schemeClr val="dk1"/>
                </a:solidFill>
                <a:latin typeface="Arial"/>
                <a:ea typeface="Arial"/>
                <a:cs typeface="Arial"/>
                <a:sym typeface="Arial"/>
              </a:rPr>
              <a:t>ConvNet</a:t>
            </a:r>
            <a:r>
              <a:rPr lang="en-US" sz="2400" b="0" i="0" u="none" strike="noStrike" cap="none" dirty="0">
                <a:solidFill>
                  <a:schemeClr val="dk1"/>
                </a:solidFill>
                <a:latin typeface="Arial"/>
                <a:ea typeface="Arial"/>
                <a:cs typeface="Arial"/>
                <a:sym typeface="Arial"/>
              </a:rPr>
              <a:t> and extract features from the content and style images at various layers of the network</a:t>
            </a:r>
            <a:r>
              <a:rPr lang="en-US" sz="2400" b="0" i="0" u="none" strike="noStrike" cap="none" dirty="0" smtClean="0">
                <a:solidFill>
                  <a:schemeClr val="dk1"/>
                </a:solidFill>
                <a:latin typeface="Arial"/>
                <a:ea typeface="Arial"/>
                <a:cs typeface="Arial"/>
                <a:sym typeface="Arial"/>
              </a:rPr>
              <a:t>.</a:t>
            </a:r>
          </a:p>
          <a:p>
            <a:pPr marL="457200" marR="0" lvl="0" indent="-381000" algn="l" rtl="0">
              <a:lnSpc>
                <a:spcPct val="100000"/>
              </a:lnSpc>
              <a:spcBef>
                <a:spcPts val="0"/>
              </a:spcBef>
              <a:spcAft>
                <a:spcPts val="0"/>
              </a:spcAft>
              <a:buClr>
                <a:schemeClr val="dk1"/>
              </a:buClr>
              <a:buSzPts val="2400"/>
              <a:buFont typeface="Arial"/>
              <a:buChar char="●"/>
            </a:pPr>
            <a:endParaRPr lang="en-US" sz="2400" b="0" i="0" u="none" strike="noStrike" cap="none" dirty="0" smtClean="0">
              <a:solidFill>
                <a:schemeClr val="dk1"/>
              </a:solidFill>
              <a:latin typeface="Arial"/>
              <a:ea typeface="Arial"/>
              <a:cs typeface="Arial"/>
              <a:sym typeface="Arial"/>
            </a:endParaRPr>
          </a:p>
          <a:p>
            <a:pPr marL="457200" marR="0" lvl="0" indent="-381000" algn="l" rtl="0">
              <a:lnSpc>
                <a:spcPct val="100000"/>
              </a:lnSpc>
              <a:spcBef>
                <a:spcPts val="0"/>
              </a:spcBef>
              <a:spcAft>
                <a:spcPts val="0"/>
              </a:spcAft>
              <a:buClr>
                <a:schemeClr val="dk1"/>
              </a:buClr>
              <a:buSzPts val="2400"/>
              <a:buFont typeface="Arial"/>
              <a:buChar char="●"/>
            </a:pPr>
            <a:r>
              <a:rPr lang="en-US" sz="2400" b="0" i="0" u="none" strike="noStrike" cap="none" dirty="0" smtClean="0">
                <a:solidFill>
                  <a:schemeClr val="dk1"/>
                </a:solidFill>
                <a:latin typeface="Arial"/>
                <a:ea typeface="Arial"/>
                <a:cs typeface="Arial"/>
                <a:sym typeface="Arial"/>
              </a:rPr>
              <a:t>The </a:t>
            </a:r>
            <a:r>
              <a:rPr lang="en-US" sz="2400" b="0" i="0" u="none" strike="noStrike" cap="none" dirty="0">
                <a:solidFill>
                  <a:schemeClr val="dk1"/>
                </a:solidFill>
                <a:latin typeface="Arial"/>
                <a:ea typeface="Arial"/>
                <a:cs typeface="Arial"/>
                <a:sym typeface="Arial"/>
              </a:rPr>
              <a:t>content representation is typically extracted from a deeper layer of the </a:t>
            </a:r>
            <a:r>
              <a:rPr lang="en-US" sz="2400" b="0" i="0" u="none" strike="noStrike" cap="none" dirty="0" err="1">
                <a:solidFill>
                  <a:schemeClr val="dk1"/>
                </a:solidFill>
                <a:latin typeface="Arial"/>
                <a:ea typeface="Arial"/>
                <a:cs typeface="Arial"/>
                <a:sym typeface="Arial"/>
              </a:rPr>
              <a:t>ConvNet</a:t>
            </a:r>
            <a:r>
              <a:rPr lang="en-US" sz="2400" b="0" i="0" u="none" strike="noStrike" cap="none" dirty="0">
                <a:solidFill>
                  <a:schemeClr val="dk1"/>
                </a:solidFill>
                <a:latin typeface="Arial"/>
                <a:ea typeface="Arial"/>
                <a:cs typeface="Arial"/>
                <a:sym typeface="Arial"/>
              </a:rPr>
              <a:t>, while the style representation is extracted from a shallow layer. The content representation is then used to guide the overall structure and subject matter of the generated image, while the style representation is used to determine the texture and color of the image.</a:t>
            </a:r>
            <a:endParaRPr sz="2400" b="0" i="0" u="none" strike="noStrike" cap="none" dirty="0">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endParaRPr sz="2400" b="0" i="0" u="none" strike="noStrike" cap="none" dirty="0">
              <a:solidFill>
                <a:schemeClr val="dk1"/>
              </a:solidFill>
              <a:latin typeface="Arial"/>
              <a:ea typeface="Arial"/>
              <a:cs typeface="Arial"/>
              <a:sym typeface="Arial"/>
            </a:endParaRPr>
          </a:p>
        </p:txBody>
      </p:sp>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MasterSp="0">
  <p:cSld>
    <p:spTree>
      <p:nvGrpSpPr>
        <p:cNvPr id="1" name="Shape 323"/>
        <p:cNvGrpSpPr/>
        <p:nvPr/>
      </p:nvGrpSpPr>
      <p:grpSpPr>
        <a:xfrm>
          <a:off x="0" y="0"/>
          <a:ext cx="0" cy="0"/>
          <a:chOff x="0" y="0"/>
          <a:chExt cx="0" cy="0"/>
        </a:xfrm>
      </p:grpSpPr>
      <p:sp>
        <p:nvSpPr>
          <p:cNvPr id="324" name="Google Shape;324;p34"/>
          <p:cNvSpPr txBox="1">
            <a:spLocks noGrp="1"/>
          </p:cNvSpPr>
          <p:nvPr>
            <p:ph type="title"/>
          </p:nvPr>
        </p:nvSpPr>
        <p:spPr>
          <a:xfrm>
            <a:off x="261625" y="139700"/>
            <a:ext cx="10396800" cy="339390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Clr>
                <a:schemeClr val="dk1"/>
              </a:buClr>
              <a:buSzPts val="1400"/>
              <a:buFont typeface="Arial"/>
              <a:buNone/>
            </a:pPr>
            <a:r>
              <a:rPr lang="en-US" sz="4400">
                <a:latin typeface="Arial"/>
                <a:ea typeface="Arial"/>
                <a:cs typeface="Arial"/>
                <a:sym typeface="Arial"/>
              </a:rPr>
              <a:t>Neural style transfer</a:t>
            </a:r>
            <a:endParaRPr sz="4400">
              <a:latin typeface="Arial"/>
              <a:ea typeface="Arial"/>
              <a:cs typeface="Arial"/>
              <a:sym typeface="Arial"/>
            </a:endParaRPr>
          </a:p>
          <a:p>
            <a:pPr marL="1837688" marR="5080" lvl="0" indent="-1825625" algn="l" rtl="0">
              <a:lnSpc>
                <a:spcPct val="119696"/>
              </a:lnSpc>
              <a:spcBef>
                <a:spcPts val="0"/>
              </a:spcBef>
              <a:spcAft>
                <a:spcPts val="0"/>
              </a:spcAft>
              <a:buClr>
                <a:schemeClr val="dk1"/>
              </a:buClr>
              <a:buSzPts val="6600"/>
              <a:buFont typeface="Arial"/>
              <a:buNone/>
            </a:pPr>
            <a:endParaRPr sz="4400">
              <a:latin typeface="Arial"/>
              <a:ea typeface="Arial"/>
              <a:cs typeface="Arial"/>
              <a:sym typeface="Arial"/>
            </a:endParaRPr>
          </a:p>
          <a:p>
            <a:pPr marL="1837688" marR="5080" lvl="0" indent="-1825625" algn="l" rtl="0">
              <a:lnSpc>
                <a:spcPct val="119696"/>
              </a:lnSpc>
              <a:spcBef>
                <a:spcPts val="0"/>
              </a:spcBef>
              <a:spcAft>
                <a:spcPts val="0"/>
              </a:spcAft>
              <a:buClr>
                <a:schemeClr val="dk1"/>
              </a:buClr>
              <a:buSzPts val="6600"/>
              <a:buFont typeface="Arial"/>
              <a:buNone/>
            </a:pPr>
            <a:endParaRPr>
              <a:latin typeface="Arial"/>
              <a:ea typeface="Arial"/>
              <a:cs typeface="Arial"/>
              <a:sym typeface="Arial"/>
            </a:endParaRPr>
          </a:p>
          <a:p>
            <a:pPr marL="12700" lvl="0" indent="0" algn="l" rtl="0">
              <a:lnSpc>
                <a:spcPct val="100000"/>
              </a:lnSpc>
              <a:spcBef>
                <a:spcPts val="0"/>
              </a:spcBef>
              <a:spcAft>
                <a:spcPts val="0"/>
              </a:spcAft>
              <a:buSzPts val="1400"/>
              <a:buNone/>
            </a:pPr>
            <a:endParaRPr sz="4400">
              <a:latin typeface="Arial"/>
              <a:ea typeface="Arial"/>
              <a:cs typeface="Arial"/>
              <a:sym typeface="Arial"/>
            </a:endParaRPr>
          </a:p>
        </p:txBody>
      </p:sp>
      <p:pic>
        <p:nvPicPr>
          <p:cNvPr id="325" name="Google Shape;325;p34"/>
          <p:cNvPicPr preferRelativeResize="0"/>
          <p:nvPr/>
        </p:nvPicPr>
        <p:blipFill rotWithShape="1">
          <a:blip r:embed="rId3">
            <a:alphaModFix/>
          </a:blip>
          <a:srcRect/>
          <a:stretch/>
        </p:blipFill>
        <p:spPr>
          <a:xfrm>
            <a:off x="10734473" y="0"/>
            <a:ext cx="1448025" cy="796414"/>
          </a:xfrm>
          <a:prstGeom prst="rect">
            <a:avLst/>
          </a:prstGeom>
          <a:noFill/>
          <a:ln>
            <a:noFill/>
          </a:ln>
        </p:spPr>
      </p:pic>
      <p:sp>
        <p:nvSpPr>
          <p:cNvPr id="326" name="Google Shape;326;p34"/>
          <p:cNvSpPr txBox="1"/>
          <p:nvPr/>
        </p:nvSpPr>
        <p:spPr>
          <a:xfrm>
            <a:off x="552475" y="1460825"/>
            <a:ext cx="11255594" cy="4247286"/>
          </a:xfrm>
          <a:prstGeom prst="rect">
            <a:avLst/>
          </a:prstGeom>
          <a:noFill/>
          <a:ln>
            <a:noFill/>
          </a:ln>
        </p:spPr>
        <p:txBody>
          <a:bodyPr spcFirstLastPara="1" wrap="square" lIns="91425" tIns="91425" rIns="91425" bIns="91425" anchor="t" anchorCtr="0">
            <a:spAutoFit/>
          </a:bodyPr>
          <a:lstStyle/>
          <a:p>
            <a:pPr marL="457200" lvl="0" indent="-381000">
              <a:buSzPts val="2400"/>
              <a:buFont typeface="Arial"/>
              <a:buChar char="●"/>
            </a:pPr>
            <a:r>
              <a:rPr lang="en-US" sz="2400" dirty="0"/>
              <a:t>Neural Style Transfer is a technique that involves adjusting the pixel values of a random noise image using an optimization algorithm to create an output image that combines the content of one image with the style of another. </a:t>
            </a:r>
            <a:endParaRPr lang="en-US" sz="2400" dirty="0" smtClean="0"/>
          </a:p>
          <a:p>
            <a:pPr marL="457200" lvl="0" indent="-381000">
              <a:buSzPts val="2400"/>
              <a:buFont typeface="Arial"/>
              <a:buChar char="●"/>
            </a:pPr>
            <a:endParaRPr lang="en-US" sz="2400" dirty="0"/>
          </a:p>
          <a:p>
            <a:pPr marL="457200" lvl="0" indent="-381000">
              <a:buSzPts val="2400"/>
              <a:buFont typeface="Arial"/>
              <a:buChar char="●"/>
            </a:pPr>
            <a:r>
              <a:rPr lang="en-US" sz="2400" dirty="0" smtClean="0"/>
              <a:t>This </a:t>
            </a:r>
            <a:r>
              <a:rPr lang="en-US" sz="2400" dirty="0"/>
              <a:t>process minimizes a loss function that measures the difference between the features extracted from the content and style images and those extracted from the generated image. </a:t>
            </a:r>
            <a:endParaRPr lang="en-US" sz="2400" dirty="0" smtClean="0"/>
          </a:p>
          <a:p>
            <a:pPr marL="457200" lvl="0" indent="-381000">
              <a:buSzPts val="2400"/>
              <a:buFont typeface="Arial"/>
              <a:buChar char="●"/>
            </a:pPr>
            <a:endParaRPr lang="en-US" sz="2400" dirty="0"/>
          </a:p>
          <a:p>
            <a:pPr marL="457200" lvl="0" indent="-381000">
              <a:buSzPts val="2400"/>
              <a:buFont typeface="Arial"/>
              <a:buChar char="●"/>
            </a:pPr>
            <a:r>
              <a:rPr lang="en-US" sz="2400" dirty="0" smtClean="0"/>
              <a:t>The </a:t>
            </a:r>
            <a:r>
              <a:rPr lang="en-US" sz="2400" dirty="0"/>
              <a:t>technique has become popular in recent years due to its ability to create visually appealing images, and it has been used in various fields like art, design, and advertising.</a:t>
            </a:r>
            <a:endParaRPr sz="2400" b="0" i="0" u="none" strike="noStrike" cap="none" dirty="0">
              <a:solidFill>
                <a:srgbClr val="000000"/>
              </a:solidFill>
              <a:latin typeface="Arial"/>
              <a:ea typeface="Arial"/>
              <a:cs typeface="Arial"/>
              <a:sym typeface="Arial"/>
            </a:endParaRPr>
          </a:p>
        </p:txBody>
      </p:sp>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MasterSp="0">
  <p:cSld>
    <p:spTree>
      <p:nvGrpSpPr>
        <p:cNvPr id="1" name="Shape 330"/>
        <p:cNvGrpSpPr/>
        <p:nvPr/>
      </p:nvGrpSpPr>
      <p:grpSpPr>
        <a:xfrm>
          <a:off x="0" y="0"/>
          <a:ext cx="0" cy="0"/>
          <a:chOff x="0" y="0"/>
          <a:chExt cx="0" cy="0"/>
        </a:xfrm>
      </p:grpSpPr>
      <p:sp>
        <p:nvSpPr>
          <p:cNvPr id="331" name="Google Shape;331;p35"/>
          <p:cNvSpPr txBox="1">
            <a:spLocks noGrp="1"/>
          </p:cNvSpPr>
          <p:nvPr>
            <p:ph type="title"/>
          </p:nvPr>
        </p:nvSpPr>
        <p:spPr>
          <a:xfrm>
            <a:off x="261620" y="139700"/>
            <a:ext cx="5469300" cy="69000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SzPts val="1400"/>
              <a:buNone/>
            </a:pPr>
            <a:r>
              <a:rPr lang="en-US" sz="4400">
                <a:latin typeface="Arial"/>
                <a:ea typeface="Arial"/>
                <a:cs typeface="Arial"/>
                <a:sym typeface="Arial"/>
              </a:rPr>
              <a:t>Neural style transfer</a:t>
            </a:r>
            <a:endParaRPr sz="4400">
              <a:latin typeface="Arial"/>
              <a:ea typeface="Arial"/>
              <a:cs typeface="Arial"/>
              <a:sym typeface="Arial"/>
            </a:endParaRPr>
          </a:p>
        </p:txBody>
      </p:sp>
      <p:pic>
        <p:nvPicPr>
          <p:cNvPr id="332" name="Google Shape;332;p35"/>
          <p:cNvPicPr preferRelativeResize="0"/>
          <p:nvPr/>
        </p:nvPicPr>
        <p:blipFill rotWithShape="1">
          <a:blip r:embed="rId3">
            <a:alphaModFix/>
          </a:blip>
          <a:srcRect/>
          <a:stretch/>
        </p:blipFill>
        <p:spPr>
          <a:xfrm>
            <a:off x="2852889" y="1181823"/>
            <a:ext cx="2522905" cy="1998624"/>
          </a:xfrm>
          <a:prstGeom prst="rect">
            <a:avLst/>
          </a:prstGeom>
          <a:noFill/>
          <a:ln>
            <a:noFill/>
          </a:ln>
        </p:spPr>
      </p:pic>
      <p:pic>
        <p:nvPicPr>
          <p:cNvPr id="333" name="Google Shape;333;p35"/>
          <p:cNvPicPr preferRelativeResize="0"/>
          <p:nvPr/>
        </p:nvPicPr>
        <p:blipFill rotWithShape="1">
          <a:blip r:embed="rId4">
            <a:alphaModFix/>
          </a:blip>
          <a:srcRect/>
          <a:stretch/>
        </p:blipFill>
        <p:spPr>
          <a:xfrm>
            <a:off x="242811" y="1180464"/>
            <a:ext cx="2522905" cy="1999983"/>
          </a:xfrm>
          <a:prstGeom prst="rect">
            <a:avLst/>
          </a:prstGeom>
          <a:noFill/>
          <a:ln>
            <a:noFill/>
          </a:ln>
        </p:spPr>
      </p:pic>
      <p:pic>
        <p:nvPicPr>
          <p:cNvPr id="334" name="Google Shape;334;p35"/>
          <p:cNvPicPr preferRelativeResize="0"/>
          <p:nvPr/>
        </p:nvPicPr>
        <p:blipFill rotWithShape="1">
          <a:blip r:embed="rId5">
            <a:alphaModFix/>
          </a:blip>
          <a:srcRect/>
          <a:stretch/>
        </p:blipFill>
        <p:spPr>
          <a:xfrm>
            <a:off x="1540560" y="3871472"/>
            <a:ext cx="2522905" cy="1999978"/>
          </a:xfrm>
          <a:prstGeom prst="rect">
            <a:avLst/>
          </a:prstGeom>
          <a:noFill/>
          <a:ln>
            <a:noFill/>
          </a:ln>
        </p:spPr>
      </p:pic>
      <p:pic>
        <p:nvPicPr>
          <p:cNvPr id="335" name="Google Shape;335;p35"/>
          <p:cNvPicPr preferRelativeResize="0"/>
          <p:nvPr/>
        </p:nvPicPr>
        <p:blipFill rotWithShape="1">
          <a:blip r:embed="rId6">
            <a:alphaModFix/>
          </a:blip>
          <a:srcRect/>
          <a:stretch/>
        </p:blipFill>
        <p:spPr>
          <a:xfrm>
            <a:off x="6900608" y="1180452"/>
            <a:ext cx="2522905" cy="1998624"/>
          </a:xfrm>
          <a:prstGeom prst="rect">
            <a:avLst/>
          </a:prstGeom>
          <a:noFill/>
          <a:ln>
            <a:noFill/>
          </a:ln>
        </p:spPr>
      </p:pic>
      <p:pic>
        <p:nvPicPr>
          <p:cNvPr id="336" name="Google Shape;336;p35"/>
          <p:cNvPicPr preferRelativeResize="0"/>
          <p:nvPr/>
        </p:nvPicPr>
        <p:blipFill rotWithShape="1">
          <a:blip r:embed="rId7">
            <a:alphaModFix/>
          </a:blip>
          <a:srcRect/>
          <a:stretch/>
        </p:blipFill>
        <p:spPr>
          <a:xfrm>
            <a:off x="9535286" y="1180452"/>
            <a:ext cx="2522905" cy="1998624"/>
          </a:xfrm>
          <a:prstGeom prst="rect">
            <a:avLst/>
          </a:prstGeom>
          <a:noFill/>
          <a:ln>
            <a:noFill/>
          </a:ln>
        </p:spPr>
      </p:pic>
      <p:pic>
        <p:nvPicPr>
          <p:cNvPr id="337" name="Google Shape;337;p35"/>
          <p:cNvPicPr preferRelativeResize="0"/>
          <p:nvPr/>
        </p:nvPicPr>
        <p:blipFill rotWithShape="1">
          <a:blip r:embed="rId8">
            <a:alphaModFix/>
          </a:blip>
          <a:srcRect/>
          <a:stretch/>
        </p:blipFill>
        <p:spPr>
          <a:xfrm>
            <a:off x="8201406" y="3871472"/>
            <a:ext cx="2522905" cy="1999978"/>
          </a:xfrm>
          <a:prstGeom prst="rect">
            <a:avLst/>
          </a:prstGeom>
          <a:noFill/>
          <a:ln>
            <a:noFill/>
          </a:ln>
        </p:spPr>
      </p:pic>
      <p:sp>
        <p:nvSpPr>
          <p:cNvPr id="338" name="Google Shape;338;p35"/>
          <p:cNvSpPr txBox="1"/>
          <p:nvPr/>
        </p:nvSpPr>
        <p:spPr>
          <a:xfrm>
            <a:off x="747060" y="3236099"/>
            <a:ext cx="1160100" cy="38220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2400"/>
              <a:buFont typeface="Arial"/>
              <a:buNone/>
            </a:pPr>
            <a:r>
              <a:rPr lang="en-US" sz="2400" b="0" i="0" u="none" strike="noStrike" cap="none">
                <a:solidFill>
                  <a:srgbClr val="000000"/>
                </a:solidFill>
                <a:latin typeface="Cambria"/>
                <a:ea typeface="Cambria"/>
                <a:cs typeface="Cambria"/>
                <a:sym typeface="Cambria"/>
              </a:rPr>
              <a:t>Content</a:t>
            </a:r>
            <a:endParaRPr sz="2400" b="0" i="0" u="none" strike="noStrike" cap="none">
              <a:solidFill>
                <a:srgbClr val="000000"/>
              </a:solidFill>
              <a:latin typeface="Cambria"/>
              <a:ea typeface="Cambria"/>
              <a:cs typeface="Cambria"/>
              <a:sym typeface="Cambria"/>
            </a:endParaRPr>
          </a:p>
        </p:txBody>
      </p:sp>
      <p:sp>
        <p:nvSpPr>
          <p:cNvPr id="339" name="Google Shape;339;p35"/>
          <p:cNvSpPr txBox="1"/>
          <p:nvPr/>
        </p:nvSpPr>
        <p:spPr>
          <a:xfrm>
            <a:off x="3701487" y="3236099"/>
            <a:ext cx="747900" cy="38220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2400"/>
              <a:buFont typeface="Arial"/>
              <a:buNone/>
            </a:pPr>
            <a:r>
              <a:rPr lang="en-US" sz="2400" b="0" i="0" u="none" strike="noStrike" cap="none">
                <a:solidFill>
                  <a:srgbClr val="000000"/>
                </a:solidFill>
                <a:latin typeface="Cambria"/>
                <a:ea typeface="Cambria"/>
                <a:cs typeface="Cambria"/>
                <a:sym typeface="Cambria"/>
              </a:rPr>
              <a:t>Style</a:t>
            </a:r>
            <a:endParaRPr sz="2400" b="0" i="0" u="none" strike="noStrike" cap="none">
              <a:solidFill>
                <a:srgbClr val="000000"/>
              </a:solidFill>
              <a:latin typeface="Cambria"/>
              <a:ea typeface="Cambria"/>
              <a:cs typeface="Cambria"/>
              <a:sym typeface="Cambria"/>
            </a:endParaRPr>
          </a:p>
        </p:txBody>
      </p:sp>
      <p:sp>
        <p:nvSpPr>
          <p:cNvPr id="340" name="Google Shape;340;p35"/>
          <p:cNvSpPr txBox="1"/>
          <p:nvPr/>
        </p:nvSpPr>
        <p:spPr>
          <a:xfrm>
            <a:off x="10304674" y="3236099"/>
            <a:ext cx="747900" cy="38220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2400"/>
              <a:buFont typeface="Arial"/>
              <a:buNone/>
            </a:pPr>
            <a:r>
              <a:rPr lang="en-US" sz="2400" b="0" i="0" u="none" strike="noStrike" cap="none">
                <a:solidFill>
                  <a:srgbClr val="000000"/>
                </a:solidFill>
                <a:latin typeface="Cambria"/>
                <a:ea typeface="Cambria"/>
                <a:cs typeface="Cambria"/>
                <a:sym typeface="Cambria"/>
              </a:rPr>
              <a:t>Style</a:t>
            </a:r>
            <a:endParaRPr sz="2400" b="0" i="0" u="none" strike="noStrike" cap="none">
              <a:solidFill>
                <a:srgbClr val="000000"/>
              </a:solidFill>
              <a:latin typeface="Cambria"/>
              <a:ea typeface="Cambria"/>
              <a:cs typeface="Cambria"/>
              <a:sym typeface="Cambria"/>
            </a:endParaRPr>
          </a:p>
        </p:txBody>
      </p:sp>
      <p:sp>
        <p:nvSpPr>
          <p:cNvPr id="341" name="Google Shape;341;p35"/>
          <p:cNvSpPr txBox="1"/>
          <p:nvPr/>
        </p:nvSpPr>
        <p:spPr>
          <a:xfrm>
            <a:off x="7464852" y="3236099"/>
            <a:ext cx="1160100" cy="38220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2400"/>
              <a:buFont typeface="Arial"/>
              <a:buNone/>
            </a:pPr>
            <a:r>
              <a:rPr lang="en-US" sz="2400" b="0" i="0" u="none" strike="noStrike" cap="none">
                <a:solidFill>
                  <a:srgbClr val="000000"/>
                </a:solidFill>
                <a:latin typeface="Cambria"/>
                <a:ea typeface="Cambria"/>
                <a:cs typeface="Cambria"/>
                <a:sym typeface="Cambria"/>
              </a:rPr>
              <a:t>Content</a:t>
            </a:r>
            <a:endParaRPr sz="2400" b="0" i="0" u="none" strike="noStrike" cap="none">
              <a:solidFill>
                <a:srgbClr val="000000"/>
              </a:solidFill>
              <a:latin typeface="Cambria"/>
              <a:ea typeface="Cambria"/>
              <a:cs typeface="Cambria"/>
              <a:sym typeface="Cambria"/>
            </a:endParaRPr>
          </a:p>
        </p:txBody>
      </p:sp>
      <p:sp>
        <p:nvSpPr>
          <p:cNvPr id="342" name="Google Shape;342;p35"/>
          <p:cNvSpPr txBox="1"/>
          <p:nvPr/>
        </p:nvSpPr>
        <p:spPr>
          <a:xfrm>
            <a:off x="1527044" y="5875667"/>
            <a:ext cx="2440200" cy="38220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2400"/>
              <a:buFont typeface="Arial"/>
              <a:buNone/>
            </a:pPr>
            <a:r>
              <a:rPr lang="en-US" sz="2400" b="0" i="0" u="none" strike="noStrike" cap="none">
                <a:solidFill>
                  <a:srgbClr val="000000"/>
                </a:solidFill>
                <a:latin typeface="Cambria"/>
                <a:ea typeface="Cambria"/>
                <a:cs typeface="Cambria"/>
                <a:sym typeface="Cambria"/>
              </a:rPr>
              <a:t>Generated image</a:t>
            </a:r>
            <a:endParaRPr sz="2400" b="0" i="0" u="none" strike="noStrike" cap="none">
              <a:solidFill>
                <a:srgbClr val="000000"/>
              </a:solidFill>
              <a:latin typeface="Cambria"/>
              <a:ea typeface="Cambria"/>
              <a:cs typeface="Cambria"/>
              <a:sym typeface="Cambria"/>
            </a:endParaRPr>
          </a:p>
        </p:txBody>
      </p:sp>
      <p:sp>
        <p:nvSpPr>
          <p:cNvPr id="343" name="Google Shape;343;p35"/>
          <p:cNvSpPr txBox="1"/>
          <p:nvPr/>
        </p:nvSpPr>
        <p:spPr>
          <a:xfrm>
            <a:off x="8260122" y="5964897"/>
            <a:ext cx="2440200" cy="38220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2400"/>
              <a:buFont typeface="Arial"/>
              <a:buNone/>
            </a:pPr>
            <a:r>
              <a:rPr lang="en-US" sz="2400" b="0" i="0" u="none" strike="noStrike" cap="none">
                <a:solidFill>
                  <a:srgbClr val="000000"/>
                </a:solidFill>
                <a:latin typeface="Cambria"/>
                <a:ea typeface="Cambria"/>
                <a:cs typeface="Cambria"/>
                <a:sym typeface="Cambria"/>
              </a:rPr>
              <a:t>Generated image</a:t>
            </a:r>
            <a:endParaRPr sz="2400" b="0" i="0" u="none" strike="noStrike" cap="none">
              <a:solidFill>
                <a:srgbClr val="000000"/>
              </a:solidFill>
              <a:latin typeface="Cambria"/>
              <a:ea typeface="Cambria"/>
              <a:cs typeface="Cambria"/>
              <a:sym typeface="Cambria"/>
            </a:endParaRPr>
          </a:p>
        </p:txBody>
      </p:sp>
      <p:sp>
        <p:nvSpPr>
          <p:cNvPr id="344" name="Google Shape;344;p35"/>
          <p:cNvSpPr/>
          <p:nvPr/>
        </p:nvSpPr>
        <p:spPr>
          <a:xfrm>
            <a:off x="1243164" y="3633254"/>
            <a:ext cx="3119754" cy="212725"/>
          </a:xfrm>
          <a:custGeom>
            <a:avLst/>
            <a:gdLst/>
            <a:ahLst/>
            <a:cxnLst/>
            <a:rect l="l" t="t" r="r" b="b"/>
            <a:pathLst>
              <a:path w="3119754" h="212725" extrusionOk="0">
                <a:moveTo>
                  <a:pt x="3119298" y="0"/>
                </a:moveTo>
                <a:lnTo>
                  <a:pt x="3117907" y="41334"/>
                </a:lnTo>
                <a:lnTo>
                  <a:pt x="3114114" y="75088"/>
                </a:lnTo>
                <a:lnTo>
                  <a:pt x="3108489" y="97845"/>
                </a:lnTo>
                <a:lnTo>
                  <a:pt x="3101600" y="106190"/>
                </a:lnTo>
                <a:lnTo>
                  <a:pt x="1570108" y="106190"/>
                </a:lnTo>
                <a:lnTo>
                  <a:pt x="1563225" y="114535"/>
                </a:lnTo>
                <a:lnTo>
                  <a:pt x="1557601" y="137293"/>
                </a:lnTo>
                <a:lnTo>
                  <a:pt x="1553808" y="171048"/>
                </a:lnTo>
                <a:lnTo>
                  <a:pt x="1552417" y="212382"/>
                </a:lnTo>
                <a:lnTo>
                  <a:pt x="1551026" y="171048"/>
                </a:lnTo>
                <a:lnTo>
                  <a:pt x="1547233" y="137293"/>
                </a:lnTo>
                <a:lnTo>
                  <a:pt x="1541606" y="114535"/>
                </a:lnTo>
                <a:lnTo>
                  <a:pt x="1534716" y="106190"/>
                </a:lnTo>
                <a:lnTo>
                  <a:pt x="17700" y="106190"/>
                </a:lnTo>
                <a:lnTo>
                  <a:pt x="10811" y="97845"/>
                </a:lnTo>
                <a:lnTo>
                  <a:pt x="5184" y="75088"/>
                </a:lnTo>
                <a:lnTo>
                  <a:pt x="1391" y="41334"/>
                </a:lnTo>
                <a:lnTo>
                  <a:pt x="0" y="0"/>
                </a:lnTo>
              </a:path>
            </a:pathLst>
          </a:custGeom>
          <a:noFill/>
          <a:ln w="190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345" name="Google Shape;345;p35"/>
          <p:cNvSpPr/>
          <p:nvPr/>
        </p:nvSpPr>
        <p:spPr>
          <a:xfrm>
            <a:off x="7904009" y="3573869"/>
            <a:ext cx="3119754" cy="212725"/>
          </a:xfrm>
          <a:custGeom>
            <a:avLst/>
            <a:gdLst/>
            <a:ahLst/>
            <a:cxnLst/>
            <a:rect l="l" t="t" r="r" b="b"/>
            <a:pathLst>
              <a:path w="3119754" h="212725" extrusionOk="0">
                <a:moveTo>
                  <a:pt x="3119298" y="0"/>
                </a:moveTo>
                <a:lnTo>
                  <a:pt x="3117907" y="41334"/>
                </a:lnTo>
                <a:lnTo>
                  <a:pt x="3114114" y="75088"/>
                </a:lnTo>
                <a:lnTo>
                  <a:pt x="3108489" y="97845"/>
                </a:lnTo>
                <a:lnTo>
                  <a:pt x="3101600" y="106190"/>
                </a:lnTo>
                <a:lnTo>
                  <a:pt x="1591757" y="106190"/>
                </a:lnTo>
                <a:lnTo>
                  <a:pt x="1584868" y="114535"/>
                </a:lnTo>
                <a:lnTo>
                  <a:pt x="1579241" y="137293"/>
                </a:lnTo>
                <a:lnTo>
                  <a:pt x="1575448" y="171048"/>
                </a:lnTo>
                <a:lnTo>
                  <a:pt x="1574056" y="212382"/>
                </a:lnTo>
                <a:lnTo>
                  <a:pt x="1572667" y="171048"/>
                </a:lnTo>
                <a:lnTo>
                  <a:pt x="1568877" y="137293"/>
                </a:lnTo>
                <a:lnTo>
                  <a:pt x="1563253" y="114535"/>
                </a:lnTo>
                <a:lnTo>
                  <a:pt x="1556365" y="106190"/>
                </a:lnTo>
                <a:lnTo>
                  <a:pt x="17700" y="106190"/>
                </a:lnTo>
                <a:lnTo>
                  <a:pt x="10811" y="97845"/>
                </a:lnTo>
                <a:lnTo>
                  <a:pt x="5184" y="75088"/>
                </a:lnTo>
                <a:lnTo>
                  <a:pt x="1391" y="41334"/>
                </a:lnTo>
                <a:lnTo>
                  <a:pt x="0" y="0"/>
                </a:lnTo>
              </a:path>
            </a:pathLst>
          </a:custGeom>
          <a:noFill/>
          <a:ln w="190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pic>
        <p:nvPicPr>
          <p:cNvPr id="346" name="Google Shape;346;p35"/>
          <p:cNvPicPr preferRelativeResize="0"/>
          <p:nvPr/>
        </p:nvPicPr>
        <p:blipFill rotWithShape="1">
          <a:blip r:embed="rId9">
            <a:alphaModFix/>
          </a:blip>
          <a:srcRect/>
          <a:stretch/>
        </p:blipFill>
        <p:spPr>
          <a:xfrm>
            <a:off x="10734473" y="0"/>
            <a:ext cx="1448025" cy="796414"/>
          </a:xfrm>
          <a:prstGeom prst="rect">
            <a:avLst/>
          </a:prstGeom>
          <a:noFill/>
          <a:ln>
            <a:noFill/>
          </a:ln>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MasterSp="0">
  <p:cSld>
    <p:spTree>
      <p:nvGrpSpPr>
        <p:cNvPr id="1" name="Shape 350"/>
        <p:cNvGrpSpPr/>
        <p:nvPr/>
      </p:nvGrpSpPr>
      <p:grpSpPr>
        <a:xfrm>
          <a:off x="0" y="0"/>
          <a:ext cx="0" cy="0"/>
          <a:chOff x="0" y="0"/>
          <a:chExt cx="0" cy="0"/>
        </a:xfrm>
      </p:grpSpPr>
      <p:sp>
        <p:nvSpPr>
          <p:cNvPr id="351" name="Google Shape;351;p36"/>
          <p:cNvSpPr txBox="1"/>
          <p:nvPr/>
        </p:nvSpPr>
        <p:spPr>
          <a:xfrm>
            <a:off x="4975085" y="4008411"/>
            <a:ext cx="6628200" cy="1854300"/>
          </a:xfrm>
          <a:prstGeom prst="rect">
            <a:avLst/>
          </a:prstGeom>
          <a:noFill/>
          <a:ln>
            <a:noFill/>
          </a:ln>
        </p:spPr>
        <p:txBody>
          <a:bodyPr spcFirstLastPara="1" wrap="square" lIns="0" tIns="27925" rIns="0" bIns="0" anchor="t" anchorCtr="0">
            <a:spAutoFit/>
          </a:bodyPr>
          <a:lstStyle/>
          <a:p>
            <a:pPr marL="12700" marR="5080" lvl="0" indent="775335" algn="ctr" rtl="0">
              <a:lnSpc>
                <a:spcPct val="119696"/>
              </a:lnSpc>
              <a:spcBef>
                <a:spcPts val="0"/>
              </a:spcBef>
              <a:spcAft>
                <a:spcPts val="0"/>
              </a:spcAft>
              <a:buClr>
                <a:srgbClr val="000000"/>
              </a:buClr>
              <a:buSzPts val="6600"/>
              <a:buFont typeface="Arial"/>
              <a:buNone/>
            </a:pPr>
            <a:r>
              <a:rPr lang="en-US" sz="5400" b="0" i="0" u="none" strike="noStrike" cap="none">
                <a:solidFill>
                  <a:srgbClr val="000000"/>
                </a:solidFill>
                <a:latin typeface="Arial"/>
                <a:ea typeface="Arial"/>
                <a:cs typeface="Arial"/>
                <a:sym typeface="Arial"/>
              </a:rPr>
              <a:t>What are deep ConvNets learning?</a:t>
            </a:r>
            <a:endParaRPr sz="5400" b="0" i="0" u="none" strike="noStrike" cap="none">
              <a:solidFill>
                <a:srgbClr val="000000"/>
              </a:solidFill>
              <a:latin typeface="Arial"/>
              <a:ea typeface="Arial"/>
              <a:cs typeface="Arial"/>
              <a:sym typeface="Arial"/>
            </a:endParaRPr>
          </a:p>
        </p:txBody>
      </p:sp>
      <p:sp>
        <p:nvSpPr>
          <p:cNvPr id="352" name="Google Shape;352;p36"/>
          <p:cNvSpPr/>
          <p:nvPr/>
        </p:nvSpPr>
        <p:spPr>
          <a:xfrm>
            <a:off x="4836350" y="3410419"/>
            <a:ext cx="6908800" cy="17780"/>
          </a:xfrm>
          <a:custGeom>
            <a:avLst/>
            <a:gdLst/>
            <a:ahLst/>
            <a:cxnLst/>
            <a:rect l="l" t="t" r="r" b="b"/>
            <a:pathLst>
              <a:path w="6908800" h="17779" extrusionOk="0">
                <a:moveTo>
                  <a:pt x="0" y="0"/>
                </a:moveTo>
                <a:lnTo>
                  <a:pt x="6908333" y="17737"/>
                </a:lnTo>
              </a:path>
            </a:pathLst>
          </a:custGeom>
          <a:noFill/>
          <a:ln w="19050" cap="flat" cmpd="sng">
            <a:solidFill>
              <a:srgbClr val="40404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353" name="Google Shape;353;p36"/>
          <p:cNvSpPr txBox="1">
            <a:spLocks noGrp="1"/>
          </p:cNvSpPr>
          <p:nvPr>
            <p:ph type="title"/>
          </p:nvPr>
        </p:nvSpPr>
        <p:spPr>
          <a:xfrm>
            <a:off x="1260148" y="1134250"/>
            <a:ext cx="10056000" cy="2047800"/>
          </a:xfrm>
          <a:prstGeom prst="rect">
            <a:avLst/>
          </a:prstGeom>
          <a:noFill/>
          <a:ln>
            <a:noFill/>
          </a:ln>
        </p:spPr>
        <p:txBody>
          <a:bodyPr spcFirstLastPara="1" wrap="square" lIns="0" tIns="129525" rIns="0" bIns="0" anchor="t" anchorCtr="0">
            <a:spAutoFit/>
          </a:bodyPr>
          <a:lstStyle/>
          <a:p>
            <a:pPr marL="5080000" marR="5080" lvl="0" indent="-678178" algn="ctr" rtl="0">
              <a:lnSpc>
                <a:spcPct val="107575"/>
              </a:lnSpc>
              <a:spcBef>
                <a:spcPts val="0"/>
              </a:spcBef>
              <a:spcAft>
                <a:spcPts val="0"/>
              </a:spcAft>
              <a:buSzPts val="1400"/>
              <a:buNone/>
            </a:pPr>
            <a:r>
              <a:rPr lang="en-US" sz="6000">
                <a:latin typeface="Arial"/>
                <a:ea typeface="Arial"/>
                <a:cs typeface="Arial"/>
                <a:sym typeface="Arial"/>
              </a:rPr>
              <a:t>Neural Style</a:t>
            </a:r>
            <a:endParaRPr sz="6000">
              <a:latin typeface="Arial"/>
              <a:ea typeface="Arial"/>
              <a:cs typeface="Arial"/>
              <a:sym typeface="Arial"/>
            </a:endParaRPr>
          </a:p>
          <a:p>
            <a:pPr marL="5080000" marR="5080" lvl="0" indent="-678179" algn="ctr" rtl="0">
              <a:lnSpc>
                <a:spcPct val="107575"/>
              </a:lnSpc>
              <a:spcBef>
                <a:spcPts val="0"/>
              </a:spcBef>
              <a:spcAft>
                <a:spcPts val="0"/>
              </a:spcAft>
              <a:buSzPts val="1400"/>
              <a:buNone/>
            </a:pPr>
            <a:r>
              <a:rPr lang="en-US" sz="6000">
                <a:latin typeface="Arial"/>
                <a:ea typeface="Arial"/>
                <a:cs typeface="Arial"/>
                <a:sym typeface="Arial"/>
              </a:rPr>
              <a:t>Transfer</a:t>
            </a:r>
            <a:endParaRPr sz="6000">
              <a:latin typeface="Arial"/>
              <a:ea typeface="Arial"/>
              <a:cs typeface="Arial"/>
              <a:sym typeface="Arial"/>
            </a:endParaRPr>
          </a:p>
        </p:txBody>
      </p:sp>
      <p:pic>
        <p:nvPicPr>
          <p:cNvPr id="354" name="Google Shape;354;p36"/>
          <p:cNvPicPr preferRelativeResize="0"/>
          <p:nvPr/>
        </p:nvPicPr>
        <p:blipFill rotWithShape="1">
          <a:blip r:embed="rId3">
            <a:alphaModFix/>
          </a:blip>
          <a:srcRect/>
          <a:stretch/>
        </p:blipFill>
        <p:spPr>
          <a:xfrm>
            <a:off x="417325" y="2395175"/>
            <a:ext cx="3871626" cy="2129399"/>
          </a:xfrm>
          <a:prstGeom prst="rect">
            <a:avLst/>
          </a:prstGeom>
          <a:noFill/>
          <a:ln>
            <a:noFill/>
          </a:ln>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MasterSp="0">
  <p:cSld>
    <p:spTree>
      <p:nvGrpSpPr>
        <p:cNvPr id="1" name="Shape 358"/>
        <p:cNvGrpSpPr/>
        <p:nvPr/>
      </p:nvGrpSpPr>
      <p:grpSpPr>
        <a:xfrm>
          <a:off x="0" y="0"/>
          <a:ext cx="0" cy="0"/>
          <a:chOff x="0" y="0"/>
          <a:chExt cx="0" cy="0"/>
        </a:xfrm>
      </p:grpSpPr>
      <p:sp>
        <p:nvSpPr>
          <p:cNvPr id="359" name="Google Shape;359;p37"/>
          <p:cNvSpPr txBox="1">
            <a:spLocks noGrp="1"/>
          </p:cNvSpPr>
          <p:nvPr>
            <p:ph type="title"/>
          </p:nvPr>
        </p:nvSpPr>
        <p:spPr>
          <a:xfrm>
            <a:off x="261620" y="139700"/>
            <a:ext cx="11442000" cy="1644300"/>
          </a:xfrm>
          <a:prstGeom prst="rect">
            <a:avLst/>
          </a:prstGeom>
          <a:noFill/>
          <a:ln>
            <a:noFill/>
          </a:ln>
        </p:spPr>
        <p:txBody>
          <a:bodyPr spcFirstLastPara="1" wrap="square" lIns="0" tIns="12700" rIns="0" bIns="0" anchor="t" anchorCtr="0">
            <a:spAutoFit/>
          </a:bodyPr>
          <a:lstStyle/>
          <a:p>
            <a:pPr marL="0" lvl="0" indent="0" algn="l" rtl="0">
              <a:lnSpc>
                <a:spcPct val="100000"/>
              </a:lnSpc>
              <a:spcBef>
                <a:spcPts val="0"/>
              </a:spcBef>
              <a:spcAft>
                <a:spcPts val="0"/>
              </a:spcAft>
              <a:buClr>
                <a:schemeClr val="dk1"/>
              </a:buClr>
              <a:buSzPts val="6600"/>
              <a:buFont typeface="Arial"/>
              <a:buNone/>
            </a:pPr>
            <a:r>
              <a:rPr lang="en-US" sz="5000">
                <a:latin typeface="Arial"/>
                <a:ea typeface="Arial"/>
                <a:cs typeface="Arial"/>
                <a:sym typeface="Arial"/>
              </a:rPr>
              <a:t>What are deep ConvNets learning?</a:t>
            </a:r>
            <a:endParaRPr sz="5000">
              <a:latin typeface="Arial"/>
              <a:ea typeface="Arial"/>
              <a:cs typeface="Arial"/>
              <a:sym typeface="Arial"/>
            </a:endParaRPr>
          </a:p>
          <a:p>
            <a:pPr marL="12700" lvl="0" indent="0" algn="l" rtl="0">
              <a:lnSpc>
                <a:spcPct val="100000"/>
              </a:lnSpc>
              <a:spcBef>
                <a:spcPts val="0"/>
              </a:spcBef>
              <a:spcAft>
                <a:spcPts val="0"/>
              </a:spcAft>
              <a:buSzPts val="1400"/>
              <a:buNone/>
            </a:pPr>
            <a:endParaRPr sz="5600">
              <a:latin typeface="Arial"/>
              <a:ea typeface="Arial"/>
              <a:cs typeface="Arial"/>
              <a:sym typeface="Arial"/>
            </a:endParaRPr>
          </a:p>
        </p:txBody>
      </p:sp>
      <p:pic>
        <p:nvPicPr>
          <p:cNvPr id="360" name="Google Shape;360;p37"/>
          <p:cNvPicPr preferRelativeResize="0"/>
          <p:nvPr/>
        </p:nvPicPr>
        <p:blipFill rotWithShape="1">
          <a:blip r:embed="rId3">
            <a:alphaModFix/>
          </a:blip>
          <a:srcRect/>
          <a:stretch/>
        </p:blipFill>
        <p:spPr>
          <a:xfrm>
            <a:off x="10734473" y="0"/>
            <a:ext cx="1448025" cy="796414"/>
          </a:xfrm>
          <a:prstGeom prst="rect">
            <a:avLst/>
          </a:prstGeom>
          <a:noFill/>
          <a:ln>
            <a:noFill/>
          </a:ln>
        </p:spPr>
      </p:pic>
      <p:sp>
        <p:nvSpPr>
          <p:cNvPr id="361" name="Google Shape;361;p37"/>
          <p:cNvSpPr txBox="1"/>
          <p:nvPr/>
        </p:nvSpPr>
        <p:spPr>
          <a:xfrm>
            <a:off x="536332" y="1493975"/>
            <a:ext cx="11280530" cy="2769959"/>
          </a:xfrm>
          <a:prstGeom prst="rect">
            <a:avLst/>
          </a:prstGeom>
          <a:noFill/>
          <a:ln>
            <a:noFill/>
          </a:ln>
        </p:spPr>
        <p:txBody>
          <a:bodyPr spcFirstLastPara="1" wrap="square" lIns="91425" tIns="91425" rIns="91425" bIns="91425" anchor="t" anchorCtr="0">
            <a:spAutoFit/>
          </a:bodyPr>
          <a:lstStyle/>
          <a:p>
            <a:pPr marL="342900" marR="0" lvl="0" indent="-342900" algn="l" rtl="0">
              <a:lnSpc>
                <a:spcPct val="100000"/>
              </a:lnSpc>
              <a:spcBef>
                <a:spcPts val="0"/>
              </a:spcBef>
              <a:spcAft>
                <a:spcPts val="0"/>
              </a:spcAft>
              <a:buClr>
                <a:schemeClr val="dk1"/>
              </a:buClr>
              <a:buSzPts val="1100"/>
              <a:buFont typeface="Arial" panose="020B0604020202020204" pitchFamily="34" charset="0"/>
              <a:buChar char="•"/>
            </a:pPr>
            <a:r>
              <a:rPr lang="en-US" sz="2400" dirty="0">
                <a:solidFill>
                  <a:schemeClr val="dk1"/>
                </a:solidFill>
              </a:rPr>
              <a:t>V</a:t>
            </a:r>
            <a:r>
              <a:rPr lang="en-US" sz="2400" b="0" i="0" u="none" strike="noStrike" cap="none" dirty="0" smtClean="0">
                <a:solidFill>
                  <a:schemeClr val="dk1"/>
                </a:solidFill>
                <a:latin typeface="Arial"/>
                <a:ea typeface="Arial"/>
                <a:cs typeface="Arial"/>
                <a:sym typeface="Arial"/>
              </a:rPr>
              <a:t>isualizations can </a:t>
            </a:r>
            <a:r>
              <a:rPr lang="en-US" sz="2400" b="0" i="0" u="none" strike="noStrike" cap="none" dirty="0">
                <a:solidFill>
                  <a:schemeClr val="dk1"/>
                </a:solidFill>
                <a:latin typeface="Arial"/>
                <a:ea typeface="Arial"/>
                <a:cs typeface="Arial"/>
                <a:sym typeface="Arial"/>
              </a:rPr>
              <a:t>help understand what deeper layers of </a:t>
            </a:r>
            <a:r>
              <a:rPr lang="en-US" sz="2400" b="0" i="0" u="none" strike="noStrike" cap="none" dirty="0" err="1">
                <a:solidFill>
                  <a:schemeClr val="dk1"/>
                </a:solidFill>
                <a:latin typeface="Arial"/>
                <a:ea typeface="Arial"/>
                <a:cs typeface="Arial"/>
                <a:sym typeface="Arial"/>
              </a:rPr>
              <a:t>ConvNets</a:t>
            </a:r>
            <a:r>
              <a:rPr lang="en-US" sz="2400" b="0" i="0" u="none" strike="noStrike" cap="none" dirty="0">
                <a:solidFill>
                  <a:schemeClr val="dk1"/>
                </a:solidFill>
                <a:latin typeface="Arial"/>
                <a:ea typeface="Arial"/>
                <a:cs typeface="Arial"/>
                <a:sym typeface="Arial"/>
              </a:rPr>
              <a:t> are </a:t>
            </a:r>
            <a:r>
              <a:rPr lang="en-US" sz="2400" b="0" i="0" u="none" strike="noStrike" cap="none" dirty="0" smtClean="0">
                <a:solidFill>
                  <a:schemeClr val="dk1"/>
                </a:solidFill>
                <a:latin typeface="Arial"/>
                <a:ea typeface="Arial"/>
                <a:cs typeface="Arial"/>
                <a:sym typeface="Arial"/>
              </a:rPr>
              <a:t>computing.</a:t>
            </a:r>
          </a:p>
          <a:p>
            <a:pPr marL="342900" marR="0" lvl="0" indent="-342900" algn="l" rtl="0">
              <a:lnSpc>
                <a:spcPct val="100000"/>
              </a:lnSpc>
              <a:spcBef>
                <a:spcPts val="0"/>
              </a:spcBef>
              <a:spcAft>
                <a:spcPts val="0"/>
              </a:spcAft>
              <a:buClr>
                <a:schemeClr val="dk1"/>
              </a:buClr>
              <a:buSzPts val="1100"/>
              <a:buFont typeface="Arial" panose="020B0604020202020204" pitchFamily="34" charset="0"/>
              <a:buChar char="•"/>
            </a:pPr>
            <a:r>
              <a:rPr lang="en-US" sz="2400" b="0" i="0" u="none" strike="noStrike" cap="none" dirty="0" smtClean="0">
                <a:solidFill>
                  <a:schemeClr val="dk1"/>
                </a:solidFill>
                <a:latin typeface="Arial"/>
                <a:ea typeface="Arial"/>
                <a:cs typeface="Arial"/>
                <a:sym typeface="Arial"/>
              </a:rPr>
              <a:t>The </a:t>
            </a:r>
            <a:r>
              <a:rPr lang="en-US" sz="2400" b="0" i="0" u="none" strike="noStrike" cap="none" dirty="0">
                <a:solidFill>
                  <a:schemeClr val="dk1"/>
                </a:solidFill>
                <a:latin typeface="Arial"/>
                <a:ea typeface="Arial"/>
                <a:cs typeface="Arial"/>
                <a:sym typeface="Arial"/>
              </a:rPr>
              <a:t>visualization technique involves finding the images or patches in the training set that maximize a particular hidden unit's activation. </a:t>
            </a:r>
            <a:endParaRPr lang="en-US" sz="2400" b="0" i="0" u="none" strike="noStrike" cap="none" dirty="0" smtClean="0">
              <a:solidFill>
                <a:schemeClr val="dk1"/>
              </a:solidFill>
              <a:latin typeface="Arial"/>
              <a:ea typeface="Arial"/>
              <a:cs typeface="Arial"/>
              <a:sym typeface="Arial"/>
            </a:endParaRPr>
          </a:p>
          <a:p>
            <a:pPr marL="342900" marR="0" lvl="0" indent="-342900" algn="l" rtl="0">
              <a:lnSpc>
                <a:spcPct val="100000"/>
              </a:lnSpc>
              <a:spcBef>
                <a:spcPts val="0"/>
              </a:spcBef>
              <a:spcAft>
                <a:spcPts val="0"/>
              </a:spcAft>
              <a:buClr>
                <a:schemeClr val="dk1"/>
              </a:buClr>
              <a:buSzPts val="1100"/>
              <a:buFont typeface="Arial" panose="020B0604020202020204" pitchFamily="34" charset="0"/>
              <a:buChar char="•"/>
            </a:pPr>
            <a:r>
              <a:rPr lang="en-US" sz="2400" b="0" i="0" u="none" strike="noStrike" cap="none" dirty="0" smtClean="0">
                <a:solidFill>
                  <a:schemeClr val="dk1"/>
                </a:solidFill>
                <a:latin typeface="Arial"/>
                <a:ea typeface="Arial"/>
                <a:cs typeface="Arial"/>
                <a:sym typeface="Arial"/>
              </a:rPr>
              <a:t>Consider examples </a:t>
            </a:r>
            <a:r>
              <a:rPr lang="en-US" sz="2400" b="0" i="0" u="none" strike="noStrike" cap="none" dirty="0">
                <a:solidFill>
                  <a:schemeClr val="dk1"/>
                </a:solidFill>
                <a:latin typeface="Arial"/>
                <a:ea typeface="Arial"/>
                <a:cs typeface="Arial"/>
                <a:sym typeface="Arial"/>
              </a:rPr>
              <a:t>of visualizations of what different hidden units in various layers of a </a:t>
            </a:r>
            <a:r>
              <a:rPr lang="en-US" sz="2400" b="0" i="0" u="none" strike="noStrike" cap="none" dirty="0" err="1">
                <a:solidFill>
                  <a:schemeClr val="dk1"/>
                </a:solidFill>
                <a:latin typeface="Arial"/>
                <a:ea typeface="Arial"/>
                <a:cs typeface="Arial"/>
                <a:sym typeface="Arial"/>
              </a:rPr>
              <a:t>ConvNet</a:t>
            </a:r>
            <a:r>
              <a:rPr lang="en-US" sz="2400" b="0" i="0" u="none" strike="noStrike" cap="none" dirty="0">
                <a:solidFill>
                  <a:schemeClr val="dk1"/>
                </a:solidFill>
                <a:latin typeface="Arial"/>
                <a:ea typeface="Arial"/>
                <a:cs typeface="Arial"/>
                <a:sym typeface="Arial"/>
              </a:rPr>
              <a:t> are detecting, starting with layer 1 and moving to deeper </a:t>
            </a:r>
            <a:r>
              <a:rPr lang="en-US" sz="2400" b="0" i="0" u="none" strike="noStrike" cap="none" dirty="0" smtClean="0">
                <a:solidFill>
                  <a:schemeClr val="dk1"/>
                </a:solidFill>
                <a:latin typeface="Arial"/>
                <a:ea typeface="Arial"/>
                <a:cs typeface="Arial"/>
                <a:sym typeface="Arial"/>
              </a:rPr>
              <a:t>layers.</a:t>
            </a:r>
            <a:endParaRPr sz="2400" b="0" i="0" u="none" strike="noStrike" cap="none" dirty="0">
              <a:solidFill>
                <a:srgbClr val="000000"/>
              </a:solidFill>
              <a:latin typeface="Arial"/>
              <a:ea typeface="Arial"/>
              <a:cs typeface="Arial"/>
              <a:sym typeface="Arial"/>
            </a:endParaRPr>
          </a:p>
        </p:txBody>
      </p:sp>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MasterSp="0">
  <p:cSld>
    <p:spTree>
      <p:nvGrpSpPr>
        <p:cNvPr id="1" name="Shape 365"/>
        <p:cNvGrpSpPr/>
        <p:nvPr/>
      </p:nvGrpSpPr>
      <p:grpSpPr>
        <a:xfrm>
          <a:off x="0" y="0"/>
          <a:ext cx="0" cy="0"/>
          <a:chOff x="0" y="0"/>
          <a:chExt cx="0" cy="0"/>
        </a:xfrm>
      </p:grpSpPr>
      <p:sp>
        <p:nvSpPr>
          <p:cNvPr id="366" name="Google Shape;366;p38"/>
          <p:cNvSpPr txBox="1">
            <a:spLocks noGrp="1"/>
          </p:cNvSpPr>
          <p:nvPr>
            <p:ph type="title"/>
          </p:nvPr>
        </p:nvSpPr>
        <p:spPr>
          <a:xfrm>
            <a:off x="261620" y="139700"/>
            <a:ext cx="11442000" cy="1367041"/>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Clr>
                <a:schemeClr val="dk1"/>
              </a:buClr>
              <a:buSzPts val="1400"/>
              <a:buFont typeface="Arial"/>
              <a:buNone/>
            </a:pPr>
            <a:r>
              <a:rPr lang="en-US" sz="4400" dirty="0">
                <a:latin typeface="Arial"/>
                <a:ea typeface="Arial"/>
                <a:cs typeface="Arial"/>
                <a:sym typeface="Arial"/>
              </a:rPr>
              <a:t>Visualizing what a deep network is </a:t>
            </a:r>
            <a:r>
              <a:rPr lang="en-US" sz="4400" dirty="0" smtClean="0">
                <a:latin typeface="Arial"/>
                <a:ea typeface="Arial"/>
                <a:cs typeface="Arial"/>
                <a:sym typeface="Arial"/>
              </a:rPr>
              <a:t/>
            </a:r>
            <a:br>
              <a:rPr lang="en-US" sz="4400" dirty="0" smtClean="0">
                <a:latin typeface="Arial"/>
                <a:ea typeface="Arial"/>
                <a:cs typeface="Arial"/>
                <a:sym typeface="Arial"/>
              </a:rPr>
            </a:br>
            <a:r>
              <a:rPr lang="en-US" sz="4400" dirty="0" smtClean="0">
                <a:latin typeface="Arial"/>
                <a:ea typeface="Arial"/>
                <a:cs typeface="Arial"/>
                <a:sym typeface="Arial"/>
              </a:rPr>
              <a:t>learning</a:t>
            </a:r>
            <a:endParaRPr sz="4400" dirty="0">
              <a:latin typeface="Arial"/>
              <a:ea typeface="Arial"/>
              <a:cs typeface="Arial"/>
              <a:sym typeface="Arial"/>
            </a:endParaRPr>
          </a:p>
        </p:txBody>
      </p:sp>
      <p:pic>
        <p:nvPicPr>
          <p:cNvPr id="367" name="Google Shape;367;p38"/>
          <p:cNvPicPr preferRelativeResize="0"/>
          <p:nvPr/>
        </p:nvPicPr>
        <p:blipFill rotWithShape="1">
          <a:blip r:embed="rId3">
            <a:alphaModFix/>
          </a:blip>
          <a:srcRect/>
          <a:stretch/>
        </p:blipFill>
        <p:spPr>
          <a:xfrm>
            <a:off x="10734473" y="0"/>
            <a:ext cx="1448025" cy="796414"/>
          </a:xfrm>
          <a:prstGeom prst="rect">
            <a:avLst/>
          </a:prstGeom>
          <a:noFill/>
          <a:ln>
            <a:noFill/>
          </a:ln>
        </p:spPr>
      </p:pic>
      <p:sp>
        <p:nvSpPr>
          <p:cNvPr id="368" name="Google Shape;368;p38"/>
          <p:cNvSpPr txBox="1"/>
          <p:nvPr/>
        </p:nvSpPr>
        <p:spPr>
          <a:xfrm>
            <a:off x="580292" y="1493975"/>
            <a:ext cx="11201399" cy="4616618"/>
          </a:xfrm>
          <a:prstGeom prst="rect">
            <a:avLst/>
          </a:prstGeom>
          <a:noFill/>
          <a:ln>
            <a:noFill/>
          </a:ln>
        </p:spPr>
        <p:txBody>
          <a:bodyPr spcFirstLastPara="1" wrap="square" lIns="91425" tIns="91425" rIns="91425" bIns="91425" anchor="t" anchorCtr="0">
            <a:spAutoFit/>
          </a:bodyPr>
          <a:lstStyle/>
          <a:p>
            <a:pPr marL="342900" marR="0" lvl="0" indent="-342900" algn="l" rtl="0">
              <a:lnSpc>
                <a:spcPct val="100000"/>
              </a:lnSpc>
              <a:spcBef>
                <a:spcPts val="0"/>
              </a:spcBef>
              <a:spcAft>
                <a:spcPts val="0"/>
              </a:spcAft>
              <a:buClr>
                <a:srgbClr val="000000"/>
              </a:buClr>
              <a:buSzPts val="2400"/>
              <a:buFont typeface="Arial" panose="020B0604020202020204" pitchFamily="34" charset="0"/>
              <a:buChar char="•"/>
            </a:pPr>
            <a:r>
              <a:rPr lang="en-US" sz="2400" b="0" i="0" u="none" strike="noStrike" cap="none" dirty="0">
                <a:solidFill>
                  <a:srgbClr val="000000"/>
                </a:solidFill>
                <a:latin typeface="Arial"/>
                <a:ea typeface="Arial"/>
                <a:cs typeface="Arial"/>
                <a:sym typeface="Arial"/>
              </a:rPr>
              <a:t>In layer 1, the units are detecting relatively simple features such as edges or a particular shade of color. </a:t>
            </a:r>
            <a:endParaRPr lang="en-US" sz="2400" b="0" i="0" u="none" strike="noStrike" cap="none" dirty="0" smtClean="0">
              <a:solidFill>
                <a:srgbClr val="000000"/>
              </a:solidFill>
              <a:latin typeface="Arial"/>
              <a:ea typeface="Arial"/>
              <a:cs typeface="Arial"/>
              <a:sym typeface="Arial"/>
            </a:endParaRPr>
          </a:p>
          <a:p>
            <a:pPr marL="342900" marR="0" lvl="0" indent="-342900" algn="l" rtl="0">
              <a:lnSpc>
                <a:spcPct val="100000"/>
              </a:lnSpc>
              <a:spcBef>
                <a:spcPts val="0"/>
              </a:spcBef>
              <a:spcAft>
                <a:spcPts val="0"/>
              </a:spcAft>
              <a:buClr>
                <a:srgbClr val="000000"/>
              </a:buClr>
              <a:buSzPts val="2400"/>
              <a:buFont typeface="Arial" panose="020B0604020202020204" pitchFamily="34" charset="0"/>
              <a:buChar char="•"/>
            </a:pPr>
            <a:r>
              <a:rPr lang="en-US" sz="2400" b="0" i="0" u="none" strike="noStrike" cap="none" dirty="0" smtClean="0">
                <a:solidFill>
                  <a:srgbClr val="000000"/>
                </a:solidFill>
                <a:latin typeface="Arial"/>
                <a:ea typeface="Arial"/>
                <a:cs typeface="Arial"/>
                <a:sym typeface="Arial"/>
              </a:rPr>
              <a:t>In </a:t>
            </a:r>
            <a:r>
              <a:rPr lang="en-US" sz="2400" b="0" i="0" u="none" strike="noStrike" cap="none" dirty="0">
                <a:solidFill>
                  <a:srgbClr val="000000"/>
                </a:solidFill>
                <a:latin typeface="Arial"/>
                <a:ea typeface="Arial"/>
                <a:cs typeface="Arial"/>
                <a:sym typeface="Arial"/>
              </a:rPr>
              <a:t>layer 2, the features detected are more complex shapes and patterns, such as vertical textures with lots of vertical lines or rounder shapes to the left part of the image. </a:t>
            </a:r>
            <a:endParaRPr lang="en-US" sz="2400" b="0" i="0" u="none" strike="noStrike" cap="none" dirty="0" smtClean="0">
              <a:solidFill>
                <a:srgbClr val="000000"/>
              </a:solidFill>
              <a:latin typeface="Arial"/>
              <a:ea typeface="Arial"/>
              <a:cs typeface="Arial"/>
              <a:sym typeface="Arial"/>
            </a:endParaRPr>
          </a:p>
          <a:p>
            <a:pPr marL="342900" marR="0" lvl="0" indent="-342900" algn="l" rtl="0">
              <a:lnSpc>
                <a:spcPct val="100000"/>
              </a:lnSpc>
              <a:spcBef>
                <a:spcPts val="0"/>
              </a:spcBef>
              <a:spcAft>
                <a:spcPts val="0"/>
              </a:spcAft>
              <a:buClr>
                <a:srgbClr val="000000"/>
              </a:buClr>
              <a:buSzPts val="2400"/>
              <a:buFont typeface="Arial" panose="020B0604020202020204" pitchFamily="34" charset="0"/>
              <a:buChar char="•"/>
            </a:pPr>
            <a:r>
              <a:rPr lang="en-US" sz="2400" b="0" i="0" u="none" strike="noStrike" cap="none" dirty="0" smtClean="0">
                <a:solidFill>
                  <a:srgbClr val="000000"/>
                </a:solidFill>
                <a:latin typeface="Arial"/>
                <a:ea typeface="Arial"/>
                <a:cs typeface="Arial"/>
                <a:sym typeface="Arial"/>
              </a:rPr>
              <a:t>In </a:t>
            </a:r>
            <a:r>
              <a:rPr lang="en-US" sz="2400" b="0" i="0" u="none" strike="noStrike" cap="none" dirty="0">
                <a:solidFill>
                  <a:srgbClr val="000000"/>
                </a:solidFill>
                <a:latin typeface="Arial"/>
                <a:ea typeface="Arial"/>
                <a:cs typeface="Arial"/>
                <a:sym typeface="Arial"/>
              </a:rPr>
              <a:t>layer 3, the features detected are even more complex, such as detecting certain textures like honeycomb or square shapes. </a:t>
            </a:r>
            <a:endParaRPr lang="en-US" sz="2400" b="0" i="0" u="none" strike="noStrike" cap="none" dirty="0" smtClean="0">
              <a:solidFill>
                <a:srgbClr val="000000"/>
              </a:solidFill>
              <a:latin typeface="Arial"/>
              <a:ea typeface="Arial"/>
              <a:cs typeface="Arial"/>
              <a:sym typeface="Arial"/>
            </a:endParaRPr>
          </a:p>
          <a:p>
            <a:pPr marL="342900" marR="0" lvl="0" indent="-342900" algn="l" rtl="0">
              <a:lnSpc>
                <a:spcPct val="100000"/>
              </a:lnSpc>
              <a:spcBef>
                <a:spcPts val="0"/>
              </a:spcBef>
              <a:spcAft>
                <a:spcPts val="0"/>
              </a:spcAft>
              <a:buClr>
                <a:srgbClr val="000000"/>
              </a:buClr>
              <a:buSzPts val="2400"/>
              <a:buFont typeface="Arial" panose="020B0604020202020204" pitchFamily="34" charset="0"/>
              <a:buChar char="•"/>
            </a:pPr>
            <a:r>
              <a:rPr lang="en-US" sz="2400" b="0" i="0" u="none" strike="noStrike" cap="none" dirty="0" smtClean="0">
                <a:solidFill>
                  <a:srgbClr val="000000"/>
                </a:solidFill>
                <a:latin typeface="Arial"/>
                <a:ea typeface="Arial"/>
                <a:cs typeface="Arial"/>
                <a:sym typeface="Arial"/>
              </a:rPr>
              <a:t>In </a:t>
            </a:r>
            <a:r>
              <a:rPr lang="en-US" sz="2400" b="0" i="0" u="none" strike="noStrike" cap="none" dirty="0">
                <a:solidFill>
                  <a:srgbClr val="000000"/>
                </a:solidFill>
                <a:latin typeface="Arial"/>
                <a:ea typeface="Arial"/>
                <a:cs typeface="Arial"/>
                <a:sym typeface="Arial"/>
              </a:rPr>
              <a:t>layer 4, the features detected become even more sophisticated, such as detecting dogs, water, or bird legs. </a:t>
            </a:r>
            <a:endParaRPr lang="en-US" sz="2400" b="0" i="0" u="none" strike="noStrike" cap="none" dirty="0" smtClean="0">
              <a:solidFill>
                <a:srgbClr val="000000"/>
              </a:solidFill>
              <a:latin typeface="Arial"/>
              <a:ea typeface="Arial"/>
              <a:cs typeface="Arial"/>
              <a:sym typeface="Arial"/>
            </a:endParaRPr>
          </a:p>
          <a:p>
            <a:pPr marL="342900" marR="0" lvl="0" indent="-342900" algn="l" rtl="0">
              <a:lnSpc>
                <a:spcPct val="100000"/>
              </a:lnSpc>
              <a:spcBef>
                <a:spcPts val="0"/>
              </a:spcBef>
              <a:spcAft>
                <a:spcPts val="0"/>
              </a:spcAft>
              <a:buClr>
                <a:srgbClr val="000000"/>
              </a:buClr>
              <a:buSzPts val="2400"/>
              <a:buFont typeface="Arial" panose="020B0604020202020204" pitchFamily="34" charset="0"/>
              <a:buChar char="•"/>
            </a:pPr>
            <a:r>
              <a:rPr lang="en-US" sz="2400" b="0" i="0" u="none" strike="noStrike" cap="none" dirty="0" smtClean="0">
                <a:solidFill>
                  <a:srgbClr val="000000"/>
                </a:solidFill>
                <a:latin typeface="Arial"/>
                <a:ea typeface="Arial"/>
                <a:cs typeface="Arial"/>
                <a:sym typeface="Arial"/>
              </a:rPr>
              <a:t>In </a:t>
            </a:r>
            <a:r>
              <a:rPr lang="en-US" sz="2400" b="0" i="0" u="none" strike="noStrike" cap="none" dirty="0">
                <a:solidFill>
                  <a:srgbClr val="000000"/>
                </a:solidFill>
                <a:latin typeface="Arial"/>
                <a:ea typeface="Arial"/>
                <a:cs typeface="Arial"/>
                <a:sym typeface="Arial"/>
              </a:rPr>
              <a:t>layer 5, the features detected become even more varied, such as keyboards, text, or </a:t>
            </a:r>
            <a:r>
              <a:rPr lang="en-US" sz="2400" b="0" i="0" u="none" strike="noStrike" cap="none" dirty="0" smtClean="0">
                <a:solidFill>
                  <a:srgbClr val="000000"/>
                </a:solidFill>
                <a:latin typeface="Arial"/>
                <a:ea typeface="Arial"/>
                <a:cs typeface="Arial"/>
                <a:sym typeface="Arial"/>
              </a:rPr>
              <a:t>flowers. </a:t>
            </a:r>
          </a:p>
          <a:p>
            <a:pPr marL="342900" marR="0" lvl="0" indent="-342900" algn="l" rtl="0">
              <a:lnSpc>
                <a:spcPct val="100000"/>
              </a:lnSpc>
              <a:spcBef>
                <a:spcPts val="0"/>
              </a:spcBef>
              <a:spcAft>
                <a:spcPts val="0"/>
              </a:spcAft>
              <a:buClr>
                <a:srgbClr val="000000"/>
              </a:buClr>
              <a:buSzPts val="2400"/>
              <a:buFont typeface="Arial" panose="020B0604020202020204" pitchFamily="34" charset="0"/>
              <a:buChar char="•"/>
            </a:pPr>
            <a:r>
              <a:rPr lang="en-US" sz="2400" b="0" i="0" u="none" strike="noStrike" cap="none" dirty="0" smtClean="0">
                <a:solidFill>
                  <a:srgbClr val="000000"/>
                </a:solidFill>
                <a:latin typeface="Arial"/>
                <a:ea typeface="Arial"/>
                <a:cs typeface="Arial"/>
                <a:sym typeface="Arial"/>
              </a:rPr>
              <a:t>This </a:t>
            </a:r>
            <a:r>
              <a:rPr lang="en-US" sz="2400" b="0" i="0" u="none" strike="noStrike" cap="none" dirty="0">
                <a:solidFill>
                  <a:srgbClr val="000000"/>
                </a:solidFill>
                <a:latin typeface="Arial"/>
                <a:ea typeface="Arial"/>
                <a:cs typeface="Arial"/>
                <a:sym typeface="Arial"/>
              </a:rPr>
              <a:t>intuition </a:t>
            </a:r>
            <a:r>
              <a:rPr lang="en-US" sz="2400" dirty="0" smtClean="0"/>
              <a:t>is used </a:t>
            </a:r>
            <a:r>
              <a:rPr lang="en-US" sz="2400" b="0" i="0" u="none" strike="noStrike" cap="none" dirty="0" smtClean="0">
                <a:solidFill>
                  <a:srgbClr val="000000"/>
                </a:solidFill>
                <a:latin typeface="Arial"/>
                <a:ea typeface="Arial"/>
                <a:cs typeface="Arial"/>
                <a:sym typeface="Arial"/>
              </a:rPr>
              <a:t>to </a:t>
            </a:r>
            <a:r>
              <a:rPr lang="en-US" sz="2400" b="0" i="0" u="none" strike="noStrike" cap="none" dirty="0">
                <a:solidFill>
                  <a:srgbClr val="000000"/>
                </a:solidFill>
                <a:latin typeface="Arial"/>
                <a:ea typeface="Arial"/>
                <a:cs typeface="Arial"/>
                <a:sym typeface="Arial"/>
              </a:rPr>
              <a:t>build a neural-style transfer algorithm.</a:t>
            </a:r>
            <a:endParaRPr sz="2400" b="0" i="0" u="none" strike="noStrike" cap="none" dirty="0">
              <a:solidFill>
                <a:srgbClr val="000000"/>
              </a:solidFill>
              <a:latin typeface="Arial"/>
              <a:ea typeface="Arial"/>
              <a:cs typeface="Arial"/>
              <a:sym typeface="Arial"/>
            </a:endParaRPr>
          </a:p>
        </p:txBody>
      </p:sp>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MasterSp="0">
  <p:cSld>
    <p:spTree>
      <p:nvGrpSpPr>
        <p:cNvPr id="1" name="Shape 372"/>
        <p:cNvGrpSpPr/>
        <p:nvPr/>
      </p:nvGrpSpPr>
      <p:grpSpPr>
        <a:xfrm>
          <a:off x="0" y="0"/>
          <a:ext cx="0" cy="0"/>
          <a:chOff x="0" y="0"/>
          <a:chExt cx="0" cy="0"/>
        </a:xfrm>
      </p:grpSpPr>
      <p:sp>
        <p:nvSpPr>
          <p:cNvPr id="374" name="Google Shape;374;p39"/>
          <p:cNvSpPr txBox="1">
            <a:spLocks noGrp="1"/>
          </p:cNvSpPr>
          <p:nvPr>
            <p:ph type="title"/>
          </p:nvPr>
        </p:nvSpPr>
        <p:spPr>
          <a:xfrm>
            <a:off x="261620" y="139700"/>
            <a:ext cx="11442000" cy="1367041"/>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SzPts val="1400"/>
              <a:buNone/>
            </a:pPr>
            <a:r>
              <a:rPr lang="en-US" sz="4400" dirty="0">
                <a:latin typeface="Arial"/>
                <a:ea typeface="Arial"/>
                <a:cs typeface="Arial"/>
                <a:sym typeface="Arial"/>
              </a:rPr>
              <a:t>Visualizing what a deep network is </a:t>
            </a:r>
            <a:r>
              <a:rPr lang="en-US" sz="4400" dirty="0" smtClean="0">
                <a:latin typeface="Arial"/>
                <a:ea typeface="Arial"/>
                <a:cs typeface="Arial"/>
                <a:sym typeface="Arial"/>
              </a:rPr>
              <a:t/>
            </a:r>
            <a:br>
              <a:rPr lang="en-US" sz="4400" dirty="0" smtClean="0">
                <a:latin typeface="Arial"/>
                <a:ea typeface="Arial"/>
                <a:cs typeface="Arial"/>
                <a:sym typeface="Arial"/>
              </a:rPr>
            </a:br>
            <a:r>
              <a:rPr lang="en-US" sz="4400" dirty="0" smtClean="0">
                <a:latin typeface="Arial"/>
                <a:ea typeface="Arial"/>
                <a:cs typeface="Arial"/>
                <a:sym typeface="Arial"/>
              </a:rPr>
              <a:t>learning</a:t>
            </a:r>
            <a:endParaRPr sz="4400" dirty="0">
              <a:latin typeface="Arial"/>
              <a:ea typeface="Arial"/>
              <a:cs typeface="Arial"/>
              <a:sym typeface="Arial"/>
            </a:endParaRPr>
          </a:p>
        </p:txBody>
      </p:sp>
      <p:grpSp>
        <p:nvGrpSpPr>
          <p:cNvPr id="2" name="Group 1"/>
          <p:cNvGrpSpPr/>
          <p:nvPr/>
        </p:nvGrpSpPr>
        <p:grpSpPr>
          <a:xfrm>
            <a:off x="123135" y="1648995"/>
            <a:ext cx="11927175" cy="5087781"/>
            <a:chOff x="193471" y="1103871"/>
            <a:chExt cx="11927175" cy="5087781"/>
          </a:xfrm>
        </p:grpSpPr>
        <p:pic>
          <p:nvPicPr>
            <p:cNvPr id="373" name="Google Shape;373;p39"/>
            <p:cNvPicPr preferRelativeResize="0"/>
            <p:nvPr/>
          </p:nvPicPr>
          <p:blipFill rotWithShape="1">
            <a:blip r:embed="rId3">
              <a:alphaModFix/>
            </a:blip>
            <a:srcRect/>
            <a:stretch/>
          </p:blipFill>
          <p:spPr>
            <a:xfrm>
              <a:off x="8745594" y="3753547"/>
              <a:ext cx="2489847" cy="2438105"/>
            </a:xfrm>
            <a:prstGeom prst="rect">
              <a:avLst/>
            </a:prstGeom>
            <a:noFill/>
            <a:ln>
              <a:noFill/>
            </a:ln>
          </p:spPr>
        </p:pic>
        <p:pic>
          <p:nvPicPr>
            <p:cNvPr id="375" name="Google Shape;375;p39"/>
            <p:cNvPicPr preferRelativeResize="0"/>
            <p:nvPr/>
          </p:nvPicPr>
          <p:blipFill rotWithShape="1">
            <a:blip r:embed="rId4">
              <a:alphaModFix/>
            </a:blip>
            <a:srcRect/>
            <a:stretch/>
          </p:blipFill>
          <p:spPr>
            <a:xfrm>
              <a:off x="193471" y="1103871"/>
              <a:ext cx="1560931" cy="1730705"/>
            </a:xfrm>
            <a:prstGeom prst="rect">
              <a:avLst/>
            </a:prstGeom>
            <a:noFill/>
            <a:ln>
              <a:noFill/>
            </a:ln>
          </p:spPr>
        </p:pic>
        <p:sp>
          <p:nvSpPr>
            <p:cNvPr id="376" name="Google Shape;376;p39"/>
            <p:cNvSpPr txBox="1"/>
            <p:nvPr/>
          </p:nvSpPr>
          <p:spPr>
            <a:xfrm>
              <a:off x="352451" y="2791485"/>
              <a:ext cx="1241400" cy="28980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mbria Math"/>
                  <a:ea typeface="Cambria Math"/>
                  <a:cs typeface="Cambria Math"/>
                  <a:sym typeface="Cambria Math"/>
                </a:rPr>
                <a:t>224×224×3</a:t>
              </a:r>
              <a:endParaRPr sz="1800" b="0" i="0" u="none" strike="noStrike" cap="none">
                <a:solidFill>
                  <a:srgbClr val="000000"/>
                </a:solidFill>
                <a:latin typeface="Cambria Math"/>
                <a:ea typeface="Cambria Math"/>
                <a:cs typeface="Cambria Math"/>
                <a:sym typeface="Cambria Math"/>
              </a:endParaRPr>
            </a:p>
          </p:txBody>
        </p:sp>
        <p:grpSp>
          <p:nvGrpSpPr>
            <p:cNvPr id="377" name="Google Shape;377;p39"/>
            <p:cNvGrpSpPr/>
            <p:nvPr/>
          </p:nvGrpSpPr>
          <p:grpSpPr>
            <a:xfrm>
              <a:off x="2237079" y="1239037"/>
              <a:ext cx="4026953" cy="1581150"/>
              <a:chOff x="2237079" y="1239037"/>
              <a:chExt cx="4026953" cy="1581150"/>
            </a:xfrm>
          </p:grpSpPr>
          <p:sp>
            <p:nvSpPr>
              <p:cNvPr id="378" name="Google Shape;378;p39"/>
              <p:cNvSpPr/>
              <p:nvPr/>
            </p:nvSpPr>
            <p:spPr>
              <a:xfrm>
                <a:off x="2237079" y="1628825"/>
                <a:ext cx="1169670" cy="1191260"/>
              </a:xfrm>
              <a:custGeom>
                <a:avLst/>
                <a:gdLst/>
                <a:ahLst/>
                <a:cxnLst/>
                <a:rect l="l" t="t" r="r" b="b"/>
                <a:pathLst>
                  <a:path w="1169670" h="1191260" extrusionOk="0">
                    <a:moveTo>
                      <a:pt x="1169390" y="0"/>
                    </a:moveTo>
                    <a:lnTo>
                      <a:pt x="0" y="0"/>
                    </a:lnTo>
                    <a:lnTo>
                      <a:pt x="0" y="1191031"/>
                    </a:lnTo>
                    <a:lnTo>
                      <a:pt x="1169390" y="1191031"/>
                    </a:lnTo>
                    <a:lnTo>
                      <a:pt x="1169390" y="0"/>
                    </a:lnTo>
                    <a:close/>
                  </a:path>
                </a:pathLst>
              </a:custGeom>
              <a:solidFill>
                <a:srgbClr val="4472C4"/>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379" name="Google Shape;379;p39"/>
              <p:cNvSpPr/>
              <p:nvPr/>
            </p:nvSpPr>
            <p:spPr>
              <a:xfrm>
                <a:off x="3406482" y="1239037"/>
                <a:ext cx="389889" cy="1581150"/>
              </a:xfrm>
              <a:custGeom>
                <a:avLst/>
                <a:gdLst/>
                <a:ahLst/>
                <a:cxnLst/>
                <a:rect l="l" t="t" r="r" b="b"/>
                <a:pathLst>
                  <a:path w="389889" h="1581150" extrusionOk="0">
                    <a:moveTo>
                      <a:pt x="389788" y="0"/>
                    </a:moveTo>
                    <a:lnTo>
                      <a:pt x="0" y="389801"/>
                    </a:lnTo>
                    <a:lnTo>
                      <a:pt x="0" y="1580819"/>
                    </a:lnTo>
                    <a:lnTo>
                      <a:pt x="389788" y="1191031"/>
                    </a:lnTo>
                    <a:lnTo>
                      <a:pt x="389788" y="0"/>
                    </a:lnTo>
                    <a:close/>
                  </a:path>
                </a:pathLst>
              </a:custGeom>
              <a:solidFill>
                <a:srgbClr val="375C9E"/>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380" name="Google Shape;380;p39"/>
              <p:cNvSpPr/>
              <p:nvPr/>
            </p:nvSpPr>
            <p:spPr>
              <a:xfrm>
                <a:off x="2237079" y="1239037"/>
                <a:ext cx="1559560" cy="389889"/>
              </a:xfrm>
              <a:custGeom>
                <a:avLst/>
                <a:gdLst/>
                <a:ahLst/>
                <a:cxnLst/>
                <a:rect l="l" t="t" r="r" b="b"/>
                <a:pathLst>
                  <a:path w="1559560" h="389889" extrusionOk="0">
                    <a:moveTo>
                      <a:pt x="1559191" y="0"/>
                    </a:moveTo>
                    <a:lnTo>
                      <a:pt x="389801" y="0"/>
                    </a:lnTo>
                    <a:lnTo>
                      <a:pt x="0" y="389801"/>
                    </a:lnTo>
                    <a:lnTo>
                      <a:pt x="1169403" y="389801"/>
                    </a:lnTo>
                    <a:lnTo>
                      <a:pt x="1559191" y="0"/>
                    </a:lnTo>
                    <a:close/>
                  </a:path>
                </a:pathLst>
              </a:custGeom>
              <a:solidFill>
                <a:srgbClr val="698ED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381" name="Google Shape;381;p39"/>
              <p:cNvSpPr/>
              <p:nvPr/>
            </p:nvSpPr>
            <p:spPr>
              <a:xfrm>
                <a:off x="2237079" y="1239037"/>
                <a:ext cx="1558925" cy="1580514"/>
              </a:xfrm>
              <a:custGeom>
                <a:avLst/>
                <a:gdLst/>
                <a:ahLst/>
                <a:cxnLst/>
                <a:rect l="l" t="t" r="r" b="b"/>
                <a:pathLst>
                  <a:path w="1558925" h="1580514" extrusionOk="0">
                    <a:moveTo>
                      <a:pt x="0" y="389600"/>
                    </a:moveTo>
                    <a:lnTo>
                      <a:pt x="389600" y="0"/>
                    </a:lnTo>
                    <a:lnTo>
                      <a:pt x="1558394" y="0"/>
                    </a:lnTo>
                    <a:lnTo>
                      <a:pt x="1558394" y="1190422"/>
                    </a:lnTo>
                    <a:lnTo>
                      <a:pt x="1168803" y="1580023"/>
                    </a:lnTo>
                    <a:lnTo>
                      <a:pt x="0" y="1580023"/>
                    </a:lnTo>
                    <a:lnTo>
                      <a:pt x="0" y="389600"/>
                    </a:lnTo>
                    <a:close/>
                  </a:path>
                  <a:path w="1558925" h="1580514" extrusionOk="0">
                    <a:moveTo>
                      <a:pt x="0" y="389600"/>
                    </a:moveTo>
                    <a:lnTo>
                      <a:pt x="1168803" y="389600"/>
                    </a:lnTo>
                    <a:lnTo>
                      <a:pt x="1558394" y="0"/>
                    </a:lnTo>
                  </a:path>
                  <a:path w="1558925" h="1580514" extrusionOk="0">
                    <a:moveTo>
                      <a:pt x="1168803" y="389600"/>
                    </a:moveTo>
                    <a:lnTo>
                      <a:pt x="1168803" y="1580023"/>
                    </a:lnTo>
                  </a:path>
                </a:pathLst>
              </a:custGeom>
              <a:noFill/>
              <a:ln w="12675" cap="flat" cmpd="sng">
                <a:solidFill>
                  <a:srgbClr val="2F528F"/>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382" name="Google Shape;382;p39"/>
              <p:cNvSpPr/>
              <p:nvPr/>
            </p:nvSpPr>
            <p:spPr>
              <a:xfrm>
                <a:off x="4065739" y="1656067"/>
                <a:ext cx="737235" cy="842644"/>
              </a:xfrm>
              <a:custGeom>
                <a:avLst/>
                <a:gdLst/>
                <a:ahLst/>
                <a:cxnLst/>
                <a:rect l="l" t="t" r="r" b="b"/>
                <a:pathLst>
                  <a:path w="737235" h="842644" extrusionOk="0">
                    <a:moveTo>
                      <a:pt x="736650" y="0"/>
                    </a:moveTo>
                    <a:lnTo>
                      <a:pt x="0" y="0"/>
                    </a:lnTo>
                    <a:lnTo>
                      <a:pt x="0" y="842429"/>
                    </a:lnTo>
                    <a:lnTo>
                      <a:pt x="736650" y="842429"/>
                    </a:lnTo>
                    <a:lnTo>
                      <a:pt x="736650" y="0"/>
                    </a:lnTo>
                    <a:close/>
                  </a:path>
                </a:pathLst>
              </a:custGeom>
              <a:solidFill>
                <a:srgbClr val="4472C4"/>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383" name="Google Shape;383;p39"/>
              <p:cNvSpPr/>
              <p:nvPr/>
            </p:nvSpPr>
            <p:spPr>
              <a:xfrm>
                <a:off x="4802390" y="1410512"/>
                <a:ext cx="245745" cy="1088389"/>
              </a:xfrm>
              <a:custGeom>
                <a:avLst/>
                <a:gdLst/>
                <a:ahLst/>
                <a:cxnLst/>
                <a:rect l="l" t="t" r="r" b="b"/>
                <a:pathLst>
                  <a:path w="245745" h="1088389" extrusionOk="0">
                    <a:moveTo>
                      <a:pt x="245554" y="0"/>
                    </a:moveTo>
                    <a:lnTo>
                      <a:pt x="0" y="245554"/>
                    </a:lnTo>
                    <a:lnTo>
                      <a:pt x="0" y="1087983"/>
                    </a:lnTo>
                    <a:lnTo>
                      <a:pt x="245554" y="842429"/>
                    </a:lnTo>
                    <a:lnTo>
                      <a:pt x="245554" y="0"/>
                    </a:lnTo>
                    <a:close/>
                  </a:path>
                </a:pathLst>
              </a:custGeom>
              <a:solidFill>
                <a:srgbClr val="375C9E"/>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384" name="Google Shape;384;p39"/>
              <p:cNvSpPr/>
              <p:nvPr/>
            </p:nvSpPr>
            <p:spPr>
              <a:xfrm>
                <a:off x="4065739" y="1410512"/>
                <a:ext cx="982345" cy="245744"/>
              </a:xfrm>
              <a:custGeom>
                <a:avLst/>
                <a:gdLst/>
                <a:ahLst/>
                <a:cxnLst/>
                <a:rect l="l" t="t" r="r" b="b"/>
                <a:pathLst>
                  <a:path w="982345" h="245744" extrusionOk="0">
                    <a:moveTo>
                      <a:pt x="982205" y="0"/>
                    </a:moveTo>
                    <a:lnTo>
                      <a:pt x="245554" y="0"/>
                    </a:lnTo>
                    <a:lnTo>
                      <a:pt x="0" y="245554"/>
                    </a:lnTo>
                    <a:lnTo>
                      <a:pt x="736650" y="245554"/>
                    </a:lnTo>
                    <a:lnTo>
                      <a:pt x="982205" y="0"/>
                    </a:lnTo>
                    <a:close/>
                  </a:path>
                </a:pathLst>
              </a:custGeom>
              <a:solidFill>
                <a:srgbClr val="698ED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385" name="Google Shape;385;p39"/>
              <p:cNvSpPr/>
              <p:nvPr/>
            </p:nvSpPr>
            <p:spPr>
              <a:xfrm>
                <a:off x="4065739" y="1410512"/>
                <a:ext cx="981710" cy="1087755"/>
              </a:xfrm>
              <a:custGeom>
                <a:avLst/>
                <a:gdLst/>
                <a:ahLst/>
                <a:cxnLst/>
                <a:rect l="l" t="t" r="r" b="b"/>
                <a:pathLst>
                  <a:path w="981710" h="1087755" extrusionOk="0">
                    <a:moveTo>
                      <a:pt x="0" y="245425"/>
                    </a:moveTo>
                    <a:lnTo>
                      <a:pt x="245425" y="0"/>
                    </a:lnTo>
                    <a:lnTo>
                      <a:pt x="981703" y="0"/>
                    </a:lnTo>
                    <a:lnTo>
                      <a:pt x="981703" y="842000"/>
                    </a:lnTo>
                    <a:lnTo>
                      <a:pt x="736277" y="1087425"/>
                    </a:lnTo>
                    <a:lnTo>
                      <a:pt x="0" y="1087425"/>
                    </a:lnTo>
                    <a:lnTo>
                      <a:pt x="0" y="245425"/>
                    </a:lnTo>
                    <a:close/>
                  </a:path>
                  <a:path w="981710" h="1087755" extrusionOk="0">
                    <a:moveTo>
                      <a:pt x="0" y="245425"/>
                    </a:moveTo>
                    <a:lnTo>
                      <a:pt x="736277" y="245425"/>
                    </a:lnTo>
                    <a:lnTo>
                      <a:pt x="981703" y="0"/>
                    </a:lnTo>
                  </a:path>
                  <a:path w="981710" h="1087755" extrusionOk="0">
                    <a:moveTo>
                      <a:pt x="736277" y="245425"/>
                    </a:moveTo>
                    <a:lnTo>
                      <a:pt x="736277" y="1087425"/>
                    </a:lnTo>
                  </a:path>
                </a:pathLst>
              </a:custGeom>
              <a:noFill/>
              <a:ln w="12675" cap="flat" cmpd="sng">
                <a:solidFill>
                  <a:srgbClr val="2F528F"/>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pic>
            <p:nvPicPr>
              <p:cNvPr id="386" name="Google Shape;386;p39"/>
              <p:cNvPicPr preferRelativeResize="0"/>
              <p:nvPr/>
            </p:nvPicPr>
            <p:blipFill rotWithShape="1">
              <a:blip r:embed="rId5">
                <a:alphaModFix/>
              </a:blip>
              <a:srcRect/>
              <a:stretch/>
            </p:blipFill>
            <p:spPr>
              <a:xfrm>
                <a:off x="3822661" y="1996579"/>
                <a:ext cx="222300" cy="127000"/>
              </a:xfrm>
              <a:prstGeom prst="rect">
                <a:avLst/>
              </a:prstGeom>
              <a:noFill/>
              <a:ln>
                <a:noFill/>
              </a:ln>
            </p:spPr>
          </p:pic>
          <p:sp>
            <p:nvSpPr>
              <p:cNvPr id="387" name="Google Shape;387;p39"/>
              <p:cNvSpPr/>
              <p:nvPr/>
            </p:nvSpPr>
            <p:spPr>
              <a:xfrm>
                <a:off x="5317413" y="1898472"/>
                <a:ext cx="411479" cy="395605"/>
              </a:xfrm>
              <a:custGeom>
                <a:avLst/>
                <a:gdLst/>
                <a:ahLst/>
                <a:cxnLst/>
                <a:rect l="l" t="t" r="r" b="b"/>
                <a:pathLst>
                  <a:path w="411479" h="395605" extrusionOk="0">
                    <a:moveTo>
                      <a:pt x="411302" y="0"/>
                    </a:moveTo>
                    <a:lnTo>
                      <a:pt x="0" y="0"/>
                    </a:lnTo>
                    <a:lnTo>
                      <a:pt x="0" y="395274"/>
                    </a:lnTo>
                    <a:lnTo>
                      <a:pt x="411302" y="395274"/>
                    </a:lnTo>
                    <a:lnTo>
                      <a:pt x="411302" y="0"/>
                    </a:lnTo>
                    <a:close/>
                  </a:path>
                </a:pathLst>
              </a:custGeom>
              <a:solidFill>
                <a:srgbClr val="4472C4"/>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388" name="Google Shape;388;p39"/>
              <p:cNvSpPr/>
              <p:nvPr/>
            </p:nvSpPr>
            <p:spPr>
              <a:xfrm>
                <a:off x="5728715" y="1580743"/>
                <a:ext cx="318135" cy="713105"/>
              </a:xfrm>
              <a:custGeom>
                <a:avLst/>
                <a:gdLst/>
                <a:ahLst/>
                <a:cxnLst/>
                <a:rect l="l" t="t" r="r" b="b"/>
                <a:pathLst>
                  <a:path w="318135" h="713105" extrusionOk="0">
                    <a:moveTo>
                      <a:pt x="317728" y="0"/>
                    </a:moveTo>
                    <a:lnTo>
                      <a:pt x="0" y="317741"/>
                    </a:lnTo>
                    <a:lnTo>
                      <a:pt x="0" y="713003"/>
                    </a:lnTo>
                    <a:lnTo>
                      <a:pt x="317728" y="395274"/>
                    </a:lnTo>
                    <a:lnTo>
                      <a:pt x="317728" y="0"/>
                    </a:lnTo>
                    <a:close/>
                  </a:path>
                </a:pathLst>
              </a:custGeom>
              <a:solidFill>
                <a:srgbClr val="375C9E"/>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389" name="Google Shape;389;p39"/>
              <p:cNvSpPr/>
              <p:nvPr/>
            </p:nvSpPr>
            <p:spPr>
              <a:xfrm>
                <a:off x="5317413" y="1580743"/>
                <a:ext cx="729614" cy="318135"/>
              </a:xfrm>
              <a:custGeom>
                <a:avLst/>
                <a:gdLst/>
                <a:ahLst/>
                <a:cxnLst/>
                <a:rect l="l" t="t" r="r" b="b"/>
                <a:pathLst>
                  <a:path w="729614" h="318135" extrusionOk="0">
                    <a:moveTo>
                      <a:pt x="729030" y="0"/>
                    </a:moveTo>
                    <a:lnTo>
                      <a:pt x="317741" y="0"/>
                    </a:lnTo>
                    <a:lnTo>
                      <a:pt x="0" y="317741"/>
                    </a:lnTo>
                    <a:lnTo>
                      <a:pt x="411302" y="317741"/>
                    </a:lnTo>
                    <a:lnTo>
                      <a:pt x="729030" y="0"/>
                    </a:lnTo>
                    <a:close/>
                  </a:path>
                </a:pathLst>
              </a:custGeom>
              <a:solidFill>
                <a:srgbClr val="698ED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390" name="Google Shape;390;p39"/>
              <p:cNvSpPr/>
              <p:nvPr/>
            </p:nvSpPr>
            <p:spPr>
              <a:xfrm>
                <a:off x="5317413" y="1580743"/>
                <a:ext cx="728979" cy="713105"/>
              </a:xfrm>
              <a:custGeom>
                <a:avLst/>
                <a:gdLst/>
                <a:ahLst/>
                <a:cxnLst/>
                <a:rect l="l" t="t" r="r" b="b"/>
                <a:pathLst>
                  <a:path w="728979" h="713105" extrusionOk="0">
                    <a:moveTo>
                      <a:pt x="0" y="317576"/>
                    </a:moveTo>
                    <a:lnTo>
                      <a:pt x="317576" y="0"/>
                    </a:lnTo>
                    <a:lnTo>
                      <a:pt x="728667" y="0"/>
                    </a:lnTo>
                    <a:lnTo>
                      <a:pt x="728667" y="395070"/>
                    </a:lnTo>
                    <a:lnTo>
                      <a:pt x="411090" y="712647"/>
                    </a:lnTo>
                    <a:lnTo>
                      <a:pt x="0" y="712647"/>
                    </a:lnTo>
                    <a:lnTo>
                      <a:pt x="0" y="317576"/>
                    </a:lnTo>
                    <a:close/>
                  </a:path>
                  <a:path w="728979" h="713105" extrusionOk="0">
                    <a:moveTo>
                      <a:pt x="0" y="317576"/>
                    </a:moveTo>
                    <a:lnTo>
                      <a:pt x="411090" y="317576"/>
                    </a:lnTo>
                    <a:lnTo>
                      <a:pt x="728667" y="0"/>
                    </a:lnTo>
                  </a:path>
                  <a:path w="728979" h="713105" extrusionOk="0">
                    <a:moveTo>
                      <a:pt x="411090" y="317576"/>
                    </a:moveTo>
                    <a:lnTo>
                      <a:pt x="411090" y="712647"/>
                    </a:lnTo>
                  </a:path>
                </a:pathLst>
              </a:custGeom>
              <a:noFill/>
              <a:ln w="12675" cap="flat" cmpd="sng">
                <a:solidFill>
                  <a:srgbClr val="2F528F"/>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pic>
            <p:nvPicPr>
              <p:cNvPr id="391" name="Google Shape;391;p39"/>
              <p:cNvPicPr preferRelativeResize="0"/>
              <p:nvPr/>
            </p:nvPicPr>
            <p:blipFill rotWithShape="1">
              <a:blip r:embed="rId5">
                <a:alphaModFix/>
              </a:blip>
              <a:srcRect/>
              <a:stretch/>
            </p:blipFill>
            <p:spPr>
              <a:xfrm>
                <a:off x="5065280" y="1996579"/>
                <a:ext cx="222300" cy="127000"/>
              </a:xfrm>
              <a:prstGeom prst="rect">
                <a:avLst/>
              </a:prstGeom>
              <a:noFill/>
              <a:ln>
                <a:noFill/>
              </a:ln>
            </p:spPr>
          </p:pic>
          <p:pic>
            <p:nvPicPr>
              <p:cNvPr id="392" name="Google Shape;392;p39"/>
              <p:cNvPicPr preferRelativeResize="0"/>
              <p:nvPr/>
            </p:nvPicPr>
            <p:blipFill rotWithShape="1">
              <a:blip r:embed="rId5">
                <a:alphaModFix/>
              </a:blip>
              <a:srcRect/>
              <a:stretch/>
            </p:blipFill>
            <p:spPr>
              <a:xfrm>
                <a:off x="6041732" y="1996579"/>
                <a:ext cx="222300" cy="127000"/>
              </a:xfrm>
              <a:prstGeom prst="rect">
                <a:avLst/>
              </a:prstGeom>
              <a:noFill/>
              <a:ln>
                <a:noFill/>
              </a:ln>
            </p:spPr>
          </p:pic>
        </p:grpSp>
        <p:grpSp>
          <p:nvGrpSpPr>
            <p:cNvPr id="393" name="Google Shape;393;p39"/>
            <p:cNvGrpSpPr/>
            <p:nvPr/>
          </p:nvGrpSpPr>
          <p:grpSpPr>
            <a:xfrm>
              <a:off x="6315913" y="1580743"/>
              <a:ext cx="925410" cy="713231"/>
              <a:chOff x="6315913" y="1580743"/>
              <a:chExt cx="925410" cy="713231"/>
            </a:xfrm>
          </p:grpSpPr>
          <p:sp>
            <p:nvSpPr>
              <p:cNvPr id="394" name="Google Shape;394;p39"/>
              <p:cNvSpPr/>
              <p:nvPr/>
            </p:nvSpPr>
            <p:spPr>
              <a:xfrm>
                <a:off x="6315913" y="2006955"/>
                <a:ext cx="302895" cy="287019"/>
              </a:xfrm>
              <a:custGeom>
                <a:avLst/>
                <a:gdLst/>
                <a:ahLst/>
                <a:cxnLst/>
                <a:rect l="l" t="t" r="r" b="b"/>
                <a:pathLst>
                  <a:path w="302895" h="287019" extrusionOk="0">
                    <a:moveTo>
                      <a:pt x="302818" y="0"/>
                    </a:moveTo>
                    <a:lnTo>
                      <a:pt x="0" y="0"/>
                    </a:lnTo>
                    <a:lnTo>
                      <a:pt x="0" y="286791"/>
                    </a:lnTo>
                    <a:lnTo>
                      <a:pt x="302818" y="286791"/>
                    </a:lnTo>
                    <a:lnTo>
                      <a:pt x="302818" y="0"/>
                    </a:lnTo>
                    <a:close/>
                  </a:path>
                </a:pathLst>
              </a:custGeom>
              <a:solidFill>
                <a:srgbClr val="4472C4"/>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395" name="Google Shape;395;p39"/>
              <p:cNvSpPr/>
              <p:nvPr/>
            </p:nvSpPr>
            <p:spPr>
              <a:xfrm>
                <a:off x="6618731" y="1580743"/>
                <a:ext cx="426720" cy="713105"/>
              </a:xfrm>
              <a:custGeom>
                <a:avLst/>
                <a:gdLst/>
                <a:ahLst/>
                <a:cxnLst/>
                <a:rect l="l" t="t" r="r" b="b"/>
                <a:pathLst>
                  <a:path w="426720" h="713105" extrusionOk="0">
                    <a:moveTo>
                      <a:pt x="426224" y="0"/>
                    </a:moveTo>
                    <a:lnTo>
                      <a:pt x="0" y="426224"/>
                    </a:lnTo>
                    <a:lnTo>
                      <a:pt x="0" y="713003"/>
                    </a:lnTo>
                    <a:lnTo>
                      <a:pt x="426224" y="286778"/>
                    </a:lnTo>
                    <a:lnTo>
                      <a:pt x="426224" y="0"/>
                    </a:lnTo>
                    <a:close/>
                  </a:path>
                </a:pathLst>
              </a:custGeom>
              <a:solidFill>
                <a:srgbClr val="375C9E"/>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396" name="Google Shape;396;p39"/>
              <p:cNvSpPr/>
              <p:nvPr/>
            </p:nvSpPr>
            <p:spPr>
              <a:xfrm>
                <a:off x="6315913" y="1580743"/>
                <a:ext cx="729615" cy="426719"/>
              </a:xfrm>
              <a:custGeom>
                <a:avLst/>
                <a:gdLst/>
                <a:ahLst/>
                <a:cxnLst/>
                <a:rect l="l" t="t" r="r" b="b"/>
                <a:pathLst>
                  <a:path w="729615" h="426719" extrusionOk="0">
                    <a:moveTo>
                      <a:pt x="729043" y="0"/>
                    </a:moveTo>
                    <a:lnTo>
                      <a:pt x="426224" y="0"/>
                    </a:lnTo>
                    <a:lnTo>
                      <a:pt x="0" y="426224"/>
                    </a:lnTo>
                    <a:lnTo>
                      <a:pt x="302818" y="426224"/>
                    </a:lnTo>
                    <a:lnTo>
                      <a:pt x="729043" y="0"/>
                    </a:lnTo>
                    <a:close/>
                  </a:path>
                </a:pathLst>
              </a:custGeom>
              <a:solidFill>
                <a:srgbClr val="698ED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397" name="Google Shape;397;p39"/>
              <p:cNvSpPr/>
              <p:nvPr/>
            </p:nvSpPr>
            <p:spPr>
              <a:xfrm>
                <a:off x="6315913" y="1580743"/>
                <a:ext cx="728979" cy="713105"/>
              </a:xfrm>
              <a:custGeom>
                <a:avLst/>
                <a:gdLst/>
                <a:ahLst/>
                <a:cxnLst/>
                <a:rect l="l" t="t" r="r" b="b"/>
                <a:pathLst>
                  <a:path w="728979" h="713105" extrusionOk="0">
                    <a:moveTo>
                      <a:pt x="0" y="426006"/>
                    </a:moveTo>
                    <a:lnTo>
                      <a:pt x="426005" y="0"/>
                    </a:lnTo>
                    <a:lnTo>
                      <a:pt x="728667" y="0"/>
                    </a:lnTo>
                    <a:lnTo>
                      <a:pt x="728667" y="286640"/>
                    </a:lnTo>
                    <a:lnTo>
                      <a:pt x="302661" y="712647"/>
                    </a:lnTo>
                    <a:lnTo>
                      <a:pt x="0" y="712647"/>
                    </a:lnTo>
                    <a:lnTo>
                      <a:pt x="0" y="426006"/>
                    </a:lnTo>
                    <a:close/>
                  </a:path>
                  <a:path w="728979" h="713105" extrusionOk="0">
                    <a:moveTo>
                      <a:pt x="0" y="426006"/>
                    </a:moveTo>
                    <a:lnTo>
                      <a:pt x="302661" y="426006"/>
                    </a:lnTo>
                    <a:lnTo>
                      <a:pt x="728667" y="0"/>
                    </a:lnTo>
                  </a:path>
                  <a:path w="728979" h="713105" extrusionOk="0">
                    <a:moveTo>
                      <a:pt x="302661" y="426006"/>
                    </a:moveTo>
                    <a:lnTo>
                      <a:pt x="302661" y="712647"/>
                    </a:lnTo>
                  </a:path>
                </a:pathLst>
              </a:custGeom>
              <a:noFill/>
              <a:ln w="12675" cap="flat" cmpd="sng">
                <a:solidFill>
                  <a:srgbClr val="2F528F"/>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pic>
            <p:nvPicPr>
              <p:cNvPr id="398" name="Google Shape;398;p39"/>
              <p:cNvPicPr preferRelativeResize="0"/>
              <p:nvPr/>
            </p:nvPicPr>
            <p:blipFill rotWithShape="1">
              <a:blip r:embed="rId5">
                <a:alphaModFix/>
              </a:blip>
              <a:srcRect/>
              <a:stretch/>
            </p:blipFill>
            <p:spPr>
              <a:xfrm>
                <a:off x="7019010" y="1996579"/>
                <a:ext cx="222313" cy="127000"/>
              </a:xfrm>
              <a:prstGeom prst="rect">
                <a:avLst/>
              </a:prstGeom>
              <a:noFill/>
              <a:ln>
                <a:noFill/>
              </a:ln>
            </p:spPr>
          </p:pic>
        </p:grpSp>
        <p:grpSp>
          <p:nvGrpSpPr>
            <p:cNvPr id="399" name="Google Shape;399;p39"/>
            <p:cNvGrpSpPr/>
            <p:nvPr/>
          </p:nvGrpSpPr>
          <p:grpSpPr>
            <a:xfrm>
              <a:off x="7314425" y="1580743"/>
              <a:ext cx="833703" cy="713143"/>
              <a:chOff x="7314425" y="1580743"/>
              <a:chExt cx="833703" cy="713143"/>
            </a:xfrm>
          </p:grpSpPr>
          <p:sp>
            <p:nvSpPr>
              <p:cNvPr id="400" name="Google Shape;400;p39"/>
              <p:cNvSpPr/>
              <p:nvPr/>
            </p:nvSpPr>
            <p:spPr>
              <a:xfrm>
                <a:off x="7314425" y="2115451"/>
                <a:ext cx="194945" cy="178435"/>
              </a:xfrm>
              <a:custGeom>
                <a:avLst/>
                <a:gdLst/>
                <a:ahLst/>
                <a:cxnLst/>
                <a:rect l="l" t="t" r="r" b="b"/>
                <a:pathLst>
                  <a:path w="194945" h="178435" extrusionOk="0">
                    <a:moveTo>
                      <a:pt x="194322" y="0"/>
                    </a:moveTo>
                    <a:lnTo>
                      <a:pt x="0" y="0"/>
                    </a:lnTo>
                    <a:lnTo>
                      <a:pt x="0" y="178295"/>
                    </a:lnTo>
                    <a:lnTo>
                      <a:pt x="194322" y="178295"/>
                    </a:lnTo>
                    <a:lnTo>
                      <a:pt x="194322" y="0"/>
                    </a:lnTo>
                    <a:close/>
                  </a:path>
                </a:pathLst>
              </a:custGeom>
              <a:solidFill>
                <a:srgbClr val="4472C4"/>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401" name="Google Shape;401;p39"/>
              <p:cNvSpPr/>
              <p:nvPr/>
            </p:nvSpPr>
            <p:spPr>
              <a:xfrm>
                <a:off x="7508748" y="1580743"/>
                <a:ext cx="535304" cy="713105"/>
              </a:xfrm>
              <a:custGeom>
                <a:avLst/>
                <a:gdLst/>
                <a:ahLst/>
                <a:cxnLst/>
                <a:rect l="l" t="t" r="r" b="b"/>
                <a:pathLst>
                  <a:path w="535304" h="713105" extrusionOk="0">
                    <a:moveTo>
                      <a:pt x="534708" y="0"/>
                    </a:moveTo>
                    <a:lnTo>
                      <a:pt x="0" y="534708"/>
                    </a:lnTo>
                    <a:lnTo>
                      <a:pt x="0" y="713003"/>
                    </a:lnTo>
                    <a:lnTo>
                      <a:pt x="534708" y="178295"/>
                    </a:lnTo>
                    <a:lnTo>
                      <a:pt x="534708" y="0"/>
                    </a:lnTo>
                    <a:close/>
                  </a:path>
                </a:pathLst>
              </a:custGeom>
              <a:solidFill>
                <a:srgbClr val="375C9E"/>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402" name="Google Shape;402;p39"/>
              <p:cNvSpPr/>
              <p:nvPr/>
            </p:nvSpPr>
            <p:spPr>
              <a:xfrm>
                <a:off x="7314425" y="1580743"/>
                <a:ext cx="729615" cy="535305"/>
              </a:xfrm>
              <a:custGeom>
                <a:avLst/>
                <a:gdLst/>
                <a:ahLst/>
                <a:cxnLst/>
                <a:rect l="l" t="t" r="r" b="b"/>
                <a:pathLst>
                  <a:path w="729615" h="535305" extrusionOk="0">
                    <a:moveTo>
                      <a:pt x="729030" y="0"/>
                    </a:moveTo>
                    <a:lnTo>
                      <a:pt x="534708" y="0"/>
                    </a:lnTo>
                    <a:lnTo>
                      <a:pt x="0" y="534708"/>
                    </a:lnTo>
                    <a:lnTo>
                      <a:pt x="194322" y="534708"/>
                    </a:lnTo>
                    <a:lnTo>
                      <a:pt x="729030" y="0"/>
                    </a:lnTo>
                    <a:close/>
                  </a:path>
                </a:pathLst>
              </a:custGeom>
              <a:solidFill>
                <a:srgbClr val="698ED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403" name="Google Shape;403;p39"/>
              <p:cNvSpPr/>
              <p:nvPr/>
            </p:nvSpPr>
            <p:spPr>
              <a:xfrm>
                <a:off x="7314425" y="1580743"/>
                <a:ext cx="728979" cy="713105"/>
              </a:xfrm>
              <a:custGeom>
                <a:avLst/>
                <a:gdLst/>
                <a:ahLst/>
                <a:cxnLst/>
                <a:rect l="l" t="t" r="r" b="b"/>
                <a:pathLst>
                  <a:path w="728979" h="713105" extrusionOk="0">
                    <a:moveTo>
                      <a:pt x="0" y="534442"/>
                    </a:moveTo>
                    <a:lnTo>
                      <a:pt x="534442" y="0"/>
                    </a:lnTo>
                    <a:lnTo>
                      <a:pt x="728667" y="0"/>
                    </a:lnTo>
                    <a:lnTo>
                      <a:pt x="728667" y="178205"/>
                    </a:lnTo>
                    <a:lnTo>
                      <a:pt x="194224" y="712647"/>
                    </a:lnTo>
                    <a:lnTo>
                      <a:pt x="0" y="712647"/>
                    </a:lnTo>
                    <a:lnTo>
                      <a:pt x="0" y="534442"/>
                    </a:lnTo>
                    <a:close/>
                  </a:path>
                  <a:path w="728979" h="713105" extrusionOk="0">
                    <a:moveTo>
                      <a:pt x="0" y="534442"/>
                    </a:moveTo>
                    <a:lnTo>
                      <a:pt x="194224" y="534442"/>
                    </a:lnTo>
                    <a:lnTo>
                      <a:pt x="728667" y="0"/>
                    </a:lnTo>
                  </a:path>
                  <a:path w="728979" h="713105" extrusionOk="0">
                    <a:moveTo>
                      <a:pt x="194224" y="534442"/>
                    </a:moveTo>
                    <a:lnTo>
                      <a:pt x="194224" y="712647"/>
                    </a:lnTo>
                  </a:path>
                </a:pathLst>
              </a:custGeom>
              <a:noFill/>
              <a:ln w="12675" cap="flat" cmpd="sng">
                <a:solidFill>
                  <a:srgbClr val="2F528F"/>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pic>
            <p:nvPicPr>
              <p:cNvPr id="404" name="Google Shape;404;p39"/>
              <p:cNvPicPr preferRelativeResize="0"/>
              <p:nvPr/>
            </p:nvPicPr>
            <p:blipFill rotWithShape="1">
              <a:blip r:embed="rId6">
                <a:alphaModFix/>
              </a:blip>
              <a:srcRect/>
              <a:stretch/>
            </p:blipFill>
            <p:spPr>
              <a:xfrm>
                <a:off x="7925828" y="1996579"/>
                <a:ext cx="222300" cy="127000"/>
              </a:xfrm>
              <a:prstGeom prst="rect">
                <a:avLst/>
              </a:prstGeom>
              <a:noFill/>
              <a:ln>
                <a:noFill/>
              </a:ln>
            </p:spPr>
          </p:pic>
        </p:grpSp>
        <p:grpSp>
          <p:nvGrpSpPr>
            <p:cNvPr id="405" name="Google Shape;405;p39"/>
            <p:cNvGrpSpPr/>
            <p:nvPr/>
          </p:nvGrpSpPr>
          <p:grpSpPr>
            <a:xfrm>
              <a:off x="8312925" y="1580743"/>
              <a:ext cx="882547" cy="713143"/>
              <a:chOff x="8312925" y="1580743"/>
              <a:chExt cx="882547" cy="713143"/>
            </a:xfrm>
          </p:grpSpPr>
          <p:sp>
            <p:nvSpPr>
              <p:cNvPr id="406" name="Google Shape;406;p39"/>
              <p:cNvSpPr/>
              <p:nvPr/>
            </p:nvSpPr>
            <p:spPr>
              <a:xfrm>
                <a:off x="8312925" y="2115451"/>
                <a:ext cx="194945" cy="178435"/>
              </a:xfrm>
              <a:custGeom>
                <a:avLst/>
                <a:gdLst/>
                <a:ahLst/>
                <a:cxnLst/>
                <a:rect l="l" t="t" r="r" b="b"/>
                <a:pathLst>
                  <a:path w="194945" h="178435" extrusionOk="0">
                    <a:moveTo>
                      <a:pt x="194322" y="0"/>
                    </a:moveTo>
                    <a:lnTo>
                      <a:pt x="0" y="0"/>
                    </a:lnTo>
                    <a:lnTo>
                      <a:pt x="0" y="178295"/>
                    </a:lnTo>
                    <a:lnTo>
                      <a:pt x="194322" y="178295"/>
                    </a:lnTo>
                    <a:lnTo>
                      <a:pt x="194322" y="0"/>
                    </a:lnTo>
                    <a:close/>
                  </a:path>
                </a:pathLst>
              </a:custGeom>
              <a:solidFill>
                <a:srgbClr val="4472C4"/>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407" name="Google Shape;407;p39"/>
              <p:cNvSpPr/>
              <p:nvPr/>
            </p:nvSpPr>
            <p:spPr>
              <a:xfrm>
                <a:off x="8507247" y="1580743"/>
                <a:ext cx="535304" cy="713105"/>
              </a:xfrm>
              <a:custGeom>
                <a:avLst/>
                <a:gdLst/>
                <a:ahLst/>
                <a:cxnLst/>
                <a:rect l="l" t="t" r="r" b="b"/>
                <a:pathLst>
                  <a:path w="535304" h="713105" extrusionOk="0">
                    <a:moveTo>
                      <a:pt x="534720" y="0"/>
                    </a:moveTo>
                    <a:lnTo>
                      <a:pt x="0" y="534708"/>
                    </a:lnTo>
                    <a:lnTo>
                      <a:pt x="0" y="713003"/>
                    </a:lnTo>
                    <a:lnTo>
                      <a:pt x="534720" y="178295"/>
                    </a:lnTo>
                    <a:lnTo>
                      <a:pt x="534720" y="0"/>
                    </a:lnTo>
                    <a:close/>
                  </a:path>
                </a:pathLst>
              </a:custGeom>
              <a:solidFill>
                <a:srgbClr val="375C9E"/>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408" name="Google Shape;408;p39"/>
              <p:cNvSpPr/>
              <p:nvPr/>
            </p:nvSpPr>
            <p:spPr>
              <a:xfrm>
                <a:off x="8312925" y="1580743"/>
                <a:ext cx="729615" cy="535305"/>
              </a:xfrm>
              <a:custGeom>
                <a:avLst/>
                <a:gdLst/>
                <a:ahLst/>
                <a:cxnLst/>
                <a:rect l="l" t="t" r="r" b="b"/>
                <a:pathLst>
                  <a:path w="729615" h="535305" extrusionOk="0">
                    <a:moveTo>
                      <a:pt x="729043" y="0"/>
                    </a:moveTo>
                    <a:lnTo>
                      <a:pt x="534720" y="0"/>
                    </a:lnTo>
                    <a:lnTo>
                      <a:pt x="0" y="534708"/>
                    </a:lnTo>
                    <a:lnTo>
                      <a:pt x="194322" y="534708"/>
                    </a:lnTo>
                    <a:lnTo>
                      <a:pt x="729043" y="0"/>
                    </a:lnTo>
                    <a:close/>
                  </a:path>
                </a:pathLst>
              </a:custGeom>
              <a:solidFill>
                <a:srgbClr val="698ED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409" name="Google Shape;409;p39"/>
              <p:cNvSpPr/>
              <p:nvPr/>
            </p:nvSpPr>
            <p:spPr>
              <a:xfrm>
                <a:off x="8312925" y="1580743"/>
                <a:ext cx="728979" cy="713105"/>
              </a:xfrm>
              <a:custGeom>
                <a:avLst/>
                <a:gdLst/>
                <a:ahLst/>
                <a:cxnLst/>
                <a:rect l="l" t="t" r="r" b="b"/>
                <a:pathLst>
                  <a:path w="728979" h="713105" extrusionOk="0">
                    <a:moveTo>
                      <a:pt x="0" y="534442"/>
                    </a:moveTo>
                    <a:lnTo>
                      <a:pt x="534442" y="0"/>
                    </a:lnTo>
                    <a:lnTo>
                      <a:pt x="728667" y="0"/>
                    </a:lnTo>
                    <a:lnTo>
                      <a:pt x="728667" y="178205"/>
                    </a:lnTo>
                    <a:lnTo>
                      <a:pt x="194224" y="712647"/>
                    </a:lnTo>
                    <a:lnTo>
                      <a:pt x="0" y="712647"/>
                    </a:lnTo>
                    <a:lnTo>
                      <a:pt x="0" y="534442"/>
                    </a:lnTo>
                    <a:close/>
                  </a:path>
                  <a:path w="728979" h="713105" extrusionOk="0">
                    <a:moveTo>
                      <a:pt x="0" y="534442"/>
                    </a:moveTo>
                    <a:lnTo>
                      <a:pt x="194224" y="534442"/>
                    </a:lnTo>
                    <a:lnTo>
                      <a:pt x="728667" y="0"/>
                    </a:lnTo>
                  </a:path>
                  <a:path w="728979" h="713105" extrusionOk="0">
                    <a:moveTo>
                      <a:pt x="194224" y="534442"/>
                    </a:moveTo>
                    <a:lnTo>
                      <a:pt x="194224" y="712647"/>
                    </a:lnTo>
                  </a:path>
                </a:pathLst>
              </a:custGeom>
              <a:noFill/>
              <a:ln w="12675" cap="flat" cmpd="sng">
                <a:solidFill>
                  <a:srgbClr val="2F528F"/>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pic>
            <p:nvPicPr>
              <p:cNvPr id="410" name="Google Shape;410;p39"/>
              <p:cNvPicPr preferRelativeResize="0"/>
              <p:nvPr/>
            </p:nvPicPr>
            <p:blipFill rotWithShape="1">
              <a:blip r:embed="rId6">
                <a:alphaModFix/>
              </a:blip>
              <a:srcRect/>
              <a:stretch/>
            </p:blipFill>
            <p:spPr>
              <a:xfrm>
                <a:off x="8973172" y="1996579"/>
                <a:ext cx="222300" cy="127000"/>
              </a:xfrm>
              <a:prstGeom prst="rect">
                <a:avLst/>
              </a:prstGeom>
              <a:noFill/>
              <a:ln>
                <a:noFill/>
              </a:ln>
            </p:spPr>
          </p:pic>
        </p:grpSp>
        <p:grpSp>
          <p:nvGrpSpPr>
            <p:cNvPr id="411" name="Google Shape;411;p39"/>
            <p:cNvGrpSpPr/>
            <p:nvPr/>
          </p:nvGrpSpPr>
          <p:grpSpPr>
            <a:xfrm>
              <a:off x="9311436" y="1580743"/>
              <a:ext cx="790232" cy="713536"/>
              <a:chOff x="9311436" y="1580743"/>
              <a:chExt cx="790232" cy="713536"/>
            </a:xfrm>
          </p:grpSpPr>
          <p:sp>
            <p:nvSpPr>
              <p:cNvPr id="412" name="Google Shape;412;p39"/>
              <p:cNvSpPr/>
              <p:nvPr/>
            </p:nvSpPr>
            <p:spPr>
              <a:xfrm>
                <a:off x="9311436" y="2177440"/>
                <a:ext cx="132715" cy="116839"/>
              </a:xfrm>
              <a:custGeom>
                <a:avLst/>
                <a:gdLst/>
                <a:ahLst/>
                <a:cxnLst/>
                <a:rect l="l" t="t" r="r" b="b"/>
                <a:pathLst>
                  <a:path w="132715" h="116839" extrusionOk="0">
                    <a:moveTo>
                      <a:pt x="132333" y="0"/>
                    </a:moveTo>
                    <a:lnTo>
                      <a:pt x="0" y="0"/>
                    </a:lnTo>
                    <a:lnTo>
                      <a:pt x="0" y="116306"/>
                    </a:lnTo>
                    <a:lnTo>
                      <a:pt x="132333" y="116306"/>
                    </a:lnTo>
                    <a:lnTo>
                      <a:pt x="132333" y="0"/>
                    </a:lnTo>
                    <a:close/>
                  </a:path>
                </a:pathLst>
              </a:custGeom>
              <a:solidFill>
                <a:srgbClr val="4472C4"/>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413" name="Google Shape;413;p39"/>
              <p:cNvSpPr/>
              <p:nvPr/>
            </p:nvSpPr>
            <p:spPr>
              <a:xfrm>
                <a:off x="9443770" y="1580743"/>
                <a:ext cx="596900" cy="713105"/>
              </a:xfrm>
              <a:custGeom>
                <a:avLst/>
                <a:gdLst/>
                <a:ahLst/>
                <a:cxnLst/>
                <a:rect l="l" t="t" r="r" b="b"/>
                <a:pathLst>
                  <a:path w="596900" h="713105" extrusionOk="0">
                    <a:moveTo>
                      <a:pt x="596696" y="0"/>
                    </a:moveTo>
                    <a:lnTo>
                      <a:pt x="0" y="596696"/>
                    </a:lnTo>
                    <a:lnTo>
                      <a:pt x="0" y="713003"/>
                    </a:lnTo>
                    <a:lnTo>
                      <a:pt x="596696" y="116306"/>
                    </a:lnTo>
                    <a:lnTo>
                      <a:pt x="596696" y="0"/>
                    </a:lnTo>
                    <a:close/>
                  </a:path>
                </a:pathLst>
              </a:custGeom>
              <a:solidFill>
                <a:srgbClr val="375C9E"/>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414" name="Google Shape;414;p39"/>
              <p:cNvSpPr/>
              <p:nvPr/>
            </p:nvSpPr>
            <p:spPr>
              <a:xfrm>
                <a:off x="9311436" y="1580743"/>
                <a:ext cx="729615" cy="596900"/>
              </a:xfrm>
              <a:custGeom>
                <a:avLst/>
                <a:gdLst/>
                <a:ahLst/>
                <a:cxnLst/>
                <a:rect l="l" t="t" r="r" b="b"/>
                <a:pathLst>
                  <a:path w="729615" h="596900" extrusionOk="0">
                    <a:moveTo>
                      <a:pt x="729030" y="0"/>
                    </a:moveTo>
                    <a:lnTo>
                      <a:pt x="596696" y="0"/>
                    </a:lnTo>
                    <a:lnTo>
                      <a:pt x="0" y="596696"/>
                    </a:lnTo>
                    <a:lnTo>
                      <a:pt x="132334" y="596696"/>
                    </a:lnTo>
                    <a:lnTo>
                      <a:pt x="729030" y="0"/>
                    </a:lnTo>
                    <a:close/>
                  </a:path>
                </a:pathLst>
              </a:custGeom>
              <a:solidFill>
                <a:srgbClr val="698ED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415" name="Google Shape;415;p39"/>
              <p:cNvSpPr/>
              <p:nvPr/>
            </p:nvSpPr>
            <p:spPr>
              <a:xfrm>
                <a:off x="9311436" y="1580743"/>
                <a:ext cx="728979" cy="713105"/>
              </a:xfrm>
              <a:custGeom>
                <a:avLst/>
                <a:gdLst/>
                <a:ahLst/>
                <a:cxnLst/>
                <a:rect l="l" t="t" r="r" b="b"/>
                <a:pathLst>
                  <a:path w="728979" h="713105" extrusionOk="0">
                    <a:moveTo>
                      <a:pt x="0" y="596399"/>
                    </a:moveTo>
                    <a:lnTo>
                      <a:pt x="596399" y="0"/>
                    </a:lnTo>
                    <a:lnTo>
                      <a:pt x="728667" y="0"/>
                    </a:lnTo>
                    <a:lnTo>
                      <a:pt x="728667" y="116247"/>
                    </a:lnTo>
                    <a:lnTo>
                      <a:pt x="132267" y="712647"/>
                    </a:lnTo>
                    <a:lnTo>
                      <a:pt x="0" y="712647"/>
                    </a:lnTo>
                    <a:lnTo>
                      <a:pt x="0" y="596399"/>
                    </a:lnTo>
                    <a:close/>
                  </a:path>
                  <a:path w="728979" h="713105" extrusionOk="0">
                    <a:moveTo>
                      <a:pt x="0" y="596399"/>
                    </a:moveTo>
                    <a:lnTo>
                      <a:pt x="132267" y="596399"/>
                    </a:lnTo>
                    <a:lnTo>
                      <a:pt x="728667" y="0"/>
                    </a:lnTo>
                  </a:path>
                  <a:path w="728979" h="713105" extrusionOk="0">
                    <a:moveTo>
                      <a:pt x="132267" y="596399"/>
                    </a:moveTo>
                    <a:lnTo>
                      <a:pt x="132267" y="712647"/>
                    </a:lnTo>
                  </a:path>
                </a:pathLst>
              </a:custGeom>
              <a:noFill/>
              <a:ln w="12675" cap="flat" cmpd="sng">
                <a:solidFill>
                  <a:srgbClr val="2F528F"/>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pic>
            <p:nvPicPr>
              <p:cNvPr id="416" name="Google Shape;416;p39"/>
              <p:cNvPicPr preferRelativeResize="0"/>
              <p:nvPr/>
            </p:nvPicPr>
            <p:blipFill rotWithShape="1">
              <a:blip r:embed="rId6">
                <a:alphaModFix/>
              </a:blip>
              <a:srcRect/>
              <a:stretch/>
            </p:blipFill>
            <p:spPr>
              <a:xfrm>
                <a:off x="9879368" y="1996579"/>
                <a:ext cx="222300" cy="127000"/>
              </a:xfrm>
              <a:prstGeom prst="rect">
                <a:avLst/>
              </a:prstGeom>
              <a:noFill/>
              <a:ln>
                <a:noFill/>
              </a:ln>
            </p:spPr>
          </p:pic>
        </p:grpSp>
        <p:sp>
          <p:nvSpPr>
            <p:cNvPr id="417" name="Google Shape;417;p39"/>
            <p:cNvSpPr/>
            <p:nvPr/>
          </p:nvSpPr>
          <p:spPr>
            <a:xfrm>
              <a:off x="10344225" y="1369758"/>
              <a:ext cx="274320" cy="274319"/>
            </a:xfrm>
            <a:custGeom>
              <a:avLst/>
              <a:gdLst/>
              <a:ahLst/>
              <a:cxnLst/>
              <a:rect l="l" t="t" r="r" b="b"/>
              <a:pathLst>
                <a:path w="274320" h="274319" extrusionOk="0">
                  <a:moveTo>
                    <a:pt x="0" y="137090"/>
                  </a:moveTo>
                  <a:lnTo>
                    <a:pt x="6988" y="93758"/>
                  </a:lnTo>
                  <a:lnTo>
                    <a:pt x="26450" y="56126"/>
                  </a:lnTo>
                  <a:lnTo>
                    <a:pt x="56126" y="26450"/>
                  </a:lnTo>
                  <a:lnTo>
                    <a:pt x="93758" y="6988"/>
                  </a:lnTo>
                  <a:lnTo>
                    <a:pt x="137090" y="0"/>
                  </a:lnTo>
                  <a:lnTo>
                    <a:pt x="180420" y="6988"/>
                  </a:lnTo>
                  <a:lnTo>
                    <a:pt x="218053" y="26450"/>
                  </a:lnTo>
                  <a:lnTo>
                    <a:pt x="247729" y="56126"/>
                  </a:lnTo>
                  <a:lnTo>
                    <a:pt x="267191" y="93758"/>
                  </a:lnTo>
                  <a:lnTo>
                    <a:pt x="274180" y="137090"/>
                  </a:lnTo>
                  <a:lnTo>
                    <a:pt x="267191" y="180420"/>
                  </a:lnTo>
                  <a:lnTo>
                    <a:pt x="247729" y="218053"/>
                  </a:lnTo>
                  <a:lnTo>
                    <a:pt x="218053" y="247729"/>
                  </a:lnTo>
                  <a:lnTo>
                    <a:pt x="180420" y="267191"/>
                  </a:lnTo>
                  <a:lnTo>
                    <a:pt x="137090" y="274180"/>
                  </a:lnTo>
                  <a:lnTo>
                    <a:pt x="93758" y="267191"/>
                  </a:lnTo>
                  <a:lnTo>
                    <a:pt x="56126" y="247729"/>
                  </a:lnTo>
                  <a:lnTo>
                    <a:pt x="26450" y="218053"/>
                  </a:lnTo>
                  <a:lnTo>
                    <a:pt x="6988" y="180420"/>
                  </a:lnTo>
                  <a:lnTo>
                    <a:pt x="0" y="137090"/>
                  </a:lnTo>
                  <a:close/>
                </a:path>
              </a:pathLst>
            </a:custGeom>
            <a:noFill/>
            <a:ln w="1267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418" name="Google Shape;418;p39"/>
            <p:cNvSpPr/>
            <p:nvPr/>
          </p:nvSpPr>
          <p:spPr>
            <a:xfrm>
              <a:off x="10344225" y="1713839"/>
              <a:ext cx="274320" cy="274319"/>
            </a:xfrm>
            <a:custGeom>
              <a:avLst/>
              <a:gdLst/>
              <a:ahLst/>
              <a:cxnLst/>
              <a:rect l="l" t="t" r="r" b="b"/>
              <a:pathLst>
                <a:path w="274320" h="274319" extrusionOk="0">
                  <a:moveTo>
                    <a:pt x="0" y="137090"/>
                  </a:moveTo>
                  <a:lnTo>
                    <a:pt x="6988" y="93758"/>
                  </a:lnTo>
                  <a:lnTo>
                    <a:pt x="26450" y="56126"/>
                  </a:lnTo>
                  <a:lnTo>
                    <a:pt x="56126" y="26450"/>
                  </a:lnTo>
                  <a:lnTo>
                    <a:pt x="93758" y="6988"/>
                  </a:lnTo>
                  <a:lnTo>
                    <a:pt x="137090" y="0"/>
                  </a:lnTo>
                  <a:lnTo>
                    <a:pt x="180420" y="6988"/>
                  </a:lnTo>
                  <a:lnTo>
                    <a:pt x="218053" y="26450"/>
                  </a:lnTo>
                  <a:lnTo>
                    <a:pt x="247729" y="56126"/>
                  </a:lnTo>
                  <a:lnTo>
                    <a:pt x="267191" y="93758"/>
                  </a:lnTo>
                  <a:lnTo>
                    <a:pt x="274180" y="137090"/>
                  </a:lnTo>
                  <a:lnTo>
                    <a:pt x="267191" y="180420"/>
                  </a:lnTo>
                  <a:lnTo>
                    <a:pt x="247729" y="218053"/>
                  </a:lnTo>
                  <a:lnTo>
                    <a:pt x="218053" y="247729"/>
                  </a:lnTo>
                  <a:lnTo>
                    <a:pt x="180420" y="267191"/>
                  </a:lnTo>
                  <a:lnTo>
                    <a:pt x="137090" y="274180"/>
                  </a:lnTo>
                  <a:lnTo>
                    <a:pt x="93758" y="267191"/>
                  </a:lnTo>
                  <a:lnTo>
                    <a:pt x="56126" y="247729"/>
                  </a:lnTo>
                  <a:lnTo>
                    <a:pt x="26450" y="218053"/>
                  </a:lnTo>
                  <a:lnTo>
                    <a:pt x="6988" y="180420"/>
                  </a:lnTo>
                  <a:lnTo>
                    <a:pt x="0" y="137090"/>
                  </a:lnTo>
                  <a:close/>
                </a:path>
              </a:pathLst>
            </a:custGeom>
            <a:noFill/>
            <a:ln w="1267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419" name="Google Shape;419;p39"/>
            <p:cNvSpPr/>
            <p:nvPr/>
          </p:nvSpPr>
          <p:spPr>
            <a:xfrm>
              <a:off x="10344225" y="2294140"/>
              <a:ext cx="274320" cy="274319"/>
            </a:xfrm>
            <a:custGeom>
              <a:avLst/>
              <a:gdLst/>
              <a:ahLst/>
              <a:cxnLst/>
              <a:rect l="l" t="t" r="r" b="b"/>
              <a:pathLst>
                <a:path w="274320" h="274319" extrusionOk="0">
                  <a:moveTo>
                    <a:pt x="0" y="137090"/>
                  </a:moveTo>
                  <a:lnTo>
                    <a:pt x="6988" y="93758"/>
                  </a:lnTo>
                  <a:lnTo>
                    <a:pt x="26450" y="56126"/>
                  </a:lnTo>
                  <a:lnTo>
                    <a:pt x="56126" y="26450"/>
                  </a:lnTo>
                  <a:lnTo>
                    <a:pt x="93758" y="6988"/>
                  </a:lnTo>
                  <a:lnTo>
                    <a:pt x="137090" y="0"/>
                  </a:lnTo>
                  <a:lnTo>
                    <a:pt x="180420" y="6988"/>
                  </a:lnTo>
                  <a:lnTo>
                    <a:pt x="218053" y="26450"/>
                  </a:lnTo>
                  <a:lnTo>
                    <a:pt x="247729" y="56126"/>
                  </a:lnTo>
                  <a:lnTo>
                    <a:pt x="267191" y="93758"/>
                  </a:lnTo>
                  <a:lnTo>
                    <a:pt x="274180" y="137090"/>
                  </a:lnTo>
                  <a:lnTo>
                    <a:pt x="267191" y="180420"/>
                  </a:lnTo>
                  <a:lnTo>
                    <a:pt x="247729" y="218053"/>
                  </a:lnTo>
                  <a:lnTo>
                    <a:pt x="218053" y="247729"/>
                  </a:lnTo>
                  <a:lnTo>
                    <a:pt x="180420" y="267191"/>
                  </a:lnTo>
                  <a:lnTo>
                    <a:pt x="137090" y="274180"/>
                  </a:lnTo>
                  <a:lnTo>
                    <a:pt x="93758" y="267191"/>
                  </a:lnTo>
                  <a:lnTo>
                    <a:pt x="56126" y="247729"/>
                  </a:lnTo>
                  <a:lnTo>
                    <a:pt x="26450" y="218053"/>
                  </a:lnTo>
                  <a:lnTo>
                    <a:pt x="6988" y="180420"/>
                  </a:lnTo>
                  <a:lnTo>
                    <a:pt x="0" y="137090"/>
                  </a:lnTo>
                  <a:close/>
                </a:path>
              </a:pathLst>
            </a:custGeom>
            <a:noFill/>
            <a:ln w="1267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420" name="Google Shape;420;p39"/>
            <p:cNvSpPr txBox="1"/>
            <p:nvPr/>
          </p:nvSpPr>
          <p:spPr>
            <a:xfrm>
              <a:off x="10309936" y="1345488"/>
              <a:ext cx="342900" cy="971700"/>
            </a:xfrm>
            <a:prstGeom prst="rect">
              <a:avLst/>
            </a:prstGeom>
            <a:noFill/>
            <a:ln w="12675" cap="flat" cmpd="sng">
              <a:solidFill>
                <a:srgbClr val="000000"/>
              </a:solidFill>
              <a:prstDash val="solid"/>
              <a:round/>
              <a:headEnd type="none" w="sm" len="sm"/>
              <a:tailEnd type="none" w="sm" len="sm"/>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2100"/>
                <a:buFont typeface="Arial"/>
                <a:buNone/>
              </a:pPr>
              <a:endParaRPr sz="2100" b="0" i="0" u="none" strike="noStrike" cap="none">
                <a:solidFill>
                  <a:srgbClr val="000000"/>
                </a:solidFill>
                <a:latin typeface="Times New Roman"/>
                <a:ea typeface="Times New Roman"/>
                <a:cs typeface="Times New Roman"/>
                <a:sym typeface="Times New Roman"/>
              </a:endParaRPr>
            </a:p>
            <a:p>
              <a:pPr marL="0" marR="0" lvl="0" indent="0" algn="l" rtl="0">
                <a:lnSpc>
                  <a:spcPct val="100000"/>
                </a:lnSpc>
                <a:spcBef>
                  <a:spcPts val="10"/>
                </a:spcBef>
                <a:spcAft>
                  <a:spcPts val="0"/>
                </a:spcAft>
                <a:buClr>
                  <a:srgbClr val="000000"/>
                </a:buClr>
                <a:buSzPts val="2400"/>
                <a:buFont typeface="Arial"/>
                <a:buNone/>
              </a:pPr>
              <a:endParaRPr sz="2400" b="0" i="0" u="none" strike="noStrike" cap="none">
                <a:solidFill>
                  <a:srgbClr val="000000"/>
                </a:solidFill>
                <a:latin typeface="Times New Roman"/>
                <a:ea typeface="Times New Roman"/>
                <a:cs typeface="Times New Roman"/>
                <a:sym typeface="Times New Roman"/>
              </a:endParaRPr>
            </a:p>
            <a:p>
              <a:pPr marL="0" marR="0" lvl="0" indent="0" algn="ctr" rtl="0">
                <a:lnSpc>
                  <a:spcPct val="100000"/>
                </a:lnSpc>
                <a:spcBef>
                  <a:spcPts val="5"/>
                </a:spcBef>
                <a:spcAft>
                  <a:spcPts val="0"/>
                </a:spcAft>
                <a:buClr>
                  <a:srgbClr val="000000"/>
                </a:buClr>
                <a:buSzPts val="1800"/>
                <a:buFont typeface="Arial"/>
                <a:buNone/>
              </a:pPr>
              <a:r>
                <a:rPr lang="en-US" sz="1800" b="0" i="0" u="none" strike="noStrike" cap="none">
                  <a:solidFill>
                    <a:srgbClr val="000000"/>
                  </a:solidFill>
                  <a:latin typeface="Cambria Math"/>
                  <a:ea typeface="Cambria Math"/>
                  <a:cs typeface="Cambria Math"/>
                  <a:sym typeface="Cambria Math"/>
                </a:rPr>
                <a:t>⋮</a:t>
              </a:r>
              <a:endParaRPr sz="1400" b="0" i="0" u="none" strike="noStrike" cap="none">
                <a:solidFill>
                  <a:srgbClr val="000000"/>
                </a:solidFill>
                <a:latin typeface="Arial"/>
                <a:ea typeface="Arial"/>
                <a:cs typeface="Arial"/>
                <a:sym typeface="Arial"/>
              </a:endParaRPr>
            </a:p>
          </p:txBody>
        </p:sp>
        <p:sp>
          <p:nvSpPr>
            <p:cNvPr id="421" name="Google Shape;421;p39"/>
            <p:cNvSpPr/>
            <p:nvPr/>
          </p:nvSpPr>
          <p:spPr>
            <a:xfrm>
              <a:off x="11011954" y="1369758"/>
              <a:ext cx="274320" cy="274319"/>
            </a:xfrm>
            <a:custGeom>
              <a:avLst/>
              <a:gdLst/>
              <a:ahLst/>
              <a:cxnLst/>
              <a:rect l="l" t="t" r="r" b="b"/>
              <a:pathLst>
                <a:path w="274320" h="274319" extrusionOk="0">
                  <a:moveTo>
                    <a:pt x="0" y="137090"/>
                  </a:moveTo>
                  <a:lnTo>
                    <a:pt x="6988" y="93758"/>
                  </a:lnTo>
                  <a:lnTo>
                    <a:pt x="26450" y="56126"/>
                  </a:lnTo>
                  <a:lnTo>
                    <a:pt x="56126" y="26450"/>
                  </a:lnTo>
                  <a:lnTo>
                    <a:pt x="93758" y="6988"/>
                  </a:lnTo>
                  <a:lnTo>
                    <a:pt x="137090" y="0"/>
                  </a:lnTo>
                  <a:lnTo>
                    <a:pt x="180420" y="6988"/>
                  </a:lnTo>
                  <a:lnTo>
                    <a:pt x="218053" y="26450"/>
                  </a:lnTo>
                  <a:lnTo>
                    <a:pt x="247729" y="56126"/>
                  </a:lnTo>
                  <a:lnTo>
                    <a:pt x="267191" y="93758"/>
                  </a:lnTo>
                  <a:lnTo>
                    <a:pt x="274180" y="137090"/>
                  </a:lnTo>
                  <a:lnTo>
                    <a:pt x="267191" y="180420"/>
                  </a:lnTo>
                  <a:lnTo>
                    <a:pt x="247729" y="218053"/>
                  </a:lnTo>
                  <a:lnTo>
                    <a:pt x="218053" y="247729"/>
                  </a:lnTo>
                  <a:lnTo>
                    <a:pt x="180420" y="267191"/>
                  </a:lnTo>
                  <a:lnTo>
                    <a:pt x="137090" y="274180"/>
                  </a:lnTo>
                  <a:lnTo>
                    <a:pt x="93758" y="267191"/>
                  </a:lnTo>
                  <a:lnTo>
                    <a:pt x="56126" y="247729"/>
                  </a:lnTo>
                  <a:lnTo>
                    <a:pt x="26450" y="218053"/>
                  </a:lnTo>
                  <a:lnTo>
                    <a:pt x="6988" y="180420"/>
                  </a:lnTo>
                  <a:lnTo>
                    <a:pt x="0" y="137090"/>
                  </a:lnTo>
                  <a:close/>
                </a:path>
              </a:pathLst>
            </a:custGeom>
            <a:noFill/>
            <a:ln w="1267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422" name="Google Shape;422;p39"/>
            <p:cNvSpPr/>
            <p:nvPr/>
          </p:nvSpPr>
          <p:spPr>
            <a:xfrm>
              <a:off x="11011954" y="1713839"/>
              <a:ext cx="274320" cy="274319"/>
            </a:xfrm>
            <a:custGeom>
              <a:avLst/>
              <a:gdLst/>
              <a:ahLst/>
              <a:cxnLst/>
              <a:rect l="l" t="t" r="r" b="b"/>
              <a:pathLst>
                <a:path w="274320" h="274319" extrusionOk="0">
                  <a:moveTo>
                    <a:pt x="0" y="137090"/>
                  </a:moveTo>
                  <a:lnTo>
                    <a:pt x="6988" y="93758"/>
                  </a:lnTo>
                  <a:lnTo>
                    <a:pt x="26450" y="56126"/>
                  </a:lnTo>
                  <a:lnTo>
                    <a:pt x="56126" y="26450"/>
                  </a:lnTo>
                  <a:lnTo>
                    <a:pt x="93758" y="6988"/>
                  </a:lnTo>
                  <a:lnTo>
                    <a:pt x="137090" y="0"/>
                  </a:lnTo>
                  <a:lnTo>
                    <a:pt x="180420" y="6988"/>
                  </a:lnTo>
                  <a:lnTo>
                    <a:pt x="218053" y="26450"/>
                  </a:lnTo>
                  <a:lnTo>
                    <a:pt x="247729" y="56126"/>
                  </a:lnTo>
                  <a:lnTo>
                    <a:pt x="267191" y="93758"/>
                  </a:lnTo>
                  <a:lnTo>
                    <a:pt x="274180" y="137090"/>
                  </a:lnTo>
                  <a:lnTo>
                    <a:pt x="267191" y="180420"/>
                  </a:lnTo>
                  <a:lnTo>
                    <a:pt x="247729" y="218053"/>
                  </a:lnTo>
                  <a:lnTo>
                    <a:pt x="218053" y="247729"/>
                  </a:lnTo>
                  <a:lnTo>
                    <a:pt x="180420" y="267191"/>
                  </a:lnTo>
                  <a:lnTo>
                    <a:pt x="137090" y="274180"/>
                  </a:lnTo>
                  <a:lnTo>
                    <a:pt x="93758" y="267191"/>
                  </a:lnTo>
                  <a:lnTo>
                    <a:pt x="56126" y="247729"/>
                  </a:lnTo>
                  <a:lnTo>
                    <a:pt x="26450" y="218053"/>
                  </a:lnTo>
                  <a:lnTo>
                    <a:pt x="6988" y="180420"/>
                  </a:lnTo>
                  <a:lnTo>
                    <a:pt x="0" y="137090"/>
                  </a:lnTo>
                  <a:close/>
                </a:path>
              </a:pathLst>
            </a:custGeom>
            <a:noFill/>
            <a:ln w="1267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423" name="Google Shape;423;p39"/>
            <p:cNvSpPr/>
            <p:nvPr/>
          </p:nvSpPr>
          <p:spPr>
            <a:xfrm>
              <a:off x="11011954" y="2294140"/>
              <a:ext cx="274320" cy="274319"/>
            </a:xfrm>
            <a:custGeom>
              <a:avLst/>
              <a:gdLst/>
              <a:ahLst/>
              <a:cxnLst/>
              <a:rect l="l" t="t" r="r" b="b"/>
              <a:pathLst>
                <a:path w="274320" h="274319" extrusionOk="0">
                  <a:moveTo>
                    <a:pt x="0" y="137090"/>
                  </a:moveTo>
                  <a:lnTo>
                    <a:pt x="6988" y="93758"/>
                  </a:lnTo>
                  <a:lnTo>
                    <a:pt x="26450" y="56126"/>
                  </a:lnTo>
                  <a:lnTo>
                    <a:pt x="56126" y="26450"/>
                  </a:lnTo>
                  <a:lnTo>
                    <a:pt x="93758" y="6988"/>
                  </a:lnTo>
                  <a:lnTo>
                    <a:pt x="137090" y="0"/>
                  </a:lnTo>
                  <a:lnTo>
                    <a:pt x="180420" y="6988"/>
                  </a:lnTo>
                  <a:lnTo>
                    <a:pt x="218053" y="26450"/>
                  </a:lnTo>
                  <a:lnTo>
                    <a:pt x="247729" y="56126"/>
                  </a:lnTo>
                  <a:lnTo>
                    <a:pt x="267191" y="93758"/>
                  </a:lnTo>
                  <a:lnTo>
                    <a:pt x="274180" y="137090"/>
                  </a:lnTo>
                  <a:lnTo>
                    <a:pt x="267191" y="180420"/>
                  </a:lnTo>
                  <a:lnTo>
                    <a:pt x="247729" y="218053"/>
                  </a:lnTo>
                  <a:lnTo>
                    <a:pt x="218053" y="247729"/>
                  </a:lnTo>
                  <a:lnTo>
                    <a:pt x="180420" y="267191"/>
                  </a:lnTo>
                  <a:lnTo>
                    <a:pt x="137090" y="274180"/>
                  </a:lnTo>
                  <a:lnTo>
                    <a:pt x="93758" y="267191"/>
                  </a:lnTo>
                  <a:lnTo>
                    <a:pt x="56126" y="247729"/>
                  </a:lnTo>
                  <a:lnTo>
                    <a:pt x="26450" y="218053"/>
                  </a:lnTo>
                  <a:lnTo>
                    <a:pt x="6988" y="180420"/>
                  </a:lnTo>
                  <a:lnTo>
                    <a:pt x="0" y="137090"/>
                  </a:lnTo>
                  <a:close/>
                </a:path>
              </a:pathLst>
            </a:custGeom>
            <a:noFill/>
            <a:ln w="1267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424" name="Google Shape;424;p39"/>
            <p:cNvSpPr txBox="1"/>
            <p:nvPr/>
          </p:nvSpPr>
          <p:spPr>
            <a:xfrm>
              <a:off x="10977664" y="1345488"/>
              <a:ext cx="342900" cy="971700"/>
            </a:xfrm>
            <a:prstGeom prst="rect">
              <a:avLst/>
            </a:prstGeom>
            <a:noFill/>
            <a:ln w="12675" cap="flat" cmpd="sng">
              <a:solidFill>
                <a:srgbClr val="000000"/>
              </a:solidFill>
              <a:prstDash val="solid"/>
              <a:round/>
              <a:headEnd type="none" w="sm" len="sm"/>
              <a:tailEnd type="none" w="sm" len="sm"/>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2100"/>
                <a:buFont typeface="Arial"/>
                <a:buNone/>
              </a:pPr>
              <a:endParaRPr sz="2100" b="0" i="0" u="none" strike="noStrike" cap="none">
                <a:solidFill>
                  <a:srgbClr val="000000"/>
                </a:solidFill>
                <a:latin typeface="Times New Roman"/>
                <a:ea typeface="Times New Roman"/>
                <a:cs typeface="Times New Roman"/>
                <a:sym typeface="Times New Roman"/>
              </a:endParaRPr>
            </a:p>
            <a:p>
              <a:pPr marL="0" marR="0" lvl="0" indent="0" algn="l" rtl="0">
                <a:lnSpc>
                  <a:spcPct val="100000"/>
                </a:lnSpc>
                <a:spcBef>
                  <a:spcPts val="10"/>
                </a:spcBef>
                <a:spcAft>
                  <a:spcPts val="0"/>
                </a:spcAft>
                <a:buClr>
                  <a:srgbClr val="000000"/>
                </a:buClr>
                <a:buSzPts val="2400"/>
                <a:buFont typeface="Arial"/>
                <a:buNone/>
              </a:pPr>
              <a:endParaRPr sz="2400" b="0" i="0" u="none" strike="noStrike" cap="none">
                <a:solidFill>
                  <a:srgbClr val="000000"/>
                </a:solidFill>
                <a:latin typeface="Times New Roman"/>
                <a:ea typeface="Times New Roman"/>
                <a:cs typeface="Times New Roman"/>
                <a:sym typeface="Times New Roman"/>
              </a:endParaRPr>
            </a:p>
            <a:p>
              <a:pPr marL="0" marR="0" lvl="0" indent="0" algn="ctr" rtl="0">
                <a:lnSpc>
                  <a:spcPct val="100000"/>
                </a:lnSpc>
                <a:spcBef>
                  <a:spcPts val="5"/>
                </a:spcBef>
                <a:spcAft>
                  <a:spcPts val="0"/>
                </a:spcAft>
                <a:buClr>
                  <a:srgbClr val="000000"/>
                </a:buClr>
                <a:buSzPts val="1800"/>
                <a:buFont typeface="Arial"/>
                <a:buNone/>
              </a:pPr>
              <a:r>
                <a:rPr lang="en-US" sz="1800" b="0" i="0" u="none" strike="noStrike" cap="none">
                  <a:solidFill>
                    <a:srgbClr val="000000"/>
                  </a:solidFill>
                  <a:latin typeface="Cambria Math"/>
                  <a:ea typeface="Cambria Math"/>
                  <a:cs typeface="Cambria Math"/>
                  <a:sym typeface="Cambria Math"/>
                </a:rPr>
                <a:t>⋮</a:t>
              </a:r>
              <a:endParaRPr sz="1800" b="0" i="0" u="none" strike="noStrike" cap="none">
                <a:solidFill>
                  <a:srgbClr val="000000"/>
                </a:solidFill>
                <a:latin typeface="Cambria Math"/>
                <a:ea typeface="Cambria Math"/>
                <a:cs typeface="Cambria Math"/>
                <a:sym typeface="Cambria Math"/>
              </a:endParaRPr>
            </a:p>
          </p:txBody>
        </p:sp>
        <p:sp>
          <p:nvSpPr>
            <p:cNvPr id="425" name="Google Shape;425;p39"/>
            <p:cNvSpPr txBox="1"/>
            <p:nvPr/>
          </p:nvSpPr>
          <p:spPr>
            <a:xfrm>
              <a:off x="11766207" y="1744675"/>
              <a:ext cx="243900" cy="99780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3200"/>
                <a:buFont typeface="Arial"/>
                <a:buNone/>
              </a:pPr>
              <a:r>
                <a:rPr lang="en-US" sz="3200" b="0" i="0" u="none" strike="noStrike" cap="none">
                  <a:solidFill>
                    <a:srgbClr val="000000"/>
                  </a:solidFill>
                  <a:latin typeface="Cambria Math"/>
                  <a:ea typeface="Cambria Math"/>
                  <a:cs typeface="Cambria Math"/>
                  <a:sym typeface="Cambria Math"/>
                </a:rPr>
                <a:t>&amp;'</a:t>
              </a:r>
              <a:endParaRPr sz="3200" b="0" i="0" u="none" strike="noStrike" cap="none">
                <a:solidFill>
                  <a:srgbClr val="000000"/>
                </a:solidFill>
                <a:latin typeface="Cambria Math"/>
                <a:ea typeface="Cambria Math"/>
                <a:cs typeface="Cambria Math"/>
                <a:sym typeface="Cambria Math"/>
              </a:endParaRPr>
            </a:p>
          </p:txBody>
        </p:sp>
        <p:pic>
          <p:nvPicPr>
            <p:cNvPr id="426" name="Google Shape;426;p39"/>
            <p:cNvPicPr preferRelativeResize="0"/>
            <p:nvPr/>
          </p:nvPicPr>
          <p:blipFill rotWithShape="1">
            <a:blip r:embed="rId5">
              <a:alphaModFix/>
            </a:blip>
            <a:srcRect/>
            <a:stretch/>
          </p:blipFill>
          <p:spPr>
            <a:xfrm>
              <a:off x="1851126" y="1996579"/>
              <a:ext cx="222300" cy="127000"/>
            </a:xfrm>
            <a:prstGeom prst="rect">
              <a:avLst/>
            </a:prstGeom>
            <a:noFill/>
            <a:ln>
              <a:noFill/>
            </a:ln>
          </p:spPr>
        </p:pic>
        <p:pic>
          <p:nvPicPr>
            <p:cNvPr id="427" name="Google Shape;427;p39"/>
            <p:cNvPicPr preferRelativeResize="0"/>
            <p:nvPr/>
          </p:nvPicPr>
          <p:blipFill rotWithShape="1">
            <a:blip r:embed="rId5">
              <a:alphaModFix/>
            </a:blip>
            <a:srcRect/>
            <a:stretch/>
          </p:blipFill>
          <p:spPr>
            <a:xfrm>
              <a:off x="10680547" y="1996579"/>
              <a:ext cx="222300" cy="127000"/>
            </a:xfrm>
            <a:prstGeom prst="rect">
              <a:avLst/>
            </a:prstGeom>
            <a:noFill/>
            <a:ln>
              <a:noFill/>
            </a:ln>
          </p:spPr>
        </p:pic>
        <p:pic>
          <p:nvPicPr>
            <p:cNvPr id="428" name="Google Shape;428;p39"/>
            <p:cNvPicPr preferRelativeResize="0"/>
            <p:nvPr/>
          </p:nvPicPr>
          <p:blipFill rotWithShape="1">
            <a:blip r:embed="rId6">
              <a:alphaModFix/>
            </a:blip>
            <a:srcRect/>
            <a:stretch/>
          </p:blipFill>
          <p:spPr>
            <a:xfrm>
              <a:off x="11417033" y="1996579"/>
              <a:ext cx="222300" cy="127000"/>
            </a:xfrm>
            <a:prstGeom prst="rect">
              <a:avLst/>
            </a:prstGeom>
            <a:noFill/>
            <a:ln>
              <a:noFill/>
            </a:ln>
          </p:spPr>
        </p:pic>
        <p:sp>
          <p:nvSpPr>
            <p:cNvPr id="429" name="Google Shape;429;p39"/>
            <p:cNvSpPr txBox="1"/>
            <p:nvPr/>
          </p:nvSpPr>
          <p:spPr>
            <a:xfrm>
              <a:off x="2162682" y="2791485"/>
              <a:ext cx="1369200" cy="28980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mbria Math"/>
                  <a:ea typeface="Cambria Math"/>
                  <a:cs typeface="Cambria Math"/>
                  <a:sym typeface="Cambria Math"/>
                </a:rPr>
                <a:t>110×110×96</a:t>
              </a:r>
              <a:endParaRPr sz="1800" b="0" i="0" u="none" strike="noStrike" cap="none">
                <a:solidFill>
                  <a:srgbClr val="000000"/>
                </a:solidFill>
                <a:latin typeface="Cambria Math"/>
                <a:ea typeface="Cambria Math"/>
                <a:cs typeface="Cambria Math"/>
                <a:sym typeface="Cambria Math"/>
              </a:endParaRPr>
            </a:p>
          </p:txBody>
        </p:sp>
        <p:sp>
          <p:nvSpPr>
            <p:cNvPr id="430" name="Google Shape;430;p39"/>
            <p:cNvSpPr txBox="1"/>
            <p:nvPr/>
          </p:nvSpPr>
          <p:spPr>
            <a:xfrm>
              <a:off x="3942562" y="2454300"/>
              <a:ext cx="1115100" cy="28980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mbria Math"/>
                  <a:ea typeface="Cambria Math"/>
                  <a:cs typeface="Cambria Math"/>
                  <a:sym typeface="Cambria Math"/>
                </a:rPr>
                <a:t>55×55×96</a:t>
              </a:r>
              <a:endParaRPr sz="1800" b="0" i="0" u="none" strike="noStrike" cap="none">
                <a:solidFill>
                  <a:srgbClr val="000000"/>
                </a:solidFill>
                <a:latin typeface="Cambria Math"/>
                <a:ea typeface="Cambria Math"/>
                <a:cs typeface="Cambria Math"/>
                <a:sym typeface="Cambria Math"/>
              </a:endParaRPr>
            </a:p>
          </p:txBody>
        </p:sp>
        <p:sp>
          <p:nvSpPr>
            <p:cNvPr id="431" name="Google Shape;431;p39"/>
            <p:cNvSpPr txBox="1"/>
            <p:nvPr/>
          </p:nvSpPr>
          <p:spPr>
            <a:xfrm>
              <a:off x="5065014" y="2297722"/>
              <a:ext cx="1959000" cy="44370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Cambria Math"/>
                  <a:ea typeface="Cambria Math"/>
                  <a:cs typeface="Cambria Math"/>
                  <a:sym typeface="Cambria Math"/>
                </a:rPr>
                <a:t>26×26×256 13×13×256</a:t>
              </a:r>
              <a:endParaRPr sz="1400" b="0" i="0" u="none" strike="noStrike" cap="none">
                <a:solidFill>
                  <a:srgbClr val="000000"/>
                </a:solidFill>
                <a:latin typeface="Cambria Math"/>
                <a:ea typeface="Cambria Math"/>
                <a:cs typeface="Cambria Math"/>
                <a:sym typeface="Cambria Math"/>
              </a:endParaRPr>
            </a:p>
          </p:txBody>
        </p:sp>
        <p:sp>
          <p:nvSpPr>
            <p:cNvPr id="432" name="Google Shape;432;p39"/>
            <p:cNvSpPr txBox="1"/>
            <p:nvPr/>
          </p:nvSpPr>
          <p:spPr>
            <a:xfrm>
              <a:off x="7149363" y="2298611"/>
              <a:ext cx="2852400" cy="22830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Cambria Math"/>
                  <a:ea typeface="Cambria Math"/>
                  <a:cs typeface="Cambria Math"/>
                  <a:sym typeface="Cambria Math"/>
                </a:rPr>
                <a:t>13×13×384 13×13×384  6×6×256</a:t>
              </a:r>
              <a:endParaRPr sz="1400" b="0" i="0" u="none" strike="noStrike" cap="none">
                <a:solidFill>
                  <a:srgbClr val="000000"/>
                </a:solidFill>
                <a:latin typeface="Cambria Math"/>
                <a:ea typeface="Cambria Math"/>
                <a:cs typeface="Cambria Math"/>
                <a:sym typeface="Cambria Math"/>
              </a:endParaRPr>
            </a:p>
          </p:txBody>
        </p:sp>
        <p:sp>
          <p:nvSpPr>
            <p:cNvPr id="433" name="Google Shape;433;p39"/>
            <p:cNvSpPr txBox="1"/>
            <p:nvPr/>
          </p:nvSpPr>
          <p:spPr>
            <a:xfrm>
              <a:off x="10214635" y="2606421"/>
              <a:ext cx="1195800" cy="951600"/>
            </a:xfrm>
            <a:prstGeom prst="rect">
              <a:avLst/>
            </a:prstGeom>
            <a:noFill/>
            <a:ln>
              <a:noFill/>
            </a:ln>
          </p:spPr>
          <p:txBody>
            <a:bodyPr spcFirstLastPara="1" wrap="square" lIns="0" tIns="27925" rIns="0" bIns="0" anchor="t" anchorCtr="0">
              <a:spAutoFit/>
            </a:bodyPr>
            <a:lstStyle/>
            <a:p>
              <a:pPr marL="12700" marR="5080" lvl="0" indent="63500" algn="l" rtl="0">
                <a:lnSpc>
                  <a:spcPct val="116666"/>
                </a:lnSpc>
                <a:spcBef>
                  <a:spcPts val="0"/>
                </a:spcBef>
                <a:spcAft>
                  <a:spcPts val="0"/>
                </a:spcAft>
                <a:buClr>
                  <a:srgbClr val="000000"/>
                </a:buClr>
                <a:buSzPts val="1800"/>
                <a:buFont typeface="Arial"/>
                <a:buNone/>
              </a:pPr>
              <a:r>
                <a:rPr lang="en-US" sz="1800" b="0" i="0" u="none" strike="noStrike" cap="none">
                  <a:solidFill>
                    <a:srgbClr val="000000"/>
                  </a:solidFill>
                  <a:latin typeface="Cambria"/>
                  <a:ea typeface="Cambria"/>
                  <a:cs typeface="Cambria"/>
                  <a:sym typeface="Cambria"/>
                </a:rPr>
                <a:t>FC		FC 4096	4096</a:t>
              </a:r>
              <a:endParaRPr sz="1800" b="0" i="0" u="none" strike="noStrike" cap="none">
                <a:solidFill>
                  <a:srgbClr val="000000"/>
                </a:solidFill>
                <a:latin typeface="Cambria"/>
                <a:ea typeface="Cambria"/>
                <a:cs typeface="Cambria"/>
                <a:sym typeface="Cambria"/>
              </a:endParaRPr>
            </a:p>
          </p:txBody>
        </p:sp>
        <p:sp>
          <p:nvSpPr>
            <p:cNvPr id="434" name="Google Shape;434;p39"/>
            <p:cNvSpPr txBox="1"/>
            <p:nvPr/>
          </p:nvSpPr>
          <p:spPr>
            <a:xfrm>
              <a:off x="557893" y="3788447"/>
              <a:ext cx="6516300" cy="1913100"/>
            </a:xfrm>
            <a:prstGeom prst="rect">
              <a:avLst/>
            </a:prstGeom>
            <a:noFill/>
            <a:ln>
              <a:noFill/>
            </a:ln>
          </p:spPr>
          <p:txBody>
            <a:bodyPr spcFirstLastPara="1" wrap="square" lIns="0" tIns="13950" rIns="0" bIns="0" anchor="t" anchorCtr="0">
              <a:spAutoFit/>
            </a:bodyPr>
            <a:lstStyle/>
            <a:p>
              <a:pPr marL="12700" marR="5080" lvl="0" indent="0" algn="l" rtl="0">
                <a:lnSpc>
                  <a:spcPct val="99700"/>
                </a:lnSpc>
                <a:spcBef>
                  <a:spcPts val="0"/>
                </a:spcBef>
                <a:spcAft>
                  <a:spcPts val="0"/>
                </a:spcAft>
                <a:buClr>
                  <a:srgbClr val="000000"/>
                </a:buClr>
                <a:buSzPts val="2800"/>
                <a:buFont typeface="Arial"/>
                <a:buNone/>
              </a:pPr>
              <a:r>
                <a:rPr lang="en-US" sz="2800" b="0" i="0" u="none" strike="noStrike" cap="none" dirty="0">
                  <a:solidFill>
                    <a:srgbClr val="000000"/>
                  </a:solidFill>
                  <a:latin typeface="Cambria"/>
                  <a:ea typeface="Cambria"/>
                  <a:cs typeface="Cambria"/>
                  <a:sym typeface="Cambria"/>
                </a:rPr>
                <a:t>Pick a unit in layer 1. Find the nine image patches that maximize the unit’s activation.</a:t>
              </a:r>
              <a:endParaRPr sz="2800" b="0" i="0" u="none" strike="noStrike" cap="none" dirty="0">
                <a:solidFill>
                  <a:srgbClr val="000000"/>
                </a:solidFill>
                <a:latin typeface="Cambria"/>
                <a:ea typeface="Cambria"/>
                <a:cs typeface="Cambria"/>
                <a:sym typeface="Cambria"/>
              </a:endParaRPr>
            </a:p>
            <a:p>
              <a:pPr marL="12700" marR="0" lvl="0" indent="0" algn="l" rtl="0">
                <a:lnSpc>
                  <a:spcPct val="100000"/>
                </a:lnSpc>
                <a:spcBef>
                  <a:spcPts val="1395"/>
                </a:spcBef>
                <a:spcAft>
                  <a:spcPts val="0"/>
                </a:spcAft>
                <a:buClr>
                  <a:srgbClr val="000000"/>
                </a:buClr>
                <a:buSzPts val="2800"/>
                <a:buFont typeface="Arial"/>
                <a:buNone/>
              </a:pPr>
              <a:r>
                <a:rPr lang="en-US" sz="2800" b="0" i="0" u="none" strike="noStrike" cap="none" dirty="0">
                  <a:solidFill>
                    <a:srgbClr val="000000"/>
                  </a:solidFill>
                  <a:latin typeface="Cambria"/>
                  <a:ea typeface="Cambria"/>
                  <a:cs typeface="Cambria"/>
                  <a:sym typeface="Cambria"/>
                </a:rPr>
                <a:t>Repeat for other units.</a:t>
              </a:r>
              <a:endParaRPr sz="2800" b="0" i="0" u="none" strike="noStrike" cap="none" dirty="0">
                <a:solidFill>
                  <a:srgbClr val="000000"/>
                </a:solidFill>
                <a:latin typeface="Cambria"/>
                <a:ea typeface="Cambria"/>
                <a:cs typeface="Cambria"/>
                <a:sym typeface="Cambria"/>
              </a:endParaRPr>
            </a:p>
          </p:txBody>
        </p:sp>
        <p:pic>
          <p:nvPicPr>
            <p:cNvPr id="435" name="Google Shape;435;p39"/>
            <p:cNvPicPr preferRelativeResize="0"/>
            <p:nvPr/>
          </p:nvPicPr>
          <p:blipFill rotWithShape="1">
            <a:blip r:embed="rId7">
              <a:alphaModFix/>
            </a:blip>
            <a:srcRect/>
            <a:stretch/>
          </p:blipFill>
          <p:spPr>
            <a:xfrm>
              <a:off x="11640571" y="1623317"/>
              <a:ext cx="480075" cy="803605"/>
            </a:xfrm>
            <a:prstGeom prst="rect">
              <a:avLst/>
            </a:prstGeom>
            <a:noFill/>
            <a:ln>
              <a:noFill/>
            </a:ln>
          </p:spPr>
        </p:pic>
      </p:grpSp>
      <p:pic>
        <p:nvPicPr>
          <p:cNvPr id="436" name="Google Shape;436;p39"/>
          <p:cNvPicPr preferRelativeResize="0"/>
          <p:nvPr/>
        </p:nvPicPr>
        <p:blipFill rotWithShape="1">
          <a:blip r:embed="rId8">
            <a:alphaModFix/>
          </a:blip>
          <a:srcRect/>
          <a:stretch/>
        </p:blipFill>
        <p:spPr>
          <a:xfrm>
            <a:off x="10734473" y="0"/>
            <a:ext cx="1448025" cy="796414"/>
          </a:xfrm>
          <a:prstGeom prst="rect">
            <a:avLst/>
          </a:prstGeom>
          <a:noFill/>
          <a:ln>
            <a:noFill/>
          </a:ln>
        </p:spPr>
      </p:pic>
      <p:sp>
        <p:nvSpPr>
          <p:cNvPr id="3" name="Slide Number Placeholder 2"/>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MasterSp="0">
  <p:cSld>
    <p:spTree>
      <p:nvGrpSpPr>
        <p:cNvPr id="1" name="Shape 440"/>
        <p:cNvGrpSpPr/>
        <p:nvPr/>
      </p:nvGrpSpPr>
      <p:grpSpPr>
        <a:xfrm>
          <a:off x="0" y="0"/>
          <a:ext cx="0" cy="0"/>
          <a:chOff x="0" y="0"/>
          <a:chExt cx="0" cy="0"/>
        </a:xfrm>
      </p:grpSpPr>
      <p:sp>
        <p:nvSpPr>
          <p:cNvPr id="441" name="Google Shape;441;p40"/>
          <p:cNvSpPr txBox="1">
            <a:spLocks noGrp="1"/>
          </p:cNvSpPr>
          <p:nvPr>
            <p:ph type="title"/>
          </p:nvPr>
        </p:nvSpPr>
        <p:spPr>
          <a:xfrm>
            <a:off x="261620" y="139700"/>
            <a:ext cx="6036945" cy="69596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SzPts val="1400"/>
              <a:buNone/>
            </a:pPr>
            <a:r>
              <a:rPr lang="en-US" sz="4400" b="0">
                <a:latin typeface="Cambria"/>
                <a:ea typeface="Cambria"/>
                <a:cs typeface="Cambria"/>
                <a:sym typeface="Cambria"/>
              </a:rPr>
              <a:t>Visualizing deep layers</a:t>
            </a:r>
            <a:endParaRPr sz="4400">
              <a:latin typeface="Cambria"/>
              <a:ea typeface="Cambria"/>
              <a:cs typeface="Cambria"/>
              <a:sym typeface="Cambria"/>
            </a:endParaRPr>
          </a:p>
        </p:txBody>
      </p:sp>
      <p:sp>
        <p:nvSpPr>
          <p:cNvPr id="442" name="Google Shape;442;p40"/>
          <p:cNvSpPr txBox="1"/>
          <p:nvPr/>
        </p:nvSpPr>
        <p:spPr>
          <a:xfrm>
            <a:off x="3096882" y="2598064"/>
            <a:ext cx="1103630" cy="39116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2400"/>
              <a:buFont typeface="Arial"/>
              <a:buNone/>
            </a:pPr>
            <a:r>
              <a:rPr lang="en-US" sz="2400" b="0" i="0" u="none" strike="noStrike" cap="none">
                <a:solidFill>
                  <a:srgbClr val="000000"/>
                </a:solidFill>
                <a:latin typeface="Cambria"/>
                <a:ea typeface="Cambria"/>
                <a:cs typeface="Cambria"/>
                <a:sym typeface="Cambria"/>
              </a:rPr>
              <a:t>Layer 2</a:t>
            </a:r>
            <a:endParaRPr sz="2400" b="0" i="0" u="none" strike="noStrike" cap="none">
              <a:solidFill>
                <a:srgbClr val="000000"/>
              </a:solidFill>
              <a:latin typeface="Cambria"/>
              <a:ea typeface="Cambria"/>
              <a:cs typeface="Cambria"/>
              <a:sym typeface="Cambria"/>
            </a:endParaRPr>
          </a:p>
        </p:txBody>
      </p:sp>
      <p:sp>
        <p:nvSpPr>
          <p:cNvPr id="443" name="Google Shape;443;p40"/>
          <p:cNvSpPr txBox="1"/>
          <p:nvPr/>
        </p:nvSpPr>
        <p:spPr>
          <a:xfrm>
            <a:off x="7967891" y="2596235"/>
            <a:ext cx="1103630" cy="39116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2400"/>
              <a:buFont typeface="Arial"/>
              <a:buNone/>
            </a:pPr>
            <a:r>
              <a:rPr lang="en-US" sz="2400" b="0" i="0" u="none" strike="noStrike" cap="none">
                <a:solidFill>
                  <a:srgbClr val="000000"/>
                </a:solidFill>
                <a:latin typeface="Cambria"/>
                <a:ea typeface="Cambria"/>
                <a:cs typeface="Cambria"/>
                <a:sym typeface="Cambria"/>
              </a:rPr>
              <a:t>Layer 4</a:t>
            </a:r>
            <a:endParaRPr sz="2400" b="0" i="0" u="none" strike="noStrike" cap="none">
              <a:solidFill>
                <a:srgbClr val="000000"/>
              </a:solidFill>
              <a:latin typeface="Cambria"/>
              <a:ea typeface="Cambria"/>
              <a:cs typeface="Cambria"/>
              <a:sym typeface="Cambria"/>
            </a:endParaRPr>
          </a:p>
        </p:txBody>
      </p:sp>
      <p:sp>
        <p:nvSpPr>
          <p:cNvPr id="444" name="Google Shape;444;p40"/>
          <p:cNvSpPr txBox="1"/>
          <p:nvPr/>
        </p:nvSpPr>
        <p:spPr>
          <a:xfrm>
            <a:off x="5677623" y="2598064"/>
            <a:ext cx="1103630" cy="39116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2400"/>
              <a:buFont typeface="Arial"/>
              <a:buNone/>
            </a:pPr>
            <a:r>
              <a:rPr lang="en-US" sz="2400" b="0" i="0" u="none" strike="noStrike" cap="none">
                <a:solidFill>
                  <a:srgbClr val="000000"/>
                </a:solidFill>
                <a:latin typeface="Cambria"/>
                <a:ea typeface="Cambria"/>
                <a:cs typeface="Cambria"/>
                <a:sym typeface="Cambria"/>
              </a:rPr>
              <a:t>Layer 3</a:t>
            </a:r>
            <a:endParaRPr sz="2400" b="0" i="0" u="none" strike="noStrike" cap="none">
              <a:solidFill>
                <a:srgbClr val="000000"/>
              </a:solidFill>
              <a:latin typeface="Cambria"/>
              <a:ea typeface="Cambria"/>
              <a:cs typeface="Cambria"/>
              <a:sym typeface="Cambria"/>
            </a:endParaRPr>
          </a:p>
        </p:txBody>
      </p:sp>
      <p:sp>
        <p:nvSpPr>
          <p:cNvPr id="445" name="Google Shape;445;p40"/>
          <p:cNvSpPr txBox="1"/>
          <p:nvPr/>
        </p:nvSpPr>
        <p:spPr>
          <a:xfrm>
            <a:off x="10336491" y="2598064"/>
            <a:ext cx="1103630" cy="39116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2400"/>
              <a:buFont typeface="Arial"/>
              <a:buNone/>
            </a:pPr>
            <a:r>
              <a:rPr lang="en-US" sz="2400" b="0" i="0" u="none" strike="noStrike" cap="none">
                <a:solidFill>
                  <a:srgbClr val="000000"/>
                </a:solidFill>
                <a:latin typeface="Cambria"/>
                <a:ea typeface="Cambria"/>
                <a:cs typeface="Cambria"/>
                <a:sym typeface="Cambria"/>
              </a:rPr>
              <a:t>Layer 5</a:t>
            </a:r>
            <a:endParaRPr sz="2400" b="0" i="0" u="none" strike="noStrike" cap="none">
              <a:solidFill>
                <a:srgbClr val="000000"/>
              </a:solidFill>
              <a:latin typeface="Cambria"/>
              <a:ea typeface="Cambria"/>
              <a:cs typeface="Cambria"/>
              <a:sym typeface="Cambria"/>
            </a:endParaRPr>
          </a:p>
        </p:txBody>
      </p:sp>
      <p:pic>
        <p:nvPicPr>
          <p:cNvPr id="446" name="Google Shape;446;p40"/>
          <p:cNvPicPr preferRelativeResize="0"/>
          <p:nvPr/>
        </p:nvPicPr>
        <p:blipFill rotWithShape="1">
          <a:blip r:embed="rId3">
            <a:alphaModFix/>
          </a:blip>
          <a:srcRect/>
          <a:stretch/>
        </p:blipFill>
        <p:spPr>
          <a:xfrm>
            <a:off x="2729826" y="898456"/>
            <a:ext cx="1729587" cy="1693367"/>
          </a:xfrm>
          <a:prstGeom prst="rect">
            <a:avLst/>
          </a:prstGeom>
          <a:noFill/>
          <a:ln>
            <a:noFill/>
          </a:ln>
        </p:spPr>
      </p:pic>
      <p:pic>
        <p:nvPicPr>
          <p:cNvPr id="447" name="Google Shape;447;p40"/>
          <p:cNvPicPr preferRelativeResize="0"/>
          <p:nvPr/>
        </p:nvPicPr>
        <p:blipFill rotWithShape="1">
          <a:blip r:embed="rId4">
            <a:alphaModFix/>
          </a:blip>
          <a:srcRect/>
          <a:stretch/>
        </p:blipFill>
        <p:spPr>
          <a:xfrm>
            <a:off x="5341277" y="935024"/>
            <a:ext cx="1680540" cy="1666811"/>
          </a:xfrm>
          <a:prstGeom prst="rect">
            <a:avLst/>
          </a:prstGeom>
          <a:noFill/>
          <a:ln>
            <a:noFill/>
          </a:ln>
        </p:spPr>
      </p:pic>
      <p:pic>
        <p:nvPicPr>
          <p:cNvPr id="448" name="Google Shape;448;p40"/>
          <p:cNvPicPr preferRelativeResize="0"/>
          <p:nvPr/>
        </p:nvPicPr>
        <p:blipFill rotWithShape="1">
          <a:blip r:embed="rId5">
            <a:alphaModFix/>
          </a:blip>
          <a:srcRect/>
          <a:stretch/>
        </p:blipFill>
        <p:spPr>
          <a:xfrm>
            <a:off x="7660767" y="935024"/>
            <a:ext cx="1729587" cy="1666811"/>
          </a:xfrm>
          <a:prstGeom prst="rect">
            <a:avLst/>
          </a:prstGeom>
          <a:noFill/>
          <a:ln>
            <a:noFill/>
          </a:ln>
        </p:spPr>
      </p:pic>
      <p:graphicFrame>
        <p:nvGraphicFramePr>
          <p:cNvPr id="449" name="Google Shape;449;p40"/>
          <p:cNvGraphicFramePr/>
          <p:nvPr/>
        </p:nvGraphicFramePr>
        <p:xfrm>
          <a:off x="5324746" y="925504"/>
          <a:ext cx="1685925" cy="1665000"/>
        </p:xfrm>
        <a:graphic>
          <a:graphicData uri="http://schemas.openxmlformats.org/drawingml/2006/table">
            <a:tbl>
              <a:tblPr firstRow="1" bandRow="1">
                <a:noFill/>
                <a:tableStyleId>{E4E72475-DB7F-40B9-A101-3155E80A10BE}</a:tableStyleId>
              </a:tblPr>
              <a:tblGrid>
                <a:gridCol w="561975">
                  <a:extLst>
                    <a:ext uri="{9D8B030D-6E8A-4147-A177-3AD203B41FA5}">
                      <a16:colId xmlns:a16="http://schemas.microsoft.com/office/drawing/2014/main" val="20000"/>
                    </a:ext>
                  </a:extLst>
                </a:gridCol>
                <a:gridCol w="561975">
                  <a:extLst>
                    <a:ext uri="{9D8B030D-6E8A-4147-A177-3AD203B41FA5}">
                      <a16:colId xmlns:a16="http://schemas.microsoft.com/office/drawing/2014/main" val="20001"/>
                    </a:ext>
                  </a:extLst>
                </a:gridCol>
                <a:gridCol w="561975">
                  <a:extLst>
                    <a:ext uri="{9D8B030D-6E8A-4147-A177-3AD203B41FA5}">
                      <a16:colId xmlns:a16="http://schemas.microsoft.com/office/drawing/2014/main" val="20002"/>
                    </a:ext>
                  </a:extLst>
                </a:gridCol>
              </a:tblGrid>
              <a:tr h="555000">
                <a:tc>
                  <a:txBody>
                    <a:bodyPr/>
                    <a:lstStyle/>
                    <a:p>
                      <a:pPr marL="0" marR="0" lvl="0" indent="0" algn="l" rtl="0">
                        <a:lnSpc>
                          <a:spcPct val="100000"/>
                        </a:lnSpc>
                        <a:spcBef>
                          <a:spcPts val="0"/>
                        </a:spcBef>
                        <a:spcAft>
                          <a:spcPts val="0"/>
                        </a:spcAft>
                        <a:buClr>
                          <a:srgbClr val="000000"/>
                        </a:buClr>
                        <a:buSzPts val="3200"/>
                        <a:buFont typeface="Arial"/>
                        <a:buNone/>
                      </a:pPr>
                      <a:endParaRPr sz="3200" u="none" strike="noStrike" cap="none">
                        <a:latin typeface="Times New Roman"/>
                        <a:ea typeface="Times New Roman"/>
                        <a:cs typeface="Times New Roman"/>
                        <a:sym typeface="Times New Roman"/>
                      </a:endParaRPr>
                    </a:p>
                  </a:txBody>
                  <a:tcPr marL="0" marR="0" marT="0" marB="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3200"/>
                        <a:buFont typeface="Arial"/>
                        <a:buNone/>
                      </a:pPr>
                      <a:endParaRPr sz="3200" u="none" strike="noStrike" cap="none">
                        <a:latin typeface="Times New Roman"/>
                        <a:ea typeface="Times New Roman"/>
                        <a:cs typeface="Times New Roman"/>
                        <a:sym typeface="Times New Roman"/>
                      </a:endParaRPr>
                    </a:p>
                  </a:txBody>
                  <a:tcPr marL="0" marR="0" marT="0" marB="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3200"/>
                        <a:buFont typeface="Arial"/>
                        <a:buNone/>
                      </a:pPr>
                      <a:endParaRPr sz="3200" u="none" strike="noStrike" cap="none">
                        <a:latin typeface="Times New Roman"/>
                        <a:ea typeface="Times New Roman"/>
                        <a:cs typeface="Times New Roman"/>
                        <a:sym typeface="Times New Roman"/>
                      </a:endParaRPr>
                    </a:p>
                  </a:txBody>
                  <a:tcPr marL="0" marR="0" marT="0" marB="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extLst>
                  <a:ext uri="{0D108BD9-81ED-4DB2-BD59-A6C34878D82A}">
                    <a16:rowId xmlns:a16="http://schemas.microsoft.com/office/drawing/2014/main" val="10000"/>
                  </a:ext>
                </a:extLst>
              </a:tr>
              <a:tr h="555000">
                <a:tc>
                  <a:txBody>
                    <a:bodyPr/>
                    <a:lstStyle/>
                    <a:p>
                      <a:pPr marL="0" marR="0" lvl="0" indent="0" algn="l" rtl="0">
                        <a:lnSpc>
                          <a:spcPct val="100000"/>
                        </a:lnSpc>
                        <a:spcBef>
                          <a:spcPts val="0"/>
                        </a:spcBef>
                        <a:spcAft>
                          <a:spcPts val="0"/>
                        </a:spcAft>
                        <a:buClr>
                          <a:srgbClr val="000000"/>
                        </a:buClr>
                        <a:buSzPts val="3200"/>
                        <a:buFont typeface="Arial"/>
                        <a:buNone/>
                      </a:pPr>
                      <a:endParaRPr sz="3200" u="none" strike="noStrike" cap="none">
                        <a:latin typeface="Times New Roman"/>
                        <a:ea typeface="Times New Roman"/>
                        <a:cs typeface="Times New Roman"/>
                        <a:sym typeface="Times New Roman"/>
                      </a:endParaRPr>
                    </a:p>
                  </a:txBody>
                  <a:tcPr marL="0" marR="0" marT="0" marB="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3200"/>
                        <a:buFont typeface="Arial"/>
                        <a:buNone/>
                      </a:pPr>
                      <a:endParaRPr sz="3200" u="none" strike="noStrike" cap="none">
                        <a:latin typeface="Times New Roman"/>
                        <a:ea typeface="Times New Roman"/>
                        <a:cs typeface="Times New Roman"/>
                        <a:sym typeface="Times New Roman"/>
                      </a:endParaRPr>
                    </a:p>
                  </a:txBody>
                  <a:tcPr marL="0" marR="0" marT="0" marB="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3200"/>
                        <a:buFont typeface="Arial"/>
                        <a:buNone/>
                      </a:pPr>
                      <a:endParaRPr sz="3200" u="none" strike="noStrike" cap="none">
                        <a:latin typeface="Times New Roman"/>
                        <a:ea typeface="Times New Roman"/>
                        <a:cs typeface="Times New Roman"/>
                        <a:sym typeface="Times New Roman"/>
                      </a:endParaRPr>
                    </a:p>
                  </a:txBody>
                  <a:tcPr marL="0" marR="0" marT="0" marB="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r h="555000">
                <a:tc>
                  <a:txBody>
                    <a:bodyPr/>
                    <a:lstStyle/>
                    <a:p>
                      <a:pPr marL="0" marR="0" lvl="0" indent="0" algn="l" rtl="0">
                        <a:lnSpc>
                          <a:spcPct val="100000"/>
                        </a:lnSpc>
                        <a:spcBef>
                          <a:spcPts val="0"/>
                        </a:spcBef>
                        <a:spcAft>
                          <a:spcPts val="0"/>
                        </a:spcAft>
                        <a:buClr>
                          <a:srgbClr val="000000"/>
                        </a:buClr>
                        <a:buSzPts val="3200"/>
                        <a:buFont typeface="Arial"/>
                        <a:buNone/>
                      </a:pPr>
                      <a:endParaRPr sz="3200" u="none" strike="noStrike" cap="none">
                        <a:latin typeface="Times New Roman"/>
                        <a:ea typeface="Times New Roman"/>
                        <a:cs typeface="Times New Roman"/>
                        <a:sym typeface="Times New Roman"/>
                      </a:endParaRPr>
                    </a:p>
                  </a:txBody>
                  <a:tcPr marL="0" marR="0" marT="0" marB="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3200"/>
                        <a:buFont typeface="Arial"/>
                        <a:buNone/>
                      </a:pPr>
                      <a:endParaRPr sz="3200" u="none" strike="noStrike" cap="none">
                        <a:latin typeface="Times New Roman"/>
                        <a:ea typeface="Times New Roman"/>
                        <a:cs typeface="Times New Roman"/>
                        <a:sym typeface="Times New Roman"/>
                      </a:endParaRPr>
                    </a:p>
                  </a:txBody>
                  <a:tcPr marL="0" marR="0" marT="0" marB="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3200"/>
                        <a:buFont typeface="Arial"/>
                        <a:buNone/>
                      </a:pPr>
                      <a:endParaRPr sz="3200" u="none" strike="noStrike" cap="none">
                        <a:latin typeface="Times New Roman"/>
                        <a:ea typeface="Times New Roman"/>
                        <a:cs typeface="Times New Roman"/>
                        <a:sym typeface="Times New Roman"/>
                      </a:endParaRPr>
                    </a:p>
                  </a:txBody>
                  <a:tcPr marL="0" marR="0" marT="0" marB="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extLst>
                  <a:ext uri="{0D108BD9-81ED-4DB2-BD59-A6C34878D82A}">
                    <a16:rowId xmlns:a16="http://schemas.microsoft.com/office/drawing/2014/main" val="10002"/>
                  </a:ext>
                </a:extLst>
              </a:tr>
            </a:tbl>
          </a:graphicData>
        </a:graphic>
      </p:graphicFrame>
      <p:pic>
        <p:nvPicPr>
          <p:cNvPr id="450" name="Google Shape;450;p40"/>
          <p:cNvPicPr preferRelativeResize="0"/>
          <p:nvPr/>
        </p:nvPicPr>
        <p:blipFill rotWithShape="1">
          <a:blip r:embed="rId6">
            <a:alphaModFix/>
          </a:blip>
          <a:srcRect/>
          <a:stretch/>
        </p:blipFill>
        <p:spPr>
          <a:xfrm>
            <a:off x="10029304" y="908189"/>
            <a:ext cx="1729587" cy="1693646"/>
          </a:xfrm>
          <a:prstGeom prst="rect">
            <a:avLst/>
          </a:prstGeom>
          <a:noFill/>
          <a:ln>
            <a:noFill/>
          </a:ln>
        </p:spPr>
      </p:pic>
      <p:graphicFrame>
        <p:nvGraphicFramePr>
          <p:cNvPr id="451" name="Google Shape;451;p40"/>
          <p:cNvGraphicFramePr/>
          <p:nvPr/>
        </p:nvGraphicFramePr>
        <p:xfrm>
          <a:off x="2801396" y="898669"/>
          <a:ext cx="1685925" cy="1665000"/>
        </p:xfrm>
        <a:graphic>
          <a:graphicData uri="http://schemas.openxmlformats.org/drawingml/2006/table">
            <a:tbl>
              <a:tblPr firstRow="1" bandRow="1">
                <a:noFill/>
                <a:tableStyleId>{E4E72475-DB7F-40B9-A101-3155E80A10BE}</a:tableStyleId>
              </a:tblPr>
              <a:tblGrid>
                <a:gridCol w="561975">
                  <a:extLst>
                    <a:ext uri="{9D8B030D-6E8A-4147-A177-3AD203B41FA5}">
                      <a16:colId xmlns:a16="http://schemas.microsoft.com/office/drawing/2014/main" val="20000"/>
                    </a:ext>
                  </a:extLst>
                </a:gridCol>
                <a:gridCol w="561975">
                  <a:extLst>
                    <a:ext uri="{9D8B030D-6E8A-4147-A177-3AD203B41FA5}">
                      <a16:colId xmlns:a16="http://schemas.microsoft.com/office/drawing/2014/main" val="20001"/>
                    </a:ext>
                  </a:extLst>
                </a:gridCol>
                <a:gridCol w="561975">
                  <a:extLst>
                    <a:ext uri="{9D8B030D-6E8A-4147-A177-3AD203B41FA5}">
                      <a16:colId xmlns:a16="http://schemas.microsoft.com/office/drawing/2014/main" val="20002"/>
                    </a:ext>
                  </a:extLst>
                </a:gridCol>
              </a:tblGrid>
              <a:tr h="555000">
                <a:tc>
                  <a:txBody>
                    <a:bodyPr/>
                    <a:lstStyle/>
                    <a:p>
                      <a:pPr marL="0" marR="0" lvl="0" indent="0" algn="l" rtl="0">
                        <a:lnSpc>
                          <a:spcPct val="100000"/>
                        </a:lnSpc>
                        <a:spcBef>
                          <a:spcPts val="0"/>
                        </a:spcBef>
                        <a:spcAft>
                          <a:spcPts val="0"/>
                        </a:spcAft>
                        <a:buClr>
                          <a:srgbClr val="000000"/>
                        </a:buClr>
                        <a:buSzPts val="3200"/>
                        <a:buFont typeface="Arial"/>
                        <a:buNone/>
                      </a:pPr>
                      <a:endParaRPr sz="3200" u="none" strike="noStrike" cap="none">
                        <a:latin typeface="Times New Roman"/>
                        <a:ea typeface="Times New Roman"/>
                        <a:cs typeface="Times New Roman"/>
                        <a:sym typeface="Times New Roman"/>
                      </a:endParaRPr>
                    </a:p>
                  </a:txBody>
                  <a:tcPr marL="0" marR="0" marT="0" marB="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3200"/>
                        <a:buFont typeface="Arial"/>
                        <a:buNone/>
                      </a:pPr>
                      <a:endParaRPr sz="3200" u="none" strike="noStrike" cap="none">
                        <a:latin typeface="Times New Roman"/>
                        <a:ea typeface="Times New Roman"/>
                        <a:cs typeface="Times New Roman"/>
                        <a:sym typeface="Times New Roman"/>
                      </a:endParaRPr>
                    </a:p>
                  </a:txBody>
                  <a:tcPr marL="0" marR="0" marT="0" marB="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3200"/>
                        <a:buFont typeface="Arial"/>
                        <a:buNone/>
                      </a:pPr>
                      <a:endParaRPr sz="3200" u="none" strike="noStrike" cap="none">
                        <a:latin typeface="Times New Roman"/>
                        <a:ea typeface="Times New Roman"/>
                        <a:cs typeface="Times New Roman"/>
                        <a:sym typeface="Times New Roman"/>
                      </a:endParaRPr>
                    </a:p>
                  </a:txBody>
                  <a:tcPr marL="0" marR="0" marT="0" marB="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extLst>
                  <a:ext uri="{0D108BD9-81ED-4DB2-BD59-A6C34878D82A}">
                    <a16:rowId xmlns:a16="http://schemas.microsoft.com/office/drawing/2014/main" val="10000"/>
                  </a:ext>
                </a:extLst>
              </a:tr>
              <a:tr h="555000">
                <a:tc>
                  <a:txBody>
                    <a:bodyPr/>
                    <a:lstStyle/>
                    <a:p>
                      <a:pPr marL="0" marR="0" lvl="0" indent="0" algn="l" rtl="0">
                        <a:lnSpc>
                          <a:spcPct val="100000"/>
                        </a:lnSpc>
                        <a:spcBef>
                          <a:spcPts val="0"/>
                        </a:spcBef>
                        <a:spcAft>
                          <a:spcPts val="0"/>
                        </a:spcAft>
                        <a:buClr>
                          <a:srgbClr val="000000"/>
                        </a:buClr>
                        <a:buSzPts val="3200"/>
                        <a:buFont typeface="Arial"/>
                        <a:buNone/>
                      </a:pPr>
                      <a:endParaRPr sz="3200" u="none" strike="noStrike" cap="none">
                        <a:latin typeface="Times New Roman"/>
                        <a:ea typeface="Times New Roman"/>
                        <a:cs typeface="Times New Roman"/>
                        <a:sym typeface="Times New Roman"/>
                      </a:endParaRPr>
                    </a:p>
                  </a:txBody>
                  <a:tcPr marL="0" marR="0" marT="0" marB="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3200"/>
                        <a:buFont typeface="Arial"/>
                        <a:buNone/>
                      </a:pPr>
                      <a:endParaRPr sz="3200" u="none" strike="noStrike" cap="none">
                        <a:latin typeface="Times New Roman"/>
                        <a:ea typeface="Times New Roman"/>
                        <a:cs typeface="Times New Roman"/>
                        <a:sym typeface="Times New Roman"/>
                      </a:endParaRPr>
                    </a:p>
                  </a:txBody>
                  <a:tcPr marL="0" marR="0" marT="0" marB="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3200"/>
                        <a:buFont typeface="Arial"/>
                        <a:buNone/>
                      </a:pPr>
                      <a:endParaRPr sz="3200" u="none" strike="noStrike" cap="none">
                        <a:latin typeface="Times New Roman"/>
                        <a:ea typeface="Times New Roman"/>
                        <a:cs typeface="Times New Roman"/>
                        <a:sym typeface="Times New Roman"/>
                      </a:endParaRPr>
                    </a:p>
                  </a:txBody>
                  <a:tcPr marL="0" marR="0" marT="0" marB="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r h="555000">
                <a:tc>
                  <a:txBody>
                    <a:bodyPr/>
                    <a:lstStyle/>
                    <a:p>
                      <a:pPr marL="0" marR="0" lvl="0" indent="0" algn="l" rtl="0">
                        <a:lnSpc>
                          <a:spcPct val="100000"/>
                        </a:lnSpc>
                        <a:spcBef>
                          <a:spcPts val="0"/>
                        </a:spcBef>
                        <a:spcAft>
                          <a:spcPts val="0"/>
                        </a:spcAft>
                        <a:buClr>
                          <a:srgbClr val="000000"/>
                        </a:buClr>
                        <a:buSzPts val="3200"/>
                        <a:buFont typeface="Arial"/>
                        <a:buNone/>
                      </a:pPr>
                      <a:endParaRPr sz="3200" u="none" strike="noStrike" cap="none">
                        <a:latin typeface="Times New Roman"/>
                        <a:ea typeface="Times New Roman"/>
                        <a:cs typeface="Times New Roman"/>
                        <a:sym typeface="Times New Roman"/>
                      </a:endParaRPr>
                    </a:p>
                  </a:txBody>
                  <a:tcPr marL="0" marR="0" marT="0" marB="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3200"/>
                        <a:buFont typeface="Arial"/>
                        <a:buNone/>
                      </a:pPr>
                      <a:endParaRPr sz="3200" u="none" strike="noStrike" cap="none">
                        <a:latin typeface="Times New Roman"/>
                        <a:ea typeface="Times New Roman"/>
                        <a:cs typeface="Times New Roman"/>
                        <a:sym typeface="Times New Roman"/>
                      </a:endParaRPr>
                    </a:p>
                  </a:txBody>
                  <a:tcPr marL="0" marR="0" marT="0" marB="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3200"/>
                        <a:buFont typeface="Arial"/>
                        <a:buNone/>
                      </a:pPr>
                      <a:endParaRPr sz="3200" u="none" strike="noStrike" cap="none">
                        <a:latin typeface="Times New Roman"/>
                        <a:ea typeface="Times New Roman"/>
                        <a:cs typeface="Times New Roman"/>
                        <a:sym typeface="Times New Roman"/>
                      </a:endParaRPr>
                    </a:p>
                  </a:txBody>
                  <a:tcPr marL="0" marR="0" marT="0" marB="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extLst>
                  <a:ext uri="{0D108BD9-81ED-4DB2-BD59-A6C34878D82A}">
                    <a16:rowId xmlns:a16="http://schemas.microsoft.com/office/drawing/2014/main" val="10002"/>
                  </a:ext>
                </a:extLst>
              </a:tr>
            </a:tbl>
          </a:graphicData>
        </a:graphic>
      </p:graphicFrame>
      <p:pic>
        <p:nvPicPr>
          <p:cNvPr id="452" name="Google Shape;452;p40"/>
          <p:cNvPicPr preferRelativeResize="0"/>
          <p:nvPr/>
        </p:nvPicPr>
        <p:blipFill rotWithShape="1">
          <a:blip r:embed="rId7">
            <a:alphaModFix/>
          </a:blip>
          <a:srcRect/>
          <a:stretch/>
        </p:blipFill>
        <p:spPr>
          <a:xfrm>
            <a:off x="423765" y="908189"/>
            <a:ext cx="1729582" cy="1693646"/>
          </a:xfrm>
          <a:prstGeom prst="rect">
            <a:avLst/>
          </a:prstGeom>
          <a:noFill/>
          <a:ln>
            <a:noFill/>
          </a:ln>
        </p:spPr>
      </p:pic>
      <p:sp>
        <p:nvSpPr>
          <p:cNvPr id="453" name="Google Shape;453;p40"/>
          <p:cNvSpPr txBox="1"/>
          <p:nvPr/>
        </p:nvSpPr>
        <p:spPr>
          <a:xfrm>
            <a:off x="728346" y="2596070"/>
            <a:ext cx="1103630" cy="39116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2400"/>
              <a:buFont typeface="Arial"/>
              <a:buNone/>
            </a:pPr>
            <a:r>
              <a:rPr lang="en-US" sz="2400" b="0" i="0" u="none" strike="noStrike" cap="none">
                <a:solidFill>
                  <a:srgbClr val="000000"/>
                </a:solidFill>
                <a:latin typeface="Cambria"/>
                <a:ea typeface="Cambria"/>
                <a:cs typeface="Cambria"/>
                <a:sym typeface="Cambria"/>
              </a:rPr>
              <a:t>Layer 1</a:t>
            </a:r>
            <a:endParaRPr sz="2400" b="0" i="0" u="none" strike="noStrike" cap="none">
              <a:solidFill>
                <a:srgbClr val="000000"/>
              </a:solidFill>
              <a:latin typeface="Cambria"/>
              <a:ea typeface="Cambria"/>
              <a:cs typeface="Cambria"/>
              <a:sym typeface="Cambria"/>
            </a:endParaRPr>
          </a:p>
        </p:txBody>
      </p:sp>
      <p:pic>
        <p:nvPicPr>
          <p:cNvPr id="454" name="Google Shape;454;p40"/>
          <p:cNvPicPr preferRelativeResize="0"/>
          <p:nvPr/>
        </p:nvPicPr>
        <p:blipFill rotWithShape="1">
          <a:blip r:embed="rId8">
            <a:alphaModFix/>
          </a:blip>
          <a:srcRect/>
          <a:stretch/>
        </p:blipFill>
        <p:spPr>
          <a:xfrm>
            <a:off x="10734473" y="0"/>
            <a:ext cx="1448025" cy="796414"/>
          </a:xfrm>
          <a:prstGeom prst="rect">
            <a:avLst/>
          </a:prstGeom>
          <a:noFill/>
          <a:ln>
            <a:noFill/>
          </a:ln>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MasterSp="0">
  <p:cSld>
    <p:spTree>
      <p:nvGrpSpPr>
        <p:cNvPr id="1" name="Shape 458"/>
        <p:cNvGrpSpPr/>
        <p:nvPr/>
      </p:nvGrpSpPr>
      <p:grpSpPr>
        <a:xfrm>
          <a:off x="0" y="0"/>
          <a:ext cx="0" cy="0"/>
          <a:chOff x="0" y="0"/>
          <a:chExt cx="0" cy="0"/>
        </a:xfrm>
      </p:grpSpPr>
      <p:sp>
        <p:nvSpPr>
          <p:cNvPr id="459" name="Google Shape;459;p41"/>
          <p:cNvSpPr txBox="1">
            <a:spLocks noGrp="1"/>
          </p:cNvSpPr>
          <p:nvPr>
            <p:ph type="title"/>
          </p:nvPr>
        </p:nvSpPr>
        <p:spPr>
          <a:xfrm>
            <a:off x="261620" y="139700"/>
            <a:ext cx="8325484" cy="69596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SzPts val="1400"/>
              <a:buNone/>
            </a:pPr>
            <a:r>
              <a:rPr lang="en-US" sz="4400" b="0">
                <a:latin typeface="Cambria"/>
                <a:ea typeface="Cambria"/>
                <a:cs typeface="Cambria"/>
                <a:sym typeface="Cambria"/>
              </a:rPr>
              <a:t>Visualizing deep layers: Layer 1</a:t>
            </a:r>
            <a:endParaRPr sz="4400">
              <a:latin typeface="Cambria"/>
              <a:ea typeface="Cambria"/>
              <a:cs typeface="Cambria"/>
              <a:sym typeface="Cambria"/>
            </a:endParaRPr>
          </a:p>
        </p:txBody>
      </p:sp>
      <p:sp>
        <p:nvSpPr>
          <p:cNvPr id="460" name="Google Shape;460;p41"/>
          <p:cNvSpPr txBox="1"/>
          <p:nvPr/>
        </p:nvSpPr>
        <p:spPr>
          <a:xfrm>
            <a:off x="3096882" y="2598064"/>
            <a:ext cx="1103630" cy="39116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2400"/>
              <a:buFont typeface="Arial"/>
              <a:buNone/>
            </a:pPr>
            <a:r>
              <a:rPr lang="en-US" sz="2400" b="0" i="0" u="none" strike="noStrike" cap="none">
                <a:solidFill>
                  <a:srgbClr val="000000"/>
                </a:solidFill>
                <a:latin typeface="Cambria"/>
                <a:ea typeface="Cambria"/>
                <a:cs typeface="Cambria"/>
                <a:sym typeface="Cambria"/>
              </a:rPr>
              <a:t>Layer 2</a:t>
            </a:r>
            <a:endParaRPr sz="2400" b="0" i="0" u="none" strike="noStrike" cap="none">
              <a:solidFill>
                <a:srgbClr val="000000"/>
              </a:solidFill>
              <a:latin typeface="Cambria"/>
              <a:ea typeface="Cambria"/>
              <a:cs typeface="Cambria"/>
              <a:sym typeface="Cambria"/>
            </a:endParaRPr>
          </a:p>
        </p:txBody>
      </p:sp>
      <p:sp>
        <p:nvSpPr>
          <p:cNvPr id="461" name="Google Shape;461;p41"/>
          <p:cNvSpPr txBox="1"/>
          <p:nvPr/>
        </p:nvSpPr>
        <p:spPr>
          <a:xfrm>
            <a:off x="7967891" y="2596235"/>
            <a:ext cx="1103630" cy="39116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2400"/>
              <a:buFont typeface="Arial"/>
              <a:buNone/>
            </a:pPr>
            <a:r>
              <a:rPr lang="en-US" sz="2400" b="0" i="0" u="none" strike="noStrike" cap="none">
                <a:solidFill>
                  <a:srgbClr val="000000"/>
                </a:solidFill>
                <a:latin typeface="Cambria"/>
                <a:ea typeface="Cambria"/>
                <a:cs typeface="Cambria"/>
                <a:sym typeface="Cambria"/>
              </a:rPr>
              <a:t>Layer 4</a:t>
            </a:r>
            <a:endParaRPr sz="2400" b="0" i="0" u="none" strike="noStrike" cap="none">
              <a:solidFill>
                <a:srgbClr val="000000"/>
              </a:solidFill>
              <a:latin typeface="Cambria"/>
              <a:ea typeface="Cambria"/>
              <a:cs typeface="Cambria"/>
              <a:sym typeface="Cambria"/>
            </a:endParaRPr>
          </a:p>
        </p:txBody>
      </p:sp>
      <p:sp>
        <p:nvSpPr>
          <p:cNvPr id="462" name="Google Shape;462;p41"/>
          <p:cNvSpPr txBox="1"/>
          <p:nvPr/>
        </p:nvSpPr>
        <p:spPr>
          <a:xfrm>
            <a:off x="5677623" y="2598064"/>
            <a:ext cx="1103630" cy="39116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2400"/>
              <a:buFont typeface="Arial"/>
              <a:buNone/>
            </a:pPr>
            <a:r>
              <a:rPr lang="en-US" sz="2400" b="0" i="0" u="none" strike="noStrike" cap="none">
                <a:solidFill>
                  <a:srgbClr val="000000"/>
                </a:solidFill>
                <a:latin typeface="Cambria"/>
                <a:ea typeface="Cambria"/>
                <a:cs typeface="Cambria"/>
                <a:sym typeface="Cambria"/>
              </a:rPr>
              <a:t>Layer 3</a:t>
            </a:r>
            <a:endParaRPr sz="2400" b="0" i="0" u="none" strike="noStrike" cap="none">
              <a:solidFill>
                <a:srgbClr val="000000"/>
              </a:solidFill>
              <a:latin typeface="Cambria"/>
              <a:ea typeface="Cambria"/>
              <a:cs typeface="Cambria"/>
              <a:sym typeface="Cambria"/>
            </a:endParaRPr>
          </a:p>
        </p:txBody>
      </p:sp>
      <p:sp>
        <p:nvSpPr>
          <p:cNvPr id="463" name="Google Shape;463;p41"/>
          <p:cNvSpPr txBox="1"/>
          <p:nvPr/>
        </p:nvSpPr>
        <p:spPr>
          <a:xfrm>
            <a:off x="10336491" y="2598064"/>
            <a:ext cx="1103630" cy="39116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2400"/>
              <a:buFont typeface="Arial"/>
              <a:buNone/>
            </a:pPr>
            <a:r>
              <a:rPr lang="en-US" sz="2400" b="0" i="0" u="none" strike="noStrike" cap="none">
                <a:solidFill>
                  <a:srgbClr val="000000"/>
                </a:solidFill>
                <a:latin typeface="Cambria"/>
                <a:ea typeface="Cambria"/>
                <a:cs typeface="Cambria"/>
                <a:sym typeface="Cambria"/>
              </a:rPr>
              <a:t>Layer 5</a:t>
            </a:r>
            <a:endParaRPr sz="2400" b="0" i="0" u="none" strike="noStrike" cap="none">
              <a:solidFill>
                <a:srgbClr val="000000"/>
              </a:solidFill>
              <a:latin typeface="Cambria"/>
              <a:ea typeface="Cambria"/>
              <a:cs typeface="Cambria"/>
              <a:sym typeface="Cambria"/>
            </a:endParaRPr>
          </a:p>
        </p:txBody>
      </p:sp>
      <p:pic>
        <p:nvPicPr>
          <p:cNvPr id="464" name="Google Shape;464;p41"/>
          <p:cNvPicPr preferRelativeResize="0"/>
          <p:nvPr/>
        </p:nvPicPr>
        <p:blipFill rotWithShape="1">
          <a:blip r:embed="rId3">
            <a:alphaModFix/>
          </a:blip>
          <a:srcRect/>
          <a:stretch/>
        </p:blipFill>
        <p:spPr>
          <a:xfrm>
            <a:off x="2789897" y="908469"/>
            <a:ext cx="1729587" cy="1693367"/>
          </a:xfrm>
          <a:prstGeom prst="rect">
            <a:avLst/>
          </a:prstGeom>
          <a:noFill/>
          <a:ln>
            <a:noFill/>
          </a:ln>
        </p:spPr>
      </p:pic>
      <p:pic>
        <p:nvPicPr>
          <p:cNvPr id="465" name="Google Shape;465;p41"/>
          <p:cNvPicPr preferRelativeResize="0"/>
          <p:nvPr/>
        </p:nvPicPr>
        <p:blipFill rotWithShape="1">
          <a:blip r:embed="rId4">
            <a:alphaModFix/>
          </a:blip>
          <a:srcRect/>
          <a:stretch/>
        </p:blipFill>
        <p:spPr>
          <a:xfrm>
            <a:off x="5341277" y="935024"/>
            <a:ext cx="1680540" cy="1666811"/>
          </a:xfrm>
          <a:prstGeom prst="rect">
            <a:avLst/>
          </a:prstGeom>
          <a:noFill/>
          <a:ln>
            <a:noFill/>
          </a:ln>
        </p:spPr>
      </p:pic>
      <p:pic>
        <p:nvPicPr>
          <p:cNvPr id="466" name="Google Shape;466;p41"/>
          <p:cNvPicPr preferRelativeResize="0"/>
          <p:nvPr/>
        </p:nvPicPr>
        <p:blipFill rotWithShape="1">
          <a:blip r:embed="rId5">
            <a:alphaModFix/>
          </a:blip>
          <a:srcRect/>
          <a:stretch/>
        </p:blipFill>
        <p:spPr>
          <a:xfrm>
            <a:off x="7660767" y="935024"/>
            <a:ext cx="1729587" cy="1666811"/>
          </a:xfrm>
          <a:prstGeom prst="rect">
            <a:avLst/>
          </a:prstGeom>
          <a:noFill/>
          <a:ln>
            <a:noFill/>
          </a:ln>
        </p:spPr>
      </p:pic>
      <p:graphicFrame>
        <p:nvGraphicFramePr>
          <p:cNvPr id="467" name="Google Shape;467;p41"/>
          <p:cNvGraphicFramePr/>
          <p:nvPr/>
        </p:nvGraphicFramePr>
        <p:xfrm>
          <a:off x="5324746" y="925504"/>
          <a:ext cx="1685925" cy="1665000"/>
        </p:xfrm>
        <a:graphic>
          <a:graphicData uri="http://schemas.openxmlformats.org/drawingml/2006/table">
            <a:tbl>
              <a:tblPr firstRow="1" bandRow="1">
                <a:noFill/>
                <a:tableStyleId>{E4E72475-DB7F-40B9-A101-3155E80A10BE}</a:tableStyleId>
              </a:tblPr>
              <a:tblGrid>
                <a:gridCol w="561975">
                  <a:extLst>
                    <a:ext uri="{9D8B030D-6E8A-4147-A177-3AD203B41FA5}">
                      <a16:colId xmlns:a16="http://schemas.microsoft.com/office/drawing/2014/main" val="20000"/>
                    </a:ext>
                  </a:extLst>
                </a:gridCol>
                <a:gridCol w="561975">
                  <a:extLst>
                    <a:ext uri="{9D8B030D-6E8A-4147-A177-3AD203B41FA5}">
                      <a16:colId xmlns:a16="http://schemas.microsoft.com/office/drawing/2014/main" val="20001"/>
                    </a:ext>
                  </a:extLst>
                </a:gridCol>
                <a:gridCol w="561975">
                  <a:extLst>
                    <a:ext uri="{9D8B030D-6E8A-4147-A177-3AD203B41FA5}">
                      <a16:colId xmlns:a16="http://schemas.microsoft.com/office/drawing/2014/main" val="20002"/>
                    </a:ext>
                  </a:extLst>
                </a:gridCol>
              </a:tblGrid>
              <a:tr h="555000">
                <a:tc>
                  <a:txBody>
                    <a:bodyPr/>
                    <a:lstStyle/>
                    <a:p>
                      <a:pPr marL="0" marR="0" lvl="0" indent="0" algn="l" rtl="0">
                        <a:lnSpc>
                          <a:spcPct val="100000"/>
                        </a:lnSpc>
                        <a:spcBef>
                          <a:spcPts val="0"/>
                        </a:spcBef>
                        <a:spcAft>
                          <a:spcPts val="0"/>
                        </a:spcAft>
                        <a:buClr>
                          <a:srgbClr val="000000"/>
                        </a:buClr>
                        <a:buSzPts val="3300"/>
                        <a:buFont typeface="Arial"/>
                        <a:buNone/>
                      </a:pPr>
                      <a:endParaRPr sz="3300" u="none" strike="noStrike" cap="none">
                        <a:latin typeface="Times New Roman"/>
                        <a:ea typeface="Times New Roman"/>
                        <a:cs typeface="Times New Roman"/>
                        <a:sym typeface="Times New Roman"/>
                      </a:endParaRPr>
                    </a:p>
                  </a:txBody>
                  <a:tcPr marL="0" marR="0" marT="0" marB="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3300"/>
                        <a:buFont typeface="Arial"/>
                        <a:buNone/>
                      </a:pPr>
                      <a:endParaRPr sz="3300" u="none" strike="noStrike" cap="none">
                        <a:latin typeface="Times New Roman"/>
                        <a:ea typeface="Times New Roman"/>
                        <a:cs typeface="Times New Roman"/>
                        <a:sym typeface="Times New Roman"/>
                      </a:endParaRPr>
                    </a:p>
                  </a:txBody>
                  <a:tcPr marL="0" marR="0" marT="0" marB="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3300"/>
                        <a:buFont typeface="Arial"/>
                        <a:buNone/>
                      </a:pPr>
                      <a:endParaRPr sz="3300" u="none" strike="noStrike" cap="none">
                        <a:latin typeface="Times New Roman"/>
                        <a:ea typeface="Times New Roman"/>
                        <a:cs typeface="Times New Roman"/>
                        <a:sym typeface="Times New Roman"/>
                      </a:endParaRPr>
                    </a:p>
                  </a:txBody>
                  <a:tcPr marL="0" marR="0" marT="0" marB="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extLst>
                  <a:ext uri="{0D108BD9-81ED-4DB2-BD59-A6C34878D82A}">
                    <a16:rowId xmlns:a16="http://schemas.microsoft.com/office/drawing/2014/main" val="10000"/>
                  </a:ext>
                </a:extLst>
              </a:tr>
              <a:tr h="555000">
                <a:tc>
                  <a:txBody>
                    <a:bodyPr/>
                    <a:lstStyle/>
                    <a:p>
                      <a:pPr marL="0" marR="0" lvl="0" indent="0" algn="l" rtl="0">
                        <a:lnSpc>
                          <a:spcPct val="100000"/>
                        </a:lnSpc>
                        <a:spcBef>
                          <a:spcPts val="0"/>
                        </a:spcBef>
                        <a:spcAft>
                          <a:spcPts val="0"/>
                        </a:spcAft>
                        <a:buClr>
                          <a:srgbClr val="000000"/>
                        </a:buClr>
                        <a:buSzPts val="3300"/>
                        <a:buFont typeface="Arial"/>
                        <a:buNone/>
                      </a:pPr>
                      <a:endParaRPr sz="3300" u="none" strike="noStrike" cap="none">
                        <a:latin typeface="Times New Roman"/>
                        <a:ea typeface="Times New Roman"/>
                        <a:cs typeface="Times New Roman"/>
                        <a:sym typeface="Times New Roman"/>
                      </a:endParaRPr>
                    </a:p>
                  </a:txBody>
                  <a:tcPr marL="0" marR="0" marT="0" marB="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3300"/>
                        <a:buFont typeface="Arial"/>
                        <a:buNone/>
                      </a:pPr>
                      <a:endParaRPr sz="3300" u="none" strike="noStrike" cap="none">
                        <a:latin typeface="Times New Roman"/>
                        <a:ea typeface="Times New Roman"/>
                        <a:cs typeface="Times New Roman"/>
                        <a:sym typeface="Times New Roman"/>
                      </a:endParaRPr>
                    </a:p>
                  </a:txBody>
                  <a:tcPr marL="0" marR="0" marT="0" marB="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3300"/>
                        <a:buFont typeface="Arial"/>
                        <a:buNone/>
                      </a:pPr>
                      <a:endParaRPr sz="3300" u="none" strike="noStrike" cap="none">
                        <a:latin typeface="Times New Roman"/>
                        <a:ea typeface="Times New Roman"/>
                        <a:cs typeface="Times New Roman"/>
                        <a:sym typeface="Times New Roman"/>
                      </a:endParaRPr>
                    </a:p>
                  </a:txBody>
                  <a:tcPr marL="0" marR="0" marT="0" marB="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r h="555000">
                <a:tc>
                  <a:txBody>
                    <a:bodyPr/>
                    <a:lstStyle/>
                    <a:p>
                      <a:pPr marL="0" marR="0" lvl="0" indent="0" algn="l" rtl="0">
                        <a:lnSpc>
                          <a:spcPct val="100000"/>
                        </a:lnSpc>
                        <a:spcBef>
                          <a:spcPts val="0"/>
                        </a:spcBef>
                        <a:spcAft>
                          <a:spcPts val="0"/>
                        </a:spcAft>
                        <a:buClr>
                          <a:srgbClr val="000000"/>
                        </a:buClr>
                        <a:buSzPts val="3300"/>
                        <a:buFont typeface="Arial"/>
                        <a:buNone/>
                      </a:pPr>
                      <a:endParaRPr sz="3300" u="none" strike="noStrike" cap="none">
                        <a:latin typeface="Times New Roman"/>
                        <a:ea typeface="Times New Roman"/>
                        <a:cs typeface="Times New Roman"/>
                        <a:sym typeface="Times New Roman"/>
                      </a:endParaRPr>
                    </a:p>
                  </a:txBody>
                  <a:tcPr marL="0" marR="0" marT="0" marB="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3300"/>
                        <a:buFont typeface="Arial"/>
                        <a:buNone/>
                      </a:pPr>
                      <a:endParaRPr sz="3300" u="none" strike="noStrike" cap="none">
                        <a:latin typeface="Times New Roman"/>
                        <a:ea typeface="Times New Roman"/>
                        <a:cs typeface="Times New Roman"/>
                        <a:sym typeface="Times New Roman"/>
                      </a:endParaRPr>
                    </a:p>
                  </a:txBody>
                  <a:tcPr marL="0" marR="0" marT="0" marB="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3300"/>
                        <a:buFont typeface="Arial"/>
                        <a:buNone/>
                      </a:pPr>
                      <a:endParaRPr sz="3300" u="none" strike="noStrike" cap="none">
                        <a:latin typeface="Times New Roman"/>
                        <a:ea typeface="Times New Roman"/>
                        <a:cs typeface="Times New Roman"/>
                        <a:sym typeface="Times New Roman"/>
                      </a:endParaRPr>
                    </a:p>
                  </a:txBody>
                  <a:tcPr marL="0" marR="0" marT="0" marB="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extLst>
                  <a:ext uri="{0D108BD9-81ED-4DB2-BD59-A6C34878D82A}">
                    <a16:rowId xmlns:a16="http://schemas.microsoft.com/office/drawing/2014/main" val="10002"/>
                  </a:ext>
                </a:extLst>
              </a:tr>
            </a:tbl>
          </a:graphicData>
        </a:graphic>
      </p:graphicFrame>
      <p:pic>
        <p:nvPicPr>
          <p:cNvPr id="468" name="Google Shape;468;p41"/>
          <p:cNvPicPr preferRelativeResize="0"/>
          <p:nvPr/>
        </p:nvPicPr>
        <p:blipFill rotWithShape="1">
          <a:blip r:embed="rId6">
            <a:alphaModFix/>
          </a:blip>
          <a:srcRect/>
          <a:stretch/>
        </p:blipFill>
        <p:spPr>
          <a:xfrm>
            <a:off x="10029304" y="908189"/>
            <a:ext cx="1729587" cy="1693646"/>
          </a:xfrm>
          <a:prstGeom prst="rect">
            <a:avLst/>
          </a:prstGeom>
          <a:noFill/>
          <a:ln>
            <a:noFill/>
          </a:ln>
        </p:spPr>
      </p:pic>
      <p:graphicFrame>
        <p:nvGraphicFramePr>
          <p:cNvPr id="469" name="Google Shape;469;p41"/>
          <p:cNvGraphicFramePr/>
          <p:nvPr/>
        </p:nvGraphicFramePr>
        <p:xfrm>
          <a:off x="2801396" y="898669"/>
          <a:ext cx="1685925" cy="1665000"/>
        </p:xfrm>
        <a:graphic>
          <a:graphicData uri="http://schemas.openxmlformats.org/drawingml/2006/table">
            <a:tbl>
              <a:tblPr firstRow="1" bandRow="1">
                <a:noFill/>
                <a:tableStyleId>{E4E72475-DB7F-40B9-A101-3155E80A10BE}</a:tableStyleId>
              </a:tblPr>
              <a:tblGrid>
                <a:gridCol w="561975">
                  <a:extLst>
                    <a:ext uri="{9D8B030D-6E8A-4147-A177-3AD203B41FA5}">
                      <a16:colId xmlns:a16="http://schemas.microsoft.com/office/drawing/2014/main" val="20000"/>
                    </a:ext>
                  </a:extLst>
                </a:gridCol>
                <a:gridCol w="561975">
                  <a:extLst>
                    <a:ext uri="{9D8B030D-6E8A-4147-A177-3AD203B41FA5}">
                      <a16:colId xmlns:a16="http://schemas.microsoft.com/office/drawing/2014/main" val="20001"/>
                    </a:ext>
                  </a:extLst>
                </a:gridCol>
                <a:gridCol w="561975">
                  <a:extLst>
                    <a:ext uri="{9D8B030D-6E8A-4147-A177-3AD203B41FA5}">
                      <a16:colId xmlns:a16="http://schemas.microsoft.com/office/drawing/2014/main" val="20002"/>
                    </a:ext>
                  </a:extLst>
                </a:gridCol>
              </a:tblGrid>
              <a:tr h="555000">
                <a:tc>
                  <a:txBody>
                    <a:bodyPr/>
                    <a:lstStyle/>
                    <a:p>
                      <a:pPr marL="0" marR="0" lvl="0" indent="0" algn="l" rtl="0">
                        <a:lnSpc>
                          <a:spcPct val="100000"/>
                        </a:lnSpc>
                        <a:spcBef>
                          <a:spcPts val="0"/>
                        </a:spcBef>
                        <a:spcAft>
                          <a:spcPts val="0"/>
                        </a:spcAft>
                        <a:buClr>
                          <a:srgbClr val="000000"/>
                        </a:buClr>
                        <a:buSzPts val="3300"/>
                        <a:buFont typeface="Arial"/>
                        <a:buNone/>
                      </a:pPr>
                      <a:endParaRPr sz="3300" u="none" strike="noStrike" cap="none">
                        <a:latin typeface="Times New Roman"/>
                        <a:ea typeface="Times New Roman"/>
                        <a:cs typeface="Times New Roman"/>
                        <a:sym typeface="Times New Roman"/>
                      </a:endParaRPr>
                    </a:p>
                  </a:txBody>
                  <a:tcPr marL="0" marR="0" marT="0" marB="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3300"/>
                        <a:buFont typeface="Arial"/>
                        <a:buNone/>
                      </a:pPr>
                      <a:endParaRPr sz="3300" u="none" strike="noStrike" cap="none">
                        <a:latin typeface="Times New Roman"/>
                        <a:ea typeface="Times New Roman"/>
                        <a:cs typeface="Times New Roman"/>
                        <a:sym typeface="Times New Roman"/>
                      </a:endParaRPr>
                    </a:p>
                  </a:txBody>
                  <a:tcPr marL="0" marR="0" marT="0" marB="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3300"/>
                        <a:buFont typeface="Arial"/>
                        <a:buNone/>
                      </a:pPr>
                      <a:endParaRPr sz="3300" u="none" strike="noStrike" cap="none">
                        <a:latin typeface="Times New Roman"/>
                        <a:ea typeface="Times New Roman"/>
                        <a:cs typeface="Times New Roman"/>
                        <a:sym typeface="Times New Roman"/>
                      </a:endParaRPr>
                    </a:p>
                  </a:txBody>
                  <a:tcPr marL="0" marR="0" marT="0" marB="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extLst>
                  <a:ext uri="{0D108BD9-81ED-4DB2-BD59-A6C34878D82A}">
                    <a16:rowId xmlns:a16="http://schemas.microsoft.com/office/drawing/2014/main" val="10000"/>
                  </a:ext>
                </a:extLst>
              </a:tr>
              <a:tr h="555000">
                <a:tc>
                  <a:txBody>
                    <a:bodyPr/>
                    <a:lstStyle/>
                    <a:p>
                      <a:pPr marL="0" marR="0" lvl="0" indent="0" algn="l" rtl="0">
                        <a:lnSpc>
                          <a:spcPct val="100000"/>
                        </a:lnSpc>
                        <a:spcBef>
                          <a:spcPts val="0"/>
                        </a:spcBef>
                        <a:spcAft>
                          <a:spcPts val="0"/>
                        </a:spcAft>
                        <a:buClr>
                          <a:srgbClr val="000000"/>
                        </a:buClr>
                        <a:buSzPts val="3300"/>
                        <a:buFont typeface="Arial"/>
                        <a:buNone/>
                      </a:pPr>
                      <a:endParaRPr sz="3300" u="none" strike="noStrike" cap="none">
                        <a:latin typeface="Times New Roman"/>
                        <a:ea typeface="Times New Roman"/>
                        <a:cs typeface="Times New Roman"/>
                        <a:sym typeface="Times New Roman"/>
                      </a:endParaRPr>
                    </a:p>
                  </a:txBody>
                  <a:tcPr marL="0" marR="0" marT="0" marB="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3300"/>
                        <a:buFont typeface="Arial"/>
                        <a:buNone/>
                      </a:pPr>
                      <a:endParaRPr sz="3300" u="none" strike="noStrike" cap="none">
                        <a:latin typeface="Times New Roman"/>
                        <a:ea typeface="Times New Roman"/>
                        <a:cs typeface="Times New Roman"/>
                        <a:sym typeface="Times New Roman"/>
                      </a:endParaRPr>
                    </a:p>
                  </a:txBody>
                  <a:tcPr marL="0" marR="0" marT="0" marB="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3300"/>
                        <a:buFont typeface="Arial"/>
                        <a:buNone/>
                      </a:pPr>
                      <a:endParaRPr sz="3300" u="none" strike="noStrike" cap="none">
                        <a:latin typeface="Times New Roman"/>
                        <a:ea typeface="Times New Roman"/>
                        <a:cs typeface="Times New Roman"/>
                        <a:sym typeface="Times New Roman"/>
                      </a:endParaRPr>
                    </a:p>
                  </a:txBody>
                  <a:tcPr marL="0" marR="0" marT="0" marB="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r h="555000">
                <a:tc>
                  <a:txBody>
                    <a:bodyPr/>
                    <a:lstStyle/>
                    <a:p>
                      <a:pPr marL="0" marR="0" lvl="0" indent="0" algn="l" rtl="0">
                        <a:lnSpc>
                          <a:spcPct val="100000"/>
                        </a:lnSpc>
                        <a:spcBef>
                          <a:spcPts val="0"/>
                        </a:spcBef>
                        <a:spcAft>
                          <a:spcPts val="0"/>
                        </a:spcAft>
                        <a:buClr>
                          <a:srgbClr val="000000"/>
                        </a:buClr>
                        <a:buSzPts val="3300"/>
                        <a:buFont typeface="Arial"/>
                        <a:buNone/>
                      </a:pPr>
                      <a:endParaRPr sz="3300" u="none" strike="noStrike" cap="none">
                        <a:latin typeface="Times New Roman"/>
                        <a:ea typeface="Times New Roman"/>
                        <a:cs typeface="Times New Roman"/>
                        <a:sym typeface="Times New Roman"/>
                      </a:endParaRPr>
                    </a:p>
                  </a:txBody>
                  <a:tcPr marL="0" marR="0" marT="0" marB="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3300"/>
                        <a:buFont typeface="Arial"/>
                        <a:buNone/>
                      </a:pPr>
                      <a:endParaRPr sz="3300" u="none" strike="noStrike" cap="none">
                        <a:latin typeface="Times New Roman"/>
                        <a:ea typeface="Times New Roman"/>
                        <a:cs typeface="Times New Roman"/>
                        <a:sym typeface="Times New Roman"/>
                      </a:endParaRPr>
                    </a:p>
                  </a:txBody>
                  <a:tcPr marL="0" marR="0" marT="0" marB="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3300"/>
                        <a:buFont typeface="Arial"/>
                        <a:buNone/>
                      </a:pPr>
                      <a:endParaRPr sz="3300" u="none" strike="noStrike" cap="none">
                        <a:latin typeface="Times New Roman"/>
                        <a:ea typeface="Times New Roman"/>
                        <a:cs typeface="Times New Roman"/>
                        <a:sym typeface="Times New Roman"/>
                      </a:endParaRPr>
                    </a:p>
                  </a:txBody>
                  <a:tcPr marL="0" marR="0" marT="0" marB="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extLst>
                  <a:ext uri="{0D108BD9-81ED-4DB2-BD59-A6C34878D82A}">
                    <a16:rowId xmlns:a16="http://schemas.microsoft.com/office/drawing/2014/main" val="10002"/>
                  </a:ext>
                </a:extLst>
              </a:tr>
            </a:tbl>
          </a:graphicData>
        </a:graphic>
      </p:graphicFrame>
      <p:pic>
        <p:nvPicPr>
          <p:cNvPr id="470" name="Google Shape;470;p41"/>
          <p:cNvPicPr preferRelativeResize="0"/>
          <p:nvPr/>
        </p:nvPicPr>
        <p:blipFill rotWithShape="1">
          <a:blip r:embed="rId7">
            <a:alphaModFix/>
          </a:blip>
          <a:srcRect/>
          <a:stretch/>
        </p:blipFill>
        <p:spPr>
          <a:xfrm>
            <a:off x="423765" y="908189"/>
            <a:ext cx="1729582" cy="1693646"/>
          </a:xfrm>
          <a:prstGeom prst="rect">
            <a:avLst/>
          </a:prstGeom>
          <a:noFill/>
          <a:ln>
            <a:noFill/>
          </a:ln>
        </p:spPr>
      </p:pic>
      <p:sp>
        <p:nvSpPr>
          <p:cNvPr id="471" name="Google Shape;471;p41"/>
          <p:cNvSpPr txBox="1"/>
          <p:nvPr/>
        </p:nvSpPr>
        <p:spPr>
          <a:xfrm>
            <a:off x="728346" y="2596070"/>
            <a:ext cx="1103630" cy="39116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2400"/>
              <a:buFont typeface="Arial"/>
              <a:buNone/>
            </a:pPr>
            <a:r>
              <a:rPr lang="en-US" sz="2400" b="0" i="0" u="none" strike="noStrike" cap="none">
                <a:solidFill>
                  <a:srgbClr val="000000"/>
                </a:solidFill>
                <a:latin typeface="Cambria"/>
                <a:ea typeface="Cambria"/>
                <a:cs typeface="Cambria"/>
                <a:sym typeface="Cambria"/>
              </a:rPr>
              <a:t>Layer 1</a:t>
            </a:r>
            <a:endParaRPr sz="2400" b="0" i="0" u="none" strike="noStrike" cap="none">
              <a:solidFill>
                <a:srgbClr val="000000"/>
              </a:solidFill>
              <a:latin typeface="Cambria"/>
              <a:ea typeface="Cambria"/>
              <a:cs typeface="Cambria"/>
              <a:sym typeface="Cambria"/>
            </a:endParaRPr>
          </a:p>
        </p:txBody>
      </p:sp>
      <p:pic>
        <p:nvPicPr>
          <p:cNvPr id="472" name="Google Shape;472;p41"/>
          <p:cNvPicPr preferRelativeResize="0"/>
          <p:nvPr/>
        </p:nvPicPr>
        <p:blipFill rotWithShape="1">
          <a:blip r:embed="rId7">
            <a:alphaModFix/>
          </a:blip>
          <a:srcRect/>
          <a:stretch/>
        </p:blipFill>
        <p:spPr>
          <a:xfrm>
            <a:off x="1194192" y="3104324"/>
            <a:ext cx="3485603" cy="3413187"/>
          </a:xfrm>
          <a:prstGeom prst="rect">
            <a:avLst/>
          </a:prstGeom>
          <a:noFill/>
          <a:ln>
            <a:noFill/>
          </a:ln>
        </p:spPr>
      </p:pic>
      <p:pic>
        <p:nvPicPr>
          <p:cNvPr id="473" name="Google Shape;473;p41"/>
          <p:cNvPicPr preferRelativeResize="0"/>
          <p:nvPr/>
        </p:nvPicPr>
        <p:blipFill rotWithShape="1">
          <a:blip r:embed="rId8">
            <a:alphaModFix/>
          </a:blip>
          <a:srcRect/>
          <a:stretch/>
        </p:blipFill>
        <p:spPr>
          <a:xfrm>
            <a:off x="10734473" y="0"/>
            <a:ext cx="1448025" cy="796414"/>
          </a:xfrm>
          <a:prstGeom prst="rect">
            <a:avLst/>
          </a:prstGeom>
          <a:noFill/>
          <a:ln>
            <a:noFill/>
          </a:ln>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MasterSp="0">
  <p:cSld>
    <p:spTree>
      <p:nvGrpSpPr>
        <p:cNvPr id="1" name="Shape 477"/>
        <p:cNvGrpSpPr/>
        <p:nvPr/>
      </p:nvGrpSpPr>
      <p:grpSpPr>
        <a:xfrm>
          <a:off x="0" y="0"/>
          <a:ext cx="0" cy="0"/>
          <a:chOff x="0" y="0"/>
          <a:chExt cx="0" cy="0"/>
        </a:xfrm>
      </p:grpSpPr>
      <p:sp>
        <p:nvSpPr>
          <p:cNvPr id="478" name="Google Shape;478;p42"/>
          <p:cNvSpPr txBox="1">
            <a:spLocks noGrp="1"/>
          </p:cNvSpPr>
          <p:nvPr>
            <p:ph type="title"/>
          </p:nvPr>
        </p:nvSpPr>
        <p:spPr>
          <a:xfrm>
            <a:off x="261620" y="139700"/>
            <a:ext cx="8325484" cy="69596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SzPts val="1400"/>
              <a:buNone/>
            </a:pPr>
            <a:r>
              <a:rPr lang="en-US" sz="4400" b="0">
                <a:latin typeface="Cambria"/>
                <a:ea typeface="Cambria"/>
                <a:cs typeface="Cambria"/>
                <a:sym typeface="Cambria"/>
              </a:rPr>
              <a:t>Visualizing deep layers: Layer 2</a:t>
            </a:r>
            <a:endParaRPr sz="4400">
              <a:latin typeface="Cambria"/>
              <a:ea typeface="Cambria"/>
              <a:cs typeface="Cambria"/>
              <a:sym typeface="Cambria"/>
            </a:endParaRPr>
          </a:p>
        </p:txBody>
      </p:sp>
      <p:sp>
        <p:nvSpPr>
          <p:cNvPr id="479" name="Google Shape;479;p42"/>
          <p:cNvSpPr txBox="1"/>
          <p:nvPr/>
        </p:nvSpPr>
        <p:spPr>
          <a:xfrm>
            <a:off x="3096882" y="2598064"/>
            <a:ext cx="1103630" cy="39116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2400"/>
              <a:buFont typeface="Arial"/>
              <a:buNone/>
            </a:pPr>
            <a:r>
              <a:rPr lang="en-US" sz="2400" b="0" i="0" u="none" strike="noStrike" cap="none">
                <a:solidFill>
                  <a:srgbClr val="000000"/>
                </a:solidFill>
                <a:latin typeface="Cambria"/>
                <a:ea typeface="Cambria"/>
                <a:cs typeface="Cambria"/>
                <a:sym typeface="Cambria"/>
              </a:rPr>
              <a:t>Layer 2</a:t>
            </a:r>
            <a:endParaRPr sz="2400" b="0" i="0" u="none" strike="noStrike" cap="none">
              <a:solidFill>
                <a:srgbClr val="000000"/>
              </a:solidFill>
              <a:latin typeface="Cambria"/>
              <a:ea typeface="Cambria"/>
              <a:cs typeface="Cambria"/>
              <a:sym typeface="Cambria"/>
            </a:endParaRPr>
          </a:p>
        </p:txBody>
      </p:sp>
      <p:sp>
        <p:nvSpPr>
          <p:cNvPr id="480" name="Google Shape;480;p42"/>
          <p:cNvSpPr txBox="1"/>
          <p:nvPr/>
        </p:nvSpPr>
        <p:spPr>
          <a:xfrm>
            <a:off x="7967891" y="2596235"/>
            <a:ext cx="1103630" cy="39116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2400"/>
              <a:buFont typeface="Arial"/>
              <a:buNone/>
            </a:pPr>
            <a:r>
              <a:rPr lang="en-US" sz="2400" b="0" i="0" u="none" strike="noStrike" cap="none">
                <a:solidFill>
                  <a:srgbClr val="000000"/>
                </a:solidFill>
                <a:latin typeface="Cambria"/>
                <a:ea typeface="Cambria"/>
                <a:cs typeface="Cambria"/>
                <a:sym typeface="Cambria"/>
              </a:rPr>
              <a:t>Layer 4</a:t>
            </a:r>
            <a:endParaRPr sz="2400" b="0" i="0" u="none" strike="noStrike" cap="none">
              <a:solidFill>
                <a:srgbClr val="000000"/>
              </a:solidFill>
              <a:latin typeface="Cambria"/>
              <a:ea typeface="Cambria"/>
              <a:cs typeface="Cambria"/>
              <a:sym typeface="Cambria"/>
            </a:endParaRPr>
          </a:p>
        </p:txBody>
      </p:sp>
      <p:sp>
        <p:nvSpPr>
          <p:cNvPr id="481" name="Google Shape;481;p42"/>
          <p:cNvSpPr txBox="1"/>
          <p:nvPr/>
        </p:nvSpPr>
        <p:spPr>
          <a:xfrm>
            <a:off x="5677623" y="2598064"/>
            <a:ext cx="1103630" cy="39116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2400"/>
              <a:buFont typeface="Arial"/>
              <a:buNone/>
            </a:pPr>
            <a:r>
              <a:rPr lang="en-US" sz="2400" b="0" i="0" u="none" strike="noStrike" cap="none">
                <a:solidFill>
                  <a:srgbClr val="000000"/>
                </a:solidFill>
                <a:latin typeface="Cambria"/>
                <a:ea typeface="Cambria"/>
                <a:cs typeface="Cambria"/>
                <a:sym typeface="Cambria"/>
              </a:rPr>
              <a:t>Layer 3</a:t>
            </a:r>
            <a:endParaRPr sz="2400" b="0" i="0" u="none" strike="noStrike" cap="none">
              <a:solidFill>
                <a:srgbClr val="000000"/>
              </a:solidFill>
              <a:latin typeface="Cambria"/>
              <a:ea typeface="Cambria"/>
              <a:cs typeface="Cambria"/>
              <a:sym typeface="Cambria"/>
            </a:endParaRPr>
          </a:p>
        </p:txBody>
      </p:sp>
      <p:sp>
        <p:nvSpPr>
          <p:cNvPr id="482" name="Google Shape;482;p42"/>
          <p:cNvSpPr txBox="1"/>
          <p:nvPr/>
        </p:nvSpPr>
        <p:spPr>
          <a:xfrm>
            <a:off x="10336491" y="2598064"/>
            <a:ext cx="1103630" cy="39116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2400"/>
              <a:buFont typeface="Arial"/>
              <a:buNone/>
            </a:pPr>
            <a:r>
              <a:rPr lang="en-US" sz="2400" b="0" i="0" u="none" strike="noStrike" cap="none">
                <a:solidFill>
                  <a:srgbClr val="000000"/>
                </a:solidFill>
                <a:latin typeface="Cambria"/>
                <a:ea typeface="Cambria"/>
                <a:cs typeface="Cambria"/>
                <a:sym typeface="Cambria"/>
              </a:rPr>
              <a:t>Layer 5</a:t>
            </a:r>
            <a:endParaRPr sz="2400" b="0" i="0" u="none" strike="noStrike" cap="none">
              <a:solidFill>
                <a:srgbClr val="000000"/>
              </a:solidFill>
              <a:latin typeface="Cambria"/>
              <a:ea typeface="Cambria"/>
              <a:cs typeface="Cambria"/>
              <a:sym typeface="Cambria"/>
            </a:endParaRPr>
          </a:p>
        </p:txBody>
      </p:sp>
      <p:pic>
        <p:nvPicPr>
          <p:cNvPr id="483" name="Google Shape;483;p42"/>
          <p:cNvPicPr preferRelativeResize="0"/>
          <p:nvPr/>
        </p:nvPicPr>
        <p:blipFill rotWithShape="1">
          <a:blip r:embed="rId3">
            <a:alphaModFix/>
          </a:blip>
          <a:srcRect/>
          <a:stretch/>
        </p:blipFill>
        <p:spPr>
          <a:xfrm>
            <a:off x="2789897" y="908469"/>
            <a:ext cx="1729587" cy="1693367"/>
          </a:xfrm>
          <a:prstGeom prst="rect">
            <a:avLst/>
          </a:prstGeom>
          <a:noFill/>
          <a:ln>
            <a:noFill/>
          </a:ln>
        </p:spPr>
      </p:pic>
      <p:pic>
        <p:nvPicPr>
          <p:cNvPr id="484" name="Google Shape;484;p42"/>
          <p:cNvPicPr preferRelativeResize="0"/>
          <p:nvPr/>
        </p:nvPicPr>
        <p:blipFill rotWithShape="1">
          <a:blip r:embed="rId4">
            <a:alphaModFix/>
          </a:blip>
          <a:srcRect/>
          <a:stretch/>
        </p:blipFill>
        <p:spPr>
          <a:xfrm>
            <a:off x="5341277" y="935024"/>
            <a:ext cx="1680540" cy="1666811"/>
          </a:xfrm>
          <a:prstGeom prst="rect">
            <a:avLst/>
          </a:prstGeom>
          <a:noFill/>
          <a:ln>
            <a:noFill/>
          </a:ln>
        </p:spPr>
      </p:pic>
      <p:pic>
        <p:nvPicPr>
          <p:cNvPr id="485" name="Google Shape;485;p42"/>
          <p:cNvPicPr preferRelativeResize="0"/>
          <p:nvPr/>
        </p:nvPicPr>
        <p:blipFill rotWithShape="1">
          <a:blip r:embed="rId5">
            <a:alphaModFix/>
          </a:blip>
          <a:srcRect/>
          <a:stretch/>
        </p:blipFill>
        <p:spPr>
          <a:xfrm>
            <a:off x="7660767" y="935024"/>
            <a:ext cx="1729587" cy="1666811"/>
          </a:xfrm>
          <a:prstGeom prst="rect">
            <a:avLst/>
          </a:prstGeom>
          <a:noFill/>
          <a:ln>
            <a:noFill/>
          </a:ln>
        </p:spPr>
      </p:pic>
      <p:graphicFrame>
        <p:nvGraphicFramePr>
          <p:cNvPr id="486" name="Google Shape;486;p42"/>
          <p:cNvGraphicFramePr/>
          <p:nvPr/>
        </p:nvGraphicFramePr>
        <p:xfrm>
          <a:off x="5324746" y="925504"/>
          <a:ext cx="1685925" cy="1665000"/>
        </p:xfrm>
        <a:graphic>
          <a:graphicData uri="http://schemas.openxmlformats.org/drawingml/2006/table">
            <a:tbl>
              <a:tblPr firstRow="1" bandRow="1">
                <a:noFill/>
                <a:tableStyleId>{E4E72475-DB7F-40B9-A101-3155E80A10BE}</a:tableStyleId>
              </a:tblPr>
              <a:tblGrid>
                <a:gridCol w="561975">
                  <a:extLst>
                    <a:ext uri="{9D8B030D-6E8A-4147-A177-3AD203B41FA5}">
                      <a16:colId xmlns:a16="http://schemas.microsoft.com/office/drawing/2014/main" val="20000"/>
                    </a:ext>
                  </a:extLst>
                </a:gridCol>
                <a:gridCol w="561975">
                  <a:extLst>
                    <a:ext uri="{9D8B030D-6E8A-4147-A177-3AD203B41FA5}">
                      <a16:colId xmlns:a16="http://schemas.microsoft.com/office/drawing/2014/main" val="20001"/>
                    </a:ext>
                  </a:extLst>
                </a:gridCol>
                <a:gridCol w="561975">
                  <a:extLst>
                    <a:ext uri="{9D8B030D-6E8A-4147-A177-3AD203B41FA5}">
                      <a16:colId xmlns:a16="http://schemas.microsoft.com/office/drawing/2014/main" val="20002"/>
                    </a:ext>
                  </a:extLst>
                </a:gridCol>
              </a:tblGrid>
              <a:tr h="555000">
                <a:tc>
                  <a:txBody>
                    <a:bodyPr/>
                    <a:lstStyle/>
                    <a:p>
                      <a:pPr marL="0" marR="0" lvl="0" indent="0" algn="l" rtl="0">
                        <a:lnSpc>
                          <a:spcPct val="100000"/>
                        </a:lnSpc>
                        <a:spcBef>
                          <a:spcPts val="0"/>
                        </a:spcBef>
                        <a:spcAft>
                          <a:spcPts val="0"/>
                        </a:spcAft>
                        <a:buClr>
                          <a:srgbClr val="000000"/>
                        </a:buClr>
                        <a:buSzPts val="3300"/>
                        <a:buFont typeface="Arial"/>
                        <a:buNone/>
                      </a:pPr>
                      <a:endParaRPr sz="3300" u="none" strike="noStrike" cap="none">
                        <a:latin typeface="Times New Roman"/>
                        <a:ea typeface="Times New Roman"/>
                        <a:cs typeface="Times New Roman"/>
                        <a:sym typeface="Times New Roman"/>
                      </a:endParaRPr>
                    </a:p>
                  </a:txBody>
                  <a:tcPr marL="0" marR="0" marT="0" marB="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3300"/>
                        <a:buFont typeface="Arial"/>
                        <a:buNone/>
                      </a:pPr>
                      <a:endParaRPr sz="3300" u="none" strike="noStrike" cap="none">
                        <a:latin typeface="Times New Roman"/>
                        <a:ea typeface="Times New Roman"/>
                        <a:cs typeface="Times New Roman"/>
                        <a:sym typeface="Times New Roman"/>
                      </a:endParaRPr>
                    </a:p>
                  </a:txBody>
                  <a:tcPr marL="0" marR="0" marT="0" marB="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3300"/>
                        <a:buFont typeface="Arial"/>
                        <a:buNone/>
                      </a:pPr>
                      <a:endParaRPr sz="3300" u="none" strike="noStrike" cap="none">
                        <a:latin typeface="Times New Roman"/>
                        <a:ea typeface="Times New Roman"/>
                        <a:cs typeface="Times New Roman"/>
                        <a:sym typeface="Times New Roman"/>
                      </a:endParaRPr>
                    </a:p>
                  </a:txBody>
                  <a:tcPr marL="0" marR="0" marT="0" marB="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extLst>
                  <a:ext uri="{0D108BD9-81ED-4DB2-BD59-A6C34878D82A}">
                    <a16:rowId xmlns:a16="http://schemas.microsoft.com/office/drawing/2014/main" val="10000"/>
                  </a:ext>
                </a:extLst>
              </a:tr>
              <a:tr h="555000">
                <a:tc>
                  <a:txBody>
                    <a:bodyPr/>
                    <a:lstStyle/>
                    <a:p>
                      <a:pPr marL="0" marR="0" lvl="0" indent="0" algn="l" rtl="0">
                        <a:lnSpc>
                          <a:spcPct val="100000"/>
                        </a:lnSpc>
                        <a:spcBef>
                          <a:spcPts val="0"/>
                        </a:spcBef>
                        <a:spcAft>
                          <a:spcPts val="0"/>
                        </a:spcAft>
                        <a:buClr>
                          <a:srgbClr val="000000"/>
                        </a:buClr>
                        <a:buSzPts val="3300"/>
                        <a:buFont typeface="Arial"/>
                        <a:buNone/>
                      </a:pPr>
                      <a:endParaRPr sz="3300" u="none" strike="noStrike" cap="none">
                        <a:latin typeface="Times New Roman"/>
                        <a:ea typeface="Times New Roman"/>
                        <a:cs typeface="Times New Roman"/>
                        <a:sym typeface="Times New Roman"/>
                      </a:endParaRPr>
                    </a:p>
                  </a:txBody>
                  <a:tcPr marL="0" marR="0" marT="0" marB="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3300"/>
                        <a:buFont typeface="Arial"/>
                        <a:buNone/>
                      </a:pPr>
                      <a:endParaRPr sz="3300" u="none" strike="noStrike" cap="none">
                        <a:latin typeface="Times New Roman"/>
                        <a:ea typeface="Times New Roman"/>
                        <a:cs typeface="Times New Roman"/>
                        <a:sym typeface="Times New Roman"/>
                      </a:endParaRPr>
                    </a:p>
                  </a:txBody>
                  <a:tcPr marL="0" marR="0" marT="0" marB="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3300"/>
                        <a:buFont typeface="Arial"/>
                        <a:buNone/>
                      </a:pPr>
                      <a:endParaRPr sz="3300" u="none" strike="noStrike" cap="none">
                        <a:latin typeface="Times New Roman"/>
                        <a:ea typeface="Times New Roman"/>
                        <a:cs typeface="Times New Roman"/>
                        <a:sym typeface="Times New Roman"/>
                      </a:endParaRPr>
                    </a:p>
                  </a:txBody>
                  <a:tcPr marL="0" marR="0" marT="0" marB="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r h="555000">
                <a:tc>
                  <a:txBody>
                    <a:bodyPr/>
                    <a:lstStyle/>
                    <a:p>
                      <a:pPr marL="0" marR="0" lvl="0" indent="0" algn="l" rtl="0">
                        <a:lnSpc>
                          <a:spcPct val="100000"/>
                        </a:lnSpc>
                        <a:spcBef>
                          <a:spcPts val="0"/>
                        </a:spcBef>
                        <a:spcAft>
                          <a:spcPts val="0"/>
                        </a:spcAft>
                        <a:buClr>
                          <a:srgbClr val="000000"/>
                        </a:buClr>
                        <a:buSzPts val="3300"/>
                        <a:buFont typeface="Arial"/>
                        <a:buNone/>
                      </a:pPr>
                      <a:endParaRPr sz="3300" u="none" strike="noStrike" cap="none">
                        <a:latin typeface="Times New Roman"/>
                        <a:ea typeface="Times New Roman"/>
                        <a:cs typeface="Times New Roman"/>
                        <a:sym typeface="Times New Roman"/>
                      </a:endParaRPr>
                    </a:p>
                  </a:txBody>
                  <a:tcPr marL="0" marR="0" marT="0" marB="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3300"/>
                        <a:buFont typeface="Arial"/>
                        <a:buNone/>
                      </a:pPr>
                      <a:endParaRPr sz="3300" u="none" strike="noStrike" cap="none">
                        <a:latin typeface="Times New Roman"/>
                        <a:ea typeface="Times New Roman"/>
                        <a:cs typeface="Times New Roman"/>
                        <a:sym typeface="Times New Roman"/>
                      </a:endParaRPr>
                    </a:p>
                  </a:txBody>
                  <a:tcPr marL="0" marR="0" marT="0" marB="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3300"/>
                        <a:buFont typeface="Arial"/>
                        <a:buNone/>
                      </a:pPr>
                      <a:endParaRPr sz="3300" u="none" strike="noStrike" cap="none">
                        <a:latin typeface="Times New Roman"/>
                        <a:ea typeface="Times New Roman"/>
                        <a:cs typeface="Times New Roman"/>
                        <a:sym typeface="Times New Roman"/>
                      </a:endParaRPr>
                    </a:p>
                  </a:txBody>
                  <a:tcPr marL="0" marR="0" marT="0" marB="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extLst>
                  <a:ext uri="{0D108BD9-81ED-4DB2-BD59-A6C34878D82A}">
                    <a16:rowId xmlns:a16="http://schemas.microsoft.com/office/drawing/2014/main" val="10002"/>
                  </a:ext>
                </a:extLst>
              </a:tr>
            </a:tbl>
          </a:graphicData>
        </a:graphic>
      </p:graphicFrame>
      <p:pic>
        <p:nvPicPr>
          <p:cNvPr id="487" name="Google Shape;487;p42"/>
          <p:cNvPicPr preferRelativeResize="0"/>
          <p:nvPr/>
        </p:nvPicPr>
        <p:blipFill rotWithShape="1">
          <a:blip r:embed="rId6">
            <a:alphaModFix/>
          </a:blip>
          <a:srcRect/>
          <a:stretch/>
        </p:blipFill>
        <p:spPr>
          <a:xfrm>
            <a:off x="10029304" y="908189"/>
            <a:ext cx="1729587" cy="1693646"/>
          </a:xfrm>
          <a:prstGeom prst="rect">
            <a:avLst/>
          </a:prstGeom>
          <a:noFill/>
          <a:ln>
            <a:noFill/>
          </a:ln>
        </p:spPr>
      </p:pic>
      <p:graphicFrame>
        <p:nvGraphicFramePr>
          <p:cNvPr id="488" name="Google Shape;488;p42"/>
          <p:cNvGraphicFramePr/>
          <p:nvPr/>
        </p:nvGraphicFramePr>
        <p:xfrm>
          <a:off x="2801396" y="898669"/>
          <a:ext cx="1685925" cy="1665000"/>
        </p:xfrm>
        <a:graphic>
          <a:graphicData uri="http://schemas.openxmlformats.org/drawingml/2006/table">
            <a:tbl>
              <a:tblPr firstRow="1" bandRow="1">
                <a:noFill/>
                <a:tableStyleId>{E4E72475-DB7F-40B9-A101-3155E80A10BE}</a:tableStyleId>
              </a:tblPr>
              <a:tblGrid>
                <a:gridCol w="561975">
                  <a:extLst>
                    <a:ext uri="{9D8B030D-6E8A-4147-A177-3AD203B41FA5}">
                      <a16:colId xmlns:a16="http://schemas.microsoft.com/office/drawing/2014/main" val="20000"/>
                    </a:ext>
                  </a:extLst>
                </a:gridCol>
                <a:gridCol w="561975">
                  <a:extLst>
                    <a:ext uri="{9D8B030D-6E8A-4147-A177-3AD203B41FA5}">
                      <a16:colId xmlns:a16="http://schemas.microsoft.com/office/drawing/2014/main" val="20001"/>
                    </a:ext>
                  </a:extLst>
                </a:gridCol>
                <a:gridCol w="561975">
                  <a:extLst>
                    <a:ext uri="{9D8B030D-6E8A-4147-A177-3AD203B41FA5}">
                      <a16:colId xmlns:a16="http://schemas.microsoft.com/office/drawing/2014/main" val="20002"/>
                    </a:ext>
                  </a:extLst>
                </a:gridCol>
              </a:tblGrid>
              <a:tr h="555000">
                <a:tc>
                  <a:txBody>
                    <a:bodyPr/>
                    <a:lstStyle/>
                    <a:p>
                      <a:pPr marL="0" marR="0" lvl="0" indent="0" algn="l" rtl="0">
                        <a:lnSpc>
                          <a:spcPct val="100000"/>
                        </a:lnSpc>
                        <a:spcBef>
                          <a:spcPts val="0"/>
                        </a:spcBef>
                        <a:spcAft>
                          <a:spcPts val="0"/>
                        </a:spcAft>
                        <a:buClr>
                          <a:srgbClr val="000000"/>
                        </a:buClr>
                        <a:buSzPts val="3300"/>
                        <a:buFont typeface="Arial"/>
                        <a:buNone/>
                      </a:pPr>
                      <a:endParaRPr sz="3300" u="none" strike="noStrike" cap="none">
                        <a:latin typeface="Times New Roman"/>
                        <a:ea typeface="Times New Roman"/>
                        <a:cs typeface="Times New Roman"/>
                        <a:sym typeface="Times New Roman"/>
                      </a:endParaRPr>
                    </a:p>
                  </a:txBody>
                  <a:tcPr marL="0" marR="0" marT="0" marB="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3300"/>
                        <a:buFont typeface="Arial"/>
                        <a:buNone/>
                      </a:pPr>
                      <a:endParaRPr sz="3300" u="none" strike="noStrike" cap="none">
                        <a:latin typeface="Times New Roman"/>
                        <a:ea typeface="Times New Roman"/>
                        <a:cs typeface="Times New Roman"/>
                        <a:sym typeface="Times New Roman"/>
                      </a:endParaRPr>
                    </a:p>
                  </a:txBody>
                  <a:tcPr marL="0" marR="0" marT="0" marB="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3300"/>
                        <a:buFont typeface="Arial"/>
                        <a:buNone/>
                      </a:pPr>
                      <a:endParaRPr sz="3300" u="none" strike="noStrike" cap="none">
                        <a:latin typeface="Times New Roman"/>
                        <a:ea typeface="Times New Roman"/>
                        <a:cs typeface="Times New Roman"/>
                        <a:sym typeface="Times New Roman"/>
                      </a:endParaRPr>
                    </a:p>
                  </a:txBody>
                  <a:tcPr marL="0" marR="0" marT="0" marB="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extLst>
                  <a:ext uri="{0D108BD9-81ED-4DB2-BD59-A6C34878D82A}">
                    <a16:rowId xmlns:a16="http://schemas.microsoft.com/office/drawing/2014/main" val="10000"/>
                  </a:ext>
                </a:extLst>
              </a:tr>
              <a:tr h="555000">
                <a:tc>
                  <a:txBody>
                    <a:bodyPr/>
                    <a:lstStyle/>
                    <a:p>
                      <a:pPr marL="0" marR="0" lvl="0" indent="0" algn="l" rtl="0">
                        <a:lnSpc>
                          <a:spcPct val="100000"/>
                        </a:lnSpc>
                        <a:spcBef>
                          <a:spcPts val="0"/>
                        </a:spcBef>
                        <a:spcAft>
                          <a:spcPts val="0"/>
                        </a:spcAft>
                        <a:buClr>
                          <a:srgbClr val="000000"/>
                        </a:buClr>
                        <a:buSzPts val="3300"/>
                        <a:buFont typeface="Arial"/>
                        <a:buNone/>
                      </a:pPr>
                      <a:endParaRPr sz="3300" u="none" strike="noStrike" cap="none">
                        <a:latin typeface="Times New Roman"/>
                        <a:ea typeface="Times New Roman"/>
                        <a:cs typeface="Times New Roman"/>
                        <a:sym typeface="Times New Roman"/>
                      </a:endParaRPr>
                    </a:p>
                  </a:txBody>
                  <a:tcPr marL="0" marR="0" marT="0" marB="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3300"/>
                        <a:buFont typeface="Arial"/>
                        <a:buNone/>
                      </a:pPr>
                      <a:endParaRPr sz="3300" u="none" strike="noStrike" cap="none">
                        <a:latin typeface="Times New Roman"/>
                        <a:ea typeface="Times New Roman"/>
                        <a:cs typeface="Times New Roman"/>
                        <a:sym typeface="Times New Roman"/>
                      </a:endParaRPr>
                    </a:p>
                  </a:txBody>
                  <a:tcPr marL="0" marR="0" marT="0" marB="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3300"/>
                        <a:buFont typeface="Arial"/>
                        <a:buNone/>
                      </a:pPr>
                      <a:endParaRPr sz="3300" u="none" strike="noStrike" cap="none">
                        <a:latin typeface="Times New Roman"/>
                        <a:ea typeface="Times New Roman"/>
                        <a:cs typeface="Times New Roman"/>
                        <a:sym typeface="Times New Roman"/>
                      </a:endParaRPr>
                    </a:p>
                  </a:txBody>
                  <a:tcPr marL="0" marR="0" marT="0" marB="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r h="555000">
                <a:tc>
                  <a:txBody>
                    <a:bodyPr/>
                    <a:lstStyle/>
                    <a:p>
                      <a:pPr marL="0" marR="0" lvl="0" indent="0" algn="l" rtl="0">
                        <a:lnSpc>
                          <a:spcPct val="100000"/>
                        </a:lnSpc>
                        <a:spcBef>
                          <a:spcPts val="0"/>
                        </a:spcBef>
                        <a:spcAft>
                          <a:spcPts val="0"/>
                        </a:spcAft>
                        <a:buClr>
                          <a:srgbClr val="000000"/>
                        </a:buClr>
                        <a:buSzPts val="3300"/>
                        <a:buFont typeface="Arial"/>
                        <a:buNone/>
                      </a:pPr>
                      <a:endParaRPr sz="3300" u="none" strike="noStrike" cap="none">
                        <a:latin typeface="Times New Roman"/>
                        <a:ea typeface="Times New Roman"/>
                        <a:cs typeface="Times New Roman"/>
                        <a:sym typeface="Times New Roman"/>
                      </a:endParaRPr>
                    </a:p>
                  </a:txBody>
                  <a:tcPr marL="0" marR="0" marT="0" marB="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3300"/>
                        <a:buFont typeface="Arial"/>
                        <a:buNone/>
                      </a:pPr>
                      <a:endParaRPr sz="3300" u="none" strike="noStrike" cap="none">
                        <a:latin typeface="Times New Roman"/>
                        <a:ea typeface="Times New Roman"/>
                        <a:cs typeface="Times New Roman"/>
                        <a:sym typeface="Times New Roman"/>
                      </a:endParaRPr>
                    </a:p>
                  </a:txBody>
                  <a:tcPr marL="0" marR="0" marT="0" marB="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3300"/>
                        <a:buFont typeface="Arial"/>
                        <a:buNone/>
                      </a:pPr>
                      <a:endParaRPr sz="3300" u="none" strike="noStrike" cap="none">
                        <a:latin typeface="Times New Roman"/>
                        <a:ea typeface="Times New Roman"/>
                        <a:cs typeface="Times New Roman"/>
                        <a:sym typeface="Times New Roman"/>
                      </a:endParaRPr>
                    </a:p>
                  </a:txBody>
                  <a:tcPr marL="0" marR="0" marT="0" marB="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extLst>
                  <a:ext uri="{0D108BD9-81ED-4DB2-BD59-A6C34878D82A}">
                    <a16:rowId xmlns:a16="http://schemas.microsoft.com/office/drawing/2014/main" val="10002"/>
                  </a:ext>
                </a:extLst>
              </a:tr>
            </a:tbl>
          </a:graphicData>
        </a:graphic>
      </p:graphicFrame>
      <p:pic>
        <p:nvPicPr>
          <p:cNvPr id="489" name="Google Shape;489;p42"/>
          <p:cNvPicPr preferRelativeResize="0"/>
          <p:nvPr/>
        </p:nvPicPr>
        <p:blipFill rotWithShape="1">
          <a:blip r:embed="rId7">
            <a:alphaModFix/>
          </a:blip>
          <a:srcRect/>
          <a:stretch/>
        </p:blipFill>
        <p:spPr>
          <a:xfrm>
            <a:off x="423765" y="908189"/>
            <a:ext cx="1729582" cy="1693646"/>
          </a:xfrm>
          <a:prstGeom prst="rect">
            <a:avLst/>
          </a:prstGeom>
          <a:noFill/>
          <a:ln>
            <a:noFill/>
          </a:ln>
        </p:spPr>
      </p:pic>
      <p:sp>
        <p:nvSpPr>
          <p:cNvPr id="490" name="Google Shape;490;p42"/>
          <p:cNvSpPr txBox="1"/>
          <p:nvPr/>
        </p:nvSpPr>
        <p:spPr>
          <a:xfrm>
            <a:off x="728346" y="2596070"/>
            <a:ext cx="1103630" cy="39116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2400"/>
              <a:buFont typeface="Arial"/>
              <a:buNone/>
            </a:pPr>
            <a:r>
              <a:rPr lang="en-US" sz="2400" b="0" i="0" u="none" strike="noStrike" cap="none">
                <a:solidFill>
                  <a:srgbClr val="000000"/>
                </a:solidFill>
                <a:latin typeface="Cambria"/>
                <a:ea typeface="Cambria"/>
                <a:cs typeface="Cambria"/>
                <a:sym typeface="Cambria"/>
              </a:rPr>
              <a:t>Layer 1</a:t>
            </a:r>
            <a:endParaRPr sz="2400" b="0" i="0" u="none" strike="noStrike" cap="none">
              <a:solidFill>
                <a:srgbClr val="000000"/>
              </a:solidFill>
              <a:latin typeface="Cambria"/>
              <a:ea typeface="Cambria"/>
              <a:cs typeface="Cambria"/>
              <a:sym typeface="Cambria"/>
            </a:endParaRPr>
          </a:p>
        </p:txBody>
      </p:sp>
      <p:pic>
        <p:nvPicPr>
          <p:cNvPr id="491" name="Google Shape;491;p42"/>
          <p:cNvPicPr preferRelativeResize="0"/>
          <p:nvPr/>
        </p:nvPicPr>
        <p:blipFill rotWithShape="1">
          <a:blip r:embed="rId3">
            <a:alphaModFix/>
          </a:blip>
          <a:srcRect/>
          <a:stretch/>
        </p:blipFill>
        <p:spPr>
          <a:xfrm>
            <a:off x="1787598" y="3058088"/>
            <a:ext cx="3861104" cy="3780243"/>
          </a:xfrm>
          <a:prstGeom prst="rect">
            <a:avLst/>
          </a:prstGeom>
          <a:noFill/>
          <a:ln>
            <a:noFill/>
          </a:ln>
        </p:spPr>
      </p:pic>
      <p:graphicFrame>
        <p:nvGraphicFramePr>
          <p:cNvPr id="492" name="Google Shape;492;p42"/>
          <p:cNvGraphicFramePr/>
          <p:nvPr/>
        </p:nvGraphicFramePr>
        <p:xfrm>
          <a:off x="1759640" y="3037527"/>
          <a:ext cx="3766200" cy="3718575"/>
        </p:xfrm>
        <a:graphic>
          <a:graphicData uri="http://schemas.openxmlformats.org/drawingml/2006/table">
            <a:tbl>
              <a:tblPr firstRow="1" bandRow="1">
                <a:noFill/>
                <a:tableStyleId>{E4E72475-DB7F-40B9-A101-3155E80A10BE}</a:tableStyleId>
              </a:tblPr>
              <a:tblGrid>
                <a:gridCol w="1255400">
                  <a:extLst>
                    <a:ext uri="{9D8B030D-6E8A-4147-A177-3AD203B41FA5}">
                      <a16:colId xmlns:a16="http://schemas.microsoft.com/office/drawing/2014/main" val="20000"/>
                    </a:ext>
                  </a:extLst>
                </a:gridCol>
                <a:gridCol w="1255400">
                  <a:extLst>
                    <a:ext uri="{9D8B030D-6E8A-4147-A177-3AD203B41FA5}">
                      <a16:colId xmlns:a16="http://schemas.microsoft.com/office/drawing/2014/main" val="20001"/>
                    </a:ext>
                  </a:extLst>
                </a:gridCol>
                <a:gridCol w="1255400">
                  <a:extLst>
                    <a:ext uri="{9D8B030D-6E8A-4147-A177-3AD203B41FA5}">
                      <a16:colId xmlns:a16="http://schemas.microsoft.com/office/drawing/2014/main" val="20002"/>
                    </a:ext>
                  </a:extLst>
                </a:gridCol>
              </a:tblGrid>
              <a:tr h="1239525">
                <a:tc>
                  <a:txBody>
                    <a:bodyPr/>
                    <a:lstStyle/>
                    <a:p>
                      <a:pPr marL="0" marR="0" lvl="0" indent="0" algn="l" rtl="0">
                        <a:lnSpc>
                          <a:spcPct val="100000"/>
                        </a:lnSpc>
                        <a:spcBef>
                          <a:spcPts val="0"/>
                        </a:spcBef>
                        <a:spcAft>
                          <a:spcPts val="0"/>
                        </a:spcAft>
                        <a:buClr>
                          <a:srgbClr val="000000"/>
                        </a:buClr>
                        <a:buSzPts val="3300"/>
                        <a:buFont typeface="Arial"/>
                        <a:buNone/>
                      </a:pPr>
                      <a:endParaRPr sz="3300" u="none" strike="noStrike" cap="none">
                        <a:latin typeface="Times New Roman"/>
                        <a:ea typeface="Times New Roman"/>
                        <a:cs typeface="Times New Roman"/>
                        <a:sym typeface="Times New Roman"/>
                      </a:endParaRPr>
                    </a:p>
                  </a:txBody>
                  <a:tcPr marL="0" marR="0" marT="0" marB="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3300"/>
                        <a:buFont typeface="Arial"/>
                        <a:buNone/>
                      </a:pPr>
                      <a:endParaRPr sz="3300" u="none" strike="noStrike" cap="none">
                        <a:latin typeface="Times New Roman"/>
                        <a:ea typeface="Times New Roman"/>
                        <a:cs typeface="Times New Roman"/>
                        <a:sym typeface="Times New Roman"/>
                      </a:endParaRPr>
                    </a:p>
                  </a:txBody>
                  <a:tcPr marL="0" marR="0" marT="0" marB="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3300"/>
                        <a:buFont typeface="Arial"/>
                        <a:buNone/>
                      </a:pPr>
                      <a:endParaRPr sz="3300" u="none" strike="noStrike" cap="none">
                        <a:latin typeface="Times New Roman"/>
                        <a:ea typeface="Times New Roman"/>
                        <a:cs typeface="Times New Roman"/>
                        <a:sym typeface="Times New Roman"/>
                      </a:endParaRPr>
                    </a:p>
                  </a:txBody>
                  <a:tcPr marL="0" marR="0" marT="0" marB="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extLst>
                  <a:ext uri="{0D108BD9-81ED-4DB2-BD59-A6C34878D82A}">
                    <a16:rowId xmlns:a16="http://schemas.microsoft.com/office/drawing/2014/main" val="10000"/>
                  </a:ext>
                </a:extLst>
              </a:tr>
              <a:tr h="1239525">
                <a:tc>
                  <a:txBody>
                    <a:bodyPr/>
                    <a:lstStyle/>
                    <a:p>
                      <a:pPr marL="0" marR="0" lvl="0" indent="0" algn="l" rtl="0">
                        <a:lnSpc>
                          <a:spcPct val="100000"/>
                        </a:lnSpc>
                        <a:spcBef>
                          <a:spcPts val="0"/>
                        </a:spcBef>
                        <a:spcAft>
                          <a:spcPts val="0"/>
                        </a:spcAft>
                        <a:buClr>
                          <a:srgbClr val="000000"/>
                        </a:buClr>
                        <a:buSzPts val="3300"/>
                        <a:buFont typeface="Arial"/>
                        <a:buNone/>
                      </a:pPr>
                      <a:endParaRPr sz="3300" u="none" strike="noStrike" cap="none">
                        <a:latin typeface="Times New Roman"/>
                        <a:ea typeface="Times New Roman"/>
                        <a:cs typeface="Times New Roman"/>
                        <a:sym typeface="Times New Roman"/>
                      </a:endParaRPr>
                    </a:p>
                  </a:txBody>
                  <a:tcPr marL="0" marR="0" marT="0" marB="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3300"/>
                        <a:buFont typeface="Arial"/>
                        <a:buNone/>
                      </a:pPr>
                      <a:endParaRPr sz="3300" u="none" strike="noStrike" cap="none">
                        <a:latin typeface="Times New Roman"/>
                        <a:ea typeface="Times New Roman"/>
                        <a:cs typeface="Times New Roman"/>
                        <a:sym typeface="Times New Roman"/>
                      </a:endParaRPr>
                    </a:p>
                  </a:txBody>
                  <a:tcPr marL="0" marR="0" marT="0" marB="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3300"/>
                        <a:buFont typeface="Arial"/>
                        <a:buNone/>
                      </a:pPr>
                      <a:endParaRPr sz="3300" u="none" strike="noStrike" cap="none">
                        <a:latin typeface="Times New Roman"/>
                        <a:ea typeface="Times New Roman"/>
                        <a:cs typeface="Times New Roman"/>
                        <a:sym typeface="Times New Roman"/>
                      </a:endParaRPr>
                    </a:p>
                  </a:txBody>
                  <a:tcPr marL="0" marR="0" marT="0" marB="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r h="1239525">
                <a:tc>
                  <a:txBody>
                    <a:bodyPr/>
                    <a:lstStyle/>
                    <a:p>
                      <a:pPr marL="0" marR="0" lvl="0" indent="0" algn="l" rtl="0">
                        <a:lnSpc>
                          <a:spcPct val="100000"/>
                        </a:lnSpc>
                        <a:spcBef>
                          <a:spcPts val="0"/>
                        </a:spcBef>
                        <a:spcAft>
                          <a:spcPts val="0"/>
                        </a:spcAft>
                        <a:buClr>
                          <a:srgbClr val="000000"/>
                        </a:buClr>
                        <a:buSzPts val="3300"/>
                        <a:buFont typeface="Arial"/>
                        <a:buNone/>
                      </a:pPr>
                      <a:endParaRPr sz="3300" u="none" strike="noStrike" cap="none">
                        <a:latin typeface="Times New Roman"/>
                        <a:ea typeface="Times New Roman"/>
                        <a:cs typeface="Times New Roman"/>
                        <a:sym typeface="Times New Roman"/>
                      </a:endParaRPr>
                    </a:p>
                  </a:txBody>
                  <a:tcPr marL="0" marR="0" marT="0" marB="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3300"/>
                        <a:buFont typeface="Arial"/>
                        <a:buNone/>
                      </a:pPr>
                      <a:endParaRPr sz="3300" u="none" strike="noStrike" cap="none">
                        <a:latin typeface="Times New Roman"/>
                        <a:ea typeface="Times New Roman"/>
                        <a:cs typeface="Times New Roman"/>
                        <a:sym typeface="Times New Roman"/>
                      </a:endParaRPr>
                    </a:p>
                  </a:txBody>
                  <a:tcPr marL="0" marR="0" marT="0" marB="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3300"/>
                        <a:buFont typeface="Arial"/>
                        <a:buNone/>
                      </a:pPr>
                      <a:endParaRPr sz="3300" u="none" strike="noStrike" cap="none">
                        <a:latin typeface="Times New Roman"/>
                        <a:ea typeface="Times New Roman"/>
                        <a:cs typeface="Times New Roman"/>
                        <a:sym typeface="Times New Roman"/>
                      </a:endParaRPr>
                    </a:p>
                  </a:txBody>
                  <a:tcPr marL="0" marR="0" marT="0" marB="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extLst>
                  <a:ext uri="{0D108BD9-81ED-4DB2-BD59-A6C34878D82A}">
                    <a16:rowId xmlns:a16="http://schemas.microsoft.com/office/drawing/2014/main" val="10002"/>
                  </a:ext>
                </a:extLst>
              </a:tr>
            </a:tbl>
          </a:graphicData>
        </a:graphic>
      </p:graphicFrame>
      <p:pic>
        <p:nvPicPr>
          <p:cNvPr id="493" name="Google Shape;493;p42"/>
          <p:cNvPicPr preferRelativeResize="0"/>
          <p:nvPr/>
        </p:nvPicPr>
        <p:blipFill rotWithShape="1">
          <a:blip r:embed="rId8">
            <a:alphaModFix/>
          </a:blip>
          <a:srcRect/>
          <a:stretch/>
        </p:blipFill>
        <p:spPr>
          <a:xfrm>
            <a:off x="10734473" y="0"/>
            <a:ext cx="1448025" cy="796414"/>
          </a:xfrm>
          <a:prstGeom prst="rect">
            <a:avLst/>
          </a:prstGeom>
          <a:noFill/>
          <a:ln>
            <a:noFill/>
          </a:ln>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MasterSp="0">
  <p:cSld>
    <p:spTree>
      <p:nvGrpSpPr>
        <p:cNvPr id="1" name="Shape 497"/>
        <p:cNvGrpSpPr/>
        <p:nvPr/>
      </p:nvGrpSpPr>
      <p:grpSpPr>
        <a:xfrm>
          <a:off x="0" y="0"/>
          <a:ext cx="0" cy="0"/>
          <a:chOff x="0" y="0"/>
          <a:chExt cx="0" cy="0"/>
        </a:xfrm>
      </p:grpSpPr>
      <p:sp>
        <p:nvSpPr>
          <p:cNvPr id="498" name="Google Shape;498;p43"/>
          <p:cNvSpPr txBox="1">
            <a:spLocks noGrp="1"/>
          </p:cNvSpPr>
          <p:nvPr>
            <p:ph type="title"/>
          </p:nvPr>
        </p:nvSpPr>
        <p:spPr>
          <a:xfrm>
            <a:off x="261620" y="139700"/>
            <a:ext cx="8325484" cy="69596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SzPts val="1400"/>
              <a:buNone/>
            </a:pPr>
            <a:r>
              <a:rPr lang="en-US" sz="4400" b="0">
                <a:latin typeface="Cambria"/>
                <a:ea typeface="Cambria"/>
                <a:cs typeface="Cambria"/>
                <a:sym typeface="Cambria"/>
              </a:rPr>
              <a:t>Visualizing deep layers: Layer 3</a:t>
            </a:r>
            <a:endParaRPr sz="4400">
              <a:latin typeface="Cambria"/>
              <a:ea typeface="Cambria"/>
              <a:cs typeface="Cambria"/>
              <a:sym typeface="Cambria"/>
            </a:endParaRPr>
          </a:p>
        </p:txBody>
      </p:sp>
      <p:sp>
        <p:nvSpPr>
          <p:cNvPr id="499" name="Google Shape;499;p43"/>
          <p:cNvSpPr txBox="1"/>
          <p:nvPr/>
        </p:nvSpPr>
        <p:spPr>
          <a:xfrm>
            <a:off x="3096882" y="2598064"/>
            <a:ext cx="1103630" cy="39116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2400"/>
              <a:buFont typeface="Arial"/>
              <a:buNone/>
            </a:pPr>
            <a:r>
              <a:rPr lang="en-US" sz="2400" b="0" i="0" u="none" strike="noStrike" cap="none">
                <a:solidFill>
                  <a:srgbClr val="000000"/>
                </a:solidFill>
                <a:latin typeface="Cambria"/>
                <a:ea typeface="Cambria"/>
                <a:cs typeface="Cambria"/>
                <a:sym typeface="Cambria"/>
              </a:rPr>
              <a:t>Layer 2</a:t>
            </a:r>
            <a:endParaRPr sz="2400" b="0" i="0" u="none" strike="noStrike" cap="none">
              <a:solidFill>
                <a:srgbClr val="000000"/>
              </a:solidFill>
              <a:latin typeface="Cambria"/>
              <a:ea typeface="Cambria"/>
              <a:cs typeface="Cambria"/>
              <a:sym typeface="Cambria"/>
            </a:endParaRPr>
          </a:p>
        </p:txBody>
      </p:sp>
      <p:sp>
        <p:nvSpPr>
          <p:cNvPr id="500" name="Google Shape;500;p43"/>
          <p:cNvSpPr txBox="1"/>
          <p:nvPr/>
        </p:nvSpPr>
        <p:spPr>
          <a:xfrm>
            <a:off x="7967891" y="2596235"/>
            <a:ext cx="1103630" cy="39116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2400"/>
              <a:buFont typeface="Arial"/>
              <a:buNone/>
            </a:pPr>
            <a:r>
              <a:rPr lang="en-US" sz="2400" b="0" i="0" u="none" strike="noStrike" cap="none">
                <a:solidFill>
                  <a:srgbClr val="000000"/>
                </a:solidFill>
                <a:latin typeface="Cambria"/>
                <a:ea typeface="Cambria"/>
                <a:cs typeface="Cambria"/>
                <a:sym typeface="Cambria"/>
              </a:rPr>
              <a:t>Layer 4</a:t>
            </a:r>
            <a:endParaRPr sz="2400" b="0" i="0" u="none" strike="noStrike" cap="none">
              <a:solidFill>
                <a:srgbClr val="000000"/>
              </a:solidFill>
              <a:latin typeface="Cambria"/>
              <a:ea typeface="Cambria"/>
              <a:cs typeface="Cambria"/>
              <a:sym typeface="Cambria"/>
            </a:endParaRPr>
          </a:p>
        </p:txBody>
      </p:sp>
      <p:sp>
        <p:nvSpPr>
          <p:cNvPr id="501" name="Google Shape;501;p43"/>
          <p:cNvSpPr txBox="1"/>
          <p:nvPr/>
        </p:nvSpPr>
        <p:spPr>
          <a:xfrm>
            <a:off x="5677623" y="2598064"/>
            <a:ext cx="1103630" cy="39116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2400"/>
              <a:buFont typeface="Arial"/>
              <a:buNone/>
            </a:pPr>
            <a:r>
              <a:rPr lang="en-US" sz="2400" b="0" i="0" u="none" strike="noStrike" cap="none">
                <a:solidFill>
                  <a:srgbClr val="000000"/>
                </a:solidFill>
                <a:latin typeface="Cambria"/>
                <a:ea typeface="Cambria"/>
                <a:cs typeface="Cambria"/>
                <a:sym typeface="Cambria"/>
              </a:rPr>
              <a:t>Layer 3</a:t>
            </a:r>
            <a:endParaRPr sz="2400" b="0" i="0" u="none" strike="noStrike" cap="none">
              <a:solidFill>
                <a:srgbClr val="000000"/>
              </a:solidFill>
              <a:latin typeface="Cambria"/>
              <a:ea typeface="Cambria"/>
              <a:cs typeface="Cambria"/>
              <a:sym typeface="Cambria"/>
            </a:endParaRPr>
          </a:p>
        </p:txBody>
      </p:sp>
      <p:sp>
        <p:nvSpPr>
          <p:cNvPr id="502" name="Google Shape;502;p43"/>
          <p:cNvSpPr txBox="1"/>
          <p:nvPr/>
        </p:nvSpPr>
        <p:spPr>
          <a:xfrm>
            <a:off x="10336491" y="2598064"/>
            <a:ext cx="1103630" cy="39116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2400"/>
              <a:buFont typeface="Arial"/>
              <a:buNone/>
            </a:pPr>
            <a:r>
              <a:rPr lang="en-US" sz="2400" b="0" i="0" u="none" strike="noStrike" cap="none">
                <a:solidFill>
                  <a:srgbClr val="000000"/>
                </a:solidFill>
                <a:latin typeface="Cambria"/>
                <a:ea typeface="Cambria"/>
                <a:cs typeface="Cambria"/>
                <a:sym typeface="Cambria"/>
              </a:rPr>
              <a:t>Layer 5</a:t>
            </a:r>
            <a:endParaRPr sz="2400" b="0" i="0" u="none" strike="noStrike" cap="none">
              <a:solidFill>
                <a:srgbClr val="000000"/>
              </a:solidFill>
              <a:latin typeface="Cambria"/>
              <a:ea typeface="Cambria"/>
              <a:cs typeface="Cambria"/>
              <a:sym typeface="Cambria"/>
            </a:endParaRPr>
          </a:p>
        </p:txBody>
      </p:sp>
      <p:pic>
        <p:nvPicPr>
          <p:cNvPr id="503" name="Google Shape;503;p43"/>
          <p:cNvPicPr preferRelativeResize="0"/>
          <p:nvPr/>
        </p:nvPicPr>
        <p:blipFill rotWithShape="1">
          <a:blip r:embed="rId3">
            <a:alphaModFix/>
          </a:blip>
          <a:srcRect/>
          <a:stretch/>
        </p:blipFill>
        <p:spPr>
          <a:xfrm>
            <a:off x="2789897" y="908469"/>
            <a:ext cx="1729587" cy="1693367"/>
          </a:xfrm>
          <a:prstGeom prst="rect">
            <a:avLst/>
          </a:prstGeom>
          <a:noFill/>
          <a:ln>
            <a:noFill/>
          </a:ln>
        </p:spPr>
      </p:pic>
      <p:pic>
        <p:nvPicPr>
          <p:cNvPr id="504" name="Google Shape;504;p43"/>
          <p:cNvPicPr preferRelativeResize="0"/>
          <p:nvPr/>
        </p:nvPicPr>
        <p:blipFill rotWithShape="1">
          <a:blip r:embed="rId4">
            <a:alphaModFix/>
          </a:blip>
          <a:srcRect/>
          <a:stretch/>
        </p:blipFill>
        <p:spPr>
          <a:xfrm>
            <a:off x="5341277" y="935024"/>
            <a:ext cx="1680540" cy="1666811"/>
          </a:xfrm>
          <a:prstGeom prst="rect">
            <a:avLst/>
          </a:prstGeom>
          <a:noFill/>
          <a:ln>
            <a:noFill/>
          </a:ln>
        </p:spPr>
      </p:pic>
      <p:pic>
        <p:nvPicPr>
          <p:cNvPr id="505" name="Google Shape;505;p43"/>
          <p:cNvPicPr preferRelativeResize="0"/>
          <p:nvPr/>
        </p:nvPicPr>
        <p:blipFill rotWithShape="1">
          <a:blip r:embed="rId5">
            <a:alphaModFix/>
          </a:blip>
          <a:srcRect/>
          <a:stretch/>
        </p:blipFill>
        <p:spPr>
          <a:xfrm>
            <a:off x="7660767" y="935024"/>
            <a:ext cx="1729587" cy="1666811"/>
          </a:xfrm>
          <a:prstGeom prst="rect">
            <a:avLst/>
          </a:prstGeom>
          <a:noFill/>
          <a:ln>
            <a:noFill/>
          </a:ln>
        </p:spPr>
      </p:pic>
      <p:graphicFrame>
        <p:nvGraphicFramePr>
          <p:cNvPr id="506" name="Google Shape;506;p43"/>
          <p:cNvGraphicFramePr/>
          <p:nvPr/>
        </p:nvGraphicFramePr>
        <p:xfrm>
          <a:off x="5324746" y="925504"/>
          <a:ext cx="1685925" cy="1665000"/>
        </p:xfrm>
        <a:graphic>
          <a:graphicData uri="http://schemas.openxmlformats.org/drawingml/2006/table">
            <a:tbl>
              <a:tblPr firstRow="1" bandRow="1">
                <a:noFill/>
                <a:tableStyleId>{E4E72475-DB7F-40B9-A101-3155E80A10BE}</a:tableStyleId>
              </a:tblPr>
              <a:tblGrid>
                <a:gridCol w="561975">
                  <a:extLst>
                    <a:ext uri="{9D8B030D-6E8A-4147-A177-3AD203B41FA5}">
                      <a16:colId xmlns:a16="http://schemas.microsoft.com/office/drawing/2014/main" val="20000"/>
                    </a:ext>
                  </a:extLst>
                </a:gridCol>
                <a:gridCol w="561975">
                  <a:extLst>
                    <a:ext uri="{9D8B030D-6E8A-4147-A177-3AD203B41FA5}">
                      <a16:colId xmlns:a16="http://schemas.microsoft.com/office/drawing/2014/main" val="20001"/>
                    </a:ext>
                  </a:extLst>
                </a:gridCol>
                <a:gridCol w="561975">
                  <a:extLst>
                    <a:ext uri="{9D8B030D-6E8A-4147-A177-3AD203B41FA5}">
                      <a16:colId xmlns:a16="http://schemas.microsoft.com/office/drawing/2014/main" val="20002"/>
                    </a:ext>
                  </a:extLst>
                </a:gridCol>
              </a:tblGrid>
              <a:tr h="555000">
                <a:tc>
                  <a:txBody>
                    <a:bodyPr/>
                    <a:lstStyle/>
                    <a:p>
                      <a:pPr marL="0" marR="0" lvl="0" indent="0" algn="l" rtl="0">
                        <a:lnSpc>
                          <a:spcPct val="100000"/>
                        </a:lnSpc>
                        <a:spcBef>
                          <a:spcPts val="0"/>
                        </a:spcBef>
                        <a:spcAft>
                          <a:spcPts val="0"/>
                        </a:spcAft>
                        <a:buClr>
                          <a:srgbClr val="000000"/>
                        </a:buClr>
                        <a:buSzPts val="3300"/>
                        <a:buFont typeface="Arial"/>
                        <a:buNone/>
                      </a:pPr>
                      <a:endParaRPr sz="3300" u="none" strike="noStrike" cap="none">
                        <a:latin typeface="Times New Roman"/>
                        <a:ea typeface="Times New Roman"/>
                        <a:cs typeface="Times New Roman"/>
                        <a:sym typeface="Times New Roman"/>
                      </a:endParaRPr>
                    </a:p>
                  </a:txBody>
                  <a:tcPr marL="0" marR="0" marT="0" marB="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3300"/>
                        <a:buFont typeface="Arial"/>
                        <a:buNone/>
                      </a:pPr>
                      <a:endParaRPr sz="3300" u="none" strike="noStrike" cap="none">
                        <a:latin typeface="Times New Roman"/>
                        <a:ea typeface="Times New Roman"/>
                        <a:cs typeface="Times New Roman"/>
                        <a:sym typeface="Times New Roman"/>
                      </a:endParaRPr>
                    </a:p>
                  </a:txBody>
                  <a:tcPr marL="0" marR="0" marT="0" marB="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3300"/>
                        <a:buFont typeface="Arial"/>
                        <a:buNone/>
                      </a:pPr>
                      <a:endParaRPr sz="3300" u="none" strike="noStrike" cap="none">
                        <a:latin typeface="Times New Roman"/>
                        <a:ea typeface="Times New Roman"/>
                        <a:cs typeface="Times New Roman"/>
                        <a:sym typeface="Times New Roman"/>
                      </a:endParaRPr>
                    </a:p>
                  </a:txBody>
                  <a:tcPr marL="0" marR="0" marT="0" marB="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extLst>
                  <a:ext uri="{0D108BD9-81ED-4DB2-BD59-A6C34878D82A}">
                    <a16:rowId xmlns:a16="http://schemas.microsoft.com/office/drawing/2014/main" val="10000"/>
                  </a:ext>
                </a:extLst>
              </a:tr>
              <a:tr h="555000">
                <a:tc>
                  <a:txBody>
                    <a:bodyPr/>
                    <a:lstStyle/>
                    <a:p>
                      <a:pPr marL="0" marR="0" lvl="0" indent="0" algn="l" rtl="0">
                        <a:lnSpc>
                          <a:spcPct val="100000"/>
                        </a:lnSpc>
                        <a:spcBef>
                          <a:spcPts val="0"/>
                        </a:spcBef>
                        <a:spcAft>
                          <a:spcPts val="0"/>
                        </a:spcAft>
                        <a:buClr>
                          <a:srgbClr val="000000"/>
                        </a:buClr>
                        <a:buSzPts val="3300"/>
                        <a:buFont typeface="Arial"/>
                        <a:buNone/>
                      </a:pPr>
                      <a:endParaRPr sz="3300" u="none" strike="noStrike" cap="none">
                        <a:latin typeface="Times New Roman"/>
                        <a:ea typeface="Times New Roman"/>
                        <a:cs typeface="Times New Roman"/>
                        <a:sym typeface="Times New Roman"/>
                      </a:endParaRPr>
                    </a:p>
                  </a:txBody>
                  <a:tcPr marL="0" marR="0" marT="0" marB="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3300"/>
                        <a:buFont typeface="Arial"/>
                        <a:buNone/>
                      </a:pPr>
                      <a:endParaRPr sz="3300" u="none" strike="noStrike" cap="none">
                        <a:latin typeface="Times New Roman"/>
                        <a:ea typeface="Times New Roman"/>
                        <a:cs typeface="Times New Roman"/>
                        <a:sym typeface="Times New Roman"/>
                      </a:endParaRPr>
                    </a:p>
                  </a:txBody>
                  <a:tcPr marL="0" marR="0" marT="0" marB="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3300"/>
                        <a:buFont typeface="Arial"/>
                        <a:buNone/>
                      </a:pPr>
                      <a:endParaRPr sz="3300" u="none" strike="noStrike" cap="none">
                        <a:latin typeface="Times New Roman"/>
                        <a:ea typeface="Times New Roman"/>
                        <a:cs typeface="Times New Roman"/>
                        <a:sym typeface="Times New Roman"/>
                      </a:endParaRPr>
                    </a:p>
                  </a:txBody>
                  <a:tcPr marL="0" marR="0" marT="0" marB="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r h="555000">
                <a:tc>
                  <a:txBody>
                    <a:bodyPr/>
                    <a:lstStyle/>
                    <a:p>
                      <a:pPr marL="0" marR="0" lvl="0" indent="0" algn="l" rtl="0">
                        <a:lnSpc>
                          <a:spcPct val="100000"/>
                        </a:lnSpc>
                        <a:spcBef>
                          <a:spcPts val="0"/>
                        </a:spcBef>
                        <a:spcAft>
                          <a:spcPts val="0"/>
                        </a:spcAft>
                        <a:buClr>
                          <a:srgbClr val="000000"/>
                        </a:buClr>
                        <a:buSzPts val="3300"/>
                        <a:buFont typeface="Arial"/>
                        <a:buNone/>
                      </a:pPr>
                      <a:endParaRPr sz="3300" u="none" strike="noStrike" cap="none">
                        <a:latin typeface="Times New Roman"/>
                        <a:ea typeface="Times New Roman"/>
                        <a:cs typeface="Times New Roman"/>
                        <a:sym typeface="Times New Roman"/>
                      </a:endParaRPr>
                    </a:p>
                  </a:txBody>
                  <a:tcPr marL="0" marR="0" marT="0" marB="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3300"/>
                        <a:buFont typeface="Arial"/>
                        <a:buNone/>
                      </a:pPr>
                      <a:endParaRPr sz="3300" u="none" strike="noStrike" cap="none">
                        <a:latin typeface="Times New Roman"/>
                        <a:ea typeface="Times New Roman"/>
                        <a:cs typeface="Times New Roman"/>
                        <a:sym typeface="Times New Roman"/>
                      </a:endParaRPr>
                    </a:p>
                  </a:txBody>
                  <a:tcPr marL="0" marR="0" marT="0" marB="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3300"/>
                        <a:buFont typeface="Arial"/>
                        <a:buNone/>
                      </a:pPr>
                      <a:endParaRPr sz="3300" u="none" strike="noStrike" cap="none">
                        <a:latin typeface="Times New Roman"/>
                        <a:ea typeface="Times New Roman"/>
                        <a:cs typeface="Times New Roman"/>
                        <a:sym typeface="Times New Roman"/>
                      </a:endParaRPr>
                    </a:p>
                  </a:txBody>
                  <a:tcPr marL="0" marR="0" marT="0" marB="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extLst>
                  <a:ext uri="{0D108BD9-81ED-4DB2-BD59-A6C34878D82A}">
                    <a16:rowId xmlns:a16="http://schemas.microsoft.com/office/drawing/2014/main" val="10002"/>
                  </a:ext>
                </a:extLst>
              </a:tr>
            </a:tbl>
          </a:graphicData>
        </a:graphic>
      </p:graphicFrame>
      <p:pic>
        <p:nvPicPr>
          <p:cNvPr id="507" name="Google Shape;507;p43"/>
          <p:cNvPicPr preferRelativeResize="0"/>
          <p:nvPr/>
        </p:nvPicPr>
        <p:blipFill rotWithShape="1">
          <a:blip r:embed="rId6">
            <a:alphaModFix/>
          </a:blip>
          <a:srcRect/>
          <a:stretch/>
        </p:blipFill>
        <p:spPr>
          <a:xfrm>
            <a:off x="10029304" y="908189"/>
            <a:ext cx="1729587" cy="1693646"/>
          </a:xfrm>
          <a:prstGeom prst="rect">
            <a:avLst/>
          </a:prstGeom>
          <a:noFill/>
          <a:ln>
            <a:noFill/>
          </a:ln>
        </p:spPr>
      </p:pic>
      <p:graphicFrame>
        <p:nvGraphicFramePr>
          <p:cNvPr id="508" name="Google Shape;508;p43"/>
          <p:cNvGraphicFramePr/>
          <p:nvPr/>
        </p:nvGraphicFramePr>
        <p:xfrm>
          <a:off x="2801396" y="898669"/>
          <a:ext cx="1685925" cy="1665000"/>
        </p:xfrm>
        <a:graphic>
          <a:graphicData uri="http://schemas.openxmlformats.org/drawingml/2006/table">
            <a:tbl>
              <a:tblPr firstRow="1" bandRow="1">
                <a:noFill/>
                <a:tableStyleId>{E4E72475-DB7F-40B9-A101-3155E80A10BE}</a:tableStyleId>
              </a:tblPr>
              <a:tblGrid>
                <a:gridCol w="561975">
                  <a:extLst>
                    <a:ext uri="{9D8B030D-6E8A-4147-A177-3AD203B41FA5}">
                      <a16:colId xmlns:a16="http://schemas.microsoft.com/office/drawing/2014/main" val="20000"/>
                    </a:ext>
                  </a:extLst>
                </a:gridCol>
                <a:gridCol w="561975">
                  <a:extLst>
                    <a:ext uri="{9D8B030D-6E8A-4147-A177-3AD203B41FA5}">
                      <a16:colId xmlns:a16="http://schemas.microsoft.com/office/drawing/2014/main" val="20001"/>
                    </a:ext>
                  </a:extLst>
                </a:gridCol>
                <a:gridCol w="561975">
                  <a:extLst>
                    <a:ext uri="{9D8B030D-6E8A-4147-A177-3AD203B41FA5}">
                      <a16:colId xmlns:a16="http://schemas.microsoft.com/office/drawing/2014/main" val="20002"/>
                    </a:ext>
                  </a:extLst>
                </a:gridCol>
              </a:tblGrid>
              <a:tr h="555000">
                <a:tc>
                  <a:txBody>
                    <a:bodyPr/>
                    <a:lstStyle/>
                    <a:p>
                      <a:pPr marL="0" marR="0" lvl="0" indent="0" algn="l" rtl="0">
                        <a:lnSpc>
                          <a:spcPct val="100000"/>
                        </a:lnSpc>
                        <a:spcBef>
                          <a:spcPts val="0"/>
                        </a:spcBef>
                        <a:spcAft>
                          <a:spcPts val="0"/>
                        </a:spcAft>
                        <a:buClr>
                          <a:srgbClr val="000000"/>
                        </a:buClr>
                        <a:buSzPts val="3300"/>
                        <a:buFont typeface="Arial"/>
                        <a:buNone/>
                      </a:pPr>
                      <a:endParaRPr sz="3300" u="none" strike="noStrike" cap="none">
                        <a:latin typeface="Times New Roman"/>
                        <a:ea typeface="Times New Roman"/>
                        <a:cs typeface="Times New Roman"/>
                        <a:sym typeface="Times New Roman"/>
                      </a:endParaRPr>
                    </a:p>
                  </a:txBody>
                  <a:tcPr marL="0" marR="0" marT="0" marB="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3300"/>
                        <a:buFont typeface="Arial"/>
                        <a:buNone/>
                      </a:pPr>
                      <a:endParaRPr sz="3300" u="none" strike="noStrike" cap="none">
                        <a:latin typeface="Times New Roman"/>
                        <a:ea typeface="Times New Roman"/>
                        <a:cs typeface="Times New Roman"/>
                        <a:sym typeface="Times New Roman"/>
                      </a:endParaRPr>
                    </a:p>
                  </a:txBody>
                  <a:tcPr marL="0" marR="0" marT="0" marB="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3300"/>
                        <a:buFont typeface="Arial"/>
                        <a:buNone/>
                      </a:pPr>
                      <a:endParaRPr sz="3300" u="none" strike="noStrike" cap="none">
                        <a:latin typeface="Times New Roman"/>
                        <a:ea typeface="Times New Roman"/>
                        <a:cs typeface="Times New Roman"/>
                        <a:sym typeface="Times New Roman"/>
                      </a:endParaRPr>
                    </a:p>
                  </a:txBody>
                  <a:tcPr marL="0" marR="0" marT="0" marB="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extLst>
                  <a:ext uri="{0D108BD9-81ED-4DB2-BD59-A6C34878D82A}">
                    <a16:rowId xmlns:a16="http://schemas.microsoft.com/office/drawing/2014/main" val="10000"/>
                  </a:ext>
                </a:extLst>
              </a:tr>
              <a:tr h="555000">
                <a:tc>
                  <a:txBody>
                    <a:bodyPr/>
                    <a:lstStyle/>
                    <a:p>
                      <a:pPr marL="0" marR="0" lvl="0" indent="0" algn="l" rtl="0">
                        <a:lnSpc>
                          <a:spcPct val="100000"/>
                        </a:lnSpc>
                        <a:spcBef>
                          <a:spcPts val="0"/>
                        </a:spcBef>
                        <a:spcAft>
                          <a:spcPts val="0"/>
                        </a:spcAft>
                        <a:buClr>
                          <a:srgbClr val="000000"/>
                        </a:buClr>
                        <a:buSzPts val="3300"/>
                        <a:buFont typeface="Arial"/>
                        <a:buNone/>
                      </a:pPr>
                      <a:endParaRPr sz="3300" u="none" strike="noStrike" cap="none">
                        <a:latin typeface="Times New Roman"/>
                        <a:ea typeface="Times New Roman"/>
                        <a:cs typeface="Times New Roman"/>
                        <a:sym typeface="Times New Roman"/>
                      </a:endParaRPr>
                    </a:p>
                  </a:txBody>
                  <a:tcPr marL="0" marR="0" marT="0" marB="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3300"/>
                        <a:buFont typeface="Arial"/>
                        <a:buNone/>
                      </a:pPr>
                      <a:endParaRPr sz="3300" u="none" strike="noStrike" cap="none">
                        <a:latin typeface="Times New Roman"/>
                        <a:ea typeface="Times New Roman"/>
                        <a:cs typeface="Times New Roman"/>
                        <a:sym typeface="Times New Roman"/>
                      </a:endParaRPr>
                    </a:p>
                  </a:txBody>
                  <a:tcPr marL="0" marR="0" marT="0" marB="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3300"/>
                        <a:buFont typeface="Arial"/>
                        <a:buNone/>
                      </a:pPr>
                      <a:endParaRPr sz="3300" u="none" strike="noStrike" cap="none">
                        <a:latin typeface="Times New Roman"/>
                        <a:ea typeface="Times New Roman"/>
                        <a:cs typeface="Times New Roman"/>
                        <a:sym typeface="Times New Roman"/>
                      </a:endParaRPr>
                    </a:p>
                  </a:txBody>
                  <a:tcPr marL="0" marR="0" marT="0" marB="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r h="555000">
                <a:tc>
                  <a:txBody>
                    <a:bodyPr/>
                    <a:lstStyle/>
                    <a:p>
                      <a:pPr marL="0" marR="0" lvl="0" indent="0" algn="l" rtl="0">
                        <a:lnSpc>
                          <a:spcPct val="100000"/>
                        </a:lnSpc>
                        <a:spcBef>
                          <a:spcPts val="0"/>
                        </a:spcBef>
                        <a:spcAft>
                          <a:spcPts val="0"/>
                        </a:spcAft>
                        <a:buClr>
                          <a:srgbClr val="000000"/>
                        </a:buClr>
                        <a:buSzPts val="3300"/>
                        <a:buFont typeface="Arial"/>
                        <a:buNone/>
                      </a:pPr>
                      <a:endParaRPr sz="3300" u="none" strike="noStrike" cap="none">
                        <a:latin typeface="Times New Roman"/>
                        <a:ea typeface="Times New Roman"/>
                        <a:cs typeface="Times New Roman"/>
                        <a:sym typeface="Times New Roman"/>
                      </a:endParaRPr>
                    </a:p>
                  </a:txBody>
                  <a:tcPr marL="0" marR="0" marT="0" marB="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3300"/>
                        <a:buFont typeface="Arial"/>
                        <a:buNone/>
                      </a:pPr>
                      <a:endParaRPr sz="3300" u="none" strike="noStrike" cap="none">
                        <a:latin typeface="Times New Roman"/>
                        <a:ea typeface="Times New Roman"/>
                        <a:cs typeface="Times New Roman"/>
                        <a:sym typeface="Times New Roman"/>
                      </a:endParaRPr>
                    </a:p>
                  </a:txBody>
                  <a:tcPr marL="0" marR="0" marT="0" marB="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3300"/>
                        <a:buFont typeface="Arial"/>
                        <a:buNone/>
                      </a:pPr>
                      <a:endParaRPr sz="3300" u="none" strike="noStrike" cap="none">
                        <a:latin typeface="Times New Roman"/>
                        <a:ea typeface="Times New Roman"/>
                        <a:cs typeface="Times New Roman"/>
                        <a:sym typeface="Times New Roman"/>
                      </a:endParaRPr>
                    </a:p>
                  </a:txBody>
                  <a:tcPr marL="0" marR="0" marT="0" marB="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extLst>
                  <a:ext uri="{0D108BD9-81ED-4DB2-BD59-A6C34878D82A}">
                    <a16:rowId xmlns:a16="http://schemas.microsoft.com/office/drawing/2014/main" val="10002"/>
                  </a:ext>
                </a:extLst>
              </a:tr>
            </a:tbl>
          </a:graphicData>
        </a:graphic>
      </p:graphicFrame>
      <p:pic>
        <p:nvPicPr>
          <p:cNvPr id="509" name="Google Shape;509;p43"/>
          <p:cNvPicPr preferRelativeResize="0"/>
          <p:nvPr/>
        </p:nvPicPr>
        <p:blipFill rotWithShape="1">
          <a:blip r:embed="rId7">
            <a:alphaModFix/>
          </a:blip>
          <a:srcRect/>
          <a:stretch/>
        </p:blipFill>
        <p:spPr>
          <a:xfrm>
            <a:off x="423765" y="908189"/>
            <a:ext cx="1729582" cy="1693646"/>
          </a:xfrm>
          <a:prstGeom prst="rect">
            <a:avLst/>
          </a:prstGeom>
          <a:noFill/>
          <a:ln>
            <a:noFill/>
          </a:ln>
        </p:spPr>
      </p:pic>
      <p:sp>
        <p:nvSpPr>
          <p:cNvPr id="510" name="Google Shape;510;p43"/>
          <p:cNvSpPr txBox="1"/>
          <p:nvPr/>
        </p:nvSpPr>
        <p:spPr>
          <a:xfrm>
            <a:off x="728346" y="2596070"/>
            <a:ext cx="1103630" cy="39116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2400"/>
              <a:buFont typeface="Arial"/>
              <a:buNone/>
            </a:pPr>
            <a:r>
              <a:rPr lang="en-US" sz="2400" b="0" i="0" u="none" strike="noStrike" cap="none">
                <a:solidFill>
                  <a:srgbClr val="000000"/>
                </a:solidFill>
                <a:latin typeface="Cambria"/>
                <a:ea typeface="Cambria"/>
                <a:cs typeface="Cambria"/>
                <a:sym typeface="Cambria"/>
              </a:rPr>
              <a:t>Layer 1</a:t>
            </a:r>
            <a:endParaRPr sz="2400" b="0" i="0" u="none" strike="noStrike" cap="none">
              <a:solidFill>
                <a:srgbClr val="000000"/>
              </a:solidFill>
              <a:latin typeface="Cambria"/>
              <a:ea typeface="Cambria"/>
              <a:cs typeface="Cambria"/>
              <a:sym typeface="Cambria"/>
            </a:endParaRPr>
          </a:p>
        </p:txBody>
      </p:sp>
      <p:pic>
        <p:nvPicPr>
          <p:cNvPr id="511" name="Google Shape;511;p43"/>
          <p:cNvPicPr preferRelativeResize="0"/>
          <p:nvPr/>
        </p:nvPicPr>
        <p:blipFill rotWithShape="1">
          <a:blip r:embed="rId4">
            <a:alphaModFix/>
          </a:blip>
          <a:srcRect/>
          <a:stretch/>
        </p:blipFill>
        <p:spPr>
          <a:xfrm>
            <a:off x="4498466" y="3189643"/>
            <a:ext cx="3570833" cy="3541686"/>
          </a:xfrm>
          <a:prstGeom prst="rect">
            <a:avLst/>
          </a:prstGeom>
          <a:noFill/>
          <a:ln>
            <a:noFill/>
          </a:ln>
        </p:spPr>
      </p:pic>
      <p:graphicFrame>
        <p:nvGraphicFramePr>
          <p:cNvPr id="512" name="Google Shape;512;p43"/>
          <p:cNvGraphicFramePr/>
          <p:nvPr/>
        </p:nvGraphicFramePr>
        <p:xfrm>
          <a:off x="4488946" y="3180122"/>
          <a:ext cx="3569950" cy="3539475"/>
        </p:xfrm>
        <a:graphic>
          <a:graphicData uri="http://schemas.openxmlformats.org/drawingml/2006/table">
            <a:tbl>
              <a:tblPr firstRow="1" bandRow="1">
                <a:noFill/>
                <a:tableStyleId>{E4E72475-DB7F-40B9-A101-3155E80A10BE}</a:tableStyleId>
              </a:tblPr>
              <a:tblGrid>
                <a:gridCol w="1184900">
                  <a:extLst>
                    <a:ext uri="{9D8B030D-6E8A-4147-A177-3AD203B41FA5}">
                      <a16:colId xmlns:a16="http://schemas.microsoft.com/office/drawing/2014/main" val="20000"/>
                    </a:ext>
                  </a:extLst>
                </a:gridCol>
                <a:gridCol w="1154425">
                  <a:extLst>
                    <a:ext uri="{9D8B030D-6E8A-4147-A177-3AD203B41FA5}">
                      <a16:colId xmlns:a16="http://schemas.microsoft.com/office/drawing/2014/main" val="20001"/>
                    </a:ext>
                  </a:extLst>
                </a:gridCol>
                <a:gridCol w="1230625">
                  <a:extLst>
                    <a:ext uri="{9D8B030D-6E8A-4147-A177-3AD203B41FA5}">
                      <a16:colId xmlns:a16="http://schemas.microsoft.com/office/drawing/2014/main" val="20002"/>
                    </a:ext>
                  </a:extLst>
                </a:gridCol>
              </a:tblGrid>
              <a:tr h="1179825">
                <a:tc>
                  <a:txBody>
                    <a:bodyPr/>
                    <a:lstStyle/>
                    <a:p>
                      <a:pPr marL="0" marR="0" lvl="0" indent="0" algn="l" rtl="0">
                        <a:lnSpc>
                          <a:spcPct val="100000"/>
                        </a:lnSpc>
                        <a:spcBef>
                          <a:spcPts val="0"/>
                        </a:spcBef>
                        <a:spcAft>
                          <a:spcPts val="0"/>
                        </a:spcAft>
                        <a:buClr>
                          <a:srgbClr val="000000"/>
                        </a:buClr>
                        <a:buSzPts val="3300"/>
                        <a:buFont typeface="Arial"/>
                        <a:buNone/>
                      </a:pPr>
                      <a:endParaRPr sz="3300" u="none" strike="noStrike" cap="none">
                        <a:latin typeface="Times New Roman"/>
                        <a:ea typeface="Times New Roman"/>
                        <a:cs typeface="Times New Roman"/>
                        <a:sym typeface="Times New Roman"/>
                      </a:endParaRPr>
                    </a:p>
                  </a:txBody>
                  <a:tcPr marL="0" marR="0" marT="0" marB="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3300"/>
                        <a:buFont typeface="Arial"/>
                        <a:buNone/>
                      </a:pPr>
                      <a:endParaRPr sz="3300" u="none" strike="noStrike" cap="none">
                        <a:latin typeface="Times New Roman"/>
                        <a:ea typeface="Times New Roman"/>
                        <a:cs typeface="Times New Roman"/>
                        <a:sym typeface="Times New Roman"/>
                      </a:endParaRPr>
                    </a:p>
                  </a:txBody>
                  <a:tcPr marL="0" marR="0" marT="0" marB="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3300"/>
                        <a:buFont typeface="Arial"/>
                        <a:buNone/>
                      </a:pPr>
                      <a:endParaRPr sz="3300" u="none" strike="noStrike" cap="none">
                        <a:latin typeface="Times New Roman"/>
                        <a:ea typeface="Times New Roman"/>
                        <a:cs typeface="Times New Roman"/>
                        <a:sym typeface="Times New Roman"/>
                      </a:endParaRPr>
                    </a:p>
                  </a:txBody>
                  <a:tcPr marL="0" marR="0" marT="0" marB="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extLst>
                  <a:ext uri="{0D108BD9-81ED-4DB2-BD59-A6C34878D82A}">
                    <a16:rowId xmlns:a16="http://schemas.microsoft.com/office/drawing/2014/main" val="10000"/>
                  </a:ext>
                </a:extLst>
              </a:tr>
              <a:tr h="1179825">
                <a:tc>
                  <a:txBody>
                    <a:bodyPr/>
                    <a:lstStyle/>
                    <a:p>
                      <a:pPr marL="0" marR="0" lvl="0" indent="0" algn="l" rtl="0">
                        <a:lnSpc>
                          <a:spcPct val="100000"/>
                        </a:lnSpc>
                        <a:spcBef>
                          <a:spcPts val="0"/>
                        </a:spcBef>
                        <a:spcAft>
                          <a:spcPts val="0"/>
                        </a:spcAft>
                        <a:buClr>
                          <a:srgbClr val="000000"/>
                        </a:buClr>
                        <a:buSzPts val="3300"/>
                        <a:buFont typeface="Arial"/>
                        <a:buNone/>
                      </a:pPr>
                      <a:endParaRPr sz="3300" u="none" strike="noStrike" cap="none">
                        <a:latin typeface="Times New Roman"/>
                        <a:ea typeface="Times New Roman"/>
                        <a:cs typeface="Times New Roman"/>
                        <a:sym typeface="Times New Roman"/>
                      </a:endParaRPr>
                    </a:p>
                  </a:txBody>
                  <a:tcPr marL="0" marR="0" marT="0" marB="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3300"/>
                        <a:buFont typeface="Arial"/>
                        <a:buNone/>
                      </a:pPr>
                      <a:endParaRPr sz="3300" u="none" strike="noStrike" cap="none">
                        <a:latin typeface="Times New Roman"/>
                        <a:ea typeface="Times New Roman"/>
                        <a:cs typeface="Times New Roman"/>
                        <a:sym typeface="Times New Roman"/>
                      </a:endParaRPr>
                    </a:p>
                  </a:txBody>
                  <a:tcPr marL="0" marR="0" marT="0" marB="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3300"/>
                        <a:buFont typeface="Arial"/>
                        <a:buNone/>
                      </a:pPr>
                      <a:endParaRPr sz="3300" u="none" strike="noStrike" cap="none">
                        <a:latin typeface="Times New Roman"/>
                        <a:ea typeface="Times New Roman"/>
                        <a:cs typeface="Times New Roman"/>
                        <a:sym typeface="Times New Roman"/>
                      </a:endParaRPr>
                    </a:p>
                  </a:txBody>
                  <a:tcPr marL="0" marR="0" marT="0" marB="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r h="1179825">
                <a:tc>
                  <a:txBody>
                    <a:bodyPr/>
                    <a:lstStyle/>
                    <a:p>
                      <a:pPr marL="0" marR="0" lvl="0" indent="0" algn="l" rtl="0">
                        <a:lnSpc>
                          <a:spcPct val="100000"/>
                        </a:lnSpc>
                        <a:spcBef>
                          <a:spcPts val="0"/>
                        </a:spcBef>
                        <a:spcAft>
                          <a:spcPts val="0"/>
                        </a:spcAft>
                        <a:buClr>
                          <a:srgbClr val="000000"/>
                        </a:buClr>
                        <a:buSzPts val="3300"/>
                        <a:buFont typeface="Arial"/>
                        <a:buNone/>
                      </a:pPr>
                      <a:endParaRPr sz="3300" u="none" strike="noStrike" cap="none">
                        <a:latin typeface="Times New Roman"/>
                        <a:ea typeface="Times New Roman"/>
                        <a:cs typeface="Times New Roman"/>
                        <a:sym typeface="Times New Roman"/>
                      </a:endParaRPr>
                    </a:p>
                  </a:txBody>
                  <a:tcPr marL="0" marR="0" marT="0" marB="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3300"/>
                        <a:buFont typeface="Arial"/>
                        <a:buNone/>
                      </a:pPr>
                      <a:endParaRPr sz="3300" u="none" strike="noStrike" cap="none">
                        <a:latin typeface="Times New Roman"/>
                        <a:ea typeface="Times New Roman"/>
                        <a:cs typeface="Times New Roman"/>
                        <a:sym typeface="Times New Roman"/>
                      </a:endParaRPr>
                    </a:p>
                  </a:txBody>
                  <a:tcPr marL="0" marR="0" marT="0" marB="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3300"/>
                        <a:buFont typeface="Arial"/>
                        <a:buNone/>
                      </a:pPr>
                      <a:endParaRPr sz="3300" u="none" strike="noStrike" cap="none">
                        <a:latin typeface="Times New Roman"/>
                        <a:ea typeface="Times New Roman"/>
                        <a:cs typeface="Times New Roman"/>
                        <a:sym typeface="Times New Roman"/>
                      </a:endParaRPr>
                    </a:p>
                  </a:txBody>
                  <a:tcPr marL="0" marR="0" marT="0" marB="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extLst>
                  <a:ext uri="{0D108BD9-81ED-4DB2-BD59-A6C34878D82A}">
                    <a16:rowId xmlns:a16="http://schemas.microsoft.com/office/drawing/2014/main" val="10002"/>
                  </a:ext>
                </a:extLst>
              </a:tr>
            </a:tbl>
          </a:graphicData>
        </a:graphic>
      </p:graphicFrame>
      <p:pic>
        <p:nvPicPr>
          <p:cNvPr id="513" name="Google Shape;513;p43"/>
          <p:cNvPicPr preferRelativeResize="0"/>
          <p:nvPr/>
        </p:nvPicPr>
        <p:blipFill rotWithShape="1">
          <a:blip r:embed="rId8">
            <a:alphaModFix/>
          </a:blip>
          <a:srcRect/>
          <a:stretch/>
        </p:blipFill>
        <p:spPr>
          <a:xfrm>
            <a:off x="10734473" y="0"/>
            <a:ext cx="1448025" cy="796414"/>
          </a:xfrm>
          <a:prstGeom prst="rect">
            <a:avLst/>
          </a:prstGeom>
          <a:noFill/>
          <a:ln>
            <a:noFill/>
          </a:ln>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showMasterSp="0">
  <p:cSld>
    <p:spTree>
      <p:nvGrpSpPr>
        <p:cNvPr id="1" name="Shape 517"/>
        <p:cNvGrpSpPr/>
        <p:nvPr/>
      </p:nvGrpSpPr>
      <p:grpSpPr>
        <a:xfrm>
          <a:off x="0" y="0"/>
          <a:ext cx="0" cy="0"/>
          <a:chOff x="0" y="0"/>
          <a:chExt cx="0" cy="0"/>
        </a:xfrm>
      </p:grpSpPr>
      <p:sp>
        <p:nvSpPr>
          <p:cNvPr id="518" name="Google Shape;518;p44"/>
          <p:cNvSpPr txBox="1">
            <a:spLocks noGrp="1"/>
          </p:cNvSpPr>
          <p:nvPr>
            <p:ph type="title"/>
          </p:nvPr>
        </p:nvSpPr>
        <p:spPr>
          <a:xfrm>
            <a:off x="261620" y="139700"/>
            <a:ext cx="8325484" cy="69596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SzPts val="1400"/>
              <a:buNone/>
            </a:pPr>
            <a:r>
              <a:rPr lang="en-US" sz="4400" b="0">
                <a:latin typeface="Cambria"/>
                <a:ea typeface="Cambria"/>
                <a:cs typeface="Cambria"/>
                <a:sym typeface="Cambria"/>
              </a:rPr>
              <a:t>Visualizing deep layers: Layer 3</a:t>
            </a:r>
            <a:endParaRPr sz="4400">
              <a:latin typeface="Cambria"/>
              <a:ea typeface="Cambria"/>
              <a:cs typeface="Cambria"/>
              <a:sym typeface="Cambria"/>
            </a:endParaRPr>
          </a:p>
        </p:txBody>
      </p:sp>
      <p:sp>
        <p:nvSpPr>
          <p:cNvPr id="519" name="Google Shape;519;p44"/>
          <p:cNvSpPr txBox="1"/>
          <p:nvPr/>
        </p:nvSpPr>
        <p:spPr>
          <a:xfrm>
            <a:off x="3096882" y="2598064"/>
            <a:ext cx="1103630" cy="39116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2400"/>
              <a:buFont typeface="Arial"/>
              <a:buNone/>
            </a:pPr>
            <a:r>
              <a:rPr lang="en-US" sz="2400" b="0" i="0" u="none" strike="noStrike" cap="none">
                <a:solidFill>
                  <a:srgbClr val="000000"/>
                </a:solidFill>
                <a:latin typeface="Cambria"/>
                <a:ea typeface="Cambria"/>
                <a:cs typeface="Cambria"/>
                <a:sym typeface="Cambria"/>
              </a:rPr>
              <a:t>Layer 2</a:t>
            </a:r>
            <a:endParaRPr sz="2400" b="0" i="0" u="none" strike="noStrike" cap="none">
              <a:solidFill>
                <a:srgbClr val="000000"/>
              </a:solidFill>
              <a:latin typeface="Cambria"/>
              <a:ea typeface="Cambria"/>
              <a:cs typeface="Cambria"/>
              <a:sym typeface="Cambria"/>
            </a:endParaRPr>
          </a:p>
        </p:txBody>
      </p:sp>
      <p:sp>
        <p:nvSpPr>
          <p:cNvPr id="520" name="Google Shape;520;p44"/>
          <p:cNvSpPr txBox="1"/>
          <p:nvPr/>
        </p:nvSpPr>
        <p:spPr>
          <a:xfrm>
            <a:off x="7967891" y="2596235"/>
            <a:ext cx="1103630" cy="39116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2400"/>
              <a:buFont typeface="Arial"/>
              <a:buNone/>
            </a:pPr>
            <a:r>
              <a:rPr lang="en-US" sz="2400" b="0" i="0" u="none" strike="noStrike" cap="none">
                <a:solidFill>
                  <a:srgbClr val="000000"/>
                </a:solidFill>
                <a:latin typeface="Cambria"/>
                <a:ea typeface="Cambria"/>
                <a:cs typeface="Cambria"/>
                <a:sym typeface="Cambria"/>
              </a:rPr>
              <a:t>Layer 4</a:t>
            </a:r>
            <a:endParaRPr sz="2400" b="0" i="0" u="none" strike="noStrike" cap="none">
              <a:solidFill>
                <a:srgbClr val="000000"/>
              </a:solidFill>
              <a:latin typeface="Cambria"/>
              <a:ea typeface="Cambria"/>
              <a:cs typeface="Cambria"/>
              <a:sym typeface="Cambria"/>
            </a:endParaRPr>
          </a:p>
        </p:txBody>
      </p:sp>
      <p:sp>
        <p:nvSpPr>
          <p:cNvPr id="521" name="Google Shape;521;p44"/>
          <p:cNvSpPr txBox="1"/>
          <p:nvPr/>
        </p:nvSpPr>
        <p:spPr>
          <a:xfrm>
            <a:off x="5677623" y="2598064"/>
            <a:ext cx="1103630" cy="39116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2400"/>
              <a:buFont typeface="Arial"/>
              <a:buNone/>
            </a:pPr>
            <a:r>
              <a:rPr lang="en-US" sz="2400" b="0" i="0" u="none" strike="noStrike" cap="none">
                <a:solidFill>
                  <a:srgbClr val="000000"/>
                </a:solidFill>
                <a:latin typeface="Cambria"/>
                <a:ea typeface="Cambria"/>
                <a:cs typeface="Cambria"/>
                <a:sym typeface="Cambria"/>
              </a:rPr>
              <a:t>Layer 3</a:t>
            </a:r>
            <a:endParaRPr sz="2400" b="0" i="0" u="none" strike="noStrike" cap="none">
              <a:solidFill>
                <a:srgbClr val="000000"/>
              </a:solidFill>
              <a:latin typeface="Cambria"/>
              <a:ea typeface="Cambria"/>
              <a:cs typeface="Cambria"/>
              <a:sym typeface="Cambria"/>
            </a:endParaRPr>
          </a:p>
        </p:txBody>
      </p:sp>
      <p:sp>
        <p:nvSpPr>
          <p:cNvPr id="522" name="Google Shape;522;p44"/>
          <p:cNvSpPr txBox="1"/>
          <p:nvPr/>
        </p:nvSpPr>
        <p:spPr>
          <a:xfrm>
            <a:off x="10336491" y="2598064"/>
            <a:ext cx="1103630" cy="39116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2400"/>
              <a:buFont typeface="Arial"/>
              <a:buNone/>
            </a:pPr>
            <a:r>
              <a:rPr lang="en-US" sz="2400" b="0" i="0" u="none" strike="noStrike" cap="none">
                <a:solidFill>
                  <a:srgbClr val="000000"/>
                </a:solidFill>
                <a:latin typeface="Cambria"/>
                <a:ea typeface="Cambria"/>
                <a:cs typeface="Cambria"/>
                <a:sym typeface="Cambria"/>
              </a:rPr>
              <a:t>Layer 5</a:t>
            </a:r>
            <a:endParaRPr sz="2400" b="0" i="0" u="none" strike="noStrike" cap="none">
              <a:solidFill>
                <a:srgbClr val="000000"/>
              </a:solidFill>
              <a:latin typeface="Cambria"/>
              <a:ea typeface="Cambria"/>
              <a:cs typeface="Cambria"/>
              <a:sym typeface="Cambria"/>
            </a:endParaRPr>
          </a:p>
        </p:txBody>
      </p:sp>
      <p:pic>
        <p:nvPicPr>
          <p:cNvPr id="523" name="Google Shape;523;p44"/>
          <p:cNvPicPr preferRelativeResize="0"/>
          <p:nvPr/>
        </p:nvPicPr>
        <p:blipFill rotWithShape="1">
          <a:blip r:embed="rId3">
            <a:alphaModFix/>
          </a:blip>
          <a:srcRect/>
          <a:stretch/>
        </p:blipFill>
        <p:spPr>
          <a:xfrm>
            <a:off x="7660767" y="935024"/>
            <a:ext cx="1729587" cy="1666811"/>
          </a:xfrm>
          <a:prstGeom prst="rect">
            <a:avLst/>
          </a:prstGeom>
          <a:noFill/>
          <a:ln>
            <a:noFill/>
          </a:ln>
        </p:spPr>
      </p:pic>
      <p:grpSp>
        <p:nvGrpSpPr>
          <p:cNvPr id="524" name="Google Shape;524;p44"/>
          <p:cNvGrpSpPr/>
          <p:nvPr/>
        </p:nvGrpSpPr>
        <p:grpSpPr>
          <a:xfrm>
            <a:off x="5324746" y="925504"/>
            <a:ext cx="1706245" cy="1685289"/>
            <a:chOff x="5324746" y="925504"/>
            <a:chExt cx="1706245" cy="1685289"/>
          </a:xfrm>
        </p:grpSpPr>
        <p:pic>
          <p:nvPicPr>
            <p:cNvPr id="525" name="Google Shape;525;p44"/>
            <p:cNvPicPr preferRelativeResize="0"/>
            <p:nvPr/>
          </p:nvPicPr>
          <p:blipFill rotWithShape="1">
            <a:blip r:embed="rId4">
              <a:alphaModFix/>
            </a:blip>
            <a:srcRect/>
            <a:stretch/>
          </p:blipFill>
          <p:spPr>
            <a:xfrm>
              <a:off x="5341277" y="935024"/>
              <a:ext cx="1680540" cy="1666811"/>
            </a:xfrm>
            <a:prstGeom prst="rect">
              <a:avLst/>
            </a:prstGeom>
            <a:noFill/>
            <a:ln>
              <a:noFill/>
            </a:ln>
          </p:spPr>
        </p:pic>
        <p:sp>
          <p:nvSpPr>
            <p:cNvPr id="526" name="Google Shape;526;p44"/>
            <p:cNvSpPr/>
            <p:nvPr/>
          </p:nvSpPr>
          <p:spPr>
            <a:xfrm>
              <a:off x="5896496" y="925504"/>
              <a:ext cx="0" cy="1685289"/>
            </a:xfrm>
            <a:custGeom>
              <a:avLst/>
              <a:gdLst/>
              <a:ahLst/>
              <a:cxnLst/>
              <a:rect l="l" t="t" r="r" b="b"/>
              <a:pathLst>
                <a:path w="120000" h="1685289" extrusionOk="0">
                  <a:moveTo>
                    <a:pt x="0" y="0"/>
                  </a:moveTo>
                  <a:lnTo>
                    <a:pt x="0" y="1685005"/>
                  </a:lnTo>
                </a:path>
              </a:pathLst>
            </a:custGeom>
            <a:noFill/>
            <a:ln w="190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527" name="Google Shape;527;p44"/>
            <p:cNvSpPr/>
            <p:nvPr/>
          </p:nvSpPr>
          <p:spPr>
            <a:xfrm>
              <a:off x="6458723" y="925504"/>
              <a:ext cx="0" cy="1685289"/>
            </a:xfrm>
            <a:custGeom>
              <a:avLst/>
              <a:gdLst/>
              <a:ahLst/>
              <a:cxnLst/>
              <a:rect l="l" t="t" r="r" b="b"/>
              <a:pathLst>
                <a:path w="120000" h="1685289" extrusionOk="0">
                  <a:moveTo>
                    <a:pt x="0" y="0"/>
                  </a:moveTo>
                  <a:lnTo>
                    <a:pt x="0" y="1685005"/>
                  </a:lnTo>
                </a:path>
              </a:pathLst>
            </a:custGeom>
            <a:noFill/>
            <a:ln w="190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528" name="Google Shape;528;p44"/>
            <p:cNvSpPr/>
            <p:nvPr/>
          </p:nvSpPr>
          <p:spPr>
            <a:xfrm>
              <a:off x="5324746" y="1490347"/>
              <a:ext cx="1706245" cy="0"/>
            </a:xfrm>
            <a:custGeom>
              <a:avLst/>
              <a:gdLst/>
              <a:ahLst/>
              <a:cxnLst/>
              <a:rect l="l" t="t" r="r" b="b"/>
              <a:pathLst>
                <a:path w="1706245" h="120000" extrusionOk="0">
                  <a:moveTo>
                    <a:pt x="0" y="0"/>
                  </a:moveTo>
                  <a:lnTo>
                    <a:pt x="1705734" y="0"/>
                  </a:lnTo>
                </a:path>
              </a:pathLst>
            </a:custGeom>
            <a:noFill/>
            <a:ln w="190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529" name="Google Shape;529;p44"/>
            <p:cNvSpPr/>
            <p:nvPr/>
          </p:nvSpPr>
          <p:spPr>
            <a:xfrm>
              <a:off x="5324746" y="2045668"/>
              <a:ext cx="1706245" cy="0"/>
            </a:xfrm>
            <a:custGeom>
              <a:avLst/>
              <a:gdLst/>
              <a:ahLst/>
              <a:cxnLst/>
              <a:rect l="l" t="t" r="r" b="b"/>
              <a:pathLst>
                <a:path w="1706245" h="120000" extrusionOk="0">
                  <a:moveTo>
                    <a:pt x="0" y="0"/>
                  </a:moveTo>
                  <a:lnTo>
                    <a:pt x="1705734" y="0"/>
                  </a:lnTo>
                </a:path>
              </a:pathLst>
            </a:custGeom>
            <a:noFill/>
            <a:ln w="190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530" name="Google Shape;530;p44"/>
            <p:cNvSpPr/>
            <p:nvPr/>
          </p:nvSpPr>
          <p:spPr>
            <a:xfrm>
              <a:off x="5334266" y="925504"/>
              <a:ext cx="0" cy="1685289"/>
            </a:xfrm>
            <a:custGeom>
              <a:avLst/>
              <a:gdLst/>
              <a:ahLst/>
              <a:cxnLst/>
              <a:rect l="l" t="t" r="r" b="b"/>
              <a:pathLst>
                <a:path w="120000" h="1685289" extrusionOk="0">
                  <a:moveTo>
                    <a:pt x="0" y="0"/>
                  </a:moveTo>
                  <a:lnTo>
                    <a:pt x="0" y="1685005"/>
                  </a:lnTo>
                </a:path>
              </a:pathLst>
            </a:custGeom>
            <a:noFill/>
            <a:ln w="190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531" name="Google Shape;531;p44"/>
            <p:cNvSpPr/>
            <p:nvPr/>
          </p:nvSpPr>
          <p:spPr>
            <a:xfrm>
              <a:off x="7020956" y="925504"/>
              <a:ext cx="0" cy="1685289"/>
            </a:xfrm>
            <a:custGeom>
              <a:avLst/>
              <a:gdLst/>
              <a:ahLst/>
              <a:cxnLst/>
              <a:rect l="l" t="t" r="r" b="b"/>
              <a:pathLst>
                <a:path w="120000" h="1685289" extrusionOk="0">
                  <a:moveTo>
                    <a:pt x="0" y="0"/>
                  </a:moveTo>
                  <a:lnTo>
                    <a:pt x="0" y="1685005"/>
                  </a:lnTo>
                </a:path>
              </a:pathLst>
            </a:custGeom>
            <a:noFill/>
            <a:ln w="190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532" name="Google Shape;532;p44"/>
            <p:cNvSpPr/>
            <p:nvPr/>
          </p:nvSpPr>
          <p:spPr>
            <a:xfrm>
              <a:off x="5324746" y="935024"/>
              <a:ext cx="1706245" cy="0"/>
            </a:xfrm>
            <a:custGeom>
              <a:avLst/>
              <a:gdLst/>
              <a:ahLst/>
              <a:cxnLst/>
              <a:rect l="l" t="t" r="r" b="b"/>
              <a:pathLst>
                <a:path w="1706245" h="120000" extrusionOk="0">
                  <a:moveTo>
                    <a:pt x="0" y="0"/>
                  </a:moveTo>
                  <a:lnTo>
                    <a:pt x="1705734" y="0"/>
                  </a:lnTo>
                </a:path>
              </a:pathLst>
            </a:custGeom>
            <a:noFill/>
            <a:ln w="190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533" name="Google Shape;533;p44"/>
            <p:cNvSpPr/>
            <p:nvPr/>
          </p:nvSpPr>
          <p:spPr>
            <a:xfrm>
              <a:off x="5324746" y="2600994"/>
              <a:ext cx="1706245" cy="0"/>
            </a:xfrm>
            <a:custGeom>
              <a:avLst/>
              <a:gdLst/>
              <a:ahLst/>
              <a:cxnLst/>
              <a:rect l="l" t="t" r="r" b="b"/>
              <a:pathLst>
                <a:path w="1706245" h="120000" extrusionOk="0">
                  <a:moveTo>
                    <a:pt x="0" y="0"/>
                  </a:moveTo>
                  <a:lnTo>
                    <a:pt x="1705734" y="0"/>
                  </a:lnTo>
                </a:path>
              </a:pathLst>
            </a:custGeom>
            <a:noFill/>
            <a:ln w="190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grpSp>
        <p:nvGrpSpPr>
          <p:cNvPr id="534" name="Google Shape;534;p44"/>
          <p:cNvGrpSpPr/>
          <p:nvPr/>
        </p:nvGrpSpPr>
        <p:grpSpPr>
          <a:xfrm>
            <a:off x="2789897" y="898669"/>
            <a:ext cx="1729587" cy="1703167"/>
            <a:chOff x="2789897" y="898669"/>
            <a:chExt cx="1729587" cy="1703167"/>
          </a:xfrm>
        </p:grpSpPr>
        <p:pic>
          <p:nvPicPr>
            <p:cNvPr id="535" name="Google Shape;535;p44"/>
            <p:cNvPicPr preferRelativeResize="0"/>
            <p:nvPr/>
          </p:nvPicPr>
          <p:blipFill rotWithShape="1">
            <a:blip r:embed="rId5">
              <a:alphaModFix/>
            </a:blip>
            <a:srcRect/>
            <a:stretch/>
          </p:blipFill>
          <p:spPr>
            <a:xfrm>
              <a:off x="2789897" y="908469"/>
              <a:ext cx="1729587" cy="1693367"/>
            </a:xfrm>
            <a:prstGeom prst="rect">
              <a:avLst/>
            </a:prstGeom>
            <a:noFill/>
            <a:ln>
              <a:noFill/>
            </a:ln>
          </p:spPr>
        </p:pic>
        <p:sp>
          <p:nvSpPr>
            <p:cNvPr id="536" name="Google Shape;536;p44"/>
            <p:cNvSpPr/>
            <p:nvPr/>
          </p:nvSpPr>
          <p:spPr>
            <a:xfrm>
              <a:off x="3373146" y="898669"/>
              <a:ext cx="0" cy="1685289"/>
            </a:xfrm>
            <a:custGeom>
              <a:avLst/>
              <a:gdLst/>
              <a:ahLst/>
              <a:cxnLst/>
              <a:rect l="l" t="t" r="r" b="b"/>
              <a:pathLst>
                <a:path w="120000" h="1685289" extrusionOk="0">
                  <a:moveTo>
                    <a:pt x="0" y="0"/>
                  </a:moveTo>
                  <a:lnTo>
                    <a:pt x="0" y="1685005"/>
                  </a:lnTo>
                </a:path>
              </a:pathLst>
            </a:custGeom>
            <a:noFill/>
            <a:ln w="190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537" name="Google Shape;537;p44"/>
            <p:cNvSpPr/>
            <p:nvPr/>
          </p:nvSpPr>
          <p:spPr>
            <a:xfrm>
              <a:off x="3935372" y="898669"/>
              <a:ext cx="0" cy="1685289"/>
            </a:xfrm>
            <a:custGeom>
              <a:avLst/>
              <a:gdLst/>
              <a:ahLst/>
              <a:cxnLst/>
              <a:rect l="l" t="t" r="r" b="b"/>
              <a:pathLst>
                <a:path w="120000" h="1685289" extrusionOk="0">
                  <a:moveTo>
                    <a:pt x="0" y="0"/>
                  </a:moveTo>
                  <a:lnTo>
                    <a:pt x="0" y="1685005"/>
                  </a:lnTo>
                </a:path>
              </a:pathLst>
            </a:custGeom>
            <a:noFill/>
            <a:ln w="190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538" name="Google Shape;538;p44"/>
            <p:cNvSpPr/>
            <p:nvPr/>
          </p:nvSpPr>
          <p:spPr>
            <a:xfrm>
              <a:off x="2801396" y="1463512"/>
              <a:ext cx="1706245" cy="0"/>
            </a:xfrm>
            <a:custGeom>
              <a:avLst/>
              <a:gdLst/>
              <a:ahLst/>
              <a:cxnLst/>
              <a:rect l="l" t="t" r="r" b="b"/>
              <a:pathLst>
                <a:path w="1706245" h="120000" extrusionOk="0">
                  <a:moveTo>
                    <a:pt x="0" y="0"/>
                  </a:moveTo>
                  <a:lnTo>
                    <a:pt x="1705734" y="0"/>
                  </a:lnTo>
                </a:path>
              </a:pathLst>
            </a:custGeom>
            <a:noFill/>
            <a:ln w="190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539" name="Google Shape;539;p44"/>
            <p:cNvSpPr/>
            <p:nvPr/>
          </p:nvSpPr>
          <p:spPr>
            <a:xfrm>
              <a:off x="2801396" y="2018832"/>
              <a:ext cx="1706245" cy="0"/>
            </a:xfrm>
            <a:custGeom>
              <a:avLst/>
              <a:gdLst/>
              <a:ahLst/>
              <a:cxnLst/>
              <a:rect l="l" t="t" r="r" b="b"/>
              <a:pathLst>
                <a:path w="1706245" h="120000" extrusionOk="0">
                  <a:moveTo>
                    <a:pt x="0" y="0"/>
                  </a:moveTo>
                  <a:lnTo>
                    <a:pt x="1705734" y="0"/>
                  </a:lnTo>
                </a:path>
              </a:pathLst>
            </a:custGeom>
            <a:noFill/>
            <a:ln w="190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540" name="Google Shape;540;p44"/>
            <p:cNvSpPr/>
            <p:nvPr/>
          </p:nvSpPr>
          <p:spPr>
            <a:xfrm>
              <a:off x="2810916" y="898669"/>
              <a:ext cx="0" cy="1685289"/>
            </a:xfrm>
            <a:custGeom>
              <a:avLst/>
              <a:gdLst/>
              <a:ahLst/>
              <a:cxnLst/>
              <a:rect l="l" t="t" r="r" b="b"/>
              <a:pathLst>
                <a:path w="120000" h="1685289" extrusionOk="0">
                  <a:moveTo>
                    <a:pt x="0" y="0"/>
                  </a:moveTo>
                  <a:lnTo>
                    <a:pt x="0" y="1685005"/>
                  </a:lnTo>
                </a:path>
              </a:pathLst>
            </a:custGeom>
            <a:noFill/>
            <a:ln w="190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541" name="Google Shape;541;p44"/>
            <p:cNvSpPr/>
            <p:nvPr/>
          </p:nvSpPr>
          <p:spPr>
            <a:xfrm>
              <a:off x="4497605" y="898669"/>
              <a:ext cx="0" cy="1685289"/>
            </a:xfrm>
            <a:custGeom>
              <a:avLst/>
              <a:gdLst/>
              <a:ahLst/>
              <a:cxnLst/>
              <a:rect l="l" t="t" r="r" b="b"/>
              <a:pathLst>
                <a:path w="120000" h="1685289" extrusionOk="0">
                  <a:moveTo>
                    <a:pt x="0" y="0"/>
                  </a:moveTo>
                  <a:lnTo>
                    <a:pt x="0" y="1685005"/>
                  </a:lnTo>
                </a:path>
              </a:pathLst>
            </a:custGeom>
            <a:noFill/>
            <a:ln w="190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542" name="Google Shape;542;p44"/>
            <p:cNvSpPr/>
            <p:nvPr/>
          </p:nvSpPr>
          <p:spPr>
            <a:xfrm>
              <a:off x="2801396" y="908189"/>
              <a:ext cx="1706245" cy="0"/>
            </a:xfrm>
            <a:custGeom>
              <a:avLst/>
              <a:gdLst/>
              <a:ahLst/>
              <a:cxnLst/>
              <a:rect l="l" t="t" r="r" b="b"/>
              <a:pathLst>
                <a:path w="1706245" h="120000" extrusionOk="0">
                  <a:moveTo>
                    <a:pt x="0" y="0"/>
                  </a:moveTo>
                  <a:lnTo>
                    <a:pt x="1705734" y="0"/>
                  </a:lnTo>
                </a:path>
              </a:pathLst>
            </a:custGeom>
            <a:noFill/>
            <a:ln w="190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543" name="Google Shape;543;p44"/>
            <p:cNvSpPr/>
            <p:nvPr/>
          </p:nvSpPr>
          <p:spPr>
            <a:xfrm>
              <a:off x="2801396" y="2574159"/>
              <a:ext cx="1706245" cy="0"/>
            </a:xfrm>
            <a:custGeom>
              <a:avLst/>
              <a:gdLst/>
              <a:ahLst/>
              <a:cxnLst/>
              <a:rect l="l" t="t" r="r" b="b"/>
              <a:pathLst>
                <a:path w="1706245" h="120000" extrusionOk="0">
                  <a:moveTo>
                    <a:pt x="0" y="0"/>
                  </a:moveTo>
                  <a:lnTo>
                    <a:pt x="1705734" y="0"/>
                  </a:lnTo>
                </a:path>
              </a:pathLst>
            </a:custGeom>
            <a:noFill/>
            <a:ln w="190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pic>
        <p:nvPicPr>
          <p:cNvPr id="544" name="Google Shape;544;p44"/>
          <p:cNvPicPr preferRelativeResize="0"/>
          <p:nvPr/>
        </p:nvPicPr>
        <p:blipFill rotWithShape="1">
          <a:blip r:embed="rId6">
            <a:alphaModFix/>
          </a:blip>
          <a:srcRect/>
          <a:stretch/>
        </p:blipFill>
        <p:spPr>
          <a:xfrm>
            <a:off x="10029304" y="908189"/>
            <a:ext cx="1729587" cy="1693646"/>
          </a:xfrm>
          <a:prstGeom prst="rect">
            <a:avLst/>
          </a:prstGeom>
          <a:noFill/>
          <a:ln>
            <a:noFill/>
          </a:ln>
        </p:spPr>
      </p:pic>
      <p:pic>
        <p:nvPicPr>
          <p:cNvPr id="545" name="Google Shape;545;p44"/>
          <p:cNvPicPr preferRelativeResize="0"/>
          <p:nvPr/>
        </p:nvPicPr>
        <p:blipFill rotWithShape="1">
          <a:blip r:embed="rId7">
            <a:alphaModFix/>
          </a:blip>
          <a:srcRect/>
          <a:stretch/>
        </p:blipFill>
        <p:spPr>
          <a:xfrm>
            <a:off x="423765" y="908189"/>
            <a:ext cx="1729582" cy="1693646"/>
          </a:xfrm>
          <a:prstGeom prst="rect">
            <a:avLst/>
          </a:prstGeom>
          <a:noFill/>
          <a:ln>
            <a:noFill/>
          </a:ln>
        </p:spPr>
      </p:pic>
      <p:sp>
        <p:nvSpPr>
          <p:cNvPr id="546" name="Google Shape;546;p44"/>
          <p:cNvSpPr txBox="1"/>
          <p:nvPr/>
        </p:nvSpPr>
        <p:spPr>
          <a:xfrm>
            <a:off x="728346" y="2596070"/>
            <a:ext cx="1103630" cy="39116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2400"/>
              <a:buFont typeface="Arial"/>
              <a:buNone/>
            </a:pPr>
            <a:r>
              <a:rPr lang="en-US" sz="2400" b="0" i="0" u="none" strike="noStrike" cap="none">
                <a:solidFill>
                  <a:srgbClr val="000000"/>
                </a:solidFill>
                <a:latin typeface="Cambria"/>
                <a:ea typeface="Cambria"/>
                <a:cs typeface="Cambria"/>
                <a:sym typeface="Cambria"/>
              </a:rPr>
              <a:t>Layer 1</a:t>
            </a:r>
            <a:endParaRPr sz="2400" b="0" i="0" u="none" strike="noStrike" cap="none">
              <a:solidFill>
                <a:srgbClr val="000000"/>
              </a:solidFill>
              <a:latin typeface="Cambria"/>
              <a:ea typeface="Cambria"/>
              <a:cs typeface="Cambria"/>
              <a:sym typeface="Cambria"/>
            </a:endParaRPr>
          </a:p>
        </p:txBody>
      </p:sp>
      <p:grpSp>
        <p:nvGrpSpPr>
          <p:cNvPr id="547" name="Google Shape;547;p44"/>
          <p:cNvGrpSpPr/>
          <p:nvPr/>
        </p:nvGrpSpPr>
        <p:grpSpPr>
          <a:xfrm>
            <a:off x="3326388" y="1105425"/>
            <a:ext cx="5460563" cy="5387885"/>
            <a:chOff x="3326388" y="1105425"/>
            <a:chExt cx="5460563" cy="5387885"/>
          </a:xfrm>
        </p:grpSpPr>
        <p:pic>
          <p:nvPicPr>
            <p:cNvPr id="548" name="Google Shape;548;p44"/>
            <p:cNvPicPr preferRelativeResize="0"/>
            <p:nvPr/>
          </p:nvPicPr>
          <p:blipFill rotWithShape="1">
            <a:blip r:embed="rId4">
              <a:alphaModFix/>
            </a:blip>
            <a:srcRect/>
            <a:stretch/>
          </p:blipFill>
          <p:spPr>
            <a:xfrm>
              <a:off x="3381032" y="1131523"/>
              <a:ext cx="5405919" cy="5361787"/>
            </a:xfrm>
            <a:prstGeom prst="rect">
              <a:avLst/>
            </a:prstGeom>
            <a:noFill/>
            <a:ln>
              <a:noFill/>
            </a:ln>
          </p:spPr>
        </p:pic>
        <p:sp>
          <p:nvSpPr>
            <p:cNvPr id="549" name="Google Shape;549;p44"/>
            <p:cNvSpPr/>
            <p:nvPr/>
          </p:nvSpPr>
          <p:spPr>
            <a:xfrm>
              <a:off x="5144476" y="1105425"/>
              <a:ext cx="0" cy="5353685"/>
            </a:xfrm>
            <a:custGeom>
              <a:avLst/>
              <a:gdLst/>
              <a:ahLst/>
              <a:cxnLst/>
              <a:rect l="l" t="t" r="r" b="b"/>
              <a:pathLst>
                <a:path w="120000" h="5353685" extrusionOk="0">
                  <a:moveTo>
                    <a:pt x="0" y="0"/>
                  </a:moveTo>
                  <a:lnTo>
                    <a:pt x="0" y="5353573"/>
                  </a:lnTo>
                </a:path>
              </a:pathLst>
            </a:custGeom>
            <a:noFill/>
            <a:ln w="190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550" name="Google Shape;550;p44"/>
            <p:cNvSpPr/>
            <p:nvPr/>
          </p:nvSpPr>
          <p:spPr>
            <a:xfrm>
              <a:off x="6896522" y="1105425"/>
              <a:ext cx="0" cy="5353685"/>
            </a:xfrm>
            <a:custGeom>
              <a:avLst/>
              <a:gdLst/>
              <a:ahLst/>
              <a:cxnLst/>
              <a:rect l="l" t="t" r="r" b="b"/>
              <a:pathLst>
                <a:path w="120000" h="5353685" extrusionOk="0">
                  <a:moveTo>
                    <a:pt x="0" y="0"/>
                  </a:moveTo>
                  <a:lnTo>
                    <a:pt x="0" y="5353573"/>
                  </a:lnTo>
                </a:path>
              </a:pathLst>
            </a:custGeom>
            <a:noFill/>
            <a:ln w="190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551" name="Google Shape;551;p44"/>
            <p:cNvSpPr/>
            <p:nvPr/>
          </p:nvSpPr>
          <p:spPr>
            <a:xfrm>
              <a:off x="3326388" y="2876776"/>
              <a:ext cx="5445125" cy="0"/>
            </a:xfrm>
            <a:custGeom>
              <a:avLst/>
              <a:gdLst/>
              <a:ahLst/>
              <a:cxnLst/>
              <a:rect l="l" t="t" r="r" b="b"/>
              <a:pathLst>
                <a:path w="5445125" h="120000" extrusionOk="0">
                  <a:moveTo>
                    <a:pt x="0" y="0"/>
                  </a:moveTo>
                  <a:lnTo>
                    <a:pt x="5444756" y="0"/>
                  </a:lnTo>
                </a:path>
              </a:pathLst>
            </a:custGeom>
            <a:noFill/>
            <a:ln w="190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552" name="Google Shape;552;p44"/>
            <p:cNvSpPr/>
            <p:nvPr/>
          </p:nvSpPr>
          <p:spPr>
            <a:xfrm>
              <a:off x="3326388" y="4663125"/>
              <a:ext cx="5445125" cy="0"/>
            </a:xfrm>
            <a:custGeom>
              <a:avLst/>
              <a:gdLst/>
              <a:ahLst/>
              <a:cxnLst/>
              <a:rect l="l" t="t" r="r" b="b"/>
              <a:pathLst>
                <a:path w="5445125" h="120000" extrusionOk="0">
                  <a:moveTo>
                    <a:pt x="0" y="0"/>
                  </a:moveTo>
                  <a:lnTo>
                    <a:pt x="5444756" y="0"/>
                  </a:lnTo>
                </a:path>
              </a:pathLst>
            </a:custGeom>
            <a:noFill/>
            <a:ln w="190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553" name="Google Shape;553;p44"/>
            <p:cNvSpPr/>
            <p:nvPr/>
          </p:nvSpPr>
          <p:spPr>
            <a:xfrm>
              <a:off x="3335908" y="1105425"/>
              <a:ext cx="0" cy="5353685"/>
            </a:xfrm>
            <a:custGeom>
              <a:avLst/>
              <a:gdLst/>
              <a:ahLst/>
              <a:cxnLst/>
              <a:rect l="l" t="t" r="r" b="b"/>
              <a:pathLst>
                <a:path w="120000" h="5353685" extrusionOk="0">
                  <a:moveTo>
                    <a:pt x="0" y="0"/>
                  </a:moveTo>
                  <a:lnTo>
                    <a:pt x="0" y="5353573"/>
                  </a:lnTo>
                </a:path>
              </a:pathLst>
            </a:custGeom>
            <a:noFill/>
            <a:ln w="190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554" name="Google Shape;554;p44"/>
            <p:cNvSpPr/>
            <p:nvPr/>
          </p:nvSpPr>
          <p:spPr>
            <a:xfrm>
              <a:off x="8761620" y="1105425"/>
              <a:ext cx="0" cy="5353685"/>
            </a:xfrm>
            <a:custGeom>
              <a:avLst/>
              <a:gdLst/>
              <a:ahLst/>
              <a:cxnLst/>
              <a:rect l="l" t="t" r="r" b="b"/>
              <a:pathLst>
                <a:path w="120000" h="5353685" extrusionOk="0">
                  <a:moveTo>
                    <a:pt x="0" y="0"/>
                  </a:moveTo>
                  <a:lnTo>
                    <a:pt x="0" y="5353573"/>
                  </a:lnTo>
                </a:path>
              </a:pathLst>
            </a:custGeom>
            <a:noFill/>
            <a:ln w="190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555" name="Google Shape;555;p44"/>
            <p:cNvSpPr/>
            <p:nvPr/>
          </p:nvSpPr>
          <p:spPr>
            <a:xfrm>
              <a:off x="3326388" y="1114945"/>
              <a:ext cx="5445125" cy="0"/>
            </a:xfrm>
            <a:custGeom>
              <a:avLst/>
              <a:gdLst/>
              <a:ahLst/>
              <a:cxnLst/>
              <a:rect l="l" t="t" r="r" b="b"/>
              <a:pathLst>
                <a:path w="5445125" h="120000" extrusionOk="0">
                  <a:moveTo>
                    <a:pt x="0" y="0"/>
                  </a:moveTo>
                  <a:lnTo>
                    <a:pt x="5444756" y="0"/>
                  </a:lnTo>
                </a:path>
              </a:pathLst>
            </a:custGeom>
            <a:noFill/>
            <a:ln w="190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556" name="Google Shape;556;p44"/>
            <p:cNvSpPr/>
            <p:nvPr/>
          </p:nvSpPr>
          <p:spPr>
            <a:xfrm>
              <a:off x="3326388" y="6449473"/>
              <a:ext cx="5445125" cy="0"/>
            </a:xfrm>
            <a:custGeom>
              <a:avLst/>
              <a:gdLst/>
              <a:ahLst/>
              <a:cxnLst/>
              <a:rect l="l" t="t" r="r" b="b"/>
              <a:pathLst>
                <a:path w="5445125" h="120000" extrusionOk="0">
                  <a:moveTo>
                    <a:pt x="0" y="0"/>
                  </a:moveTo>
                  <a:lnTo>
                    <a:pt x="5444756" y="0"/>
                  </a:lnTo>
                </a:path>
              </a:pathLst>
            </a:custGeom>
            <a:noFill/>
            <a:ln w="190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pic>
        <p:nvPicPr>
          <p:cNvPr id="557" name="Google Shape;557;p44"/>
          <p:cNvPicPr preferRelativeResize="0"/>
          <p:nvPr/>
        </p:nvPicPr>
        <p:blipFill rotWithShape="1">
          <a:blip r:embed="rId8">
            <a:alphaModFix/>
          </a:blip>
          <a:srcRect/>
          <a:stretch/>
        </p:blipFill>
        <p:spPr>
          <a:xfrm>
            <a:off x="10734473" y="0"/>
            <a:ext cx="1448025" cy="796414"/>
          </a:xfrm>
          <a:prstGeom prst="rect">
            <a:avLst/>
          </a:prstGeom>
          <a:noFill/>
          <a:ln>
            <a:noFill/>
          </a:ln>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showMasterSp="0">
  <p:cSld>
    <p:spTree>
      <p:nvGrpSpPr>
        <p:cNvPr id="1" name="Shape 561"/>
        <p:cNvGrpSpPr/>
        <p:nvPr/>
      </p:nvGrpSpPr>
      <p:grpSpPr>
        <a:xfrm>
          <a:off x="0" y="0"/>
          <a:ext cx="0" cy="0"/>
          <a:chOff x="0" y="0"/>
          <a:chExt cx="0" cy="0"/>
        </a:xfrm>
      </p:grpSpPr>
      <p:sp>
        <p:nvSpPr>
          <p:cNvPr id="562" name="Google Shape;562;p45"/>
          <p:cNvSpPr txBox="1">
            <a:spLocks noGrp="1"/>
          </p:cNvSpPr>
          <p:nvPr>
            <p:ph type="title"/>
          </p:nvPr>
        </p:nvSpPr>
        <p:spPr>
          <a:xfrm>
            <a:off x="261620" y="139700"/>
            <a:ext cx="8325484" cy="69596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SzPts val="1400"/>
              <a:buNone/>
            </a:pPr>
            <a:r>
              <a:rPr lang="en-US" sz="4400" b="0">
                <a:latin typeface="Cambria"/>
                <a:ea typeface="Cambria"/>
                <a:cs typeface="Cambria"/>
                <a:sym typeface="Cambria"/>
              </a:rPr>
              <a:t>Visualizing deep layers: Layer 4</a:t>
            </a:r>
            <a:endParaRPr sz="4400">
              <a:latin typeface="Cambria"/>
              <a:ea typeface="Cambria"/>
              <a:cs typeface="Cambria"/>
              <a:sym typeface="Cambria"/>
            </a:endParaRPr>
          </a:p>
        </p:txBody>
      </p:sp>
      <p:sp>
        <p:nvSpPr>
          <p:cNvPr id="563" name="Google Shape;563;p45"/>
          <p:cNvSpPr txBox="1"/>
          <p:nvPr/>
        </p:nvSpPr>
        <p:spPr>
          <a:xfrm>
            <a:off x="3096882" y="2598064"/>
            <a:ext cx="1103630" cy="39116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2400"/>
              <a:buFont typeface="Arial"/>
              <a:buNone/>
            </a:pPr>
            <a:r>
              <a:rPr lang="en-US" sz="2400" b="0" i="0" u="none" strike="noStrike" cap="none">
                <a:solidFill>
                  <a:srgbClr val="000000"/>
                </a:solidFill>
                <a:latin typeface="Cambria"/>
                <a:ea typeface="Cambria"/>
                <a:cs typeface="Cambria"/>
                <a:sym typeface="Cambria"/>
              </a:rPr>
              <a:t>Layer 2</a:t>
            </a:r>
            <a:endParaRPr sz="2400" b="0" i="0" u="none" strike="noStrike" cap="none">
              <a:solidFill>
                <a:srgbClr val="000000"/>
              </a:solidFill>
              <a:latin typeface="Cambria"/>
              <a:ea typeface="Cambria"/>
              <a:cs typeface="Cambria"/>
              <a:sym typeface="Cambria"/>
            </a:endParaRPr>
          </a:p>
        </p:txBody>
      </p:sp>
      <p:sp>
        <p:nvSpPr>
          <p:cNvPr id="564" name="Google Shape;564;p45"/>
          <p:cNvSpPr txBox="1"/>
          <p:nvPr/>
        </p:nvSpPr>
        <p:spPr>
          <a:xfrm>
            <a:off x="7967891" y="2596235"/>
            <a:ext cx="1103630" cy="39116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2400"/>
              <a:buFont typeface="Arial"/>
              <a:buNone/>
            </a:pPr>
            <a:r>
              <a:rPr lang="en-US" sz="2400" b="0" i="0" u="none" strike="noStrike" cap="none">
                <a:solidFill>
                  <a:srgbClr val="000000"/>
                </a:solidFill>
                <a:latin typeface="Cambria"/>
                <a:ea typeface="Cambria"/>
                <a:cs typeface="Cambria"/>
                <a:sym typeface="Cambria"/>
              </a:rPr>
              <a:t>Layer 4</a:t>
            </a:r>
            <a:endParaRPr sz="2400" b="0" i="0" u="none" strike="noStrike" cap="none">
              <a:solidFill>
                <a:srgbClr val="000000"/>
              </a:solidFill>
              <a:latin typeface="Cambria"/>
              <a:ea typeface="Cambria"/>
              <a:cs typeface="Cambria"/>
              <a:sym typeface="Cambria"/>
            </a:endParaRPr>
          </a:p>
        </p:txBody>
      </p:sp>
      <p:sp>
        <p:nvSpPr>
          <p:cNvPr id="565" name="Google Shape;565;p45"/>
          <p:cNvSpPr txBox="1"/>
          <p:nvPr/>
        </p:nvSpPr>
        <p:spPr>
          <a:xfrm>
            <a:off x="5677623" y="2598064"/>
            <a:ext cx="1103630" cy="39116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2400"/>
              <a:buFont typeface="Arial"/>
              <a:buNone/>
            </a:pPr>
            <a:r>
              <a:rPr lang="en-US" sz="2400" b="0" i="0" u="none" strike="noStrike" cap="none">
                <a:solidFill>
                  <a:srgbClr val="000000"/>
                </a:solidFill>
                <a:latin typeface="Cambria"/>
                <a:ea typeface="Cambria"/>
                <a:cs typeface="Cambria"/>
                <a:sym typeface="Cambria"/>
              </a:rPr>
              <a:t>Layer 3</a:t>
            </a:r>
            <a:endParaRPr sz="2400" b="0" i="0" u="none" strike="noStrike" cap="none">
              <a:solidFill>
                <a:srgbClr val="000000"/>
              </a:solidFill>
              <a:latin typeface="Cambria"/>
              <a:ea typeface="Cambria"/>
              <a:cs typeface="Cambria"/>
              <a:sym typeface="Cambria"/>
            </a:endParaRPr>
          </a:p>
        </p:txBody>
      </p:sp>
      <p:sp>
        <p:nvSpPr>
          <p:cNvPr id="566" name="Google Shape;566;p45"/>
          <p:cNvSpPr txBox="1"/>
          <p:nvPr/>
        </p:nvSpPr>
        <p:spPr>
          <a:xfrm>
            <a:off x="10336491" y="2598064"/>
            <a:ext cx="1103630" cy="39116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2400"/>
              <a:buFont typeface="Arial"/>
              <a:buNone/>
            </a:pPr>
            <a:r>
              <a:rPr lang="en-US" sz="2400" b="0" i="0" u="none" strike="noStrike" cap="none">
                <a:solidFill>
                  <a:srgbClr val="000000"/>
                </a:solidFill>
                <a:latin typeface="Cambria"/>
                <a:ea typeface="Cambria"/>
                <a:cs typeface="Cambria"/>
                <a:sym typeface="Cambria"/>
              </a:rPr>
              <a:t>Layer 5</a:t>
            </a:r>
            <a:endParaRPr sz="2400" b="0" i="0" u="none" strike="noStrike" cap="none">
              <a:solidFill>
                <a:srgbClr val="000000"/>
              </a:solidFill>
              <a:latin typeface="Cambria"/>
              <a:ea typeface="Cambria"/>
              <a:cs typeface="Cambria"/>
              <a:sym typeface="Cambria"/>
            </a:endParaRPr>
          </a:p>
        </p:txBody>
      </p:sp>
      <p:pic>
        <p:nvPicPr>
          <p:cNvPr id="567" name="Google Shape;567;p45"/>
          <p:cNvPicPr preferRelativeResize="0"/>
          <p:nvPr/>
        </p:nvPicPr>
        <p:blipFill rotWithShape="1">
          <a:blip r:embed="rId3">
            <a:alphaModFix/>
          </a:blip>
          <a:srcRect/>
          <a:stretch/>
        </p:blipFill>
        <p:spPr>
          <a:xfrm>
            <a:off x="2789897" y="908469"/>
            <a:ext cx="1729587" cy="1693367"/>
          </a:xfrm>
          <a:prstGeom prst="rect">
            <a:avLst/>
          </a:prstGeom>
          <a:noFill/>
          <a:ln>
            <a:noFill/>
          </a:ln>
        </p:spPr>
      </p:pic>
      <p:pic>
        <p:nvPicPr>
          <p:cNvPr id="568" name="Google Shape;568;p45"/>
          <p:cNvPicPr preferRelativeResize="0"/>
          <p:nvPr/>
        </p:nvPicPr>
        <p:blipFill rotWithShape="1">
          <a:blip r:embed="rId4">
            <a:alphaModFix/>
          </a:blip>
          <a:srcRect/>
          <a:stretch/>
        </p:blipFill>
        <p:spPr>
          <a:xfrm>
            <a:off x="5341277" y="935024"/>
            <a:ext cx="1680540" cy="1666811"/>
          </a:xfrm>
          <a:prstGeom prst="rect">
            <a:avLst/>
          </a:prstGeom>
          <a:noFill/>
          <a:ln>
            <a:noFill/>
          </a:ln>
        </p:spPr>
      </p:pic>
      <p:pic>
        <p:nvPicPr>
          <p:cNvPr id="569" name="Google Shape;569;p45"/>
          <p:cNvPicPr preferRelativeResize="0"/>
          <p:nvPr/>
        </p:nvPicPr>
        <p:blipFill rotWithShape="1">
          <a:blip r:embed="rId5">
            <a:alphaModFix/>
          </a:blip>
          <a:srcRect/>
          <a:stretch/>
        </p:blipFill>
        <p:spPr>
          <a:xfrm>
            <a:off x="7660767" y="935024"/>
            <a:ext cx="1729587" cy="1666811"/>
          </a:xfrm>
          <a:prstGeom prst="rect">
            <a:avLst/>
          </a:prstGeom>
          <a:noFill/>
          <a:ln>
            <a:noFill/>
          </a:ln>
        </p:spPr>
      </p:pic>
      <p:graphicFrame>
        <p:nvGraphicFramePr>
          <p:cNvPr id="570" name="Google Shape;570;p45"/>
          <p:cNvGraphicFramePr/>
          <p:nvPr/>
        </p:nvGraphicFramePr>
        <p:xfrm>
          <a:off x="5324746" y="925504"/>
          <a:ext cx="1685925" cy="1665000"/>
        </p:xfrm>
        <a:graphic>
          <a:graphicData uri="http://schemas.openxmlformats.org/drawingml/2006/table">
            <a:tbl>
              <a:tblPr firstRow="1" bandRow="1">
                <a:noFill/>
                <a:tableStyleId>{E4E72475-DB7F-40B9-A101-3155E80A10BE}</a:tableStyleId>
              </a:tblPr>
              <a:tblGrid>
                <a:gridCol w="561975">
                  <a:extLst>
                    <a:ext uri="{9D8B030D-6E8A-4147-A177-3AD203B41FA5}">
                      <a16:colId xmlns:a16="http://schemas.microsoft.com/office/drawing/2014/main" val="20000"/>
                    </a:ext>
                  </a:extLst>
                </a:gridCol>
                <a:gridCol w="561975">
                  <a:extLst>
                    <a:ext uri="{9D8B030D-6E8A-4147-A177-3AD203B41FA5}">
                      <a16:colId xmlns:a16="http://schemas.microsoft.com/office/drawing/2014/main" val="20001"/>
                    </a:ext>
                  </a:extLst>
                </a:gridCol>
                <a:gridCol w="561975">
                  <a:extLst>
                    <a:ext uri="{9D8B030D-6E8A-4147-A177-3AD203B41FA5}">
                      <a16:colId xmlns:a16="http://schemas.microsoft.com/office/drawing/2014/main" val="20002"/>
                    </a:ext>
                  </a:extLst>
                </a:gridCol>
              </a:tblGrid>
              <a:tr h="555000">
                <a:tc>
                  <a:txBody>
                    <a:bodyPr/>
                    <a:lstStyle/>
                    <a:p>
                      <a:pPr marL="0" marR="0" lvl="0" indent="0" algn="l" rtl="0">
                        <a:lnSpc>
                          <a:spcPct val="100000"/>
                        </a:lnSpc>
                        <a:spcBef>
                          <a:spcPts val="0"/>
                        </a:spcBef>
                        <a:spcAft>
                          <a:spcPts val="0"/>
                        </a:spcAft>
                        <a:buClr>
                          <a:srgbClr val="000000"/>
                        </a:buClr>
                        <a:buSzPts val="3300"/>
                        <a:buFont typeface="Arial"/>
                        <a:buNone/>
                      </a:pPr>
                      <a:endParaRPr sz="3300" u="none" strike="noStrike" cap="none">
                        <a:latin typeface="Times New Roman"/>
                        <a:ea typeface="Times New Roman"/>
                        <a:cs typeface="Times New Roman"/>
                        <a:sym typeface="Times New Roman"/>
                      </a:endParaRPr>
                    </a:p>
                  </a:txBody>
                  <a:tcPr marL="0" marR="0" marT="0" marB="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3300"/>
                        <a:buFont typeface="Arial"/>
                        <a:buNone/>
                      </a:pPr>
                      <a:endParaRPr sz="3300" u="none" strike="noStrike" cap="none">
                        <a:latin typeface="Times New Roman"/>
                        <a:ea typeface="Times New Roman"/>
                        <a:cs typeface="Times New Roman"/>
                        <a:sym typeface="Times New Roman"/>
                      </a:endParaRPr>
                    </a:p>
                  </a:txBody>
                  <a:tcPr marL="0" marR="0" marT="0" marB="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3300"/>
                        <a:buFont typeface="Arial"/>
                        <a:buNone/>
                      </a:pPr>
                      <a:endParaRPr sz="3300" u="none" strike="noStrike" cap="none">
                        <a:latin typeface="Times New Roman"/>
                        <a:ea typeface="Times New Roman"/>
                        <a:cs typeface="Times New Roman"/>
                        <a:sym typeface="Times New Roman"/>
                      </a:endParaRPr>
                    </a:p>
                  </a:txBody>
                  <a:tcPr marL="0" marR="0" marT="0" marB="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extLst>
                  <a:ext uri="{0D108BD9-81ED-4DB2-BD59-A6C34878D82A}">
                    <a16:rowId xmlns:a16="http://schemas.microsoft.com/office/drawing/2014/main" val="10000"/>
                  </a:ext>
                </a:extLst>
              </a:tr>
              <a:tr h="555000">
                <a:tc>
                  <a:txBody>
                    <a:bodyPr/>
                    <a:lstStyle/>
                    <a:p>
                      <a:pPr marL="0" marR="0" lvl="0" indent="0" algn="l" rtl="0">
                        <a:lnSpc>
                          <a:spcPct val="100000"/>
                        </a:lnSpc>
                        <a:spcBef>
                          <a:spcPts val="0"/>
                        </a:spcBef>
                        <a:spcAft>
                          <a:spcPts val="0"/>
                        </a:spcAft>
                        <a:buClr>
                          <a:srgbClr val="000000"/>
                        </a:buClr>
                        <a:buSzPts val="3300"/>
                        <a:buFont typeface="Arial"/>
                        <a:buNone/>
                      </a:pPr>
                      <a:endParaRPr sz="3300" u="none" strike="noStrike" cap="none">
                        <a:latin typeface="Times New Roman"/>
                        <a:ea typeface="Times New Roman"/>
                        <a:cs typeface="Times New Roman"/>
                        <a:sym typeface="Times New Roman"/>
                      </a:endParaRPr>
                    </a:p>
                  </a:txBody>
                  <a:tcPr marL="0" marR="0" marT="0" marB="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3300"/>
                        <a:buFont typeface="Arial"/>
                        <a:buNone/>
                      </a:pPr>
                      <a:endParaRPr sz="3300" u="none" strike="noStrike" cap="none">
                        <a:latin typeface="Times New Roman"/>
                        <a:ea typeface="Times New Roman"/>
                        <a:cs typeface="Times New Roman"/>
                        <a:sym typeface="Times New Roman"/>
                      </a:endParaRPr>
                    </a:p>
                  </a:txBody>
                  <a:tcPr marL="0" marR="0" marT="0" marB="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3300"/>
                        <a:buFont typeface="Arial"/>
                        <a:buNone/>
                      </a:pPr>
                      <a:endParaRPr sz="3300" u="none" strike="noStrike" cap="none">
                        <a:latin typeface="Times New Roman"/>
                        <a:ea typeface="Times New Roman"/>
                        <a:cs typeface="Times New Roman"/>
                        <a:sym typeface="Times New Roman"/>
                      </a:endParaRPr>
                    </a:p>
                  </a:txBody>
                  <a:tcPr marL="0" marR="0" marT="0" marB="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r h="555000">
                <a:tc>
                  <a:txBody>
                    <a:bodyPr/>
                    <a:lstStyle/>
                    <a:p>
                      <a:pPr marL="0" marR="0" lvl="0" indent="0" algn="l" rtl="0">
                        <a:lnSpc>
                          <a:spcPct val="100000"/>
                        </a:lnSpc>
                        <a:spcBef>
                          <a:spcPts val="0"/>
                        </a:spcBef>
                        <a:spcAft>
                          <a:spcPts val="0"/>
                        </a:spcAft>
                        <a:buClr>
                          <a:srgbClr val="000000"/>
                        </a:buClr>
                        <a:buSzPts val="3300"/>
                        <a:buFont typeface="Arial"/>
                        <a:buNone/>
                      </a:pPr>
                      <a:endParaRPr sz="3300" u="none" strike="noStrike" cap="none">
                        <a:latin typeface="Times New Roman"/>
                        <a:ea typeface="Times New Roman"/>
                        <a:cs typeface="Times New Roman"/>
                        <a:sym typeface="Times New Roman"/>
                      </a:endParaRPr>
                    </a:p>
                  </a:txBody>
                  <a:tcPr marL="0" marR="0" marT="0" marB="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3300"/>
                        <a:buFont typeface="Arial"/>
                        <a:buNone/>
                      </a:pPr>
                      <a:endParaRPr sz="3300" u="none" strike="noStrike" cap="none">
                        <a:latin typeface="Times New Roman"/>
                        <a:ea typeface="Times New Roman"/>
                        <a:cs typeface="Times New Roman"/>
                        <a:sym typeface="Times New Roman"/>
                      </a:endParaRPr>
                    </a:p>
                  </a:txBody>
                  <a:tcPr marL="0" marR="0" marT="0" marB="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3300"/>
                        <a:buFont typeface="Arial"/>
                        <a:buNone/>
                      </a:pPr>
                      <a:endParaRPr sz="3300" u="none" strike="noStrike" cap="none">
                        <a:latin typeface="Times New Roman"/>
                        <a:ea typeface="Times New Roman"/>
                        <a:cs typeface="Times New Roman"/>
                        <a:sym typeface="Times New Roman"/>
                      </a:endParaRPr>
                    </a:p>
                  </a:txBody>
                  <a:tcPr marL="0" marR="0" marT="0" marB="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extLst>
                  <a:ext uri="{0D108BD9-81ED-4DB2-BD59-A6C34878D82A}">
                    <a16:rowId xmlns:a16="http://schemas.microsoft.com/office/drawing/2014/main" val="10002"/>
                  </a:ext>
                </a:extLst>
              </a:tr>
            </a:tbl>
          </a:graphicData>
        </a:graphic>
      </p:graphicFrame>
      <p:pic>
        <p:nvPicPr>
          <p:cNvPr id="571" name="Google Shape;571;p45"/>
          <p:cNvPicPr preferRelativeResize="0"/>
          <p:nvPr/>
        </p:nvPicPr>
        <p:blipFill rotWithShape="1">
          <a:blip r:embed="rId6">
            <a:alphaModFix/>
          </a:blip>
          <a:srcRect/>
          <a:stretch/>
        </p:blipFill>
        <p:spPr>
          <a:xfrm>
            <a:off x="10029304" y="908189"/>
            <a:ext cx="1729587" cy="1693646"/>
          </a:xfrm>
          <a:prstGeom prst="rect">
            <a:avLst/>
          </a:prstGeom>
          <a:noFill/>
          <a:ln>
            <a:noFill/>
          </a:ln>
        </p:spPr>
      </p:pic>
      <p:graphicFrame>
        <p:nvGraphicFramePr>
          <p:cNvPr id="572" name="Google Shape;572;p45"/>
          <p:cNvGraphicFramePr/>
          <p:nvPr/>
        </p:nvGraphicFramePr>
        <p:xfrm>
          <a:off x="2801396" y="898669"/>
          <a:ext cx="1685925" cy="1665000"/>
        </p:xfrm>
        <a:graphic>
          <a:graphicData uri="http://schemas.openxmlformats.org/drawingml/2006/table">
            <a:tbl>
              <a:tblPr firstRow="1" bandRow="1">
                <a:noFill/>
                <a:tableStyleId>{E4E72475-DB7F-40B9-A101-3155E80A10BE}</a:tableStyleId>
              </a:tblPr>
              <a:tblGrid>
                <a:gridCol w="561975">
                  <a:extLst>
                    <a:ext uri="{9D8B030D-6E8A-4147-A177-3AD203B41FA5}">
                      <a16:colId xmlns:a16="http://schemas.microsoft.com/office/drawing/2014/main" val="20000"/>
                    </a:ext>
                  </a:extLst>
                </a:gridCol>
                <a:gridCol w="561975">
                  <a:extLst>
                    <a:ext uri="{9D8B030D-6E8A-4147-A177-3AD203B41FA5}">
                      <a16:colId xmlns:a16="http://schemas.microsoft.com/office/drawing/2014/main" val="20001"/>
                    </a:ext>
                  </a:extLst>
                </a:gridCol>
                <a:gridCol w="561975">
                  <a:extLst>
                    <a:ext uri="{9D8B030D-6E8A-4147-A177-3AD203B41FA5}">
                      <a16:colId xmlns:a16="http://schemas.microsoft.com/office/drawing/2014/main" val="20002"/>
                    </a:ext>
                  </a:extLst>
                </a:gridCol>
              </a:tblGrid>
              <a:tr h="555000">
                <a:tc>
                  <a:txBody>
                    <a:bodyPr/>
                    <a:lstStyle/>
                    <a:p>
                      <a:pPr marL="0" marR="0" lvl="0" indent="0" algn="l" rtl="0">
                        <a:lnSpc>
                          <a:spcPct val="100000"/>
                        </a:lnSpc>
                        <a:spcBef>
                          <a:spcPts val="0"/>
                        </a:spcBef>
                        <a:spcAft>
                          <a:spcPts val="0"/>
                        </a:spcAft>
                        <a:buClr>
                          <a:srgbClr val="000000"/>
                        </a:buClr>
                        <a:buSzPts val="3300"/>
                        <a:buFont typeface="Arial"/>
                        <a:buNone/>
                      </a:pPr>
                      <a:endParaRPr sz="3300" u="none" strike="noStrike" cap="none">
                        <a:latin typeface="Times New Roman"/>
                        <a:ea typeface="Times New Roman"/>
                        <a:cs typeface="Times New Roman"/>
                        <a:sym typeface="Times New Roman"/>
                      </a:endParaRPr>
                    </a:p>
                  </a:txBody>
                  <a:tcPr marL="0" marR="0" marT="0" marB="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3300"/>
                        <a:buFont typeface="Arial"/>
                        <a:buNone/>
                      </a:pPr>
                      <a:endParaRPr sz="3300" u="none" strike="noStrike" cap="none">
                        <a:latin typeface="Times New Roman"/>
                        <a:ea typeface="Times New Roman"/>
                        <a:cs typeface="Times New Roman"/>
                        <a:sym typeface="Times New Roman"/>
                      </a:endParaRPr>
                    </a:p>
                  </a:txBody>
                  <a:tcPr marL="0" marR="0" marT="0" marB="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3300"/>
                        <a:buFont typeface="Arial"/>
                        <a:buNone/>
                      </a:pPr>
                      <a:endParaRPr sz="3300" u="none" strike="noStrike" cap="none">
                        <a:latin typeface="Times New Roman"/>
                        <a:ea typeface="Times New Roman"/>
                        <a:cs typeface="Times New Roman"/>
                        <a:sym typeface="Times New Roman"/>
                      </a:endParaRPr>
                    </a:p>
                  </a:txBody>
                  <a:tcPr marL="0" marR="0" marT="0" marB="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extLst>
                  <a:ext uri="{0D108BD9-81ED-4DB2-BD59-A6C34878D82A}">
                    <a16:rowId xmlns:a16="http://schemas.microsoft.com/office/drawing/2014/main" val="10000"/>
                  </a:ext>
                </a:extLst>
              </a:tr>
              <a:tr h="555000">
                <a:tc>
                  <a:txBody>
                    <a:bodyPr/>
                    <a:lstStyle/>
                    <a:p>
                      <a:pPr marL="0" marR="0" lvl="0" indent="0" algn="l" rtl="0">
                        <a:lnSpc>
                          <a:spcPct val="100000"/>
                        </a:lnSpc>
                        <a:spcBef>
                          <a:spcPts val="0"/>
                        </a:spcBef>
                        <a:spcAft>
                          <a:spcPts val="0"/>
                        </a:spcAft>
                        <a:buClr>
                          <a:srgbClr val="000000"/>
                        </a:buClr>
                        <a:buSzPts val="3300"/>
                        <a:buFont typeface="Arial"/>
                        <a:buNone/>
                      </a:pPr>
                      <a:endParaRPr sz="3300" u="none" strike="noStrike" cap="none">
                        <a:latin typeface="Times New Roman"/>
                        <a:ea typeface="Times New Roman"/>
                        <a:cs typeface="Times New Roman"/>
                        <a:sym typeface="Times New Roman"/>
                      </a:endParaRPr>
                    </a:p>
                  </a:txBody>
                  <a:tcPr marL="0" marR="0" marT="0" marB="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3300"/>
                        <a:buFont typeface="Arial"/>
                        <a:buNone/>
                      </a:pPr>
                      <a:endParaRPr sz="3300" u="none" strike="noStrike" cap="none">
                        <a:latin typeface="Times New Roman"/>
                        <a:ea typeface="Times New Roman"/>
                        <a:cs typeface="Times New Roman"/>
                        <a:sym typeface="Times New Roman"/>
                      </a:endParaRPr>
                    </a:p>
                  </a:txBody>
                  <a:tcPr marL="0" marR="0" marT="0" marB="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3300"/>
                        <a:buFont typeface="Arial"/>
                        <a:buNone/>
                      </a:pPr>
                      <a:endParaRPr sz="3300" u="none" strike="noStrike" cap="none">
                        <a:latin typeface="Times New Roman"/>
                        <a:ea typeface="Times New Roman"/>
                        <a:cs typeface="Times New Roman"/>
                        <a:sym typeface="Times New Roman"/>
                      </a:endParaRPr>
                    </a:p>
                  </a:txBody>
                  <a:tcPr marL="0" marR="0" marT="0" marB="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r h="555000">
                <a:tc>
                  <a:txBody>
                    <a:bodyPr/>
                    <a:lstStyle/>
                    <a:p>
                      <a:pPr marL="0" marR="0" lvl="0" indent="0" algn="l" rtl="0">
                        <a:lnSpc>
                          <a:spcPct val="100000"/>
                        </a:lnSpc>
                        <a:spcBef>
                          <a:spcPts val="0"/>
                        </a:spcBef>
                        <a:spcAft>
                          <a:spcPts val="0"/>
                        </a:spcAft>
                        <a:buClr>
                          <a:srgbClr val="000000"/>
                        </a:buClr>
                        <a:buSzPts val="3300"/>
                        <a:buFont typeface="Arial"/>
                        <a:buNone/>
                      </a:pPr>
                      <a:endParaRPr sz="3300" u="none" strike="noStrike" cap="none">
                        <a:latin typeface="Times New Roman"/>
                        <a:ea typeface="Times New Roman"/>
                        <a:cs typeface="Times New Roman"/>
                        <a:sym typeface="Times New Roman"/>
                      </a:endParaRPr>
                    </a:p>
                  </a:txBody>
                  <a:tcPr marL="0" marR="0" marT="0" marB="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3300"/>
                        <a:buFont typeface="Arial"/>
                        <a:buNone/>
                      </a:pPr>
                      <a:endParaRPr sz="3300" u="none" strike="noStrike" cap="none">
                        <a:latin typeface="Times New Roman"/>
                        <a:ea typeface="Times New Roman"/>
                        <a:cs typeface="Times New Roman"/>
                        <a:sym typeface="Times New Roman"/>
                      </a:endParaRPr>
                    </a:p>
                  </a:txBody>
                  <a:tcPr marL="0" marR="0" marT="0" marB="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3300"/>
                        <a:buFont typeface="Arial"/>
                        <a:buNone/>
                      </a:pPr>
                      <a:endParaRPr sz="3300" u="none" strike="noStrike" cap="none">
                        <a:latin typeface="Times New Roman"/>
                        <a:ea typeface="Times New Roman"/>
                        <a:cs typeface="Times New Roman"/>
                        <a:sym typeface="Times New Roman"/>
                      </a:endParaRPr>
                    </a:p>
                  </a:txBody>
                  <a:tcPr marL="0" marR="0" marT="0" marB="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extLst>
                  <a:ext uri="{0D108BD9-81ED-4DB2-BD59-A6C34878D82A}">
                    <a16:rowId xmlns:a16="http://schemas.microsoft.com/office/drawing/2014/main" val="10002"/>
                  </a:ext>
                </a:extLst>
              </a:tr>
            </a:tbl>
          </a:graphicData>
        </a:graphic>
      </p:graphicFrame>
      <p:pic>
        <p:nvPicPr>
          <p:cNvPr id="573" name="Google Shape;573;p45"/>
          <p:cNvPicPr preferRelativeResize="0"/>
          <p:nvPr/>
        </p:nvPicPr>
        <p:blipFill rotWithShape="1">
          <a:blip r:embed="rId7">
            <a:alphaModFix/>
          </a:blip>
          <a:srcRect/>
          <a:stretch/>
        </p:blipFill>
        <p:spPr>
          <a:xfrm>
            <a:off x="423765" y="908189"/>
            <a:ext cx="1729582" cy="1693646"/>
          </a:xfrm>
          <a:prstGeom prst="rect">
            <a:avLst/>
          </a:prstGeom>
          <a:noFill/>
          <a:ln>
            <a:noFill/>
          </a:ln>
        </p:spPr>
      </p:pic>
      <p:sp>
        <p:nvSpPr>
          <p:cNvPr id="574" name="Google Shape;574;p45"/>
          <p:cNvSpPr txBox="1"/>
          <p:nvPr/>
        </p:nvSpPr>
        <p:spPr>
          <a:xfrm>
            <a:off x="728346" y="2596070"/>
            <a:ext cx="1103630" cy="39116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2400"/>
              <a:buFont typeface="Arial"/>
              <a:buNone/>
            </a:pPr>
            <a:r>
              <a:rPr lang="en-US" sz="2400" b="0" i="0" u="none" strike="noStrike" cap="none">
                <a:solidFill>
                  <a:srgbClr val="000000"/>
                </a:solidFill>
                <a:latin typeface="Cambria"/>
                <a:ea typeface="Cambria"/>
                <a:cs typeface="Cambria"/>
                <a:sym typeface="Cambria"/>
              </a:rPr>
              <a:t>Layer 1</a:t>
            </a:r>
            <a:endParaRPr sz="2400" b="0" i="0" u="none" strike="noStrike" cap="none">
              <a:solidFill>
                <a:srgbClr val="000000"/>
              </a:solidFill>
              <a:latin typeface="Cambria"/>
              <a:ea typeface="Cambria"/>
              <a:cs typeface="Cambria"/>
              <a:sym typeface="Cambria"/>
            </a:endParaRPr>
          </a:p>
        </p:txBody>
      </p:sp>
      <p:pic>
        <p:nvPicPr>
          <p:cNvPr id="575" name="Google Shape;575;p45"/>
          <p:cNvPicPr preferRelativeResize="0"/>
          <p:nvPr/>
        </p:nvPicPr>
        <p:blipFill rotWithShape="1">
          <a:blip r:embed="rId5">
            <a:alphaModFix/>
          </a:blip>
          <a:srcRect/>
          <a:stretch/>
        </p:blipFill>
        <p:spPr>
          <a:xfrm>
            <a:off x="3228211" y="1018319"/>
            <a:ext cx="5856690" cy="5644158"/>
          </a:xfrm>
          <a:prstGeom prst="rect">
            <a:avLst/>
          </a:prstGeom>
          <a:noFill/>
          <a:ln>
            <a:noFill/>
          </a:ln>
        </p:spPr>
      </p:pic>
      <p:pic>
        <p:nvPicPr>
          <p:cNvPr id="576" name="Google Shape;576;p45"/>
          <p:cNvPicPr preferRelativeResize="0"/>
          <p:nvPr/>
        </p:nvPicPr>
        <p:blipFill rotWithShape="1">
          <a:blip r:embed="rId8">
            <a:alphaModFix/>
          </a:blip>
          <a:srcRect/>
          <a:stretch/>
        </p:blipFill>
        <p:spPr>
          <a:xfrm>
            <a:off x="10734473" y="0"/>
            <a:ext cx="1448025" cy="796414"/>
          </a:xfrm>
          <a:prstGeom prst="rect">
            <a:avLst/>
          </a:prstGeom>
          <a:noFill/>
          <a:ln>
            <a:noFill/>
          </a:ln>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showMasterSp="0">
  <p:cSld>
    <p:spTree>
      <p:nvGrpSpPr>
        <p:cNvPr id="1" name="Shape 580"/>
        <p:cNvGrpSpPr/>
        <p:nvPr/>
      </p:nvGrpSpPr>
      <p:grpSpPr>
        <a:xfrm>
          <a:off x="0" y="0"/>
          <a:ext cx="0" cy="0"/>
          <a:chOff x="0" y="0"/>
          <a:chExt cx="0" cy="0"/>
        </a:xfrm>
      </p:grpSpPr>
      <p:sp>
        <p:nvSpPr>
          <p:cNvPr id="581" name="Google Shape;581;p46"/>
          <p:cNvSpPr txBox="1">
            <a:spLocks noGrp="1"/>
          </p:cNvSpPr>
          <p:nvPr>
            <p:ph type="title"/>
          </p:nvPr>
        </p:nvSpPr>
        <p:spPr>
          <a:xfrm>
            <a:off x="261620" y="139700"/>
            <a:ext cx="8325484" cy="69596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SzPts val="1400"/>
              <a:buNone/>
            </a:pPr>
            <a:r>
              <a:rPr lang="en-US" sz="4400" b="0">
                <a:latin typeface="Cambria"/>
                <a:ea typeface="Cambria"/>
                <a:cs typeface="Cambria"/>
                <a:sym typeface="Cambria"/>
              </a:rPr>
              <a:t>Visualizing deep layers: Layer 5</a:t>
            </a:r>
            <a:endParaRPr sz="4400">
              <a:latin typeface="Cambria"/>
              <a:ea typeface="Cambria"/>
              <a:cs typeface="Cambria"/>
              <a:sym typeface="Cambria"/>
            </a:endParaRPr>
          </a:p>
        </p:txBody>
      </p:sp>
      <p:sp>
        <p:nvSpPr>
          <p:cNvPr id="582" name="Google Shape;582;p46"/>
          <p:cNvSpPr txBox="1"/>
          <p:nvPr/>
        </p:nvSpPr>
        <p:spPr>
          <a:xfrm>
            <a:off x="3096882" y="2598064"/>
            <a:ext cx="1103630" cy="39116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2400"/>
              <a:buFont typeface="Arial"/>
              <a:buNone/>
            </a:pPr>
            <a:r>
              <a:rPr lang="en-US" sz="2400" b="0" i="0" u="none" strike="noStrike" cap="none">
                <a:solidFill>
                  <a:srgbClr val="000000"/>
                </a:solidFill>
                <a:latin typeface="Cambria"/>
                <a:ea typeface="Cambria"/>
                <a:cs typeface="Cambria"/>
                <a:sym typeface="Cambria"/>
              </a:rPr>
              <a:t>Layer 2</a:t>
            </a:r>
            <a:endParaRPr sz="2400" b="0" i="0" u="none" strike="noStrike" cap="none">
              <a:solidFill>
                <a:srgbClr val="000000"/>
              </a:solidFill>
              <a:latin typeface="Cambria"/>
              <a:ea typeface="Cambria"/>
              <a:cs typeface="Cambria"/>
              <a:sym typeface="Cambria"/>
            </a:endParaRPr>
          </a:p>
        </p:txBody>
      </p:sp>
      <p:sp>
        <p:nvSpPr>
          <p:cNvPr id="583" name="Google Shape;583;p46"/>
          <p:cNvSpPr txBox="1"/>
          <p:nvPr/>
        </p:nvSpPr>
        <p:spPr>
          <a:xfrm>
            <a:off x="7967891" y="2596235"/>
            <a:ext cx="1103630" cy="39116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2400"/>
              <a:buFont typeface="Arial"/>
              <a:buNone/>
            </a:pPr>
            <a:r>
              <a:rPr lang="en-US" sz="2400" b="0" i="0" u="none" strike="noStrike" cap="none">
                <a:solidFill>
                  <a:srgbClr val="000000"/>
                </a:solidFill>
                <a:latin typeface="Cambria"/>
                <a:ea typeface="Cambria"/>
                <a:cs typeface="Cambria"/>
                <a:sym typeface="Cambria"/>
              </a:rPr>
              <a:t>Layer 4</a:t>
            </a:r>
            <a:endParaRPr sz="2400" b="0" i="0" u="none" strike="noStrike" cap="none">
              <a:solidFill>
                <a:srgbClr val="000000"/>
              </a:solidFill>
              <a:latin typeface="Cambria"/>
              <a:ea typeface="Cambria"/>
              <a:cs typeface="Cambria"/>
              <a:sym typeface="Cambria"/>
            </a:endParaRPr>
          </a:p>
        </p:txBody>
      </p:sp>
      <p:sp>
        <p:nvSpPr>
          <p:cNvPr id="584" name="Google Shape;584;p46"/>
          <p:cNvSpPr txBox="1"/>
          <p:nvPr/>
        </p:nvSpPr>
        <p:spPr>
          <a:xfrm>
            <a:off x="5677623" y="2598064"/>
            <a:ext cx="1103630" cy="39116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2400"/>
              <a:buFont typeface="Arial"/>
              <a:buNone/>
            </a:pPr>
            <a:r>
              <a:rPr lang="en-US" sz="2400" b="0" i="0" u="none" strike="noStrike" cap="none">
                <a:solidFill>
                  <a:srgbClr val="000000"/>
                </a:solidFill>
                <a:latin typeface="Cambria"/>
                <a:ea typeface="Cambria"/>
                <a:cs typeface="Cambria"/>
                <a:sym typeface="Cambria"/>
              </a:rPr>
              <a:t>Layer 3</a:t>
            </a:r>
            <a:endParaRPr sz="2400" b="0" i="0" u="none" strike="noStrike" cap="none">
              <a:solidFill>
                <a:srgbClr val="000000"/>
              </a:solidFill>
              <a:latin typeface="Cambria"/>
              <a:ea typeface="Cambria"/>
              <a:cs typeface="Cambria"/>
              <a:sym typeface="Cambria"/>
            </a:endParaRPr>
          </a:p>
        </p:txBody>
      </p:sp>
      <p:sp>
        <p:nvSpPr>
          <p:cNvPr id="585" name="Google Shape;585;p46"/>
          <p:cNvSpPr txBox="1"/>
          <p:nvPr/>
        </p:nvSpPr>
        <p:spPr>
          <a:xfrm>
            <a:off x="10336491" y="2598064"/>
            <a:ext cx="1103630" cy="39116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2400"/>
              <a:buFont typeface="Arial"/>
              <a:buNone/>
            </a:pPr>
            <a:r>
              <a:rPr lang="en-US" sz="2400" b="0" i="0" u="none" strike="noStrike" cap="none">
                <a:solidFill>
                  <a:srgbClr val="000000"/>
                </a:solidFill>
                <a:latin typeface="Cambria"/>
                <a:ea typeface="Cambria"/>
                <a:cs typeface="Cambria"/>
                <a:sym typeface="Cambria"/>
              </a:rPr>
              <a:t>Layer 5</a:t>
            </a:r>
            <a:endParaRPr sz="2400" b="0" i="0" u="none" strike="noStrike" cap="none">
              <a:solidFill>
                <a:srgbClr val="000000"/>
              </a:solidFill>
              <a:latin typeface="Cambria"/>
              <a:ea typeface="Cambria"/>
              <a:cs typeface="Cambria"/>
              <a:sym typeface="Cambria"/>
            </a:endParaRPr>
          </a:p>
        </p:txBody>
      </p:sp>
      <p:pic>
        <p:nvPicPr>
          <p:cNvPr id="586" name="Google Shape;586;p46"/>
          <p:cNvPicPr preferRelativeResize="0"/>
          <p:nvPr/>
        </p:nvPicPr>
        <p:blipFill rotWithShape="1">
          <a:blip r:embed="rId3">
            <a:alphaModFix/>
          </a:blip>
          <a:srcRect/>
          <a:stretch/>
        </p:blipFill>
        <p:spPr>
          <a:xfrm>
            <a:off x="2789897" y="908469"/>
            <a:ext cx="1729587" cy="1693367"/>
          </a:xfrm>
          <a:prstGeom prst="rect">
            <a:avLst/>
          </a:prstGeom>
          <a:noFill/>
          <a:ln>
            <a:noFill/>
          </a:ln>
        </p:spPr>
      </p:pic>
      <p:pic>
        <p:nvPicPr>
          <p:cNvPr id="587" name="Google Shape;587;p46"/>
          <p:cNvPicPr preferRelativeResize="0"/>
          <p:nvPr/>
        </p:nvPicPr>
        <p:blipFill rotWithShape="1">
          <a:blip r:embed="rId4">
            <a:alphaModFix/>
          </a:blip>
          <a:srcRect/>
          <a:stretch/>
        </p:blipFill>
        <p:spPr>
          <a:xfrm>
            <a:off x="5341277" y="935024"/>
            <a:ext cx="1680540" cy="1666811"/>
          </a:xfrm>
          <a:prstGeom prst="rect">
            <a:avLst/>
          </a:prstGeom>
          <a:noFill/>
          <a:ln>
            <a:noFill/>
          </a:ln>
        </p:spPr>
      </p:pic>
      <p:pic>
        <p:nvPicPr>
          <p:cNvPr id="588" name="Google Shape;588;p46"/>
          <p:cNvPicPr preferRelativeResize="0"/>
          <p:nvPr/>
        </p:nvPicPr>
        <p:blipFill rotWithShape="1">
          <a:blip r:embed="rId5">
            <a:alphaModFix/>
          </a:blip>
          <a:srcRect/>
          <a:stretch/>
        </p:blipFill>
        <p:spPr>
          <a:xfrm>
            <a:off x="7660767" y="935024"/>
            <a:ext cx="1729587" cy="1666811"/>
          </a:xfrm>
          <a:prstGeom prst="rect">
            <a:avLst/>
          </a:prstGeom>
          <a:noFill/>
          <a:ln>
            <a:noFill/>
          </a:ln>
        </p:spPr>
      </p:pic>
      <p:graphicFrame>
        <p:nvGraphicFramePr>
          <p:cNvPr id="589" name="Google Shape;589;p46"/>
          <p:cNvGraphicFramePr/>
          <p:nvPr/>
        </p:nvGraphicFramePr>
        <p:xfrm>
          <a:off x="5324746" y="925504"/>
          <a:ext cx="1685925" cy="1665000"/>
        </p:xfrm>
        <a:graphic>
          <a:graphicData uri="http://schemas.openxmlformats.org/drawingml/2006/table">
            <a:tbl>
              <a:tblPr firstRow="1" bandRow="1">
                <a:noFill/>
                <a:tableStyleId>{E4E72475-DB7F-40B9-A101-3155E80A10BE}</a:tableStyleId>
              </a:tblPr>
              <a:tblGrid>
                <a:gridCol w="561975">
                  <a:extLst>
                    <a:ext uri="{9D8B030D-6E8A-4147-A177-3AD203B41FA5}">
                      <a16:colId xmlns:a16="http://schemas.microsoft.com/office/drawing/2014/main" val="20000"/>
                    </a:ext>
                  </a:extLst>
                </a:gridCol>
                <a:gridCol w="561975">
                  <a:extLst>
                    <a:ext uri="{9D8B030D-6E8A-4147-A177-3AD203B41FA5}">
                      <a16:colId xmlns:a16="http://schemas.microsoft.com/office/drawing/2014/main" val="20001"/>
                    </a:ext>
                  </a:extLst>
                </a:gridCol>
                <a:gridCol w="561975">
                  <a:extLst>
                    <a:ext uri="{9D8B030D-6E8A-4147-A177-3AD203B41FA5}">
                      <a16:colId xmlns:a16="http://schemas.microsoft.com/office/drawing/2014/main" val="20002"/>
                    </a:ext>
                  </a:extLst>
                </a:gridCol>
              </a:tblGrid>
              <a:tr h="555000">
                <a:tc>
                  <a:txBody>
                    <a:bodyPr/>
                    <a:lstStyle/>
                    <a:p>
                      <a:pPr marL="0" marR="0" lvl="0" indent="0" algn="l" rtl="0">
                        <a:lnSpc>
                          <a:spcPct val="100000"/>
                        </a:lnSpc>
                        <a:spcBef>
                          <a:spcPts val="0"/>
                        </a:spcBef>
                        <a:spcAft>
                          <a:spcPts val="0"/>
                        </a:spcAft>
                        <a:buClr>
                          <a:srgbClr val="000000"/>
                        </a:buClr>
                        <a:buSzPts val="3300"/>
                        <a:buFont typeface="Arial"/>
                        <a:buNone/>
                      </a:pPr>
                      <a:endParaRPr sz="3300" u="none" strike="noStrike" cap="none">
                        <a:latin typeface="Times New Roman"/>
                        <a:ea typeface="Times New Roman"/>
                        <a:cs typeface="Times New Roman"/>
                        <a:sym typeface="Times New Roman"/>
                      </a:endParaRPr>
                    </a:p>
                  </a:txBody>
                  <a:tcPr marL="0" marR="0" marT="0" marB="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3300"/>
                        <a:buFont typeface="Arial"/>
                        <a:buNone/>
                      </a:pPr>
                      <a:endParaRPr sz="3300" u="none" strike="noStrike" cap="none">
                        <a:latin typeface="Times New Roman"/>
                        <a:ea typeface="Times New Roman"/>
                        <a:cs typeface="Times New Roman"/>
                        <a:sym typeface="Times New Roman"/>
                      </a:endParaRPr>
                    </a:p>
                  </a:txBody>
                  <a:tcPr marL="0" marR="0" marT="0" marB="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3300"/>
                        <a:buFont typeface="Arial"/>
                        <a:buNone/>
                      </a:pPr>
                      <a:endParaRPr sz="3300" u="none" strike="noStrike" cap="none">
                        <a:latin typeface="Times New Roman"/>
                        <a:ea typeface="Times New Roman"/>
                        <a:cs typeface="Times New Roman"/>
                        <a:sym typeface="Times New Roman"/>
                      </a:endParaRPr>
                    </a:p>
                  </a:txBody>
                  <a:tcPr marL="0" marR="0" marT="0" marB="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extLst>
                  <a:ext uri="{0D108BD9-81ED-4DB2-BD59-A6C34878D82A}">
                    <a16:rowId xmlns:a16="http://schemas.microsoft.com/office/drawing/2014/main" val="10000"/>
                  </a:ext>
                </a:extLst>
              </a:tr>
              <a:tr h="555000">
                <a:tc>
                  <a:txBody>
                    <a:bodyPr/>
                    <a:lstStyle/>
                    <a:p>
                      <a:pPr marL="0" marR="0" lvl="0" indent="0" algn="l" rtl="0">
                        <a:lnSpc>
                          <a:spcPct val="100000"/>
                        </a:lnSpc>
                        <a:spcBef>
                          <a:spcPts val="0"/>
                        </a:spcBef>
                        <a:spcAft>
                          <a:spcPts val="0"/>
                        </a:spcAft>
                        <a:buClr>
                          <a:srgbClr val="000000"/>
                        </a:buClr>
                        <a:buSzPts val="3300"/>
                        <a:buFont typeface="Arial"/>
                        <a:buNone/>
                      </a:pPr>
                      <a:endParaRPr sz="3300" u="none" strike="noStrike" cap="none">
                        <a:latin typeface="Times New Roman"/>
                        <a:ea typeface="Times New Roman"/>
                        <a:cs typeface="Times New Roman"/>
                        <a:sym typeface="Times New Roman"/>
                      </a:endParaRPr>
                    </a:p>
                  </a:txBody>
                  <a:tcPr marL="0" marR="0" marT="0" marB="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3300"/>
                        <a:buFont typeface="Arial"/>
                        <a:buNone/>
                      </a:pPr>
                      <a:endParaRPr sz="3300" u="none" strike="noStrike" cap="none">
                        <a:latin typeface="Times New Roman"/>
                        <a:ea typeface="Times New Roman"/>
                        <a:cs typeface="Times New Roman"/>
                        <a:sym typeface="Times New Roman"/>
                      </a:endParaRPr>
                    </a:p>
                  </a:txBody>
                  <a:tcPr marL="0" marR="0" marT="0" marB="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3300"/>
                        <a:buFont typeface="Arial"/>
                        <a:buNone/>
                      </a:pPr>
                      <a:endParaRPr sz="3300" u="none" strike="noStrike" cap="none">
                        <a:latin typeface="Times New Roman"/>
                        <a:ea typeface="Times New Roman"/>
                        <a:cs typeface="Times New Roman"/>
                        <a:sym typeface="Times New Roman"/>
                      </a:endParaRPr>
                    </a:p>
                  </a:txBody>
                  <a:tcPr marL="0" marR="0" marT="0" marB="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r h="555000">
                <a:tc>
                  <a:txBody>
                    <a:bodyPr/>
                    <a:lstStyle/>
                    <a:p>
                      <a:pPr marL="0" marR="0" lvl="0" indent="0" algn="l" rtl="0">
                        <a:lnSpc>
                          <a:spcPct val="100000"/>
                        </a:lnSpc>
                        <a:spcBef>
                          <a:spcPts val="0"/>
                        </a:spcBef>
                        <a:spcAft>
                          <a:spcPts val="0"/>
                        </a:spcAft>
                        <a:buClr>
                          <a:srgbClr val="000000"/>
                        </a:buClr>
                        <a:buSzPts val="3300"/>
                        <a:buFont typeface="Arial"/>
                        <a:buNone/>
                      </a:pPr>
                      <a:endParaRPr sz="3300" u="none" strike="noStrike" cap="none">
                        <a:latin typeface="Times New Roman"/>
                        <a:ea typeface="Times New Roman"/>
                        <a:cs typeface="Times New Roman"/>
                        <a:sym typeface="Times New Roman"/>
                      </a:endParaRPr>
                    </a:p>
                  </a:txBody>
                  <a:tcPr marL="0" marR="0" marT="0" marB="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3300"/>
                        <a:buFont typeface="Arial"/>
                        <a:buNone/>
                      </a:pPr>
                      <a:endParaRPr sz="3300" u="none" strike="noStrike" cap="none">
                        <a:latin typeface="Times New Roman"/>
                        <a:ea typeface="Times New Roman"/>
                        <a:cs typeface="Times New Roman"/>
                        <a:sym typeface="Times New Roman"/>
                      </a:endParaRPr>
                    </a:p>
                  </a:txBody>
                  <a:tcPr marL="0" marR="0" marT="0" marB="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3300"/>
                        <a:buFont typeface="Arial"/>
                        <a:buNone/>
                      </a:pPr>
                      <a:endParaRPr sz="3300" u="none" strike="noStrike" cap="none">
                        <a:latin typeface="Times New Roman"/>
                        <a:ea typeface="Times New Roman"/>
                        <a:cs typeface="Times New Roman"/>
                        <a:sym typeface="Times New Roman"/>
                      </a:endParaRPr>
                    </a:p>
                  </a:txBody>
                  <a:tcPr marL="0" marR="0" marT="0" marB="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extLst>
                  <a:ext uri="{0D108BD9-81ED-4DB2-BD59-A6C34878D82A}">
                    <a16:rowId xmlns:a16="http://schemas.microsoft.com/office/drawing/2014/main" val="10002"/>
                  </a:ext>
                </a:extLst>
              </a:tr>
            </a:tbl>
          </a:graphicData>
        </a:graphic>
      </p:graphicFrame>
      <p:pic>
        <p:nvPicPr>
          <p:cNvPr id="590" name="Google Shape;590;p46"/>
          <p:cNvPicPr preferRelativeResize="0"/>
          <p:nvPr/>
        </p:nvPicPr>
        <p:blipFill rotWithShape="1">
          <a:blip r:embed="rId6">
            <a:alphaModFix/>
          </a:blip>
          <a:srcRect/>
          <a:stretch/>
        </p:blipFill>
        <p:spPr>
          <a:xfrm>
            <a:off x="10029304" y="908189"/>
            <a:ext cx="1729587" cy="1693646"/>
          </a:xfrm>
          <a:prstGeom prst="rect">
            <a:avLst/>
          </a:prstGeom>
          <a:noFill/>
          <a:ln>
            <a:noFill/>
          </a:ln>
        </p:spPr>
      </p:pic>
      <p:graphicFrame>
        <p:nvGraphicFramePr>
          <p:cNvPr id="591" name="Google Shape;591;p46"/>
          <p:cNvGraphicFramePr/>
          <p:nvPr/>
        </p:nvGraphicFramePr>
        <p:xfrm>
          <a:off x="2801396" y="898669"/>
          <a:ext cx="1685925" cy="1665000"/>
        </p:xfrm>
        <a:graphic>
          <a:graphicData uri="http://schemas.openxmlformats.org/drawingml/2006/table">
            <a:tbl>
              <a:tblPr firstRow="1" bandRow="1">
                <a:noFill/>
                <a:tableStyleId>{E4E72475-DB7F-40B9-A101-3155E80A10BE}</a:tableStyleId>
              </a:tblPr>
              <a:tblGrid>
                <a:gridCol w="561975">
                  <a:extLst>
                    <a:ext uri="{9D8B030D-6E8A-4147-A177-3AD203B41FA5}">
                      <a16:colId xmlns:a16="http://schemas.microsoft.com/office/drawing/2014/main" val="20000"/>
                    </a:ext>
                  </a:extLst>
                </a:gridCol>
                <a:gridCol w="561975">
                  <a:extLst>
                    <a:ext uri="{9D8B030D-6E8A-4147-A177-3AD203B41FA5}">
                      <a16:colId xmlns:a16="http://schemas.microsoft.com/office/drawing/2014/main" val="20001"/>
                    </a:ext>
                  </a:extLst>
                </a:gridCol>
                <a:gridCol w="561975">
                  <a:extLst>
                    <a:ext uri="{9D8B030D-6E8A-4147-A177-3AD203B41FA5}">
                      <a16:colId xmlns:a16="http://schemas.microsoft.com/office/drawing/2014/main" val="20002"/>
                    </a:ext>
                  </a:extLst>
                </a:gridCol>
              </a:tblGrid>
              <a:tr h="555000">
                <a:tc>
                  <a:txBody>
                    <a:bodyPr/>
                    <a:lstStyle/>
                    <a:p>
                      <a:pPr marL="0" marR="0" lvl="0" indent="0" algn="l" rtl="0">
                        <a:lnSpc>
                          <a:spcPct val="100000"/>
                        </a:lnSpc>
                        <a:spcBef>
                          <a:spcPts val="0"/>
                        </a:spcBef>
                        <a:spcAft>
                          <a:spcPts val="0"/>
                        </a:spcAft>
                        <a:buClr>
                          <a:srgbClr val="000000"/>
                        </a:buClr>
                        <a:buSzPts val="3300"/>
                        <a:buFont typeface="Arial"/>
                        <a:buNone/>
                      </a:pPr>
                      <a:endParaRPr sz="3300" u="none" strike="noStrike" cap="none">
                        <a:latin typeface="Times New Roman"/>
                        <a:ea typeface="Times New Roman"/>
                        <a:cs typeface="Times New Roman"/>
                        <a:sym typeface="Times New Roman"/>
                      </a:endParaRPr>
                    </a:p>
                  </a:txBody>
                  <a:tcPr marL="0" marR="0" marT="0" marB="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3300"/>
                        <a:buFont typeface="Arial"/>
                        <a:buNone/>
                      </a:pPr>
                      <a:endParaRPr sz="3300" u="none" strike="noStrike" cap="none">
                        <a:latin typeface="Times New Roman"/>
                        <a:ea typeface="Times New Roman"/>
                        <a:cs typeface="Times New Roman"/>
                        <a:sym typeface="Times New Roman"/>
                      </a:endParaRPr>
                    </a:p>
                  </a:txBody>
                  <a:tcPr marL="0" marR="0" marT="0" marB="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3300"/>
                        <a:buFont typeface="Arial"/>
                        <a:buNone/>
                      </a:pPr>
                      <a:endParaRPr sz="3300" u="none" strike="noStrike" cap="none">
                        <a:latin typeface="Times New Roman"/>
                        <a:ea typeface="Times New Roman"/>
                        <a:cs typeface="Times New Roman"/>
                        <a:sym typeface="Times New Roman"/>
                      </a:endParaRPr>
                    </a:p>
                  </a:txBody>
                  <a:tcPr marL="0" marR="0" marT="0" marB="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extLst>
                  <a:ext uri="{0D108BD9-81ED-4DB2-BD59-A6C34878D82A}">
                    <a16:rowId xmlns:a16="http://schemas.microsoft.com/office/drawing/2014/main" val="10000"/>
                  </a:ext>
                </a:extLst>
              </a:tr>
              <a:tr h="555000">
                <a:tc>
                  <a:txBody>
                    <a:bodyPr/>
                    <a:lstStyle/>
                    <a:p>
                      <a:pPr marL="0" marR="0" lvl="0" indent="0" algn="l" rtl="0">
                        <a:lnSpc>
                          <a:spcPct val="100000"/>
                        </a:lnSpc>
                        <a:spcBef>
                          <a:spcPts val="0"/>
                        </a:spcBef>
                        <a:spcAft>
                          <a:spcPts val="0"/>
                        </a:spcAft>
                        <a:buClr>
                          <a:srgbClr val="000000"/>
                        </a:buClr>
                        <a:buSzPts val="3300"/>
                        <a:buFont typeface="Arial"/>
                        <a:buNone/>
                      </a:pPr>
                      <a:endParaRPr sz="3300" u="none" strike="noStrike" cap="none">
                        <a:latin typeface="Times New Roman"/>
                        <a:ea typeface="Times New Roman"/>
                        <a:cs typeface="Times New Roman"/>
                        <a:sym typeface="Times New Roman"/>
                      </a:endParaRPr>
                    </a:p>
                  </a:txBody>
                  <a:tcPr marL="0" marR="0" marT="0" marB="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3300"/>
                        <a:buFont typeface="Arial"/>
                        <a:buNone/>
                      </a:pPr>
                      <a:endParaRPr sz="3300" u="none" strike="noStrike" cap="none">
                        <a:latin typeface="Times New Roman"/>
                        <a:ea typeface="Times New Roman"/>
                        <a:cs typeface="Times New Roman"/>
                        <a:sym typeface="Times New Roman"/>
                      </a:endParaRPr>
                    </a:p>
                  </a:txBody>
                  <a:tcPr marL="0" marR="0" marT="0" marB="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3300"/>
                        <a:buFont typeface="Arial"/>
                        <a:buNone/>
                      </a:pPr>
                      <a:endParaRPr sz="3300" u="none" strike="noStrike" cap="none">
                        <a:latin typeface="Times New Roman"/>
                        <a:ea typeface="Times New Roman"/>
                        <a:cs typeface="Times New Roman"/>
                        <a:sym typeface="Times New Roman"/>
                      </a:endParaRPr>
                    </a:p>
                  </a:txBody>
                  <a:tcPr marL="0" marR="0" marT="0" marB="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r h="555000">
                <a:tc>
                  <a:txBody>
                    <a:bodyPr/>
                    <a:lstStyle/>
                    <a:p>
                      <a:pPr marL="0" marR="0" lvl="0" indent="0" algn="l" rtl="0">
                        <a:lnSpc>
                          <a:spcPct val="100000"/>
                        </a:lnSpc>
                        <a:spcBef>
                          <a:spcPts val="0"/>
                        </a:spcBef>
                        <a:spcAft>
                          <a:spcPts val="0"/>
                        </a:spcAft>
                        <a:buClr>
                          <a:srgbClr val="000000"/>
                        </a:buClr>
                        <a:buSzPts val="3300"/>
                        <a:buFont typeface="Arial"/>
                        <a:buNone/>
                      </a:pPr>
                      <a:endParaRPr sz="3300" u="none" strike="noStrike" cap="none">
                        <a:latin typeface="Times New Roman"/>
                        <a:ea typeface="Times New Roman"/>
                        <a:cs typeface="Times New Roman"/>
                        <a:sym typeface="Times New Roman"/>
                      </a:endParaRPr>
                    </a:p>
                  </a:txBody>
                  <a:tcPr marL="0" marR="0" marT="0" marB="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3300"/>
                        <a:buFont typeface="Arial"/>
                        <a:buNone/>
                      </a:pPr>
                      <a:endParaRPr sz="3300" u="none" strike="noStrike" cap="none">
                        <a:latin typeface="Times New Roman"/>
                        <a:ea typeface="Times New Roman"/>
                        <a:cs typeface="Times New Roman"/>
                        <a:sym typeface="Times New Roman"/>
                      </a:endParaRPr>
                    </a:p>
                  </a:txBody>
                  <a:tcPr marL="0" marR="0" marT="0" marB="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3300"/>
                        <a:buFont typeface="Arial"/>
                        <a:buNone/>
                      </a:pPr>
                      <a:endParaRPr sz="3300" u="none" strike="noStrike" cap="none">
                        <a:latin typeface="Times New Roman"/>
                        <a:ea typeface="Times New Roman"/>
                        <a:cs typeface="Times New Roman"/>
                        <a:sym typeface="Times New Roman"/>
                      </a:endParaRPr>
                    </a:p>
                  </a:txBody>
                  <a:tcPr marL="0" marR="0" marT="0" marB="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extLst>
                  <a:ext uri="{0D108BD9-81ED-4DB2-BD59-A6C34878D82A}">
                    <a16:rowId xmlns:a16="http://schemas.microsoft.com/office/drawing/2014/main" val="10002"/>
                  </a:ext>
                </a:extLst>
              </a:tr>
            </a:tbl>
          </a:graphicData>
        </a:graphic>
      </p:graphicFrame>
      <p:pic>
        <p:nvPicPr>
          <p:cNvPr id="592" name="Google Shape;592;p46"/>
          <p:cNvPicPr preferRelativeResize="0"/>
          <p:nvPr/>
        </p:nvPicPr>
        <p:blipFill rotWithShape="1">
          <a:blip r:embed="rId7">
            <a:alphaModFix/>
          </a:blip>
          <a:srcRect/>
          <a:stretch/>
        </p:blipFill>
        <p:spPr>
          <a:xfrm>
            <a:off x="423765" y="908189"/>
            <a:ext cx="1729582" cy="1693646"/>
          </a:xfrm>
          <a:prstGeom prst="rect">
            <a:avLst/>
          </a:prstGeom>
          <a:noFill/>
          <a:ln>
            <a:noFill/>
          </a:ln>
        </p:spPr>
      </p:pic>
      <p:sp>
        <p:nvSpPr>
          <p:cNvPr id="593" name="Google Shape;593;p46"/>
          <p:cNvSpPr txBox="1"/>
          <p:nvPr/>
        </p:nvSpPr>
        <p:spPr>
          <a:xfrm>
            <a:off x="728346" y="2596070"/>
            <a:ext cx="1103630" cy="39116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2400"/>
              <a:buFont typeface="Arial"/>
              <a:buNone/>
            </a:pPr>
            <a:r>
              <a:rPr lang="en-US" sz="2400" b="0" i="0" u="none" strike="noStrike" cap="none">
                <a:solidFill>
                  <a:srgbClr val="000000"/>
                </a:solidFill>
                <a:latin typeface="Cambria"/>
                <a:ea typeface="Cambria"/>
                <a:cs typeface="Cambria"/>
                <a:sym typeface="Cambria"/>
              </a:rPr>
              <a:t>Layer 1</a:t>
            </a:r>
            <a:endParaRPr sz="2400" b="0" i="0" u="none" strike="noStrike" cap="none">
              <a:solidFill>
                <a:srgbClr val="000000"/>
              </a:solidFill>
              <a:latin typeface="Cambria"/>
              <a:ea typeface="Cambria"/>
              <a:cs typeface="Cambria"/>
              <a:sym typeface="Cambria"/>
            </a:endParaRPr>
          </a:p>
        </p:txBody>
      </p:sp>
      <p:pic>
        <p:nvPicPr>
          <p:cNvPr id="594" name="Google Shape;594;p46"/>
          <p:cNvPicPr preferRelativeResize="0"/>
          <p:nvPr/>
        </p:nvPicPr>
        <p:blipFill rotWithShape="1">
          <a:blip r:embed="rId6">
            <a:alphaModFix/>
          </a:blip>
          <a:srcRect/>
          <a:stretch/>
        </p:blipFill>
        <p:spPr>
          <a:xfrm>
            <a:off x="3344517" y="1015119"/>
            <a:ext cx="5941542" cy="5818084"/>
          </a:xfrm>
          <a:prstGeom prst="rect">
            <a:avLst/>
          </a:prstGeom>
          <a:noFill/>
          <a:ln>
            <a:noFill/>
          </a:ln>
        </p:spPr>
      </p:pic>
      <p:pic>
        <p:nvPicPr>
          <p:cNvPr id="595" name="Google Shape;595;p46"/>
          <p:cNvPicPr preferRelativeResize="0"/>
          <p:nvPr/>
        </p:nvPicPr>
        <p:blipFill rotWithShape="1">
          <a:blip r:embed="rId8">
            <a:alphaModFix/>
          </a:blip>
          <a:srcRect/>
          <a:stretch/>
        </p:blipFill>
        <p:spPr>
          <a:xfrm>
            <a:off x="10734473" y="0"/>
            <a:ext cx="1448025" cy="796414"/>
          </a:xfrm>
          <a:prstGeom prst="rect">
            <a:avLst/>
          </a:prstGeom>
          <a:noFill/>
          <a:ln>
            <a:noFill/>
          </a:ln>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showMasterSp="0">
  <p:cSld>
    <p:spTree>
      <p:nvGrpSpPr>
        <p:cNvPr id="1" name="Shape 599"/>
        <p:cNvGrpSpPr/>
        <p:nvPr/>
      </p:nvGrpSpPr>
      <p:grpSpPr>
        <a:xfrm>
          <a:off x="0" y="0"/>
          <a:ext cx="0" cy="0"/>
          <a:chOff x="0" y="0"/>
          <a:chExt cx="0" cy="0"/>
        </a:xfrm>
      </p:grpSpPr>
      <p:sp>
        <p:nvSpPr>
          <p:cNvPr id="600" name="Google Shape;600;p47"/>
          <p:cNvSpPr txBox="1"/>
          <p:nvPr/>
        </p:nvSpPr>
        <p:spPr>
          <a:xfrm>
            <a:off x="6017056" y="4008411"/>
            <a:ext cx="4545900" cy="843900"/>
          </a:xfrm>
          <a:prstGeom prst="rect">
            <a:avLst/>
          </a:prstGeom>
          <a:noFill/>
          <a:ln>
            <a:noFill/>
          </a:ln>
        </p:spPr>
        <p:txBody>
          <a:bodyPr spcFirstLastPara="1" wrap="square" lIns="0" tIns="12700" rIns="0" bIns="0" anchor="t" anchorCtr="0">
            <a:spAutoFit/>
          </a:bodyPr>
          <a:lstStyle/>
          <a:p>
            <a:pPr marL="12700" marR="0" lvl="0" indent="0" algn="ctr" rtl="0">
              <a:lnSpc>
                <a:spcPct val="100000"/>
              </a:lnSpc>
              <a:spcBef>
                <a:spcPts val="0"/>
              </a:spcBef>
              <a:spcAft>
                <a:spcPts val="0"/>
              </a:spcAft>
              <a:buClr>
                <a:srgbClr val="000000"/>
              </a:buClr>
              <a:buSzPts val="6600"/>
              <a:buFont typeface="Arial"/>
              <a:buNone/>
            </a:pPr>
            <a:r>
              <a:rPr lang="en-US" sz="5400" b="0" i="0" u="none" strike="noStrike" cap="none">
                <a:solidFill>
                  <a:srgbClr val="000000"/>
                </a:solidFill>
                <a:latin typeface="Arial"/>
                <a:ea typeface="Arial"/>
                <a:cs typeface="Arial"/>
                <a:sym typeface="Arial"/>
              </a:rPr>
              <a:t>Cost function</a:t>
            </a:r>
            <a:endParaRPr sz="5400" b="0" i="0" u="none" strike="noStrike" cap="none">
              <a:solidFill>
                <a:srgbClr val="000000"/>
              </a:solidFill>
              <a:latin typeface="Arial"/>
              <a:ea typeface="Arial"/>
              <a:cs typeface="Arial"/>
              <a:sym typeface="Arial"/>
            </a:endParaRPr>
          </a:p>
        </p:txBody>
      </p:sp>
      <p:sp>
        <p:nvSpPr>
          <p:cNvPr id="601" name="Google Shape;601;p47"/>
          <p:cNvSpPr/>
          <p:nvPr/>
        </p:nvSpPr>
        <p:spPr>
          <a:xfrm>
            <a:off x="4836350" y="3410419"/>
            <a:ext cx="6908800" cy="17780"/>
          </a:xfrm>
          <a:custGeom>
            <a:avLst/>
            <a:gdLst/>
            <a:ahLst/>
            <a:cxnLst/>
            <a:rect l="l" t="t" r="r" b="b"/>
            <a:pathLst>
              <a:path w="6908800" h="17779" extrusionOk="0">
                <a:moveTo>
                  <a:pt x="0" y="0"/>
                </a:moveTo>
                <a:lnTo>
                  <a:pt x="6908333" y="17737"/>
                </a:lnTo>
              </a:path>
            </a:pathLst>
          </a:custGeom>
          <a:noFill/>
          <a:ln w="19050" cap="flat" cmpd="sng">
            <a:solidFill>
              <a:srgbClr val="40404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602" name="Google Shape;602;p47"/>
          <p:cNvSpPr txBox="1">
            <a:spLocks noGrp="1"/>
          </p:cNvSpPr>
          <p:nvPr>
            <p:ph type="title"/>
          </p:nvPr>
        </p:nvSpPr>
        <p:spPr>
          <a:xfrm>
            <a:off x="1563173" y="610474"/>
            <a:ext cx="9592200" cy="2445600"/>
          </a:xfrm>
          <a:prstGeom prst="rect">
            <a:avLst/>
          </a:prstGeom>
          <a:noFill/>
          <a:ln>
            <a:noFill/>
          </a:ln>
        </p:spPr>
        <p:txBody>
          <a:bodyPr spcFirstLastPara="1" wrap="square" lIns="0" tIns="129525" rIns="0" bIns="0" anchor="ctr" anchorCtr="0">
            <a:noAutofit/>
          </a:bodyPr>
          <a:lstStyle/>
          <a:p>
            <a:pPr marL="5080000" marR="5080" lvl="0" indent="-678178" algn="ctr" rtl="0">
              <a:lnSpc>
                <a:spcPct val="107575"/>
              </a:lnSpc>
              <a:spcBef>
                <a:spcPts val="0"/>
              </a:spcBef>
              <a:spcAft>
                <a:spcPts val="0"/>
              </a:spcAft>
              <a:buSzPts val="1400"/>
              <a:buNone/>
            </a:pPr>
            <a:r>
              <a:rPr lang="en-US" sz="6000" dirty="0">
                <a:latin typeface="Arial"/>
                <a:ea typeface="Arial"/>
                <a:cs typeface="Arial"/>
                <a:sym typeface="Arial"/>
              </a:rPr>
              <a:t>Neural Style</a:t>
            </a:r>
            <a:endParaRPr sz="6000" dirty="0">
              <a:latin typeface="Arial"/>
              <a:ea typeface="Arial"/>
              <a:cs typeface="Arial"/>
              <a:sym typeface="Arial"/>
            </a:endParaRPr>
          </a:p>
          <a:p>
            <a:pPr marL="5080000" marR="5080" lvl="0" indent="-678179" algn="ctr" rtl="0">
              <a:lnSpc>
                <a:spcPct val="107575"/>
              </a:lnSpc>
              <a:spcBef>
                <a:spcPts val="0"/>
              </a:spcBef>
              <a:spcAft>
                <a:spcPts val="0"/>
              </a:spcAft>
              <a:buSzPts val="1400"/>
              <a:buNone/>
            </a:pPr>
            <a:r>
              <a:rPr lang="en-US" sz="6000" dirty="0">
                <a:latin typeface="Arial"/>
                <a:ea typeface="Arial"/>
                <a:cs typeface="Arial"/>
                <a:sym typeface="Arial"/>
              </a:rPr>
              <a:t>Transfer</a:t>
            </a:r>
            <a:endParaRPr sz="6000" dirty="0">
              <a:latin typeface="Arial"/>
              <a:ea typeface="Arial"/>
              <a:cs typeface="Arial"/>
              <a:sym typeface="Arial"/>
            </a:endParaRPr>
          </a:p>
        </p:txBody>
      </p:sp>
      <p:pic>
        <p:nvPicPr>
          <p:cNvPr id="603" name="Google Shape;603;p47"/>
          <p:cNvPicPr preferRelativeResize="0"/>
          <p:nvPr/>
        </p:nvPicPr>
        <p:blipFill rotWithShape="1">
          <a:blip r:embed="rId3">
            <a:alphaModFix/>
          </a:blip>
          <a:srcRect/>
          <a:stretch/>
        </p:blipFill>
        <p:spPr>
          <a:xfrm>
            <a:off x="417325" y="2395175"/>
            <a:ext cx="3871626" cy="2129399"/>
          </a:xfrm>
          <a:prstGeom prst="rect">
            <a:avLst/>
          </a:prstGeom>
          <a:noFill/>
          <a:ln>
            <a:noFill/>
          </a:ln>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showMasterSp="0">
  <p:cSld>
    <p:spTree>
      <p:nvGrpSpPr>
        <p:cNvPr id="1" name="Shape 607"/>
        <p:cNvGrpSpPr/>
        <p:nvPr/>
      </p:nvGrpSpPr>
      <p:grpSpPr>
        <a:xfrm>
          <a:off x="0" y="0"/>
          <a:ext cx="0" cy="0"/>
          <a:chOff x="0" y="0"/>
          <a:chExt cx="0" cy="0"/>
        </a:xfrm>
      </p:grpSpPr>
      <p:sp>
        <p:nvSpPr>
          <p:cNvPr id="608" name="Google Shape;608;p48"/>
          <p:cNvSpPr txBox="1">
            <a:spLocks noGrp="1"/>
          </p:cNvSpPr>
          <p:nvPr>
            <p:ph type="title"/>
          </p:nvPr>
        </p:nvSpPr>
        <p:spPr>
          <a:xfrm>
            <a:off x="261620" y="139700"/>
            <a:ext cx="8913000" cy="136740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Clr>
                <a:schemeClr val="dk1"/>
              </a:buClr>
              <a:buSzPts val="6600"/>
              <a:buFont typeface="Arial"/>
              <a:buNone/>
            </a:pPr>
            <a:r>
              <a:rPr lang="en-US" sz="4400">
                <a:latin typeface="Arial"/>
                <a:ea typeface="Arial"/>
                <a:cs typeface="Arial"/>
                <a:sym typeface="Arial"/>
              </a:rPr>
              <a:t>Cost function</a:t>
            </a:r>
            <a:endParaRPr sz="4400">
              <a:latin typeface="Arial"/>
              <a:ea typeface="Arial"/>
              <a:cs typeface="Arial"/>
              <a:sym typeface="Arial"/>
            </a:endParaRPr>
          </a:p>
          <a:p>
            <a:pPr marL="12700" lvl="0" indent="0" algn="l" rtl="0">
              <a:lnSpc>
                <a:spcPct val="100000"/>
              </a:lnSpc>
              <a:spcBef>
                <a:spcPts val="0"/>
              </a:spcBef>
              <a:spcAft>
                <a:spcPts val="0"/>
              </a:spcAft>
              <a:buSzPts val="1400"/>
              <a:buNone/>
            </a:pPr>
            <a:endParaRPr sz="4400">
              <a:latin typeface="Arial"/>
              <a:ea typeface="Arial"/>
              <a:cs typeface="Arial"/>
              <a:sym typeface="Arial"/>
            </a:endParaRPr>
          </a:p>
        </p:txBody>
      </p:sp>
      <p:pic>
        <p:nvPicPr>
          <p:cNvPr id="609" name="Google Shape;609;p48"/>
          <p:cNvPicPr preferRelativeResize="0"/>
          <p:nvPr/>
        </p:nvPicPr>
        <p:blipFill rotWithShape="1">
          <a:blip r:embed="rId3">
            <a:alphaModFix/>
          </a:blip>
          <a:srcRect/>
          <a:stretch/>
        </p:blipFill>
        <p:spPr>
          <a:xfrm>
            <a:off x="10734473" y="0"/>
            <a:ext cx="1448025" cy="796414"/>
          </a:xfrm>
          <a:prstGeom prst="rect">
            <a:avLst/>
          </a:prstGeom>
          <a:noFill/>
          <a:ln>
            <a:noFill/>
          </a:ln>
        </p:spPr>
      </p:pic>
      <p:sp>
        <p:nvSpPr>
          <p:cNvPr id="610" name="Google Shape;610;p48"/>
          <p:cNvSpPr txBox="1"/>
          <p:nvPr/>
        </p:nvSpPr>
        <p:spPr>
          <a:xfrm>
            <a:off x="575699" y="1681700"/>
            <a:ext cx="11214785" cy="2031295"/>
          </a:xfrm>
          <a:prstGeom prst="rect">
            <a:avLst/>
          </a:prstGeom>
          <a:noFill/>
          <a:ln>
            <a:noFill/>
          </a:ln>
        </p:spPr>
        <p:txBody>
          <a:bodyPr spcFirstLastPara="1" wrap="square" lIns="91425" tIns="91425" rIns="91425" bIns="91425" anchor="t" anchorCtr="0">
            <a:spAutoFit/>
          </a:bodyPr>
          <a:lstStyle/>
          <a:p>
            <a:pPr marL="342900" lvl="0" indent="-342900">
              <a:buSzPts val="2400"/>
              <a:buFont typeface="Arial" panose="020B0604020202020204" pitchFamily="34" charset="0"/>
              <a:buChar char="•"/>
            </a:pPr>
            <a:r>
              <a:rPr lang="en-US" sz="2400" dirty="0">
                <a:solidFill>
                  <a:schemeClr val="dk1"/>
                </a:solidFill>
              </a:rPr>
              <a:t>Neural style transfer is one of the application of </a:t>
            </a:r>
            <a:r>
              <a:rPr lang="en-US" sz="2400" dirty="0" err="1">
                <a:solidFill>
                  <a:schemeClr val="dk1"/>
                </a:solidFill>
              </a:rPr>
              <a:t>Conv</a:t>
            </a:r>
            <a:r>
              <a:rPr lang="en-US" sz="2400" dirty="0">
                <a:solidFill>
                  <a:schemeClr val="dk1"/>
                </a:solidFill>
              </a:rPr>
              <a:t> </a:t>
            </a:r>
            <a:r>
              <a:rPr lang="en-US" sz="2400" dirty="0" smtClean="0">
                <a:solidFill>
                  <a:schemeClr val="dk1"/>
                </a:solidFill>
              </a:rPr>
              <a:t>nets.</a:t>
            </a:r>
          </a:p>
          <a:p>
            <a:pPr marL="342900" lvl="0" indent="-342900">
              <a:buSzPts val="2400"/>
              <a:buFont typeface="Arial" panose="020B0604020202020204" pitchFamily="34" charset="0"/>
              <a:buChar char="•"/>
            </a:pPr>
            <a:r>
              <a:rPr lang="en-US" sz="2400" dirty="0">
                <a:solidFill>
                  <a:schemeClr val="dk1"/>
                </a:solidFill>
              </a:rPr>
              <a:t>Neural Style Transfer is the process of using a convolutional neural network to transfer the style of one image (style image S) to another image (content image C) and generate a new image G.</a:t>
            </a:r>
            <a:r>
              <a:rPr lang="en-US" sz="2400" b="0" i="0" u="none" strike="noStrike" cap="none" dirty="0" smtClean="0">
                <a:solidFill>
                  <a:schemeClr val="dk1"/>
                </a:solidFill>
                <a:latin typeface="Arial"/>
                <a:ea typeface="Arial"/>
                <a:cs typeface="Arial"/>
                <a:sym typeface="Arial"/>
              </a:rPr>
              <a:t> </a:t>
            </a:r>
          </a:p>
          <a:p>
            <a:pPr marL="0" marR="0" lvl="0" indent="0" algn="l" rtl="0">
              <a:lnSpc>
                <a:spcPct val="100000"/>
              </a:lnSpc>
              <a:spcBef>
                <a:spcPts val="0"/>
              </a:spcBef>
              <a:spcAft>
                <a:spcPts val="0"/>
              </a:spcAft>
              <a:buClr>
                <a:srgbClr val="000000"/>
              </a:buClr>
              <a:buSzPts val="2400"/>
              <a:buFont typeface="Arial"/>
              <a:buNone/>
            </a:pPr>
            <a:endParaRPr sz="2400" b="0" i="0" u="none" strike="noStrike" cap="none" dirty="0">
              <a:solidFill>
                <a:srgbClr val="000000"/>
              </a:solidFill>
              <a:latin typeface="Arial"/>
              <a:ea typeface="Arial"/>
              <a:cs typeface="Arial"/>
              <a:sym typeface="Arial"/>
            </a:endParaRPr>
          </a:p>
        </p:txBody>
      </p:sp>
      <p:pic>
        <p:nvPicPr>
          <p:cNvPr id="4" name="Picture 3"/>
          <p:cNvPicPr>
            <a:picLocks noChangeAspect="1"/>
          </p:cNvPicPr>
          <p:nvPr/>
        </p:nvPicPr>
        <p:blipFill>
          <a:blip r:embed="rId4"/>
          <a:stretch>
            <a:fillRect/>
          </a:stretch>
        </p:blipFill>
        <p:spPr>
          <a:xfrm>
            <a:off x="2705466" y="3346571"/>
            <a:ext cx="6657975" cy="2714625"/>
          </a:xfrm>
          <a:prstGeom prst="rect">
            <a:avLst/>
          </a:prstGeom>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showMasterSp="0">
  <p:cSld>
    <p:spTree>
      <p:nvGrpSpPr>
        <p:cNvPr id="1" name="Shape 614"/>
        <p:cNvGrpSpPr/>
        <p:nvPr/>
      </p:nvGrpSpPr>
      <p:grpSpPr>
        <a:xfrm>
          <a:off x="0" y="0"/>
          <a:ext cx="0" cy="0"/>
          <a:chOff x="0" y="0"/>
          <a:chExt cx="0" cy="0"/>
        </a:xfrm>
      </p:grpSpPr>
      <p:sp>
        <p:nvSpPr>
          <p:cNvPr id="615" name="Google Shape;615;p49"/>
          <p:cNvSpPr txBox="1">
            <a:spLocks noGrp="1"/>
          </p:cNvSpPr>
          <p:nvPr>
            <p:ph type="title"/>
          </p:nvPr>
        </p:nvSpPr>
        <p:spPr>
          <a:xfrm>
            <a:off x="261620" y="139700"/>
            <a:ext cx="8913000" cy="136740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Clr>
                <a:schemeClr val="dk1"/>
              </a:buClr>
              <a:buSzPts val="6600"/>
              <a:buFont typeface="Arial"/>
              <a:buNone/>
            </a:pPr>
            <a:r>
              <a:rPr lang="en-US" sz="4400">
                <a:latin typeface="Arial"/>
                <a:ea typeface="Arial"/>
                <a:cs typeface="Arial"/>
                <a:sym typeface="Arial"/>
              </a:rPr>
              <a:t>Cost function</a:t>
            </a:r>
            <a:endParaRPr sz="4400">
              <a:latin typeface="Arial"/>
              <a:ea typeface="Arial"/>
              <a:cs typeface="Arial"/>
              <a:sym typeface="Arial"/>
            </a:endParaRPr>
          </a:p>
          <a:p>
            <a:pPr marL="12700" lvl="0" indent="0" algn="l" rtl="0">
              <a:lnSpc>
                <a:spcPct val="100000"/>
              </a:lnSpc>
              <a:spcBef>
                <a:spcPts val="0"/>
              </a:spcBef>
              <a:spcAft>
                <a:spcPts val="0"/>
              </a:spcAft>
              <a:buSzPts val="1400"/>
              <a:buNone/>
            </a:pPr>
            <a:endParaRPr sz="4400">
              <a:latin typeface="Arial"/>
              <a:ea typeface="Arial"/>
              <a:cs typeface="Arial"/>
              <a:sym typeface="Arial"/>
            </a:endParaRPr>
          </a:p>
        </p:txBody>
      </p:sp>
      <p:pic>
        <p:nvPicPr>
          <p:cNvPr id="616" name="Google Shape;616;p49"/>
          <p:cNvPicPr preferRelativeResize="0"/>
          <p:nvPr/>
        </p:nvPicPr>
        <p:blipFill rotWithShape="1">
          <a:blip r:embed="rId3">
            <a:alphaModFix/>
          </a:blip>
          <a:srcRect/>
          <a:stretch/>
        </p:blipFill>
        <p:spPr>
          <a:xfrm>
            <a:off x="10734473" y="0"/>
            <a:ext cx="1448025" cy="796414"/>
          </a:xfrm>
          <a:prstGeom prst="rect">
            <a:avLst/>
          </a:prstGeom>
          <a:noFill/>
          <a:ln>
            <a:noFill/>
          </a:ln>
        </p:spPr>
      </p:pic>
      <p:sp>
        <p:nvSpPr>
          <p:cNvPr id="617" name="Google Shape;617;p49"/>
          <p:cNvSpPr txBox="1"/>
          <p:nvPr/>
        </p:nvSpPr>
        <p:spPr>
          <a:xfrm>
            <a:off x="575700" y="1681700"/>
            <a:ext cx="11311500" cy="4431952"/>
          </a:xfrm>
          <a:prstGeom prst="rect">
            <a:avLst/>
          </a:prstGeom>
          <a:noFill/>
          <a:ln>
            <a:noFill/>
          </a:ln>
        </p:spPr>
        <p:txBody>
          <a:bodyPr spcFirstLastPara="1" wrap="square" lIns="91425" tIns="91425" rIns="91425" bIns="91425" anchor="t" anchorCtr="0">
            <a:spAutoFit/>
          </a:bodyPr>
          <a:lstStyle/>
          <a:p>
            <a:pPr marL="342900" indent="-342900">
              <a:buSzPts val="2400"/>
              <a:buFont typeface="Arial" panose="020B0604020202020204" pitchFamily="34" charset="0"/>
              <a:buChar char="•"/>
            </a:pPr>
            <a:r>
              <a:rPr lang="en-US" sz="2400" dirty="0">
                <a:solidFill>
                  <a:schemeClr val="dk1"/>
                </a:solidFill>
              </a:rPr>
              <a:t>To implement this technique, we need to define a cost function that measures how good a generated image is. This cost function will be minimized using gradient descent to generate the desired image</a:t>
            </a:r>
            <a:r>
              <a:rPr lang="en-US" sz="2400" dirty="0" smtClean="0">
                <a:solidFill>
                  <a:schemeClr val="dk1"/>
                </a:solidFill>
              </a:rPr>
              <a:t>.</a:t>
            </a:r>
            <a:endParaRPr lang="en-US" sz="2400" b="0" i="0" u="none" strike="noStrike" cap="none" dirty="0" smtClean="0">
              <a:solidFill>
                <a:schemeClr val="dk1"/>
              </a:solidFill>
              <a:latin typeface="Arial"/>
              <a:ea typeface="Arial"/>
              <a:cs typeface="Arial"/>
              <a:sym typeface="Arial"/>
            </a:endParaRPr>
          </a:p>
          <a:p>
            <a:pPr marL="342900" marR="0" lvl="0" indent="-342900" algn="l" rtl="0">
              <a:lnSpc>
                <a:spcPct val="100000"/>
              </a:lnSpc>
              <a:spcBef>
                <a:spcPts val="0"/>
              </a:spcBef>
              <a:spcAft>
                <a:spcPts val="0"/>
              </a:spcAft>
              <a:buClr>
                <a:srgbClr val="000000"/>
              </a:buClr>
              <a:buSzPts val="2400"/>
              <a:buFont typeface="Arial" panose="020B0604020202020204" pitchFamily="34" charset="0"/>
              <a:buChar char="•"/>
            </a:pPr>
            <a:r>
              <a:rPr lang="en-US" sz="2400" b="0" i="0" u="none" strike="noStrike" cap="none" dirty="0" smtClean="0">
                <a:solidFill>
                  <a:schemeClr val="dk1"/>
                </a:solidFill>
                <a:latin typeface="Arial"/>
                <a:ea typeface="Arial"/>
                <a:cs typeface="Arial"/>
                <a:sym typeface="Arial"/>
              </a:rPr>
              <a:t>The </a:t>
            </a:r>
            <a:r>
              <a:rPr lang="en-US" sz="2400" b="0" i="0" u="none" strike="noStrike" cap="none" dirty="0">
                <a:solidFill>
                  <a:schemeClr val="dk1"/>
                </a:solidFill>
                <a:latin typeface="Arial"/>
                <a:ea typeface="Arial"/>
                <a:cs typeface="Arial"/>
                <a:sym typeface="Arial"/>
              </a:rPr>
              <a:t>cost function consists of two parts: the content cost and the style </a:t>
            </a:r>
            <a:r>
              <a:rPr lang="en-US" sz="2400" b="0" i="0" u="none" strike="noStrike" cap="none" dirty="0" smtClean="0">
                <a:solidFill>
                  <a:schemeClr val="dk1"/>
                </a:solidFill>
                <a:latin typeface="Arial"/>
                <a:ea typeface="Arial"/>
                <a:cs typeface="Arial"/>
                <a:sym typeface="Arial"/>
              </a:rPr>
              <a:t>cost.</a:t>
            </a:r>
          </a:p>
          <a:p>
            <a:pPr marR="0" lvl="0" algn="l" rtl="0">
              <a:lnSpc>
                <a:spcPct val="100000"/>
              </a:lnSpc>
              <a:spcBef>
                <a:spcPts val="0"/>
              </a:spcBef>
              <a:spcAft>
                <a:spcPts val="0"/>
              </a:spcAft>
              <a:buClr>
                <a:srgbClr val="000000"/>
              </a:buClr>
              <a:buSzPts val="2400"/>
            </a:pPr>
            <a:r>
              <a:rPr lang="en-US" sz="2400" b="0" i="0" u="none" strike="noStrike" cap="none" dirty="0" smtClean="0">
                <a:solidFill>
                  <a:schemeClr val="dk1"/>
                </a:solidFill>
                <a:latin typeface="Arial"/>
                <a:ea typeface="Arial"/>
                <a:cs typeface="Arial"/>
                <a:sym typeface="Arial"/>
              </a:rPr>
              <a:t>	</a:t>
            </a:r>
            <a:r>
              <a:rPr lang="en-US" sz="2000" b="0" i="0" u="none" strike="noStrike" cap="none" dirty="0" smtClean="0">
                <a:solidFill>
                  <a:schemeClr val="dk1"/>
                </a:solidFill>
                <a:latin typeface="Arial"/>
                <a:ea typeface="Arial"/>
                <a:cs typeface="Arial"/>
                <a:sym typeface="Arial"/>
              </a:rPr>
              <a:t>- The </a:t>
            </a:r>
            <a:r>
              <a:rPr lang="en-US" sz="2000" b="0" i="0" u="none" strike="noStrike" cap="none" dirty="0">
                <a:solidFill>
                  <a:schemeClr val="dk1"/>
                </a:solidFill>
                <a:latin typeface="Arial"/>
                <a:ea typeface="Arial"/>
                <a:cs typeface="Arial"/>
                <a:sym typeface="Arial"/>
              </a:rPr>
              <a:t>content cost measures how similar the content of the generated </a:t>
            </a:r>
            <a:r>
              <a:rPr lang="en-US" sz="2000" b="0" i="0" u="none" strike="noStrike" cap="none" dirty="0" smtClean="0">
                <a:solidFill>
                  <a:schemeClr val="dk1"/>
                </a:solidFill>
                <a:latin typeface="Arial"/>
                <a:ea typeface="Arial"/>
                <a:cs typeface="Arial"/>
                <a:sym typeface="Arial"/>
              </a:rPr>
              <a:t>image </a:t>
            </a:r>
            <a:r>
              <a:rPr lang="en-US" sz="2000" b="0" i="0" u="none" strike="noStrike" cap="none" dirty="0">
                <a:solidFill>
                  <a:schemeClr val="dk1"/>
                </a:solidFill>
                <a:latin typeface="Arial"/>
                <a:ea typeface="Arial"/>
                <a:cs typeface="Arial"/>
                <a:sym typeface="Arial"/>
              </a:rPr>
              <a:t>is to the </a:t>
            </a:r>
            <a:r>
              <a:rPr lang="en-US" sz="2000" b="0" i="0" u="none" strike="noStrike" cap="none" dirty="0" smtClean="0">
                <a:solidFill>
                  <a:schemeClr val="dk1"/>
                </a:solidFill>
                <a:latin typeface="Arial"/>
                <a:ea typeface="Arial"/>
                <a:cs typeface="Arial"/>
                <a:sym typeface="Arial"/>
              </a:rPr>
              <a:t>	content </a:t>
            </a:r>
            <a:r>
              <a:rPr lang="en-US" sz="2000" b="0" i="0" u="none" strike="noStrike" cap="none" dirty="0">
                <a:solidFill>
                  <a:schemeClr val="dk1"/>
                </a:solidFill>
                <a:latin typeface="Arial"/>
                <a:ea typeface="Arial"/>
                <a:cs typeface="Arial"/>
                <a:sym typeface="Arial"/>
              </a:rPr>
              <a:t>of the content image. </a:t>
            </a:r>
            <a:endParaRPr lang="en-US" sz="2000" b="0" i="0" u="none" strike="noStrike" cap="none" dirty="0" smtClean="0">
              <a:solidFill>
                <a:schemeClr val="dk1"/>
              </a:solidFill>
              <a:latin typeface="Arial"/>
              <a:ea typeface="Arial"/>
              <a:cs typeface="Arial"/>
              <a:sym typeface="Arial"/>
            </a:endParaRPr>
          </a:p>
          <a:p>
            <a:pPr marR="0" lvl="0" algn="l" rtl="0">
              <a:lnSpc>
                <a:spcPct val="100000"/>
              </a:lnSpc>
              <a:spcBef>
                <a:spcPts val="0"/>
              </a:spcBef>
              <a:spcAft>
                <a:spcPts val="0"/>
              </a:spcAft>
              <a:buClr>
                <a:srgbClr val="000000"/>
              </a:buClr>
              <a:buSzPts val="2400"/>
            </a:pPr>
            <a:r>
              <a:rPr lang="en-US" sz="2000" b="0" i="0" u="none" strike="noStrike" cap="none" dirty="0" smtClean="0">
                <a:solidFill>
                  <a:schemeClr val="dk1"/>
                </a:solidFill>
                <a:latin typeface="Arial"/>
                <a:ea typeface="Arial"/>
                <a:cs typeface="Arial"/>
                <a:sym typeface="Arial"/>
              </a:rPr>
              <a:t>	- The </a:t>
            </a:r>
            <a:r>
              <a:rPr lang="en-US" sz="2000" b="0" i="0" u="none" strike="noStrike" cap="none" dirty="0">
                <a:solidFill>
                  <a:schemeClr val="dk1"/>
                </a:solidFill>
                <a:latin typeface="Arial"/>
                <a:ea typeface="Arial"/>
                <a:cs typeface="Arial"/>
                <a:sym typeface="Arial"/>
              </a:rPr>
              <a:t>style cost measures how similar the style of the generated image is to </a:t>
            </a:r>
            <a:r>
              <a:rPr lang="en-US" sz="2000" b="0" i="0" u="none" strike="noStrike" cap="none" dirty="0" smtClean="0">
                <a:solidFill>
                  <a:schemeClr val="dk1"/>
                </a:solidFill>
                <a:latin typeface="Arial"/>
                <a:ea typeface="Arial"/>
                <a:cs typeface="Arial"/>
                <a:sym typeface="Arial"/>
              </a:rPr>
              <a:t>the </a:t>
            </a:r>
            <a:r>
              <a:rPr lang="en-US" sz="2000" b="0" i="0" u="none" strike="noStrike" cap="none" dirty="0">
                <a:solidFill>
                  <a:schemeClr val="dk1"/>
                </a:solidFill>
                <a:latin typeface="Arial"/>
                <a:ea typeface="Arial"/>
                <a:cs typeface="Arial"/>
                <a:sym typeface="Arial"/>
              </a:rPr>
              <a:t>style </a:t>
            </a:r>
            <a:r>
              <a:rPr lang="en-US" sz="2000" b="0" i="0" u="none" strike="noStrike" cap="none" dirty="0" smtClean="0">
                <a:solidFill>
                  <a:schemeClr val="dk1"/>
                </a:solidFill>
                <a:latin typeface="Arial"/>
                <a:ea typeface="Arial"/>
                <a:cs typeface="Arial"/>
                <a:sym typeface="Arial"/>
              </a:rPr>
              <a:t>	of </a:t>
            </a:r>
            <a:r>
              <a:rPr lang="en-US" sz="2000" b="0" i="0" u="none" strike="noStrike" cap="none" dirty="0">
                <a:solidFill>
                  <a:schemeClr val="dk1"/>
                </a:solidFill>
                <a:latin typeface="Arial"/>
                <a:ea typeface="Arial"/>
                <a:cs typeface="Arial"/>
                <a:sym typeface="Arial"/>
              </a:rPr>
              <a:t>the style image. </a:t>
            </a:r>
            <a:endParaRPr lang="en-US" sz="2000" b="0" i="0" u="none" strike="noStrike" cap="none" dirty="0" smtClean="0">
              <a:solidFill>
                <a:schemeClr val="dk1"/>
              </a:solidFill>
              <a:latin typeface="Arial"/>
              <a:ea typeface="Arial"/>
              <a:cs typeface="Arial"/>
              <a:sym typeface="Arial"/>
            </a:endParaRPr>
          </a:p>
          <a:p>
            <a:pPr marL="342900" marR="0" lvl="0" indent="-342900" algn="l" rtl="0">
              <a:lnSpc>
                <a:spcPct val="100000"/>
              </a:lnSpc>
              <a:spcBef>
                <a:spcPts val="0"/>
              </a:spcBef>
              <a:spcAft>
                <a:spcPts val="0"/>
              </a:spcAft>
              <a:buClr>
                <a:srgbClr val="000000"/>
              </a:buClr>
              <a:buSzPts val="2400"/>
              <a:buFont typeface="Arial" panose="020B0604020202020204" pitchFamily="34" charset="0"/>
              <a:buChar char="•"/>
            </a:pPr>
            <a:r>
              <a:rPr lang="en-US" sz="2400" b="0" i="0" u="none" strike="noStrike" cap="none" dirty="0" smtClean="0">
                <a:solidFill>
                  <a:schemeClr val="dk1"/>
                </a:solidFill>
                <a:latin typeface="Arial"/>
                <a:ea typeface="Arial"/>
                <a:cs typeface="Arial"/>
                <a:sym typeface="Arial"/>
              </a:rPr>
              <a:t>We </a:t>
            </a:r>
            <a:r>
              <a:rPr lang="en-US" sz="2400" b="0" i="0" u="none" strike="noStrike" cap="none" dirty="0">
                <a:solidFill>
                  <a:schemeClr val="dk1"/>
                </a:solidFill>
                <a:latin typeface="Arial"/>
                <a:ea typeface="Arial"/>
                <a:cs typeface="Arial"/>
                <a:sym typeface="Arial"/>
              </a:rPr>
              <a:t>weight these costs using </a:t>
            </a:r>
            <a:r>
              <a:rPr lang="en-US" sz="2400" b="0" i="0" u="none" strike="noStrike" cap="none" dirty="0" err="1">
                <a:solidFill>
                  <a:schemeClr val="dk1"/>
                </a:solidFill>
                <a:latin typeface="Arial"/>
                <a:ea typeface="Arial"/>
                <a:cs typeface="Arial"/>
                <a:sym typeface="Arial"/>
              </a:rPr>
              <a:t>hyperparameters</a:t>
            </a:r>
            <a:r>
              <a:rPr lang="en-US" sz="2400" b="0" i="0" u="none" strike="noStrike" cap="none" dirty="0">
                <a:solidFill>
                  <a:schemeClr val="dk1"/>
                </a:solidFill>
                <a:latin typeface="Arial"/>
                <a:ea typeface="Arial"/>
                <a:cs typeface="Arial"/>
                <a:sym typeface="Arial"/>
              </a:rPr>
              <a:t> alpha and beta to control the relative importance of each.</a:t>
            </a:r>
            <a:endParaRPr sz="2400" b="0" i="0" u="none" strike="noStrike" cap="none" dirty="0">
              <a:solidFill>
                <a:schemeClr val="dk1"/>
              </a:solidFill>
              <a:latin typeface="Arial"/>
              <a:ea typeface="Arial"/>
              <a:cs typeface="Arial"/>
              <a:sym typeface="Arial"/>
            </a:endParaRPr>
          </a:p>
          <a:p>
            <a:pPr marL="0" marR="0" lvl="0" indent="0" algn="l" rtl="0">
              <a:lnSpc>
                <a:spcPct val="100000"/>
              </a:lnSpc>
              <a:spcBef>
                <a:spcPts val="0"/>
              </a:spcBef>
              <a:spcAft>
                <a:spcPts val="0"/>
              </a:spcAft>
              <a:buClr>
                <a:schemeClr val="dk1"/>
              </a:buClr>
              <a:buSzPts val="1100"/>
              <a:buFont typeface="Arial"/>
              <a:buNone/>
            </a:pPr>
            <a:endParaRPr sz="2400" b="0" i="0" u="none" strike="noStrike" cap="none" dirty="0">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endParaRPr sz="2400" b="0" i="0" u="none" strike="noStrike" cap="none" dirty="0">
              <a:solidFill>
                <a:schemeClr val="dk1"/>
              </a:solidFill>
              <a:latin typeface="Arial"/>
              <a:ea typeface="Arial"/>
              <a:cs typeface="Arial"/>
              <a:sym typeface="Arial"/>
            </a:endParaRPr>
          </a:p>
        </p:txBody>
      </p:sp>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showMasterSp="0">
  <p:cSld>
    <p:spTree>
      <p:nvGrpSpPr>
        <p:cNvPr id="1" name="Shape 621"/>
        <p:cNvGrpSpPr/>
        <p:nvPr/>
      </p:nvGrpSpPr>
      <p:grpSpPr>
        <a:xfrm>
          <a:off x="0" y="0"/>
          <a:ext cx="0" cy="0"/>
          <a:chOff x="0" y="0"/>
          <a:chExt cx="0" cy="0"/>
        </a:xfrm>
      </p:grpSpPr>
      <p:sp>
        <p:nvSpPr>
          <p:cNvPr id="622" name="Google Shape;622;p50"/>
          <p:cNvSpPr txBox="1">
            <a:spLocks noGrp="1"/>
          </p:cNvSpPr>
          <p:nvPr>
            <p:ph type="title"/>
          </p:nvPr>
        </p:nvSpPr>
        <p:spPr>
          <a:xfrm>
            <a:off x="261620" y="139700"/>
            <a:ext cx="8913000" cy="69000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SzPts val="1400"/>
              <a:buNone/>
            </a:pPr>
            <a:r>
              <a:rPr lang="en-US" sz="4400" dirty="0">
                <a:latin typeface="Arial"/>
                <a:ea typeface="Arial"/>
                <a:cs typeface="Arial"/>
                <a:sym typeface="Arial"/>
              </a:rPr>
              <a:t>C</a:t>
            </a:r>
            <a:r>
              <a:rPr lang="en-US" sz="4400" dirty="0" smtClean="0">
                <a:latin typeface="Arial"/>
                <a:ea typeface="Arial"/>
                <a:cs typeface="Arial"/>
                <a:sym typeface="Arial"/>
              </a:rPr>
              <a:t>ost </a:t>
            </a:r>
            <a:r>
              <a:rPr lang="en-US" sz="4400" dirty="0">
                <a:latin typeface="Arial"/>
                <a:ea typeface="Arial"/>
                <a:cs typeface="Arial"/>
                <a:sym typeface="Arial"/>
              </a:rPr>
              <a:t>function</a:t>
            </a:r>
            <a:endParaRPr sz="4400" dirty="0">
              <a:latin typeface="Arial"/>
              <a:ea typeface="Arial"/>
              <a:cs typeface="Arial"/>
              <a:sym typeface="Arial"/>
            </a:endParaRPr>
          </a:p>
        </p:txBody>
      </p:sp>
      <p:pic>
        <p:nvPicPr>
          <p:cNvPr id="623" name="Google Shape;623;p50"/>
          <p:cNvPicPr preferRelativeResize="0"/>
          <p:nvPr/>
        </p:nvPicPr>
        <p:blipFill rotWithShape="1">
          <a:blip r:embed="rId3">
            <a:alphaModFix/>
          </a:blip>
          <a:srcRect/>
          <a:stretch/>
        </p:blipFill>
        <p:spPr>
          <a:xfrm>
            <a:off x="2957690" y="1178725"/>
            <a:ext cx="2522905" cy="1998624"/>
          </a:xfrm>
          <a:prstGeom prst="rect">
            <a:avLst/>
          </a:prstGeom>
          <a:noFill/>
          <a:ln>
            <a:noFill/>
          </a:ln>
        </p:spPr>
      </p:pic>
      <p:pic>
        <p:nvPicPr>
          <p:cNvPr id="624" name="Google Shape;624;p50"/>
          <p:cNvPicPr preferRelativeResize="0"/>
          <p:nvPr/>
        </p:nvPicPr>
        <p:blipFill rotWithShape="1">
          <a:blip r:embed="rId4">
            <a:alphaModFix/>
          </a:blip>
          <a:srcRect/>
          <a:stretch/>
        </p:blipFill>
        <p:spPr>
          <a:xfrm>
            <a:off x="226161" y="1180464"/>
            <a:ext cx="2522905" cy="1999983"/>
          </a:xfrm>
          <a:prstGeom prst="rect">
            <a:avLst/>
          </a:prstGeom>
          <a:noFill/>
          <a:ln>
            <a:noFill/>
          </a:ln>
        </p:spPr>
      </p:pic>
      <p:pic>
        <p:nvPicPr>
          <p:cNvPr id="625" name="Google Shape;625;p50"/>
          <p:cNvPicPr preferRelativeResize="0"/>
          <p:nvPr/>
        </p:nvPicPr>
        <p:blipFill rotWithShape="1">
          <a:blip r:embed="rId5">
            <a:alphaModFix/>
          </a:blip>
          <a:srcRect/>
          <a:stretch/>
        </p:blipFill>
        <p:spPr>
          <a:xfrm>
            <a:off x="1540560" y="3871472"/>
            <a:ext cx="2522905" cy="1999978"/>
          </a:xfrm>
          <a:prstGeom prst="rect">
            <a:avLst/>
          </a:prstGeom>
          <a:noFill/>
          <a:ln>
            <a:noFill/>
          </a:ln>
        </p:spPr>
      </p:pic>
      <p:sp>
        <p:nvSpPr>
          <p:cNvPr id="626" name="Google Shape;626;p50"/>
          <p:cNvSpPr txBox="1"/>
          <p:nvPr/>
        </p:nvSpPr>
        <p:spPr>
          <a:xfrm>
            <a:off x="747060" y="3236099"/>
            <a:ext cx="1464900" cy="38220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2400"/>
              <a:buFont typeface="Arial"/>
              <a:buNone/>
            </a:pPr>
            <a:r>
              <a:rPr lang="en-US" sz="2400" b="0" i="0" u="none" strike="noStrike" cap="none">
                <a:solidFill>
                  <a:srgbClr val="000000"/>
                </a:solidFill>
                <a:latin typeface="Cambria"/>
                <a:ea typeface="Cambria"/>
                <a:cs typeface="Cambria"/>
                <a:sym typeface="Cambria"/>
              </a:rPr>
              <a:t>Content C</a:t>
            </a:r>
            <a:endParaRPr sz="2400" b="0" i="0" u="none" strike="noStrike" cap="none">
              <a:solidFill>
                <a:srgbClr val="000000"/>
              </a:solidFill>
              <a:latin typeface="Cambria"/>
              <a:ea typeface="Cambria"/>
              <a:cs typeface="Cambria"/>
              <a:sym typeface="Cambria"/>
            </a:endParaRPr>
          </a:p>
        </p:txBody>
      </p:sp>
      <p:sp>
        <p:nvSpPr>
          <p:cNvPr id="627" name="Google Shape;627;p50"/>
          <p:cNvSpPr txBox="1"/>
          <p:nvPr/>
        </p:nvSpPr>
        <p:spPr>
          <a:xfrm>
            <a:off x="3701487" y="3236099"/>
            <a:ext cx="1024200" cy="38220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2400"/>
              <a:buFont typeface="Arial"/>
              <a:buNone/>
            </a:pPr>
            <a:r>
              <a:rPr lang="en-US" sz="2400" b="0" i="0" u="none" strike="noStrike" cap="none">
                <a:solidFill>
                  <a:srgbClr val="000000"/>
                </a:solidFill>
                <a:latin typeface="Cambria"/>
                <a:ea typeface="Cambria"/>
                <a:cs typeface="Cambria"/>
                <a:sym typeface="Cambria"/>
              </a:rPr>
              <a:t>Style S</a:t>
            </a:r>
            <a:endParaRPr sz="2400" b="0" i="0" u="none" strike="noStrike" cap="none">
              <a:solidFill>
                <a:srgbClr val="000000"/>
              </a:solidFill>
              <a:latin typeface="Cambria"/>
              <a:ea typeface="Cambria"/>
              <a:cs typeface="Cambria"/>
              <a:sym typeface="Cambria"/>
            </a:endParaRPr>
          </a:p>
        </p:txBody>
      </p:sp>
      <p:sp>
        <p:nvSpPr>
          <p:cNvPr id="628" name="Google Shape;628;p50"/>
          <p:cNvSpPr txBox="1"/>
          <p:nvPr/>
        </p:nvSpPr>
        <p:spPr>
          <a:xfrm>
            <a:off x="1407562" y="5873229"/>
            <a:ext cx="2761500" cy="38220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2400"/>
              <a:buFont typeface="Arial"/>
              <a:buNone/>
            </a:pPr>
            <a:r>
              <a:rPr lang="en-US" sz="2400" b="0" i="0" u="none" strike="noStrike" cap="none">
                <a:solidFill>
                  <a:srgbClr val="000000"/>
                </a:solidFill>
                <a:latin typeface="Cambria"/>
                <a:ea typeface="Cambria"/>
                <a:cs typeface="Cambria"/>
                <a:sym typeface="Cambria"/>
              </a:rPr>
              <a:t>Generated image G</a:t>
            </a:r>
            <a:endParaRPr sz="2400" b="0" i="0" u="none" strike="noStrike" cap="none">
              <a:solidFill>
                <a:srgbClr val="000000"/>
              </a:solidFill>
              <a:latin typeface="Cambria"/>
              <a:ea typeface="Cambria"/>
              <a:cs typeface="Cambria"/>
              <a:sym typeface="Cambria"/>
            </a:endParaRPr>
          </a:p>
        </p:txBody>
      </p:sp>
      <p:sp>
        <p:nvSpPr>
          <p:cNvPr id="629" name="Google Shape;629;p50"/>
          <p:cNvSpPr/>
          <p:nvPr/>
        </p:nvSpPr>
        <p:spPr>
          <a:xfrm>
            <a:off x="1243164" y="3633254"/>
            <a:ext cx="3119754" cy="212725"/>
          </a:xfrm>
          <a:custGeom>
            <a:avLst/>
            <a:gdLst/>
            <a:ahLst/>
            <a:cxnLst/>
            <a:rect l="l" t="t" r="r" b="b"/>
            <a:pathLst>
              <a:path w="3119754" h="212725" extrusionOk="0">
                <a:moveTo>
                  <a:pt x="3119298" y="0"/>
                </a:moveTo>
                <a:lnTo>
                  <a:pt x="3117907" y="41334"/>
                </a:lnTo>
                <a:lnTo>
                  <a:pt x="3114114" y="75088"/>
                </a:lnTo>
                <a:lnTo>
                  <a:pt x="3108489" y="97845"/>
                </a:lnTo>
                <a:lnTo>
                  <a:pt x="3101600" y="106190"/>
                </a:lnTo>
                <a:lnTo>
                  <a:pt x="1570108" y="106190"/>
                </a:lnTo>
                <a:lnTo>
                  <a:pt x="1563225" y="114535"/>
                </a:lnTo>
                <a:lnTo>
                  <a:pt x="1557601" y="137293"/>
                </a:lnTo>
                <a:lnTo>
                  <a:pt x="1553808" y="171048"/>
                </a:lnTo>
                <a:lnTo>
                  <a:pt x="1552417" y="212382"/>
                </a:lnTo>
                <a:lnTo>
                  <a:pt x="1551026" y="171048"/>
                </a:lnTo>
                <a:lnTo>
                  <a:pt x="1547233" y="137293"/>
                </a:lnTo>
                <a:lnTo>
                  <a:pt x="1541606" y="114535"/>
                </a:lnTo>
                <a:lnTo>
                  <a:pt x="1534716" y="106190"/>
                </a:lnTo>
                <a:lnTo>
                  <a:pt x="17700" y="106190"/>
                </a:lnTo>
                <a:lnTo>
                  <a:pt x="10811" y="97845"/>
                </a:lnTo>
                <a:lnTo>
                  <a:pt x="5184" y="75088"/>
                </a:lnTo>
                <a:lnTo>
                  <a:pt x="1391" y="41334"/>
                </a:lnTo>
                <a:lnTo>
                  <a:pt x="0" y="0"/>
                </a:lnTo>
              </a:path>
            </a:pathLst>
          </a:custGeom>
          <a:noFill/>
          <a:ln w="190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pic>
        <p:nvPicPr>
          <p:cNvPr id="630" name="Google Shape;630;p50" descr="Exploring Neural Style Transfer. Study the effects of hyperparametrs on… |  by Ayush Chaurasia | Analytics Vidhya | Medium"/>
          <p:cNvPicPr preferRelativeResize="0"/>
          <p:nvPr/>
        </p:nvPicPr>
        <p:blipFill rotWithShape="1">
          <a:blip r:embed="rId6">
            <a:alphaModFix/>
          </a:blip>
          <a:srcRect/>
          <a:stretch/>
        </p:blipFill>
        <p:spPr>
          <a:xfrm>
            <a:off x="4753734" y="3569652"/>
            <a:ext cx="6940703" cy="2067751"/>
          </a:xfrm>
          <a:prstGeom prst="rect">
            <a:avLst/>
          </a:prstGeom>
          <a:noFill/>
          <a:ln>
            <a:noFill/>
          </a:ln>
        </p:spPr>
      </p:pic>
      <p:pic>
        <p:nvPicPr>
          <p:cNvPr id="631" name="Google Shape;631;p50"/>
          <p:cNvPicPr preferRelativeResize="0"/>
          <p:nvPr/>
        </p:nvPicPr>
        <p:blipFill rotWithShape="1">
          <a:blip r:embed="rId7">
            <a:alphaModFix/>
          </a:blip>
          <a:srcRect/>
          <a:stretch/>
        </p:blipFill>
        <p:spPr>
          <a:xfrm>
            <a:off x="10734473" y="0"/>
            <a:ext cx="1448025" cy="796414"/>
          </a:xfrm>
          <a:prstGeom prst="rect">
            <a:avLst/>
          </a:prstGeom>
          <a:noFill/>
          <a:ln>
            <a:noFill/>
          </a:ln>
        </p:spPr>
      </p:pic>
      <mc:AlternateContent xmlns:mc="http://schemas.openxmlformats.org/markup-compatibility/2006" xmlns:a14="http://schemas.microsoft.com/office/drawing/2010/main">
        <mc:Choice Requires="a14">
          <p:sp>
            <p:nvSpPr>
              <p:cNvPr id="2" name="TextBox 1"/>
              <p:cNvSpPr txBox="1"/>
              <p:nvPr/>
            </p:nvSpPr>
            <p:spPr>
              <a:xfrm>
                <a:off x="4753734" y="5706540"/>
                <a:ext cx="7139353" cy="646331"/>
              </a:xfrm>
              <a:prstGeom prst="rect">
                <a:avLst/>
              </a:prstGeom>
              <a:noFill/>
            </p:spPr>
            <p:txBody>
              <a:bodyPr wrap="square" rtlCol="0">
                <a:spAutoFit/>
              </a:bodyPr>
              <a:lstStyle/>
              <a:p>
                <a:r>
                  <a:rPr lang="en-US" sz="1800" dirty="0" smtClean="0"/>
                  <a:t>Here </a:t>
                </a:r>
                <a14:m>
                  <m:oMath xmlns:m="http://schemas.openxmlformats.org/officeDocument/2006/math">
                    <m:r>
                      <a:rPr lang="en-US" sz="1800" i="1" smtClean="0">
                        <a:latin typeface="Cambria Math" panose="02040503050406030204" pitchFamily="18" charset="0"/>
                        <a:ea typeface="Cambria Math" panose="02040503050406030204" pitchFamily="18" charset="0"/>
                      </a:rPr>
                      <m:t>𝛼</m:t>
                    </m:r>
                  </m:oMath>
                </a14:m>
                <a:r>
                  <a:rPr lang="en-US" sz="1800" dirty="0" smtClean="0"/>
                  <a:t> and </a:t>
                </a:r>
                <a14:m>
                  <m:oMath xmlns:m="http://schemas.openxmlformats.org/officeDocument/2006/math">
                    <m:r>
                      <a:rPr lang="en-US" sz="1800" i="1" smtClean="0">
                        <a:latin typeface="Cambria Math" panose="02040503050406030204" pitchFamily="18" charset="0"/>
                        <a:ea typeface="Cambria Math" panose="02040503050406030204" pitchFamily="18" charset="0"/>
                      </a:rPr>
                      <m:t>𝛽</m:t>
                    </m:r>
                  </m:oMath>
                </a14:m>
                <a:r>
                  <a:rPr lang="en-US" sz="1800" dirty="0" smtClean="0"/>
                  <a:t> </a:t>
                </a:r>
                <a:r>
                  <a:rPr lang="en-US" sz="1800" dirty="0"/>
                  <a:t>are </a:t>
                </a:r>
                <a:r>
                  <a:rPr lang="en-US" sz="1800" dirty="0" err="1"/>
                  <a:t>hyperparameters</a:t>
                </a:r>
                <a:r>
                  <a:rPr lang="en-US" sz="1800" dirty="0"/>
                  <a:t> to specify the relative weighting between the content cost and the style cost.</a:t>
                </a:r>
              </a:p>
            </p:txBody>
          </p:sp>
        </mc:Choice>
        <mc:Fallback xmlns="">
          <p:sp>
            <p:nvSpPr>
              <p:cNvPr id="2" name="TextBox 1"/>
              <p:cNvSpPr txBox="1">
                <a:spLocks noRot="1" noChangeAspect="1" noMove="1" noResize="1" noEditPoints="1" noAdjustHandles="1" noChangeArrowheads="1" noChangeShapeType="1" noTextEdit="1"/>
              </p:cNvSpPr>
              <p:nvPr/>
            </p:nvSpPr>
            <p:spPr>
              <a:xfrm>
                <a:off x="4753734" y="5706540"/>
                <a:ext cx="7139353" cy="646331"/>
              </a:xfrm>
              <a:prstGeom prst="rect">
                <a:avLst/>
              </a:prstGeom>
              <a:blipFill>
                <a:blip r:embed="rId8"/>
                <a:stretch>
                  <a:fillRect l="-769" t="-4717" b="-14151"/>
                </a:stretch>
              </a:blipFill>
            </p:spPr>
            <p:txBody>
              <a:bodyPr/>
              <a:lstStyle/>
              <a:p>
                <a:r>
                  <a:rPr lang="en-US">
                    <a:noFill/>
                  </a:rPr>
                  <a:t> </a:t>
                </a:r>
              </a:p>
            </p:txBody>
          </p:sp>
        </mc:Fallback>
      </mc:AlternateContent>
      <p:sp>
        <p:nvSpPr>
          <p:cNvPr id="3" name="Slide Number Placeholder 2"/>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showMasterSp="0">
  <p:cSld>
    <p:spTree>
      <p:nvGrpSpPr>
        <p:cNvPr id="1" name="Shape 635"/>
        <p:cNvGrpSpPr/>
        <p:nvPr/>
      </p:nvGrpSpPr>
      <p:grpSpPr>
        <a:xfrm>
          <a:off x="0" y="0"/>
          <a:ext cx="0" cy="0"/>
          <a:chOff x="0" y="0"/>
          <a:chExt cx="0" cy="0"/>
        </a:xfrm>
      </p:grpSpPr>
      <p:sp>
        <p:nvSpPr>
          <p:cNvPr id="636" name="Google Shape;636;p51"/>
          <p:cNvSpPr txBox="1">
            <a:spLocks noGrp="1"/>
          </p:cNvSpPr>
          <p:nvPr>
            <p:ph type="title"/>
          </p:nvPr>
        </p:nvSpPr>
        <p:spPr>
          <a:xfrm>
            <a:off x="261620" y="139700"/>
            <a:ext cx="8913000" cy="238320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Clr>
                <a:schemeClr val="dk1"/>
              </a:buClr>
              <a:buSzPts val="1400"/>
              <a:buFont typeface="Arial"/>
              <a:buNone/>
            </a:pPr>
            <a:r>
              <a:rPr lang="en-US" sz="4400" dirty="0">
                <a:latin typeface="Arial"/>
                <a:ea typeface="Arial"/>
                <a:cs typeface="Arial"/>
                <a:sym typeface="Arial"/>
              </a:rPr>
              <a:t>Find the generated image G</a:t>
            </a:r>
            <a:endParaRPr sz="4400" dirty="0">
              <a:latin typeface="Arial"/>
              <a:ea typeface="Arial"/>
              <a:cs typeface="Arial"/>
              <a:sym typeface="Arial"/>
            </a:endParaRPr>
          </a:p>
          <a:p>
            <a:pPr marL="12700" lvl="0" indent="0" algn="l" rtl="0">
              <a:lnSpc>
                <a:spcPct val="100000"/>
              </a:lnSpc>
              <a:spcBef>
                <a:spcPts val="0"/>
              </a:spcBef>
              <a:spcAft>
                <a:spcPts val="0"/>
              </a:spcAft>
              <a:buClr>
                <a:schemeClr val="dk1"/>
              </a:buClr>
              <a:buSzPts val="6600"/>
              <a:buFont typeface="Arial"/>
              <a:buNone/>
            </a:pPr>
            <a:endParaRPr dirty="0">
              <a:latin typeface="Arial"/>
              <a:ea typeface="Arial"/>
              <a:cs typeface="Arial"/>
              <a:sym typeface="Arial"/>
            </a:endParaRPr>
          </a:p>
          <a:p>
            <a:pPr marL="12700" lvl="0" indent="0" algn="l" rtl="0">
              <a:lnSpc>
                <a:spcPct val="100000"/>
              </a:lnSpc>
              <a:spcBef>
                <a:spcPts val="0"/>
              </a:spcBef>
              <a:spcAft>
                <a:spcPts val="0"/>
              </a:spcAft>
              <a:buSzPts val="1400"/>
              <a:buNone/>
            </a:pPr>
            <a:endParaRPr sz="4400" dirty="0">
              <a:latin typeface="Arial"/>
              <a:ea typeface="Arial"/>
              <a:cs typeface="Arial"/>
              <a:sym typeface="Arial"/>
            </a:endParaRPr>
          </a:p>
        </p:txBody>
      </p:sp>
      <p:pic>
        <p:nvPicPr>
          <p:cNvPr id="637" name="Google Shape;637;p51"/>
          <p:cNvPicPr preferRelativeResize="0"/>
          <p:nvPr/>
        </p:nvPicPr>
        <p:blipFill rotWithShape="1">
          <a:blip r:embed="rId3">
            <a:alphaModFix/>
          </a:blip>
          <a:srcRect/>
          <a:stretch/>
        </p:blipFill>
        <p:spPr>
          <a:xfrm>
            <a:off x="10734473" y="0"/>
            <a:ext cx="1448025" cy="796414"/>
          </a:xfrm>
          <a:prstGeom prst="rect">
            <a:avLst/>
          </a:prstGeom>
          <a:noFill/>
          <a:ln>
            <a:noFill/>
          </a:ln>
        </p:spPr>
      </p:pic>
      <p:sp>
        <p:nvSpPr>
          <p:cNvPr id="638" name="Google Shape;638;p51"/>
          <p:cNvSpPr txBox="1"/>
          <p:nvPr/>
        </p:nvSpPr>
        <p:spPr>
          <a:xfrm>
            <a:off x="575700" y="1681700"/>
            <a:ext cx="11197200" cy="2769959"/>
          </a:xfrm>
          <a:prstGeom prst="rect">
            <a:avLst/>
          </a:prstGeom>
          <a:noFill/>
          <a:ln>
            <a:noFill/>
          </a:ln>
        </p:spPr>
        <p:txBody>
          <a:bodyPr spcFirstLastPara="1" wrap="square" lIns="91425" tIns="91425" rIns="91425" bIns="91425" anchor="t" anchorCtr="0">
            <a:spAutoFit/>
          </a:bodyPr>
          <a:lstStyle/>
          <a:p>
            <a:pPr marL="457200" marR="0" lvl="0" indent="-381000" algn="l" rtl="0">
              <a:lnSpc>
                <a:spcPct val="100000"/>
              </a:lnSpc>
              <a:spcBef>
                <a:spcPts val="0"/>
              </a:spcBef>
              <a:spcAft>
                <a:spcPts val="0"/>
              </a:spcAft>
              <a:buClr>
                <a:srgbClr val="000000"/>
              </a:buClr>
              <a:buSzPts val="2400"/>
              <a:buFont typeface="Arial"/>
              <a:buChar char="●"/>
            </a:pPr>
            <a:r>
              <a:rPr lang="en-US" sz="2400" b="0" i="0" u="none" strike="noStrike" cap="none" dirty="0" smtClean="0">
                <a:solidFill>
                  <a:srgbClr val="000000"/>
                </a:solidFill>
                <a:latin typeface="Arial"/>
                <a:ea typeface="Arial"/>
                <a:cs typeface="Arial"/>
                <a:sym typeface="Arial"/>
              </a:rPr>
              <a:t>The </a:t>
            </a:r>
            <a:r>
              <a:rPr lang="en-US" sz="2400" b="0" i="0" u="none" strike="noStrike" cap="none" dirty="0">
                <a:solidFill>
                  <a:srgbClr val="000000"/>
                </a:solidFill>
                <a:latin typeface="Arial"/>
                <a:ea typeface="Arial"/>
                <a:cs typeface="Arial"/>
                <a:sym typeface="Arial"/>
              </a:rPr>
              <a:t>Neural Style Transfer Algorithm was originally proposed by Leon </a:t>
            </a:r>
            <a:r>
              <a:rPr lang="en-US" sz="2400" b="0" i="0" u="none" strike="noStrike" cap="none" dirty="0" err="1">
                <a:solidFill>
                  <a:srgbClr val="000000"/>
                </a:solidFill>
                <a:latin typeface="Arial"/>
                <a:ea typeface="Arial"/>
                <a:cs typeface="Arial"/>
                <a:sym typeface="Arial"/>
              </a:rPr>
              <a:t>Gatys</a:t>
            </a:r>
            <a:r>
              <a:rPr lang="en-US" sz="2400" b="0" i="0" u="none" strike="noStrike" cap="none" dirty="0">
                <a:solidFill>
                  <a:srgbClr val="000000"/>
                </a:solidFill>
                <a:latin typeface="Arial"/>
                <a:ea typeface="Arial"/>
                <a:cs typeface="Arial"/>
                <a:sym typeface="Arial"/>
              </a:rPr>
              <a:t>, Alexander Ecker, and Matthias </a:t>
            </a:r>
            <a:r>
              <a:rPr lang="en-US" sz="2400" b="0" i="0" u="none" strike="noStrike" cap="none" dirty="0" err="1">
                <a:solidFill>
                  <a:srgbClr val="000000"/>
                </a:solidFill>
                <a:latin typeface="Arial"/>
                <a:ea typeface="Arial"/>
                <a:cs typeface="Arial"/>
                <a:sym typeface="Arial"/>
              </a:rPr>
              <a:t>Bethge</a:t>
            </a:r>
            <a:r>
              <a:rPr lang="en-US" sz="2400" b="0" i="0" u="none" strike="noStrike" cap="none" dirty="0">
                <a:solidFill>
                  <a:srgbClr val="000000"/>
                </a:solidFill>
                <a:latin typeface="Arial"/>
                <a:ea typeface="Arial"/>
                <a:cs typeface="Arial"/>
                <a:sym typeface="Arial"/>
              </a:rPr>
              <a:t>. Their paper is not too difficult to read, so it is recommended to check it out for more details on the algorithm</a:t>
            </a:r>
            <a:r>
              <a:rPr lang="en-US" sz="2400" b="0" i="0" u="none" strike="noStrike" cap="none" dirty="0" smtClean="0">
                <a:solidFill>
                  <a:srgbClr val="000000"/>
                </a:solidFill>
                <a:latin typeface="Arial"/>
                <a:ea typeface="Arial"/>
                <a:cs typeface="Arial"/>
                <a:sym typeface="Arial"/>
              </a:rPr>
              <a:t>.</a:t>
            </a:r>
          </a:p>
          <a:p>
            <a:pPr marL="457200" lvl="0" indent="-381000">
              <a:buSzPts val="2400"/>
              <a:buFont typeface="Arial"/>
              <a:buChar char="●"/>
            </a:pPr>
            <a:r>
              <a:rPr lang="en-US" sz="2400" dirty="0"/>
              <a:t>To implement the algorithm, we start by randomly initializing the generated image. Then we minimize the cost function using gradient descent to update the pixel values of the generated image until we obtain an image that combines the content of the content image with the style of the style image</a:t>
            </a:r>
            <a:r>
              <a:rPr lang="en-US" sz="2400" dirty="0" smtClean="0"/>
              <a:t>.</a:t>
            </a:r>
            <a:endParaRPr lang="en-US" sz="2400" dirty="0"/>
          </a:p>
        </p:txBody>
      </p:sp>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showMasterSp="0">
  <p:cSld>
    <p:spTree>
      <p:nvGrpSpPr>
        <p:cNvPr id="1" name="Shape 642"/>
        <p:cNvGrpSpPr/>
        <p:nvPr/>
      </p:nvGrpSpPr>
      <p:grpSpPr>
        <a:xfrm>
          <a:off x="0" y="0"/>
          <a:ext cx="0" cy="0"/>
          <a:chOff x="0" y="0"/>
          <a:chExt cx="0" cy="0"/>
        </a:xfrm>
      </p:grpSpPr>
      <p:sp>
        <p:nvSpPr>
          <p:cNvPr id="643" name="Google Shape;643;p52"/>
          <p:cNvSpPr txBox="1">
            <a:spLocks noGrp="1"/>
          </p:cNvSpPr>
          <p:nvPr>
            <p:ph type="title"/>
          </p:nvPr>
        </p:nvSpPr>
        <p:spPr>
          <a:xfrm>
            <a:off x="261620" y="139700"/>
            <a:ext cx="7270200" cy="69000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SzPts val="1400"/>
              <a:buNone/>
            </a:pPr>
            <a:r>
              <a:rPr lang="en-US" sz="4400">
                <a:latin typeface="Arial"/>
                <a:ea typeface="Arial"/>
                <a:cs typeface="Arial"/>
                <a:sym typeface="Arial"/>
              </a:rPr>
              <a:t>Find the generated image G</a:t>
            </a:r>
            <a:endParaRPr sz="4400">
              <a:latin typeface="Arial"/>
              <a:ea typeface="Arial"/>
              <a:cs typeface="Arial"/>
              <a:sym typeface="Arial"/>
            </a:endParaRPr>
          </a:p>
        </p:txBody>
      </p:sp>
      <mc:AlternateContent xmlns:mc="http://schemas.openxmlformats.org/markup-compatibility/2006" xmlns:a14="http://schemas.microsoft.com/office/drawing/2010/main">
        <mc:Choice Requires="a14">
          <p:sp>
            <p:nvSpPr>
              <p:cNvPr id="644" name="Google Shape;644;p52"/>
              <p:cNvSpPr txBox="1"/>
              <p:nvPr/>
            </p:nvSpPr>
            <p:spPr>
              <a:xfrm>
                <a:off x="164905" y="1195933"/>
                <a:ext cx="9124834" cy="2620189"/>
              </a:xfrm>
              <a:prstGeom prst="rect">
                <a:avLst/>
              </a:prstGeom>
              <a:noFill/>
              <a:ln>
                <a:noFill/>
              </a:ln>
            </p:spPr>
            <p:txBody>
              <a:bodyPr spcFirstLastPara="1" wrap="square" lIns="0" tIns="12050" rIns="0" bIns="0" anchor="t" anchorCtr="0">
                <a:spAutoFit/>
              </a:bodyPr>
              <a:lstStyle/>
              <a:p>
                <a:pPr marL="408305" marR="2990215" lvl="0" indent="-408305">
                  <a:lnSpc>
                    <a:spcPct val="119700"/>
                  </a:lnSpc>
                  <a:buSzPts val="2800"/>
                  <a:buFont typeface="Cambria"/>
                  <a:buAutoNum type="arabicPeriod"/>
                </a:pPr>
                <a:r>
                  <a:rPr lang="en-US" sz="2400" dirty="0">
                    <a:latin typeface="+mj-lt"/>
                    <a:ea typeface="Cambria"/>
                    <a:cs typeface="Cambria"/>
                    <a:sym typeface="Cambria"/>
                  </a:rPr>
                  <a:t>Initialize the generated image </a:t>
                </a:r>
                <a:r>
                  <a:rPr lang="en-US" sz="2400" dirty="0" smtClean="0">
                    <a:latin typeface="+mj-lt"/>
                    <a:ea typeface="Cambria"/>
                    <a:cs typeface="Cambria"/>
                    <a:sym typeface="Cambria"/>
                  </a:rPr>
                  <a:t>G randomly </a:t>
                </a:r>
                <a:r>
                  <a:rPr lang="en-US" sz="2400" dirty="0">
                    <a:latin typeface="+mj-lt"/>
                    <a:ea typeface="Cambria"/>
                    <a:cs typeface="Cambria"/>
                    <a:sym typeface="Cambria"/>
                  </a:rPr>
                  <a:t>say </a:t>
                </a:r>
                <a:r>
                  <a:rPr lang="en-US" sz="2400" dirty="0" smtClean="0">
                    <a:latin typeface="+mj-lt"/>
                    <a:ea typeface="Cambria"/>
                    <a:cs typeface="Cambria"/>
                    <a:sym typeface="Cambria"/>
                  </a:rPr>
                  <a:t>100*100*3 </a:t>
                </a:r>
                <a:r>
                  <a:rPr lang="en-US" sz="2400" dirty="0">
                    <a:latin typeface="+mj-lt"/>
                    <a:ea typeface="Cambria"/>
                    <a:cs typeface="Cambria"/>
                    <a:sym typeface="Cambria"/>
                  </a:rPr>
                  <a:t>or 500*500 *3 or whatever dimension we want it to be.</a:t>
                </a:r>
                <a:endParaRPr lang="en-US" sz="2400" b="0" i="0" u="none" strike="noStrike" cap="none" dirty="0">
                  <a:solidFill>
                    <a:srgbClr val="000000"/>
                  </a:solidFill>
                  <a:latin typeface="+mj-lt"/>
                  <a:ea typeface="Cambria Math"/>
                  <a:cs typeface="Cambria Math"/>
                  <a:sym typeface="Cambria Math"/>
                </a:endParaRPr>
              </a:p>
              <a:p>
                <a:pPr marL="407669" lvl="0" indent="-395604">
                  <a:buSzPts val="2800"/>
                  <a:buFont typeface="Cambria"/>
                  <a:buAutoNum type="arabicPeriod"/>
                </a:pPr>
                <a:r>
                  <a:rPr lang="en-US" sz="2400" dirty="0">
                    <a:latin typeface="+mj-lt"/>
                    <a:ea typeface="Cambria"/>
                    <a:cs typeface="Cambria"/>
                    <a:sym typeface="Cambria"/>
                  </a:rPr>
                  <a:t>Use gradient descent to minimize cost function defined above </a:t>
                </a:r>
                <a:r>
                  <a:rPr lang="en-US" sz="2400" b="0" i="0" u="none" strike="noStrike" cap="none" dirty="0">
                    <a:solidFill>
                      <a:srgbClr val="000000"/>
                    </a:solidFill>
                    <a:latin typeface="+mj-lt"/>
                    <a:ea typeface="Cambria"/>
                    <a:cs typeface="Cambria"/>
                    <a:sym typeface="Cambria"/>
                  </a:rPr>
                  <a:t>to </a:t>
                </a:r>
                <a:r>
                  <a:rPr lang="en-US" sz="2400" b="0" i="0" u="none" strike="noStrike" cap="none" dirty="0" smtClean="0">
                    <a:solidFill>
                      <a:srgbClr val="000000"/>
                    </a:solidFill>
                    <a:latin typeface="+mj-lt"/>
                    <a:ea typeface="Cambria"/>
                    <a:cs typeface="Cambria"/>
                    <a:sym typeface="Cambria"/>
                  </a:rPr>
                  <a:t>minimize </a:t>
                </a:r>
                <a:r>
                  <a:rPr lang="en-US" sz="2400" b="0" i="1" u="none" strike="noStrike" cap="none" dirty="0" smtClean="0">
                    <a:solidFill>
                      <a:srgbClr val="000000"/>
                    </a:solidFill>
                    <a:latin typeface="+mj-lt"/>
                    <a:ea typeface="Cambria"/>
                    <a:cs typeface="Cambria"/>
                    <a:sym typeface="Cambria"/>
                  </a:rPr>
                  <a:t>J(G):</a:t>
                </a:r>
                <a:endParaRPr lang="en-US" sz="2400" i="1" dirty="0">
                  <a:latin typeface="+mj-lt"/>
                  <a:ea typeface="Cambria"/>
                  <a:cs typeface="Cambria"/>
                  <a:sym typeface="Cambria"/>
                </a:endParaRPr>
              </a:p>
              <a:p>
                <a:pPr marL="12065" marR="0" lvl="0" algn="l" rtl="0">
                  <a:lnSpc>
                    <a:spcPct val="100000"/>
                  </a:lnSpc>
                  <a:spcBef>
                    <a:spcPts val="0"/>
                  </a:spcBef>
                  <a:spcAft>
                    <a:spcPts val="0"/>
                  </a:spcAft>
                  <a:buClr>
                    <a:srgbClr val="000000"/>
                  </a:buClr>
                  <a:buSzPts val="2800"/>
                </a:pPr>
                <a:r>
                  <a:rPr lang="en-US" sz="2400" b="0" i="1" u="none" strike="noStrike" cap="none" dirty="0" smtClean="0">
                    <a:solidFill>
                      <a:srgbClr val="000000"/>
                    </a:solidFill>
                    <a:latin typeface="+mj-lt"/>
                    <a:ea typeface="Cambria"/>
                    <a:cs typeface="Cambria"/>
                    <a:sym typeface="Cambria"/>
                  </a:rPr>
                  <a:t>	</a:t>
                </a:r>
                <a14:m>
                  <m:oMath xmlns:m="http://schemas.openxmlformats.org/officeDocument/2006/math">
                    <m:r>
                      <a:rPr lang="en-US" sz="2400" b="0" i="1" u="none" strike="noStrike" cap="none" smtClean="0">
                        <a:solidFill>
                          <a:srgbClr val="000000"/>
                        </a:solidFill>
                        <a:latin typeface="Cambria Math" panose="02040503050406030204" pitchFamily="18" charset="0"/>
                        <a:ea typeface="Cambria"/>
                        <a:cs typeface="Cambria"/>
                        <a:sym typeface="Cambria"/>
                      </a:rPr>
                      <m:t>𝐺</m:t>
                    </m:r>
                    <m:r>
                      <a:rPr lang="en-US" sz="2400" b="0" i="1" u="none" strike="noStrike" cap="none" smtClean="0">
                        <a:solidFill>
                          <a:srgbClr val="000000"/>
                        </a:solidFill>
                        <a:latin typeface="Cambria Math" panose="02040503050406030204" pitchFamily="18" charset="0"/>
                        <a:ea typeface="Cambria"/>
                        <a:cs typeface="Cambria"/>
                        <a:sym typeface="Cambria"/>
                      </a:rPr>
                      <m:t> ≔</m:t>
                    </m:r>
                    <m:r>
                      <a:rPr lang="en-US" sz="2400" b="0" i="1" u="none" strike="noStrike" cap="none" smtClean="0">
                        <a:solidFill>
                          <a:srgbClr val="000000"/>
                        </a:solidFill>
                        <a:latin typeface="Cambria Math" panose="02040503050406030204" pitchFamily="18" charset="0"/>
                        <a:ea typeface="Cambria"/>
                        <a:cs typeface="Cambria"/>
                        <a:sym typeface="Cambria"/>
                      </a:rPr>
                      <m:t>𝐺</m:t>
                    </m:r>
                    <m:r>
                      <a:rPr lang="en-US" sz="2400" b="0" i="1" u="none" strike="noStrike" cap="none" smtClean="0">
                        <a:solidFill>
                          <a:srgbClr val="000000"/>
                        </a:solidFill>
                        <a:latin typeface="Cambria Math" panose="02040503050406030204" pitchFamily="18" charset="0"/>
                        <a:ea typeface="Cambria"/>
                        <a:cs typeface="Cambria"/>
                        <a:sym typeface="Cambria"/>
                      </a:rPr>
                      <m:t> − </m:t>
                    </m:r>
                    <m:r>
                      <a:rPr lang="el-GR" sz="2400" b="0" i="1" u="none" strike="noStrike" cap="none" smtClean="0">
                        <a:solidFill>
                          <a:srgbClr val="000000"/>
                        </a:solidFill>
                        <a:latin typeface="Cambria Math" panose="02040503050406030204" pitchFamily="18" charset="0"/>
                        <a:ea typeface="Cambria Math" panose="02040503050406030204" pitchFamily="18" charset="0"/>
                        <a:cs typeface="Cambria"/>
                        <a:sym typeface="Cambria"/>
                      </a:rPr>
                      <m:t>𝛼</m:t>
                    </m:r>
                    <m:f>
                      <m:fPr>
                        <m:ctrlPr>
                          <a:rPr lang="en-US" sz="2400" b="0" i="1" u="none" strike="noStrike" cap="none" smtClean="0">
                            <a:solidFill>
                              <a:srgbClr val="000000"/>
                            </a:solidFill>
                            <a:latin typeface="Cambria Math" panose="02040503050406030204" pitchFamily="18" charset="0"/>
                            <a:ea typeface="Cambria"/>
                            <a:sym typeface="Cambria"/>
                          </a:rPr>
                        </m:ctrlPr>
                      </m:fPr>
                      <m:num>
                        <m:r>
                          <a:rPr lang="en-US" sz="2400" b="0" i="1" u="none" strike="noStrike" cap="none" smtClean="0">
                            <a:solidFill>
                              <a:srgbClr val="000000"/>
                            </a:solidFill>
                            <a:latin typeface="Cambria Math" panose="02040503050406030204" pitchFamily="18" charset="0"/>
                            <a:ea typeface="Cambria Math" panose="02040503050406030204" pitchFamily="18" charset="0"/>
                            <a:sym typeface="Cambria"/>
                          </a:rPr>
                          <m:t>𝜕</m:t>
                        </m:r>
                      </m:num>
                      <m:den>
                        <m:r>
                          <a:rPr lang="en-US" sz="2400" b="0" i="1" u="none" strike="noStrike" cap="none" smtClean="0">
                            <a:solidFill>
                              <a:srgbClr val="000000"/>
                            </a:solidFill>
                            <a:latin typeface="Cambria Math" panose="02040503050406030204" pitchFamily="18" charset="0"/>
                            <a:ea typeface="Cambria Math" panose="02040503050406030204" pitchFamily="18" charset="0"/>
                            <a:sym typeface="Cambria"/>
                          </a:rPr>
                          <m:t>𝜕</m:t>
                        </m:r>
                        <m:r>
                          <a:rPr lang="en-US" sz="2400" b="0" i="1" u="none" strike="noStrike" cap="none" smtClean="0">
                            <a:solidFill>
                              <a:srgbClr val="000000"/>
                            </a:solidFill>
                            <a:latin typeface="Cambria Math" panose="02040503050406030204" pitchFamily="18" charset="0"/>
                            <a:ea typeface="Cambria Math" panose="02040503050406030204" pitchFamily="18" charset="0"/>
                            <a:sym typeface="Cambria"/>
                          </a:rPr>
                          <m:t>𝐺</m:t>
                        </m:r>
                      </m:den>
                    </m:f>
                    <m:r>
                      <a:rPr lang="en-US" sz="2400" b="0" i="1" u="none" strike="noStrike" cap="none" smtClean="0">
                        <a:solidFill>
                          <a:srgbClr val="000000"/>
                        </a:solidFill>
                        <a:latin typeface="Cambria Math" panose="02040503050406030204" pitchFamily="18" charset="0"/>
                        <a:ea typeface="Cambria"/>
                        <a:sym typeface="Cambria"/>
                      </a:rPr>
                      <m:t> </m:t>
                    </m:r>
                    <m:r>
                      <a:rPr lang="en-US" sz="2400" b="0" i="1" u="none" strike="noStrike" cap="none" smtClean="0">
                        <a:solidFill>
                          <a:srgbClr val="000000"/>
                        </a:solidFill>
                        <a:latin typeface="Cambria Math" panose="02040503050406030204" pitchFamily="18" charset="0"/>
                        <a:ea typeface="Cambria"/>
                        <a:sym typeface="Cambria"/>
                      </a:rPr>
                      <m:t>𝐽</m:t>
                    </m:r>
                    <m:r>
                      <a:rPr lang="en-US" sz="2400" b="0" i="1" u="none" strike="noStrike" cap="none" smtClean="0">
                        <a:solidFill>
                          <a:srgbClr val="000000"/>
                        </a:solidFill>
                        <a:latin typeface="Cambria Math" panose="02040503050406030204" pitchFamily="18" charset="0"/>
                        <a:ea typeface="Cambria"/>
                        <a:sym typeface="Cambria"/>
                      </a:rPr>
                      <m:t>(</m:t>
                    </m:r>
                    <m:r>
                      <a:rPr lang="en-US" sz="2400" b="0" i="1" u="none" strike="noStrike" cap="none" smtClean="0">
                        <a:solidFill>
                          <a:srgbClr val="000000"/>
                        </a:solidFill>
                        <a:latin typeface="Cambria Math" panose="02040503050406030204" pitchFamily="18" charset="0"/>
                        <a:ea typeface="Cambria"/>
                        <a:sym typeface="Cambria"/>
                      </a:rPr>
                      <m:t>𝐺</m:t>
                    </m:r>
                    <m:r>
                      <a:rPr lang="en-US" sz="2400" b="0" i="1" u="none" strike="noStrike" cap="none" smtClean="0">
                        <a:solidFill>
                          <a:srgbClr val="000000"/>
                        </a:solidFill>
                        <a:latin typeface="Cambria Math" panose="02040503050406030204" pitchFamily="18" charset="0"/>
                        <a:ea typeface="Cambria"/>
                        <a:sym typeface="Cambria"/>
                      </a:rPr>
                      <m:t>) </m:t>
                    </m:r>
                  </m:oMath>
                </a14:m>
                <a:r>
                  <a:rPr lang="en-US" sz="2400" b="0" i="0" u="none" strike="noStrike" cap="none" dirty="0" smtClean="0">
                    <a:solidFill>
                      <a:srgbClr val="000000"/>
                    </a:solidFill>
                    <a:latin typeface="+mj-lt"/>
                    <a:ea typeface="Cambria"/>
                    <a:cs typeface="Cambria"/>
                    <a:sym typeface="Cambria"/>
                  </a:rPr>
                  <a:t> </a:t>
                </a:r>
                <a:endParaRPr sz="2400" b="0" i="0" u="none" strike="noStrike" cap="none" dirty="0">
                  <a:solidFill>
                    <a:srgbClr val="000000"/>
                  </a:solidFill>
                  <a:latin typeface="+mj-lt"/>
                  <a:ea typeface="Cambria Math"/>
                  <a:cs typeface="Cambria Math"/>
                  <a:sym typeface="Cambria Math"/>
                </a:endParaRPr>
              </a:p>
            </p:txBody>
          </p:sp>
        </mc:Choice>
        <mc:Fallback xmlns="">
          <p:sp>
            <p:nvSpPr>
              <p:cNvPr id="644" name="Google Shape;644;p52"/>
              <p:cNvSpPr txBox="1">
                <a:spLocks noRot="1" noChangeAspect="1" noMove="1" noResize="1" noEditPoints="1" noAdjustHandles="1" noChangeArrowheads="1" noChangeShapeType="1" noTextEdit="1"/>
              </p:cNvSpPr>
              <p:nvPr/>
            </p:nvSpPr>
            <p:spPr>
              <a:xfrm>
                <a:off x="164905" y="1195933"/>
                <a:ext cx="9124834" cy="2620189"/>
              </a:xfrm>
              <a:prstGeom prst="rect">
                <a:avLst/>
              </a:prstGeom>
              <a:blipFill>
                <a:blip r:embed="rId3"/>
                <a:stretch>
                  <a:fillRect l="-2204" t="-3256" r="-2204"/>
                </a:stretch>
              </a:blipFill>
              <a:ln>
                <a:noFill/>
              </a:ln>
            </p:spPr>
            <p:txBody>
              <a:bodyPr/>
              <a:lstStyle/>
              <a:p>
                <a:r>
                  <a:rPr lang="en-US">
                    <a:noFill/>
                  </a:rPr>
                  <a:t> </a:t>
                </a:r>
              </a:p>
            </p:txBody>
          </p:sp>
        </mc:Fallback>
      </mc:AlternateContent>
      <p:pic>
        <p:nvPicPr>
          <p:cNvPr id="645" name="Google Shape;645;p52"/>
          <p:cNvPicPr preferRelativeResize="0"/>
          <p:nvPr/>
        </p:nvPicPr>
        <p:blipFill rotWithShape="1">
          <a:blip r:embed="rId4">
            <a:alphaModFix/>
          </a:blip>
          <a:srcRect/>
          <a:stretch/>
        </p:blipFill>
        <p:spPr>
          <a:xfrm>
            <a:off x="9386455" y="869492"/>
            <a:ext cx="1494904" cy="1127645"/>
          </a:xfrm>
          <a:prstGeom prst="rect">
            <a:avLst/>
          </a:prstGeom>
          <a:noFill/>
          <a:ln>
            <a:noFill/>
          </a:ln>
        </p:spPr>
      </p:pic>
      <p:pic>
        <p:nvPicPr>
          <p:cNvPr id="646" name="Google Shape;646;p52"/>
          <p:cNvPicPr preferRelativeResize="0"/>
          <p:nvPr/>
        </p:nvPicPr>
        <p:blipFill rotWithShape="1">
          <a:blip r:embed="rId5">
            <a:alphaModFix/>
          </a:blip>
          <a:srcRect/>
          <a:stretch/>
        </p:blipFill>
        <p:spPr>
          <a:xfrm>
            <a:off x="3840594" y="4967706"/>
            <a:ext cx="1600200" cy="1200149"/>
          </a:xfrm>
          <a:prstGeom prst="rect">
            <a:avLst/>
          </a:prstGeom>
          <a:noFill/>
          <a:ln>
            <a:noFill/>
          </a:ln>
        </p:spPr>
      </p:pic>
      <p:pic>
        <p:nvPicPr>
          <p:cNvPr id="647" name="Google Shape;647;p52"/>
          <p:cNvPicPr preferRelativeResize="0"/>
          <p:nvPr/>
        </p:nvPicPr>
        <p:blipFill rotWithShape="1">
          <a:blip r:embed="rId6">
            <a:alphaModFix/>
          </a:blip>
          <a:srcRect/>
          <a:stretch/>
        </p:blipFill>
        <p:spPr>
          <a:xfrm>
            <a:off x="1825167" y="4967706"/>
            <a:ext cx="1600200" cy="1200149"/>
          </a:xfrm>
          <a:prstGeom prst="rect">
            <a:avLst/>
          </a:prstGeom>
          <a:noFill/>
          <a:ln>
            <a:noFill/>
          </a:ln>
        </p:spPr>
      </p:pic>
      <p:pic>
        <p:nvPicPr>
          <p:cNvPr id="648" name="Google Shape;648;p52"/>
          <p:cNvPicPr preferRelativeResize="0"/>
          <p:nvPr/>
        </p:nvPicPr>
        <p:blipFill rotWithShape="1">
          <a:blip r:embed="rId7">
            <a:alphaModFix/>
          </a:blip>
          <a:srcRect/>
          <a:stretch/>
        </p:blipFill>
        <p:spPr>
          <a:xfrm>
            <a:off x="9386455" y="3424264"/>
            <a:ext cx="1494904" cy="1127644"/>
          </a:xfrm>
          <a:prstGeom prst="rect">
            <a:avLst/>
          </a:prstGeom>
          <a:noFill/>
          <a:ln>
            <a:noFill/>
          </a:ln>
        </p:spPr>
      </p:pic>
      <p:pic>
        <p:nvPicPr>
          <p:cNvPr id="649" name="Google Shape;649;p52"/>
          <p:cNvPicPr preferRelativeResize="0"/>
          <p:nvPr/>
        </p:nvPicPr>
        <p:blipFill rotWithShape="1">
          <a:blip r:embed="rId8">
            <a:alphaModFix/>
          </a:blip>
          <a:srcRect/>
          <a:stretch/>
        </p:blipFill>
        <p:spPr>
          <a:xfrm>
            <a:off x="9386455" y="2146872"/>
            <a:ext cx="1494904" cy="1127644"/>
          </a:xfrm>
          <a:prstGeom prst="rect">
            <a:avLst/>
          </a:prstGeom>
          <a:noFill/>
          <a:ln>
            <a:noFill/>
          </a:ln>
        </p:spPr>
      </p:pic>
      <p:pic>
        <p:nvPicPr>
          <p:cNvPr id="650" name="Google Shape;650;p52"/>
          <p:cNvPicPr preferRelativeResize="0"/>
          <p:nvPr/>
        </p:nvPicPr>
        <p:blipFill rotWithShape="1">
          <a:blip r:embed="rId9">
            <a:alphaModFix/>
          </a:blip>
          <a:srcRect/>
          <a:stretch/>
        </p:blipFill>
        <p:spPr>
          <a:xfrm>
            <a:off x="9386455" y="4701654"/>
            <a:ext cx="1494904" cy="1127644"/>
          </a:xfrm>
          <a:prstGeom prst="rect">
            <a:avLst/>
          </a:prstGeom>
          <a:noFill/>
          <a:ln>
            <a:noFill/>
          </a:ln>
        </p:spPr>
      </p:pic>
      <p:pic>
        <p:nvPicPr>
          <p:cNvPr id="653" name="Google Shape;653;p52"/>
          <p:cNvPicPr preferRelativeResize="0"/>
          <p:nvPr/>
        </p:nvPicPr>
        <p:blipFill rotWithShape="1">
          <a:blip r:embed="rId10">
            <a:alphaModFix/>
          </a:blip>
          <a:srcRect/>
          <a:stretch/>
        </p:blipFill>
        <p:spPr>
          <a:xfrm>
            <a:off x="10734473" y="0"/>
            <a:ext cx="1448025" cy="796414"/>
          </a:xfrm>
          <a:prstGeom prst="rect">
            <a:avLst/>
          </a:prstGeom>
          <a:noFill/>
          <a:ln>
            <a:noFill/>
          </a:ln>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showMasterSp="0">
  <p:cSld>
    <p:spTree>
      <p:nvGrpSpPr>
        <p:cNvPr id="1" name="Shape 657"/>
        <p:cNvGrpSpPr/>
        <p:nvPr/>
      </p:nvGrpSpPr>
      <p:grpSpPr>
        <a:xfrm>
          <a:off x="0" y="0"/>
          <a:ext cx="0" cy="0"/>
          <a:chOff x="0" y="0"/>
          <a:chExt cx="0" cy="0"/>
        </a:xfrm>
      </p:grpSpPr>
      <p:sp>
        <p:nvSpPr>
          <p:cNvPr id="658" name="Google Shape;658;p53"/>
          <p:cNvSpPr txBox="1"/>
          <p:nvPr/>
        </p:nvSpPr>
        <p:spPr>
          <a:xfrm>
            <a:off x="6126619" y="4008411"/>
            <a:ext cx="4325700" cy="1854300"/>
          </a:xfrm>
          <a:prstGeom prst="rect">
            <a:avLst/>
          </a:prstGeom>
          <a:noFill/>
          <a:ln>
            <a:noFill/>
          </a:ln>
        </p:spPr>
        <p:txBody>
          <a:bodyPr spcFirstLastPara="1" wrap="square" lIns="0" tIns="27925" rIns="0" bIns="0" anchor="t" anchorCtr="0">
            <a:spAutoFit/>
          </a:bodyPr>
          <a:lstStyle/>
          <a:p>
            <a:pPr marL="741680" marR="5080" lvl="0" indent="-729615" algn="ctr" rtl="0">
              <a:lnSpc>
                <a:spcPct val="119696"/>
              </a:lnSpc>
              <a:spcBef>
                <a:spcPts val="0"/>
              </a:spcBef>
              <a:spcAft>
                <a:spcPts val="0"/>
              </a:spcAft>
              <a:buClr>
                <a:srgbClr val="000000"/>
              </a:buClr>
              <a:buSzPts val="6600"/>
              <a:buFont typeface="Arial"/>
              <a:buNone/>
            </a:pPr>
            <a:r>
              <a:rPr lang="en-US" sz="5400" b="0" i="0" u="none" strike="noStrike" cap="none">
                <a:solidFill>
                  <a:srgbClr val="000000"/>
                </a:solidFill>
                <a:latin typeface="Arial"/>
                <a:ea typeface="Arial"/>
                <a:cs typeface="Arial"/>
                <a:sym typeface="Arial"/>
              </a:rPr>
              <a:t>Content cost</a:t>
            </a:r>
            <a:endParaRPr sz="5400" b="0" i="0" u="none" strike="noStrike" cap="none">
              <a:solidFill>
                <a:srgbClr val="000000"/>
              </a:solidFill>
              <a:latin typeface="Arial"/>
              <a:ea typeface="Arial"/>
              <a:cs typeface="Arial"/>
              <a:sym typeface="Arial"/>
            </a:endParaRPr>
          </a:p>
          <a:p>
            <a:pPr marL="741680" marR="5080" lvl="0" indent="-729615" algn="ctr" rtl="0">
              <a:lnSpc>
                <a:spcPct val="119696"/>
              </a:lnSpc>
              <a:spcBef>
                <a:spcPts val="0"/>
              </a:spcBef>
              <a:spcAft>
                <a:spcPts val="0"/>
              </a:spcAft>
              <a:buClr>
                <a:srgbClr val="000000"/>
              </a:buClr>
              <a:buSzPts val="6600"/>
              <a:buFont typeface="Arial"/>
              <a:buNone/>
            </a:pPr>
            <a:r>
              <a:rPr lang="en-US" sz="5400" b="0" i="0" u="none" strike="noStrike" cap="none">
                <a:solidFill>
                  <a:srgbClr val="000000"/>
                </a:solidFill>
                <a:latin typeface="Arial"/>
                <a:ea typeface="Arial"/>
                <a:cs typeface="Arial"/>
                <a:sym typeface="Arial"/>
              </a:rPr>
              <a:t>function</a:t>
            </a:r>
            <a:endParaRPr sz="5400" b="0" i="0" u="none" strike="noStrike" cap="none">
              <a:solidFill>
                <a:srgbClr val="000000"/>
              </a:solidFill>
              <a:latin typeface="Arial"/>
              <a:ea typeface="Arial"/>
              <a:cs typeface="Arial"/>
              <a:sym typeface="Arial"/>
            </a:endParaRPr>
          </a:p>
        </p:txBody>
      </p:sp>
      <p:sp>
        <p:nvSpPr>
          <p:cNvPr id="659" name="Google Shape;659;p53"/>
          <p:cNvSpPr/>
          <p:nvPr/>
        </p:nvSpPr>
        <p:spPr>
          <a:xfrm>
            <a:off x="4836350" y="3410419"/>
            <a:ext cx="6908800" cy="17780"/>
          </a:xfrm>
          <a:custGeom>
            <a:avLst/>
            <a:gdLst/>
            <a:ahLst/>
            <a:cxnLst/>
            <a:rect l="l" t="t" r="r" b="b"/>
            <a:pathLst>
              <a:path w="6908800" h="17779" extrusionOk="0">
                <a:moveTo>
                  <a:pt x="0" y="0"/>
                </a:moveTo>
                <a:lnTo>
                  <a:pt x="6908333" y="17737"/>
                </a:lnTo>
              </a:path>
            </a:pathLst>
          </a:custGeom>
          <a:noFill/>
          <a:ln w="19050" cap="flat" cmpd="sng">
            <a:solidFill>
              <a:srgbClr val="40404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660" name="Google Shape;660;p53"/>
          <p:cNvSpPr txBox="1">
            <a:spLocks noGrp="1"/>
          </p:cNvSpPr>
          <p:nvPr>
            <p:ph type="title"/>
          </p:nvPr>
        </p:nvSpPr>
        <p:spPr>
          <a:xfrm>
            <a:off x="1452748" y="1012750"/>
            <a:ext cx="9883800" cy="2047800"/>
          </a:xfrm>
          <a:prstGeom prst="rect">
            <a:avLst/>
          </a:prstGeom>
          <a:noFill/>
          <a:ln>
            <a:noFill/>
          </a:ln>
        </p:spPr>
        <p:txBody>
          <a:bodyPr spcFirstLastPara="1" wrap="square" lIns="0" tIns="129525" rIns="0" bIns="0" anchor="t" anchorCtr="0">
            <a:spAutoFit/>
          </a:bodyPr>
          <a:lstStyle/>
          <a:p>
            <a:pPr marL="5080000" marR="5080" lvl="0" indent="-678178" algn="ctr" rtl="0">
              <a:lnSpc>
                <a:spcPct val="107575"/>
              </a:lnSpc>
              <a:spcBef>
                <a:spcPts val="0"/>
              </a:spcBef>
              <a:spcAft>
                <a:spcPts val="0"/>
              </a:spcAft>
              <a:buSzPts val="1400"/>
              <a:buNone/>
            </a:pPr>
            <a:r>
              <a:rPr lang="en-US" sz="6000">
                <a:latin typeface="Arial"/>
                <a:ea typeface="Arial"/>
                <a:cs typeface="Arial"/>
                <a:sym typeface="Arial"/>
              </a:rPr>
              <a:t>Neural Style</a:t>
            </a:r>
            <a:endParaRPr sz="6000">
              <a:latin typeface="Arial"/>
              <a:ea typeface="Arial"/>
              <a:cs typeface="Arial"/>
              <a:sym typeface="Arial"/>
            </a:endParaRPr>
          </a:p>
          <a:p>
            <a:pPr marL="5080000" marR="5080" lvl="0" indent="-678179" algn="ctr" rtl="0">
              <a:lnSpc>
                <a:spcPct val="107575"/>
              </a:lnSpc>
              <a:spcBef>
                <a:spcPts val="0"/>
              </a:spcBef>
              <a:spcAft>
                <a:spcPts val="0"/>
              </a:spcAft>
              <a:buSzPts val="1400"/>
              <a:buNone/>
            </a:pPr>
            <a:r>
              <a:rPr lang="en-US" sz="6000">
                <a:latin typeface="Arial"/>
                <a:ea typeface="Arial"/>
                <a:cs typeface="Arial"/>
                <a:sym typeface="Arial"/>
              </a:rPr>
              <a:t>Transfer</a:t>
            </a:r>
            <a:endParaRPr sz="6000">
              <a:latin typeface="Arial"/>
              <a:ea typeface="Arial"/>
              <a:cs typeface="Arial"/>
              <a:sym typeface="Arial"/>
            </a:endParaRPr>
          </a:p>
        </p:txBody>
      </p:sp>
      <p:pic>
        <p:nvPicPr>
          <p:cNvPr id="661" name="Google Shape;661;p53"/>
          <p:cNvPicPr preferRelativeResize="0"/>
          <p:nvPr/>
        </p:nvPicPr>
        <p:blipFill rotWithShape="1">
          <a:blip r:embed="rId3">
            <a:alphaModFix/>
          </a:blip>
          <a:srcRect/>
          <a:stretch/>
        </p:blipFill>
        <p:spPr>
          <a:xfrm>
            <a:off x="417325" y="2395175"/>
            <a:ext cx="3871626" cy="2129399"/>
          </a:xfrm>
          <a:prstGeom prst="rect">
            <a:avLst/>
          </a:prstGeom>
          <a:noFill/>
          <a:ln>
            <a:noFill/>
          </a:ln>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showMasterSp="0">
  <p:cSld>
    <p:spTree>
      <p:nvGrpSpPr>
        <p:cNvPr id="1" name="Shape 665"/>
        <p:cNvGrpSpPr/>
        <p:nvPr/>
      </p:nvGrpSpPr>
      <p:grpSpPr>
        <a:xfrm>
          <a:off x="0" y="0"/>
          <a:ext cx="0" cy="0"/>
          <a:chOff x="0" y="0"/>
          <a:chExt cx="0" cy="0"/>
        </a:xfrm>
      </p:grpSpPr>
      <p:sp>
        <p:nvSpPr>
          <p:cNvPr id="666" name="Google Shape;666;p54"/>
          <p:cNvSpPr txBox="1">
            <a:spLocks noGrp="1"/>
          </p:cNvSpPr>
          <p:nvPr>
            <p:ph type="title"/>
          </p:nvPr>
        </p:nvSpPr>
        <p:spPr>
          <a:xfrm>
            <a:off x="261628" y="139700"/>
            <a:ext cx="9336600" cy="1500900"/>
          </a:xfrm>
          <a:prstGeom prst="rect">
            <a:avLst/>
          </a:prstGeom>
          <a:noFill/>
          <a:ln>
            <a:noFill/>
          </a:ln>
        </p:spPr>
        <p:txBody>
          <a:bodyPr spcFirstLastPara="1" wrap="square" lIns="0" tIns="12700" rIns="0" bIns="0" anchor="t" anchorCtr="0">
            <a:spAutoFit/>
          </a:bodyPr>
          <a:lstStyle/>
          <a:p>
            <a:pPr marL="741680" marR="5080" lvl="0" indent="-729615" algn="l" rtl="0">
              <a:lnSpc>
                <a:spcPct val="119696"/>
              </a:lnSpc>
              <a:spcBef>
                <a:spcPts val="0"/>
              </a:spcBef>
              <a:spcAft>
                <a:spcPts val="0"/>
              </a:spcAft>
              <a:buClr>
                <a:schemeClr val="dk1"/>
              </a:buClr>
              <a:buSzPts val="6600"/>
              <a:buFont typeface="Arial"/>
              <a:buNone/>
            </a:pPr>
            <a:r>
              <a:rPr lang="en-US" sz="4400">
                <a:latin typeface="Arial"/>
                <a:ea typeface="Arial"/>
                <a:cs typeface="Arial"/>
                <a:sym typeface="Arial"/>
              </a:rPr>
              <a:t>Content cost function</a:t>
            </a:r>
            <a:endParaRPr sz="4400">
              <a:latin typeface="Arial"/>
              <a:ea typeface="Arial"/>
              <a:cs typeface="Arial"/>
              <a:sym typeface="Arial"/>
            </a:endParaRPr>
          </a:p>
          <a:p>
            <a:pPr marL="12700" lvl="0" indent="0" algn="l" rtl="0">
              <a:lnSpc>
                <a:spcPct val="100000"/>
              </a:lnSpc>
              <a:spcBef>
                <a:spcPts val="0"/>
              </a:spcBef>
              <a:spcAft>
                <a:spcPts val="0"/>
              </a:spcAft>
              <a:buSzPts val="1400"/>
              <a:buNone/>
            </a:pPr>
            <a:endParaRPr sz="4400">
              <a:solidFill>
                <a:srgbClr val="D1D5DB"/>
              </a:solidFill>
              <a:highlight>
                <a:srgbClr val="444654"/>
              </a:highlight>
              <a:latin typeface="Arial"/>
              <a:ea typeface="Arial"/>
              <a:cs typeface="Arial"/>
              <a:sym typeface="Arial"/>
            </a:endParaRPr>
          </a:p>
        </p:txBody>
      </p:sp>
      <p:pic>
        <p:nvPicPr>
          <p:cNvPr id="667" name="Google Shape;667;p54"/>
          <p:cNvPicPr preferRelativeResize="0"/>
          <p:nvPr/>
        </p:nvPicPr>
        <p:blipFill rotWithShape="1">
          <a:blip r:embed="rId3">
            <a:alphaModFix/>
          </a:blip>
          <a:srcRect/>
          <a:stretch/>
        </p:blipFill>
        <p:spPr>
          <a:xfrm>
            <a:off x="10734473" y="0"/>
            <a:ext cx="1448025" cy="796414"/>
          </a:xfrm>
          <a:prstGeom prst="rect">
            <a:avLst/>
          </a:prstGeom>
          <a:noFill/>
          <a:ln>
            <a:noFill/>
          </a:ln>
        </p:spPr>
      </p:pic>
      <p:sp>
        <p:nvSpPr>
          <p:cNvPr id="668" name="Google Shape;668;p54"/>
          <p:cNvSpPr txBox="1"/>
          <p:nvPr/>
        </p:nvSpPr>
        <p:spPr>
          <a:xfrm>
            <a:off x="487349" y="1560225"/>
            <a:ext cx="11320719" cy="2031295"/>
          </a:xfrm>
          <a:prstGeom prst="rect">
            <a:avLst/>
          </a:prstGeom>
          <a:noFill/>
          <a:ln>
            <a:noFill/>
          </a:ln>
        </p:spPr>
        <p:txBody>
          <a:bodyPr spcFirstLastPara="1" wrap="square" lIns="91425" tIns="91425" rIns="91425" bIns="91425" anchor="t" anchorCtr="0">
            <a:spAutoFit/>
          </a:bodyPr>
          <a:lstStyle/>
          <a:p>
            <a:pPr marL="457200" marR="0" lvl="0" indent="-381000" algn="l" rtl="0">
              <a:lnSpc>
                <a:spcPct val="100000"/>
              </a:lnSpc>
              <a:spcBef>
                <a:spcPts val="0"/>
              </a:spcBef>
              <a:spcAft>
                <a:spcPts val="0"/>
              </a:spcAft>
              <a:buClr>
                <a:srgbClr val="000000"/>
              </a:buClr>
              <a:buSzPts val="2400"/>
              <a:buFont typeface="Arial"/>
              <a:buChar char="●"/>
            </a:pPr>
            <a:r>
              <a:rPr lang="en-US" sz="2400" b="0" i="0" u="none" strike="noStrike" cap="none" dirty="0">
                <a:solidFill>
                  <a:schemeClr val="dk1"/>
                </a:solidFill>
                <a:latin typeface="Arial"/>
                <a:ea typeface="Arial"/>
                <a:cs typeface="Arial"/>
                <a:sym typeface="Arial"/>
              </a:rPr>
              <a:t>The content cost function in the neural style transfer algorithm measures the similarity between the content of the content image and the generated image. It is defined by using a pre-trained </a:t>
            </a:r>
            <a:r>
              <a:rPr lang="en-US" sz="2400" b="0" i="0" u="none" strike="noStrike" cap="none" dirty="0" err="1">
                <a:solidFill>
                  <a:schemeClr val="dk1"/>
                </a:solidFill>
                <a:latin typeface="Arial"/>
                <a:ea typeface="Arial"/>
                <a:cs typeface="Arial"/>
                <a:sym typeface="Arial"/>
              </a:rPr>
              <a:t>ConvNet</a:t>
            </a:r>
            <a:r>
              <a:rPr lang="en-US" sz="2400" b="0" i="0" u="none" strike="noStrike" cap="none" dirty="0">
                <a:solidFill>
                  <a:schemeClr val="dk1"/>
                </a:solidFill>
                <a:latin typeface="Arial"/>
                <a:ea typeface="Arial"/>
                <a:cs typeface="Arial"/>
                <a:sym typeface="Arial"/>
              </a:rPr>
              <a:t>, such as a VGG network, and choosing a hidden layer "l" somewhere in the middle of the layers of the neural network. </a:t>
            </a:r>
            <a:endParaRPr sz="2400" b="0" i="0" u="none" strike="noStrike" cap="none" dirty="0">
              <a:solidFill>
                <a:srgbClr val="000000"/>
              </a:solidFill>
              <a:latin typeface="Arial"/>
              <a:ea typeface="Arial"/>
              <a:cs typeface="Arial"/>
              <a:sym typeface="Arial"/>
            </a:endParaRPr>
          </a:p>
        </p:txBody>
      </p:sp>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showMasterSp="0">
  <p:cSld>
    <p:spTree>
      <p:nvGrpSpPr>
        <p:cNvPr id="1" name="Shape 672"/>
        <p:cNvGrpSpPr/>
        <p:nvPr/>
      </p:nvGrpSpPr>
      <p:grpSpPr>
        <a:xfrm>
          <a:off x="0" y="0"/>
          <a:ext cx="0" cy="0"/>
          <a:chOff x="0" y="0"/>
          <a:chExt cx="0" cy="0"/>
        </a:xfrm>
      </p:grpSpPr>
      <p:sp>
        <p:nvSpPr>
          <p:cNvPr id="673" name="Google Shape;673;p55"/>
          <p:cNvSpPr txBox="1">
            <a:spLocks noGrp="1"/>
          </p:cNvSpPr>
          <p:nvPr>
            <p:ph type="title"/>
          </p:nvPr>
        </p:nvSpPr>
        <p:spPr>
          <a:xfrm>
            <a:off x="261628" y="139700"/>
            <a:ext cx="9336600" cy="2901600"/>
          </a:xfrm>
          <a:prstGeom prst="rect">
            <a:avLst/>
          </a:prstGeom>
          <a:noFill/>
          <a:ln>
            <a:noFill/>
          </a:ln>
        </p:spPr>
        <p:txBody>
          <a:bodyPr spcFirstLastPara="1" wrap="square" lIns="0" tIns="12700" rIns="0" bIns="0" anchor="t" anchorCtr="0">
            <a:spAutoFit/>
          </a:bodyPr>
          <a:lstStyle/>
          <a:p>
            <a:pPr marL="741680" marR="5080" lvl="0" indent="-729615" algn="l" rtl="0">
              <a:lnSpc>
                <a:spcPct val="119696"/>
              </a:lnSpc>
              <a:spcBef>
                <a:spcPts val="0"/>
              </a:spcBef>
              <a:spcAft>
                <a:spcPts val="0"/>
              </a:spcAft>
              <a:buClr>
                <a:schemeClr val="dk1"/>
              </a:buClr>
              <a:buSzPts val="6600"/>
              <a:buFont typeface="Arial"/>
              <a:buNone/>
            </a:pPr>
            <a:r>
              <a:rPr lang="en-US" sz="4400">
                <a:latin typeface="Arial"/>
                <a:ea typeface="Arial"/>
                <a:cs typeface="Arial"/>
                <a:sym typeface="Arial"/>
              </a:rPr>
              <a:t>Content cost function</a:t>
            </a:r>
            <a:endParaRPr sz="4400">
              <a:latin typeface="Arial"/>
              <a:ea typeface="Arial"/>
              <a:cs typeface="Arial"/>
              <a:sym typeface="Arial"/>
            </a:endParaRPr>
          </a:p>
          <a:p>
            <a:pPr marL="12700" lvl="0" indent="0" algn="l" rtl="0">
              <a:spcBef>
                <a:spcPts val="0"/>
              </a:spcBef>
              <a:spcAft>
                <a:spcPts val="0"/>
              </a:spcAft>
              <a:buClr>
                <a:schemeClr val="dk1"/>
              </a:buClr>
              <a:buSzPts val="1400"/>
              <a:buFont typeface="Arial"/>
              <a:buNone/>
            </a:pPr>
            <a:endParaRPr sz="4400">
              <a:solidFill>
                <a:srgbClr val="D1D5DB"/>
              </a:solidFill>
              <a:highlight>
                <a:srgbClr val="444654"/>
              </a:highlight>
              <a:latin typeface="Arial"/>
              <a:ea typeface="Arial"/>
              <a:cs typeface="Arial"/>
              <a:sym typeface="Arial"/>
            </a:endParaRPr>
          </a:p>
          <a:p>
            <a:pPr marL="741680" marR="5080" lvl="0" indent="-729615" algn="l" rtl="0">
              <a:lnSpc>
                <a:spcPct val="119696"/>
              </a:lnSpc>
              <a:spcBef>
                <a:spcPts val="0"/>
              </a:spcBef>
              <a:spcAft>
                <a:spcPts val="0"/>
              </a:spcAft>
              <a:buClr>
                <a:schemeClr val="dk1"/>
              </a:buClr>
              <a:buSzPts val="6600"/>
              <a:buFont typeface="Arial"/>
              <a:buNone/>
            </a:pPr>
            <a:endParaRPr>
              <a:latin typeface="Arial"/>
              <a:ea typeface="Arial"/>
              <a:cs typeface="Arial"/>
              <a:sym typeface="Arial"/>
            </a:endParaRPr>
          </a:p>
          <a:p>
            <a:pPr marL="12700" lvl="0" indent="0" algn="l" rtl="0">
              <a:lnSpc>
                <a:spcPct val="100000"/>
              </a:lnSpc>
              <a:spcBef>
                <a:spcPts val="0"/>
              </a:spcBef>
              <a:spcAft>
                <a:spcPts val="0"/>
              </a:spcAft>
              <a:buSzPts val="1400"/>
              <a:buNone/>
            </a:pPr>
            <a:endParaRPr sz="1200">
              <a:solidFill>
                <a:srgbClr val="D1D5DB"/>
              </a:solidFill>
              <a:highlight>
                <a:srgbClr val="444654"/>
              </a:highlight>
              <a:latin typeface="Arial"/>
              <a:ea typeface="Arial"/>
              <a:cs typeface="Arial"/>
              <a:sym typeface="Arial"/>
            </a:endParaRPr>
          </a:p>
        </p:txBody>
      </p:sp>
      <p:pic>
        <p:nvPicPr>
          <p:cNvPr id="674" name="Google Shape;674;p55"/>
          <p:cNvPicPr preferRelativeResize="0"/>
          <p:nvPr/>
        </p:nvPicPr>
        <p:blipFill rotWithShape="1">
          <a:blip r:embed="rId3">
            <a:alphaModFix/>
          </a:blip>
          <a:srcRect/>
          <a:stretch/>
        </p:blipFill>
        <p:spPr>
          <a:xfrm>
            <a:off x="10734473" y="0"/>
            <a:ext cx="1448025" cy="796414"/>
          </a:xfrm>
          <a:prstGeom prst="rect">
            <a:avLst/>
          </a:prstGeom>
          <a:noFill/>
          <a:ln>
            <a:noFill/>
          </a:ln>
        </p:spPr>
      </p:pic>
      <p:pic>
        <p:nvPicPr>
          <p:cNvPr id="2" name="Picture 1"/>
          <p:cNvPicPr>
            <a:picLocks noChangeAspect="1"/>
          </p:cNvPicPr>
          <p:nvPr/>
        </p:nvPicPr>
        <p:blipFill>
          <a:blip r:embed="rId4"/>
          <a:stretch>
            <a:fillRect/>
          </a:stretch>
        </p:blipFill>
        <p:spPr>
          <a:xfrm>
            <a:off x="689829" y="1486999"/>
            <a:ext cx="10601325" cy="2828925"/>
          </a:xfrm>
          <a:prstGeom prst="rect">
            <a:avLst/>
          </a:prstGeom>
        </p:spPr>
      </p:pic>
      <p:sp>
        <p:nvSpPr>
          <p:cNvPr id="3" name="Slide Number Placeholder 2"/>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56</a:t>
            </a:fld>
            <a:endParaRPr lang="en-US"/>
          </a:p>
        </p:txBody>
      </p:sp>
    </p:spTree>
    <p:extLst>
      <p:ext uri="{BB962C8B-B14F-4D97-AF65-F5344CB8AC3E}">
        <p14:creationId xmlns:p14="http://schemas.microsoft.com/office/powerpoint/2010/main" val="18212133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showMasterSp="0">
  <p:cSld>
    <p:spTree>
      <p:nvGrpSpPr>
        <p:cNvPr id="1" name="Shape 686"/>
        <p:cNvGrpSpPr/>
        <p:nvPr/>
      </p:nvGrpSpPr>
      <p:grpSpPr>
        <a:xfrm>
          <a:off x="0" y="0"/>
          <a:ext cx="0" cy="0"/>
          <a:chOff x="0" y="0"/>
          <a:chExt cx="0" cy="0"/>
        </a:xfrm>
      </p:grpSpPr>
      <p:sp>
        <p:nvSpPr>
          <p:cNvPr id="687" name="Google Shape;687;p57"/>
          <p:cNvSpPr txBox="1"/>
          <p:nvPr/>
        </p:nvSpPr>
        <p:spPr>
          <a:xfrm>
            <a:off x="5144909" y="4008411"/>
            <a:ext cx="6289800" cy="843900"/>
          </a:xfrm>
          <a:prstGeom prst="rect">
            <a:avLst/>
          </a:prstGeom>
          <a:noFill/>
          <a:ln>
            <a:noFill/>
          </a:ln>
        </p:spPr>
        <p:txBody>
          <a:bodyPr spcFirstLastPara="1" wrap="square" lIns="0" tIns="12700" rIns="0" bIns="0" anchor="t" anchorCtr="0">
            <a:spAutoFit/>
          </a:bodyPr>
          <a:lstStyle/>
          <a:p>
            <a:pPr marL="12700" marR="0" lvl="0" indent="0" algn="ctr" rtl="0">
              <a:lnSpc>
                <a:spcPct val="100000"/>
              </a:lnSpc>
              <a:spcBef>
                <a:spcPts val="0"/>
              </a:spcBef>
              <a:spcAft>
                <a:spcPts val="0"/>
              </a:spcAft>
              <a:buClr>
                <a:srgbClr val="000000"/>
              </a:buClr>
              <a:buSzPts val="6600"/>
              <a:buFont typeface="Arial"/>
              <a:buNone/>
            </a:pPr>
            <a:r>
              <a:rPr lang="en-US" sz="5400" b="0" i="0" u="none" strike="noStrike" cap="none">
                <a:solidFill>
                  <a:srgbClr val="000000"/>
                </a:solidFill>
                <a:latin typeface="Arial"/>
                <a:ea typeface="Arial"/>
                <a:cs typeface="Arial"/>
                <a:sym typeface="Arial"/>
              </a:rPr>
              <a:t>Style cost function</a:t>
            </a:r>
            <a:endParaRPr sz="5400" b="0" i="0" u="none" strike="noStrike" cap="none">
              <a:solidFill>
                <a:srgbClr val="000000"/>
              </a:solidFill>
              <a:latin typeface="Arial"/>
              <a:ea typeface="Arial"/>
              <a:cs typeface="Arial"/>
              <a:sym typeface="Arial"/>
            </a:endParaRPr>
          </a:p>
        </p:txBody>
      </p:sp>
      <p:sp>
        <p:nvSpPr>
          <p:cNvPr id="688" name="Google Shape;688;p57"/>
          <p:cNvSpPr/>
          <p:nvPr/>
        </p:nvSpPr>
        <p:spPr>
          <a:xfrm>
            <a:off x="4836350" y="3410419"/>
            <a:ext cx="6908800" cy="17780"/>
          </a:xfrm>
          <a:custGeom>
            <a:avLst/>
            <a:gdLst/>
            <a:ahLst/>
            <a:cxnLst/>
            <a:rect l="l" t="t" r="r" b="b"/>
            <a:pathLst>
              <a:path w="6908800" h="17779" extrusionOk="0">
                <a:moveTo>
                  <a:pt x="0" y="0"/>
                </a:moveTo>
                <a:lnTo>
                  <a:pt x="6908333" y="17737"/>
                </a:lnTo>
              </a:path>
            </a:pathLst>
          </a:custGeom>
          <a:noFill/>
          <a:ln w="19050" cap="flat" cmpd="sng">
            <a:solidFill>
              <a:srgbClr val="40404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689" name="Google Shape;689;p57"/>
          <p:cNvSpPr txBox="1">
            <a:spLocks noGrp="1"/>
          </p:cNvSpPr>
          <p:nvPr>
            <p:ph type="title"/>
          </p:nvPr>
        </p:nvSpPr>
        <p:spPr>
          <a:xfrm>
            <a:off x="1179873" y="902350"/>
            <a:ext cx="10100100" cy="2047800"/>
          </a:xfrm>
          <a:prstGeom prst="rect">
            <a:avLst/>
          </a:prstGeom>
          <a:noFill/>
          <a:ln>
            <a:noFill/>
          </a:ln>
        </p:spPr>
        <p:txBody>
          <a:bodyPr spcFirstLastPara="1" wrap="square" lIns="0" tIns="129525" rIns="0" bIns="0" anchor="t" anchorCtr="0">
            <a:spAutoFit/>
          </a:bodyPr>
          <a:lstStyle/>
          <a:p>
            <a:pPr marL="5080000" marR="5080" lvl="0" indent="-678178" algn="ctr" rtl="0">
              <a:lnSpc>
                <a:spcPct val="107575"/>
              </a:lnSpc>
              <a:spcBef>
                <a:spcPts val="0"/>
              </a:spcBef>
              <a:spcAft>
                <a:spcPts val="0"/>
              </a:spcAft>
              <a:buSzPts val="1400"/>
              <a:buNone/>
            </a:pPr>
            <a:r>
              <a:rPr lang="en-US" sz="6000">
                <a:latin typeface="Arial"/>
                <a:ea typeface="Arial"/>
                <a:cs typeface="Arial"/>
                <a:sym typeface="Arial"/>
              </a:rPr>
              <a:t>Neural Style</a:t>
            </a:r>
            <a:endParaRPr sz="6000">
              <a:latin typeface="Arial"/>
              <a:ea typeface="Arial"/>
              <a:cs typeface="Arial"/>
              <a:sym typeface="Arial"/>
            </a:endParaRPr>
          </a:p>
          <a:p>
            <a:pPr marL="5080000" marR="5080" lvl="0" indent="-678179" algn="ctr" rtl="0">
              <a:lnSpc>
                <a:spcPct val="107575"/>
              </a:lnSpc>
              <a:spcBef>
                <a:spcPts val="0"/>
              </a:spcBef>
              <a:spcAft>
                <a:spcPts val="0"/>
              </a:spcAft>
              <a:buSzPts val="1400"/>
              <a:buNone/>
            </a:pPr>
            <a:r>
              <a:rPr lang="en-US" sz="6000">
                <a:latin typeface="Arial"/>
                <a:ea typeface="Arial"/>
                <a:cs typeface="Arial"/>
                <a:sym typeface="Arial"/>
              </a:rPr>
              <a:t>Transfer</a:t>
            </a:r>
            <a:endParaRPr sz="6000">
              <a:latin typeface="Arial"/>
              <a:ea typeface="Arial"/>
              <a:cs typeface="Arial"/>
              <a:sym typeface="Arial"/>
            </a:endParaRPr>
          </a:p>
        </p:txBody>
      </p:sp>
      <p:pic>
        <p:nvPicPr>
          <p:cNvPr id="690" name="Google Shape;690;p57"/>
          <p:cNvPicPr preferRelativeResize="0"/>
          <p:nvPr/>
        </p:nvPicPr>
        <p:blipFill rotWithShape="1">
          <a:blip r:embed="rId3">
            <a:alphaModFix/>
          </a:blip>
          <a:srcRect/>
          <a:stretch/>
        </p:blipFill>
        <p:spPr>
          <a:xfrm>
            <a:off x="417325" y="2395175"/>
            <a:ext cx="3871626" cy="2129399"/>
          </a:xfrm>
          <a:prstGeom prst="rect">
            <a:avLst/>
          </a:prstGeom>
          <a:noFill/>
          <a:ln>
            <a:noFill/>
          </a:ln>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57</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showMasterSp="0">
  <p:cSld>
    <p:spTree>
      <p:nvGrpSpPr>
        <p:cNvPr id="1" name="Shape 694"/>
        <p:cNvGrpSpPr/>
        <p:nvPr/>
      </p:nvGrpSpPr>
      <p:grpSpPr>
        <a:xfrm>
          <a:off x="0" y="0"/>
          <a:ext cx="0" cy="0"/>
          <a:chOff x="0" y="0"/>
          <a:chExt cx="0" cy="0"/>
        </a:xfrm>
      </p:grpSpPr>
      <p:sp>
        <p:nvSpPr>
          <p:cNvPr id="695" name="Google Shape;695;p58"/>
          <p:cNvSpPr txBox="1">
            <a:spLocks noGrp="1"/>
          </p:cNvSpPr>
          <p:nvPr>
            <p:ph type="title"/>
          </p:nvPr>
        </p:nvSpPr>
        <p:spPr>
          <a:xfrm>
            <a:off x="261620" y="139700"/>
            <a:ext cx="8884200" cy="689932"/>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Clr>
                <a:schemeClr val="dk1"/>
              </a:buClr>
              <a:buSzPts val="1400"/>
              <a:buFont typeface="Arial"/>
              <a:buNone/>
            </a:pPr>
            <a:r>
              <a:rPr lang="en-US" sz="4400" dirty="0">
                <a:latin typeface="+mj-lt"/>
                <a:ea typeface="Cambria"/>
                <a:cs typeface="Cambria"/>
                <a:sym typeface="Cambria"/>
              </a:rPr>
              <a:t>Meaning of the “style” of an </a:t>
            </a:r>
            <a:r>
              <a:rPr lang="en-US" sz="4400" dirty="0" smtClean="0">
                <a:latin typeface="+mj-lt"/>
                <a:ea typeface="Cambria"/>
                <a:cs typeface="Cambria"/>
                <a:sym typeface="Cambria"/>
              </a:rPr>
              <a:t>image</a:t>
            </a:r>
            <a:endParaRPr sz="4400" dirty="0">
              <a:latin typeface="+mj-lt"/>
              <a:ea typeface="Cambria"/>
              <a:cs typeface="Cambria"/>
              <a:sym typeface="Cambria"/>
            </a:endParaRPr>
          </a:p>
        </p:txBody>
      </p:sp>
      <p:pic>
        <p:nvPicPr>
          <p:cNvPr id="696" name="Google Shape;696;p58"/>
          <p:cNvPicPr preferRelativeResize="0"/>
          <p:nvPr/>
        </p:nvPicPr>
        <p:blipFill rotWithShape="1">
          <a:blip r:embed="rId3">
            <a:alphaModFix/>
          </a:blip>
          <a:srcRect/>
          <a:stretch/>
        </p:blipFill>
        <p:spPr>
          <a:xfrm>
            <a:off x="10734473" y="0"/>
            <a:ext cx="1448025" cy="796414"/>
          </a:xfrm>
          <a:prstGeom prst="rect">
            <a:avLst/>
          </a:prstGeom>
          <a:noFill/>
          <a:ln>
            <a:noFill/>
          </a:ln>
        </p:spPr>
      </p:pic>
      <p:sp>
        <p:nvSpPr>
          <p:cNvPr id="697" name="Google Shape;697;p58"/>
          <p:cNvSpPr txBox="1"/>
          <p:nvPr/>
        </p:nvSpPr>
        <p:spPr>
          <a:xfrm>
            <a:off x="476299" y="1482925"/>
            <a:ext cx="11322977" cy="4616618"/>
          </a:xfrm>
          <a:prstGeom prst="rect">
            <a:avLst/>
          </a:prstGeom>
          <a:noFill/>
          <a:ln>
            <a:noFill/>
          </a:ln>
        </p:spPr>
        <p:txBody>
          <a:bodyPr spcFirstLastPara="1" wrap="square" lIns="91425" tIns="91425" rIns="91425" bIns="91425" anchor="t" anchorCtr="0">
            <a:spAutoFit/>
          </a:bodyPr>
          <a:lstStyle/>
          <a:p>
            <a:pPr marL="457200" marR="0" lvl="0" indent="-381000" algn="l" rtl="0">
              <a:lnSpc>
                <a:spcPct val="100000"/>
              </a:lnSpc>
              <a:spcBef>
                <a:spcPts val="0"/>
              </a:spcBef>
              <a:spcAft>
                <a:spcPts val="0"/>
              </a:spcAft>
              <a:buClr>
                <a:schemeClr val="dk1"/>
              </a:buClr>
              <a:buSzPts val="2400"/>
              <a:buFont typeface="Arial"/>
              <a:buChar char="●"/>
            </a:pPr>
            <a:r>
              <a:rPr lang="en-US" sz="2400" b="0" i="0" u="none" strike="noStrike" cap="none" dirty="0">
                <a:solidFill>
                  <a:schemeClr val="dk1"/>
                </a:solidFill>
                <a:latin typeface="Arial"/>
                <a:ea typeface="Arial"/>
                <a:cs typeface="Arial"/>
                <a:sym typeface="Arial"/>
              </a:rPr>
              <a:t>In the previous </a:t>
            </a:r>
            <a:r>
              <a:rPr lang="en-US" sz="2400" b="0" i="0" u="none" strike="noStrike" cap="none" dirty="0" smtClean="0">
                <a:solidFill>
                  <a:schemeClr val="dk1"/>
                </a:solidFill>
                <a:latin typeface="Arial"/>
                <a:ea typeface="Arial"/>
                <a:cs typeface="Arial"/>
                <a:sym typeface="Arial"/>
              </a:rPr>
              <a:t>section, </a:t>
            </a:r>
            <a:r>
              <a:rPr lang="en-US" sz="2400" b="0" i="0" u="none" strike="noStrike" cap="none" dirty="0">
                <a:solidFill>
                  <a:schemeClr val="dk1"/>
                </a:solidFill>
                <a:latin typeface="Arial"/>
                <a:ea typeface="Arial"/>
                <a:cs typeface="Arial"/>
                <a:sym typeface="Arial"/>
              </a:rPr>
              <a:t>the focus was on defining the style cost function for the neural style transfer algorithm. </a:t>
            </a:r>
            <a:endParaRPr lang="en-US" sz="2400" b="0" i="0" u="none" strike="noStrike" cap="none" dirty="0" smtClean="0">
              <a:solidFill>
                <a:schemeClr val="dk1"/>
              </a:solidFill>
              <a:latin typeface="Arial"/>
              <a:ea typeface="Arial"/>
              <a:cs typeface="Arial"/>
              <a:sym typeface="Arial"/>
            </a:endParaRPr>
          </a:p>
          <a:p>
            <a:pPr marL="457200" marR="0" lvl="0" indent="-381000" algn="l" rtl="0">
              <a:lnSpc>
                <a:spcPct val="100000"/>
              </a:lnSpc>
              <a:spcBef>
                <a:spcPts val="0"/>
              </a:spcBef>
              <a:spcAft>
                <a:spcPts val="0"/>
              </a:spcAft>
              <a:buClr>
                <a:schemeClr val="dk1"/>
              </a:buClr>
              <a:buSzPts val="2400"/>
              <a:buFont typeface="Arial"/>
              <a:buChar char="●"/>
            </a:pPr>
            <a:r>
              <a:rPr lang="en-US" sz="2400" b="0" i="0" u="none" strike="noStrike" cap="none" dirty="0" smtClean="0">
                <a:solidFill>
                  <a:schemeClr val="dk1"/>
                </a:solidFill>
                <a:latin typeface="Arial"/>
                <a:ea typeface="Arial"/>
                <a:cs typeface="Arial"/>
                <a:sym typeface="Arial"/>
              </a:rPr>
              <a:t>The </a:t>
            </a:r>
            <a:r>
              <a:rPr lang="en-US" sz="2400" b="0" i="0" u="none" strike="noStrike" cap="none" dirty="0">
                <a:solidFill>
                  <a:schemeClr val="dk1"/>
                </a:solidFill>
                <a:latin typeface="Arial"/>
                <a:ea typeface="Arial"/>
                <a:cs typeface="Arial"/>
                <a:sym typeface="Arial"/>
              </a:rPr>
              <a:t>style of an image is defined as the correlation between activations across different channels in a chosen layer, which is typically computed using a pre-trained convolutional neural network such as VGG. </a:t>
            </a:r>
            <a:endParaRPr lang="en-US" sz="2400" b="0" i="0" u="none" strike="noStrike" cap="none" dirty="0" smtClean="0">
              <a:solidFill>
                <a:schemeClr val="dk1"/>
              </a:solidFill>
              <a:latin typeface="Arial"/>
              <a:ea typeface="Arial"/>
              <a:cs typeface="Arial"/>
              <a:sym typeface="Arial"/>
            </a:endParaRPr>
          </a:p>
          <a:p>
            <a:pPr marL="457200" marR="0" lvl="0" indent="-381000" algn="l" rtl="0">
              <a:lnSpc>
                <a:spcPct val="100000"/>
              </a:lnSpc>
              <a:spcBef>
                <a:spcPts val="0"/>
              </a:spcBef>
              <a:spcAft>
                <a:spcPts val="0"/>
              </a:spcAft>
              <a:buClr>
                <a:schemeClr val="dk1"/>
              </a:buClr>
              <a:buSzPts val="2400"/>
              <a:buFont typeface="Arial"/>
              <a:buChar char="●"/>
            </a:pPr>
            <a:r>
              <a:rPr lang="en-US" sz="2400" b="0" i="0" u="none" strike="noStrike" cap="none" dirty="0" smtClean="0">
                <a:solidFill>
                  <a:schemeClr val="dk1"/>
                </a:solidFill>
                <a:latin typeface="Arial"/>
                <a:ea typeface="Arial"/>
                <a:cs typeface="Arial"/>
                <a:sym typeface="Arial"/>
              </a:rPr>
              <a:t>The </a:t>
            </a:r>
            <a:r>
              <a:rPr lang="en-US" sz="2400" b="0" i="0" u="none" strike="noStrike" cap="none" dirty="0">
                <a:solidFill>
                  <a:schemeClr val="dk1"/>
                </a:solidFill>
                <a:latin typeface="Arial"/>
                <a:ea typeface="Arial"/>
                <a:cs typeface="Arial"/>
                <a:sym typeface="Arial"/>
              </a:rPr>
              <a:t>style matrix, denoted as G, is computed by taking the sum of products of activations for all pairs of channels in a given layer, and then normalizing it by the number of positions (height, width) and number of channels in that layer. </a:t>
            </a:r>
            <a:endParaRPr lang="en-US" sz="2400" b="0" i="0" u="none" strike="noStrike" cap="none" dirty="0" smtClean="0">
              <a:solidFill>
                <a:schemeClr val="dk1"/>
              </a:solidFill>
              <a:latin typeface="Arial"/>
              <a:ea typeface="Arial"/>
              <a:cs typeface="Arial"/>
              <a:sym typeface="Arial"/>
            </a:endParaRPr>
          </a:p>
          <a:p>
            <a:pPr marL="457200" marR="0" lvl="0" indent="-381000" algn="l" rtl="0">
              <a:lnSpc>
                <a:spcPct val="100000"/>
              </a:lnSpc>
              <a:spcBef>
                <a:spcPts val="0"/>
              </a:spcBef>
              <a:spcAft>
                <a:spcPts val="0"/>
              </a:spcAft>
              <a:buClr>
                <a:schemeClr val="dk1"/>
              </a:buClr>
              <a:buSzPts val="2400"/>
              <a:buFont typeface="Arial"/>
              <a:buChar char="●"/>
            </a:pPr>
            <a:r>
              <a:rPr lang="en-US" sz="2400" b="0" i="0" u="none" strike="noStrike" cap="none" dirty="0" smtClean="0">
                <a:solidFill>
                  <a:schemeClr val="dk1"/>
                </a:solidFill>
                <a:latin typeface="Arial"/>
                <a:ea typeface="Arial"/>
                <a:cs typeface="Arial"/>
                <a:sym typeface="Arial"/>
              </a:rPr>
              <a:t>The </a:t>
            </a:r>
            <a:r>
              <a:rPr lang="en-US" sz="2400" b="0" i="0" u="none" strike="noStrike" cap="none" dirty="0">
                <a:solidFill>
                  <a:schemeClr val="dk1"/>
                </a:solidFill>
                <a:latin typeface="Arial"/>
                <a:ea typeface="Arial"/>
                <a:cs typeface="Arial"/>
                <a:sym typeface="Arial"/>
              </a:rPr>
              <a:t>style cost function is defined as the </a:t>
            </a:r>
            <a:r>
              <a:rPr lang="en-US" sz="2400" b="0" i="0" u="none" strike="noStrike" cap="none" dirty="0" err="1">
                <a:solidFill>
                  <a:schemeClr val="dk1"/>
                </a:solidFill>
                <a:latin typeface="Arial"/>
                <a:ea typeface="Arial"/>
                <a:cs typeface="Arial"/>
                <a:sym typeface="Arial"/>
              </a:rPr>
              <a:t>Frobenius</a:t>
            </a:r>
            <a:r>
              <a:rPr lang="en-US" sz="2400" b="0" i="0" u="none" strike="noStrike" cap="none" dirty="0">
                <a:solidFill>
                  <a:schemeClr val="dk1"/>
                </a:solidFill>
                <a:latin typeface="Arial"/>
                <a:ea typeface="Arial"/>
                <a:cs typeface="Arial"/>
                <a:sym typeface="Arial"/>
              </a:rPr>
              <a:t> norm of the element-wise difference between the style matrix of the style image and the generated image, squared and normalized by some </a:t>
            </a:r>
            <a:r>
              <a:rPr lang="en-US" sz="2400" b="0" i="0" u="none" strike="noStrike" cap="none" dirty="0" err="1">
                <a:solidFill>
                  <a:schemeClr val="dk1"/>
                </a:solidFill>
                <a:latin typeface="Arial"/>
                <a:ea typeface="Arial"/>
                <a:cs typeface="Arial"/>
                <a:sym typeface="Arial"/>
              </a:rPr>
              <a:t>hyperparameters</a:t>
            </a:r>
            <a:r>
              <a:rPr lang="en-US" sz="2400" b="0" i="0" u="none" strike="noStrike" cap="none" dirty="0">
                <a:solidFill>
                  <a:schemeClr val="dk1"/>
                </a:solidFill>
                <a:latin typeface="Arial"/>
                <a:ea typeface="Arial"/>
                <a:cs typeface="Arial"/>
                <a:sym typeface="Arial"/>
              </a:rPr>
              <a:t>.</a:t>
            </a:r>
            <a:endParaRPr sz="2400" b="0" i="0" u="none" strike="noStrike" cap="none" dirty="0">
              <a:solidFill>
                <a:schemeClr val="dk1"/>
              </a:solidFill>
              <a:latin typeface="Arial"/>
              <a:ea typeface="Arial"/>
              <a:cs typeface="Arial"/>
              <a:sym typeface="Arial"/>
            </a:endParaRPr>
          </a:p>
          <a:p>
            <a:pPr marL="914400" marR="0" lvl="1" indent="-381000" algn="l" rtl="0">
              <a:lnSpc>
                <a:spcPct val="100000"/>
              </a:lnSpc>
              <a:spcBef>
                <a:spcPts val="0"/>
              </a:spcBef>
              <a:spcAft>
                <a:spcPts val="0"/>
              </a:spcAft>
              <a:buClr>
                <a:srgbClr val="000000"/>
              </a:buClr>
              <a:buSzPts val="2400"/>
              <a:buFont typeface="Arial"/>
              <a:buChar char="○"/>
            </a:pPr>
            <a:endParaRPr sz="2400" b="0" i="0" u="none" strike="noStrike" cap="none" dirty="0">
              <a:solidFill>
                <a:srgbClr val="000000"/>
              </a:solidFill>
              <a:latin typeface="Arial"/>
              <a:ea typeface="Arial"/>
              <a:cs typeface="Arial"/>
              <a:sym typeface="Arial"/>
            </a:endParaRPr>
          </a:p>
        </p:txBody>
      </p:sp>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58</a:t>
            </a:fld>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showMasterSp="0">
  <p:cSld>
    <p:spTree>
      <p:nvGrpSpPr>
        <p:cNvPr id="1" name="Shape 701"/>
        <p:cNvGrpSpPr/>
        <p:nvPr/>
      </p:nvGrpSpPr>
      <p:grpSpPr>
        <a:xfrm>
          <a:off x="0" y="0"/>
          <a:ext cx="0" cy="0"/>
          <a:chOff x="0" y="0"/>
          <a:chExt cx="0" cy="0"/>
        </a:xfrm>
      </p:grpSpPr>
      <p:sp>
        <p:nvSpPr>
          <p:cNvPr id="702" name="Google Shape;702;p59"/>
          <p:cNvSpPr txBox="1">
            <a:spLocks noGrp="1"/>
          </p:cNvSpPr>
          <p:nvPr>
            <p:ph type="title"/>
          </p:nvPr>
        </p:nvSpPr>
        <p:spPr>
          <a:xfrm>
            <a:off x="261620" y="139700"/>
            <a:ext cx="8884200" cy="69000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SzPts val="1400"/>
              <a:buNone/>
            </a:pPr>
            <a:r>
              <a:rPr lang="en-US" sz="4400" b="0" dirty="0">
                <a:latin typeface="+mn-lt"/>
                <a:ea typeface="Cambria"/>
                <a:cs typeface="Cambria"/>
                <a:sym typeface="Cambria"/>
              </a:rPr>
              <a:t>Meaning of the “style” of an image</a:t>
            </a:r>
            <a:endParaRPr sz="4400" dirty="0">
              <a:latin typeface="+mn-lt"/>
              <a:ea typeface="Cambria"/>
              <a:cs typeface="Cambria"/>
              <a:sym typeface="Cambria"/>
            </a:endParaRPr>
          </a:p>
        </p:txBody>
      </p:sp>
      <p:grpSp>
        <p:nvGrpSpPr>
          <p:cNvPr id="703" name="Google Shape;703;p59"/>
          <p:cNvGrpSpPr/>
          <p:nvPr/>
        </p:nvGrpSpPr>
        <p:grpSpPr>
          <a:xfrm>
            <a:off x="2237079" y="1239037"/>
            <a:ext cx="1559560" cy="1581150"/>
            <a:chOff x="2237079" y="1239037"/>
            <a:chExt cx="1559560" cy="1581150"/>
          </a:xfrm>
        </p:grpSpPr>
        <p:sp>
          <p:nvSpPr>
            <p:cNvPr id="704" name="Google Shape;704;p59"/>
            <p:cNvSpPr/>
            <p:nvPr/>
          </p:nvSpPr>
          <p:spPr>
            <a:xfrm>
              <a:off x="2237079" y="1628825"/>
              <a:ext cx="1169670" cy="1191260"/>
            </a:xfrm>
            <a:custGeom>
              <a:avLst/>
              <a:gdLst/>
              <a:ahLst/>
              <a:cxnLst/>
              <a:rect l="l" t="t" r="r" b="b"/>
              <a:pathLst>
                <a:path w="1169670" h="1191260" extrusionOk="0">
                  <a:moveTo>
                    <a:pt x="1169390" y="0"/>
                  </a:moveTo>
                  <a:lnTo>
                    <a:pt x="0" y="0"/>
                  </a:lnTo>
                  <a:lnTo>
                    <a:pt x="0" y="1191031"/>
                  </a:lnTo>
                  <a:lnTo>
                    <a:pt x="1169390" y="1191031"/>
                  </a:lnTo>
                  <a:lnTo>
                    <a:pt x="1169390" y="0"/>
                  </a:lnTo>
                  <a:close/>
                </a:path>
              </a:pathLst>
            </a:custGeom>
            <a:solidFill>
              <a:srgbClr val="4472C4"/>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705" name="Google Shape;705;p59"/>
            <p:cNvSpPr/>
            <p:nvPr/>
          </p:nvSpPr>
          <p:spPr>
            <a:xfrm>
              <a:off x="3406482" y="1239037"/>
              <a:ext cx="389889" cy="1581150"/>
            </a:xfrm>
            <a:custGeom>
              <a:avLst/>
              <a:gdLst/>
              <a:ahLst/>
              <a:cxnLst/>
              <a:rect l="l" t="t" r="r" b="b"/>
              <a:pathLst>
                <a:path w="389889" h="1581150" extrusionOk="0">
                  <a:moveTo>
                    <a:pt x="389788" y="0"/>
                  </a:moveTo>
                  <a:lnTo>
                    <a:pt x="0" y="389801"/>
                  </a:lnTo>
                  <a:lnTo>
                    <a:pt x="0" y="1580819"/>
                  </a:lnTo>
                  <a:lnTo>
                    <a:pt x="389788" y="1191031"/>
                  </a:lnTo>
                  <a:lnTo>
                    <a:pt x="389788" y="0"/>
                  </a:lnTo>
                  <a:close/>
                </a:path>
              </a:pathLst>
            </a:custGeom>
            <a:solidFill>
              <a:srgbClr val="375C9E"/>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706" name="Google Shape;706;p59"/>
            <p:cNvSpPr/>
            <p:nvPr/>
          </p:nvSpPr>
          <p:spPr>
            <a:xfrm>
              <a:off x="2237079" y="1239037"/>
              <a:ext cx="1559560" cy="389889"/>
            </a:xfrm>
            <a:custGeom>
              <a:avLst/>
              <a:gdLst/>
              <a:ahLst/>
              <a:cxnLst/>
              <a:rect l="l" t="t" r="r" b="b"/>
              <a:pathLst>
                <a:path w="1559560" h="389889" extrusionOk="0">
                  <a:moveTo>
                    <a:pt x="1559191" y="0"/>
                  </a:moveTo>
                  <a:lnTo>
                    <a:pt x="389801" y="0"/>
                  </a:lnTo>
                  <a:lnTo>
                    <a:pt x="0" y="389801"/>
                  </a:lnTo>
                  <a:lnTo>
                    <a:pt x="1169403" y="389801"/>
                  </a:lnTo>
                  <a:lnTo>
                    <a:pt x="1559191" y="0"/>
                  </a:lnTo>
                  <a:close/>
                </a:path>
              </a:pathLst>
            </a:custGeom>
            <a:solidFill>
              <a:srgbClr val="698ED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707" name="Google Shape;707;p59"/>
            <p:cNvSpPr/>
            <p:nvPr/>
          </p:nvSpPr>
          <p:spPr>
            <a:xfrm>
              <a:off x="2237079" y="1239037"/>
              <a:ext cx="1558925" cy="1580514"/>
            </a:xfrm>
            <a:custGeom>
              <a:avLst/>
              <a:gdLst/>
              <a:ahLst/>
              <a:cxnLst/>
              <a:rect l="l" t="t" r="r" b="b"/>
              <a:pathLst>
                <a:path w="1558925" h="1580514" extrusionOk="0">
                  <a:moveTo>
                    <a:pt x="0" y="389600"/>
                  </a:moveTo>
                  <a:lnTo>
                    <a:pt x="389600" y="0"/>
                  </a:lnTo>
                  <a:lnTo>
                    <a:pt x="1558394" y="0"/>
                  </a:lnTo>
                  <a:lnTo>
                    <a:pt x="1558394" y="1190422"/>
                  </a:lnTo>
                  <a:lnTo>
                    <a:pt x="1168803" y="1580023"/>
                  </a:lnTo>
                  <a:lnTo>
                    <a:pt x="0" y="1580023"/>
                  </a:lnTo>
                  <a:lnTo>
                    <a:pt x="0" y="389600"/>
                  </a:lnTo>
                  <a:close/>
                </a:path>
                <a:path w="1558925" h="1580514" extrusionOk="0">
                  <a:moveTo>
                    <a:pt x="0" y="389600"/>
                  </a:moveTo>
                  <a:lnTo>
                    <a:pt x="1168803" y="389600"/>
                  </a:lnTo>
                  <a:lnTo>
                    <a:pt x="1558394" y="0"/>
                  </a:lnTo>
                </a:path>
                <a:path w="1558925" h="1580514" extrusionOk="0">
                  <a:moveTo>
                    <a:pt x="1168803" y="389600"/>
                  </a:moveTo>
                  <a:lnTo>
                    <a:pt x="1168803" y="1580023"/>
                  </a:lnTo>
                </a:path>
              </a:pathLst>
            </a:custGeom>
            <a:noFill/>
            <a:ln w="12675" cap="flat" cmpd="sng">
              <a:solidFill>
                <a:srgbClr val="2F528F"/>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grpSp>
        <p:nvGrpSpPr>
          <p:cNvPr id="708" name="Google Shape;708;p59"/>
          <p:cNvGrpSpPr/>
          <p:nvPr/>
        </p:nvGrpSpPr>
        <p:grpSpPr>
          <a:xfrm>
            <a:off x="4564989" y="1410512"/>
            <a:ext cx="982408" cy="1088389"/>
            <a:chOff x="4564989" y="1410512"/>
            <a:chExt cx="982408" cy="1088389"/>
          </a:xfrm>
        </p:grpSpPr>
        <p:sp>
          <p:nvSpPr>
            <p:cNvPr id="709" name="Google Shape;709;p59"/>
            <p:cNvSpPr/>
            <p:nvPr/>
          </p:nvSpPr>
          <p:spPr>
            <a:xfrm>
              <a:off x="4564989" y="1656067"/>
              <a:ext cx="737235" cy="842644"/>
            </a:xfrm>
            <a:custGeom>
              <a:avLst/>
              <a:gdLst/>
              <a:ahLst/>
              <a:cxnLst/>
              <a:rect l="l" t="t" r="r" b="b"/>
              <a:pathLst>
                <a:path w="737235" h="842644" extrusionOk="0">
                  <a:moveTo>
                    <a:pt x="736650" y="0"/>
                  </a:moveTo>
                  <a:lnTo>
                    <a:pt x="0" y="0"/>
                  </a:lnTo>
                  <a:lnTo>
                    <a:pt x="0" y="842429"/>
                  </a:lnTo>
                  <a:lnTo>
                    <a:pt x="736650" y="842429"/>
                  </a:lnTo>
                  <a:lnTo>
                    <a:pt x="736650" y="0"/>
                  </a:lnTo>
                  <a:close/>
                </a:path>
              </a:pathLst>
            </a:custGeom>
            <a:solidFill>
              <a:srgbClr val="4472C4"/>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710" name="Google Shape;710;p59"/>
            <p:cNvSpPr/>
            <p:nvPr/>
          </p:nvSpPr>
          <p:spPr>
            <a:xfrm>
              <a:off x="5301652" y="1410512"/>
              <a:ext cx="245745" cy="1088389"/>
            </a:xfrm>
            <a:custGeom>
              <a:avLst/>
              <a:gdLst/>
              <a:ahLst/>
              <a:cxnLst/>
              <a:rect l="l" t="t" r="r" b="b"/>
              <a:pathLst>
                <a:path w="245745" h="1088389" extrusionOk="0">
                  <a:moveTo>
                    <a:pt x="245541" y="0"/>
                  </a:moveTo>
                  <a:lnTo>
                    <a:pt x="0" y="245554"/>
                  </a:lnTo>
                  <a:lnTo>
                    <a:pt x="0" y="1087983"/>
                  </a:lnTo>
                  <a:lnTo>
                    <a:pt x="245541" y="842429"/>
                  </a:lnTo>
                  <a:lnTo>
                    <a:pt x="245541" y="0"/>
                  </a:lnTo>
                  <a:close/>
                </a:path>
              </a:pathLst>
            </a:custGeom>
            <a:solidFill>
              <a:srgbClr val="375C9E"/>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711" name="Google Shape;711;p59"/>
            <p:cNvSpPr/>
            <p:nvPr/>
          </p:nvSpPr>
          <p:spPr>
            <a:xfrm>
              <a:off x="4564989" y="1410512"/>
              <a:ext cx="982345" cy="245744"/>
            </a:xfrm>
            <a:custGeom>
              <a:avLst/>
              <a:gdLst/>
              <a:ahLst/>
              <a:cxnLst/>
              <a:rect l="l" t="t" r="r" b="b"/>
              <a:pathLst>
                <a:path w="982345" h="245744" extrusionOk="0">
                  <a:moveTo>
                    <a:pt x="982205" y="0"/>
                  </a:moveTo>
                  <a:lnTo>
                    <a:pt x="245554" y="0"/>
                  </a:lnTo>
                  <a:lnTo>
                    <a:pt x="0" y="245554"/>
                  </a:lnTo>
                  <a:lnTo>
                    <a:pt x="736663" y="245554"/>
                  </a:lnTo>
                  <a:lnTo>
                    <a:pt x="982205" y="0"/>
                  </a:lnTo>
                  <a:close/>
                </a:path>
              </a:pathLst>
            </a:custGeom>
            <a:solidFill>
              <a:srgbClr val="698ED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712" name="Google Shape;712;p59"/>
            <p:cNvSpPr/>
            <p:nvPr/>
          </p:nvSpPr>
          <p:spPr>
            <a:xfrm>
              <a:off x="4564989" y="1410512"/>
              <a:ext cx="981710" cy="1087755"/>
            </a:xfrm>
            <a:custGeom>
              <a:avLst/>
              <a:gdLst/>
              <a:ahLst/>
              <a:cxnLst/>
              <a:rect l="l" t="t" r="r" b="b"/>
              <a:pathLst>
                <a:path w="981710" h="1087755" extrusionOk="0">
                  <a:moveTo>
                    <a:pt x="0" y="245425"/>
                  </a:moveTo>
                  <a:lnTo>
                    <a:pt x="245425" y="0"/>
                  </a:lnTo>
                  <a:lnTo>
                    <a:pt x="981703" y="0"/>
                  </a:lnTo>
                  <a:lnTo>
                    <a:pt x="981703" y="842000"/>
                  </a:lnTo>
                  <a:lnTo>
                    <a:pt x="736277" y="1087425"/>
                  </a:lnTo>
                  <a:lnTo>
                    <a:pt x="0" y="1087425"/>
                  </a:lnTo>
                  <a:lnTo>
                    <a:pt x="0" y="245425"/>
                  </a:lnTo>
                  <a:close/>
                </a:path>
                <a:path w="981710" h="1087755" extrusionOk="0">
                  <a:moveTo>
                    <a:pt x="0" y="245425"/>
                  </a:moveTo>
                  <a:lnTo>
                    <a:pt x="736277" y="245425"/>
                  </a:lnTo>
                  <a:lnTo>
                    <a:pt x="981703" y="0"/>
                  </a:lnTo>
                </a:path>
                <a:path w="981710" h="1087755" extrusionOk="0">
                  <a:moveTo>
                    <a:pt x="736277" y="245425"/>
                  </a:moveTo>
                  <a:lnTo>
                    <a:pt x="736277" y="1087425"/>
                  </a:lnTo>
                </a:path>
              </a:pathLst>
            </a:custGeom>
            <a:noFill/>
            <a:ln w="12675" cap="flat" cmpd="sng">
              <a:solidFill>
                <a:srgbClr val="2F528F"/>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grpSp>
        <p:nvGrpSpPr>
          <p:cNvPr id="713" name="Google Shape;713;p59"/>
          <p:cNvGrpSpPr/>
          <p:nvPr/>
        </p:nvGrpSpPr>
        <p:grpSpPr>
          <a:xfrm>
            <a:off x="6204076" y="1458201"/>
            <a:ext cx="998854" cy="1022642"/>
            <a:chOff x="6204076" y="1458201"/>
            <a:chExt cx="998854" cy="1022642"/>
          </a:xfrm>
        </p:grpSpPr>
        <p:sp>
          <p:nvSpPr>
            <p:cNvPr id="714" name="Google Shape;714;p59"/>
            <p:cNvSpPr/>
            <p:nvPr/>
          </p:nvSpPr>
          <p:spPr>
            <a:xfrm>
              <a:off x="6204076" y="1831238"/>
              <a:ext cx="625475" cy="649605"/>
            </a:xfrm>
            <a:custGeom>
              <a:avLst/>
              <a:gdLst/>
              <a:ahLst/>
              <a:cxnLst/>
              <a:rect l="l" t="t" r="r" b="b"/>
              <a:pathLst>
                <a:path w="625475" h="649605" extrusionOk="0">
                  <a:moveTo>
                    <a:pt x="625462" y="0"/>
                  </a:moveTo>
                  <a:lnTo>
                    <a:pt x="0" y="0"/>
                  </a:lnTo>
                  <a:lnTo>
                    <a:pt x="0" y="649008"/>
                  </a:lnTo>
                  <a:lnTo>
                    <a:pt x="625462" y="649008"/>
                  </a:lnTo>
                  <a:lnTo>
                    <a:pt x="625462" y="0"/>
                  </a:lnTo>
                  <a:close/>
                </a:path>
              </a:pathLst>
            </a:custGeom>
            <a:solidFill>
              <a:srgbClr val="4472C4"/>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715" name="Google Shape;715;p59"/>
            <p:cNvSpPr/>
            <p:nvPr/>
          </p:nvSpPr>
          <p:spPr>
            <a:xfrm>
              <a:off x="6829539" y="1458201"/>
              <a:ext cx="373379" cy="1022350"/>
            </a:xfrm>
            <a:custGeom>
              <a:avLst/>
              <a:gdLst/>
              <a:ahLst/>
              <a:cxnLst/>
              <a:rect l="l" t="t" r="r" b="b"/>
              <a:pathLst>
                <a:path w="373379" h="1022350" extrusionOk="0">
                  <a:moveTo>
                    <a:pt x="373037" y="0"/>
                  </a:moveTo>
                  <a:lnTo>
                    <a:pt x="0" y="373037"/>
                  </a:lnTo>
                  <a:lnTo>
                    <a:pt x="0" y="1022045"/>
                  </a:lnTo>
                  <a:lnTo>
                    <a:pt x="373037" y="649008"/>
                  </a:lnTo>
                  <a:lnTo>
                    <a:pt x="373037" y="0"/>
                  </a:lnTo>
                  <a:close/>
                </a:path>
              </a:pathLst>
            </a:custGeom>
            <a:solidFill>
              <a:srgbClr val="375C9E"/>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716" name="Google Shape;716;p59"/>
            <p:cNvSpPr/>
            <p:nvPr/>
          </p:nvSpPr>
          <p:spPr>
            <a:xfrm>
              <a:off x="6204076" y="1458201"/>
              <a:ext cx="998854" cy="373380"/>
            </a:xfrm>
            <a:custGeom>
              <a:avLst/>
              <a:gdLst/>
              <a:ahLst/>
              <a:cxnLst/>
              <a:rect l="l" t="t" r="r" b="b"/>
              <a:pathLst>
                <a:path w="998854" h="373380" extrusionOk="0">
                  <a:moveTo>
                    <a:pt x="998499" y="0"/>
                  </a:moveTo>
                  <a:lnTo>
                    <a:pt x="373037" y="0"/>
                  </a:lnTo>
                  <a:lnTo>
                    <a:pt x="0" y="373037"/>
                  </a:lnTo>
                  <a:lnTo>
                    <a:pt x="625462" y="373037"/>
                  </a:lnTo>
                  <a:lnTo>
                    <a:pt x="998499" y="0"/>
                  </a:lnTo>
                  <a:close/>
                </a:path>
              </a:pathLst>
            </a:custGeom>
            <a:solidFill>
              <a:srgbClr val="698ED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717" name="Google Shape;717;p59"/>
            <p:cNvSpPr/>
            <p:nvPr/>
          </p:nvSpPr>
          <p:spPr>
            <a:xfrm>
              <a:off x="6204076" y="1458201"/>
              <a:ext cx="998220" cy="1021714"/>
            </a:xfrm>
            <a:custGeom>
              <a:avLst/>
              <a:gdLst/>
              <a:ahLst/>
              <a:cxnLst/>
              <a:rect l="l" t="t" r="r" b="b"/>
              <a:pathLst>
                <a:path w="998220" h="1021714" extrusionOk="0">
                  <a:moveTo>
                    <a:pt x="0" y="372849"/>
                  </a:moveTo>
                  <a:lnTo>
                    <a:pt x="372849" y="0"/>
                  </a:lnTo>
                  <a:lnTo>
                    <a:pt x="997993" y="0"/>
                  </a:lnTo>
                  <a:lnTo>
                    <a:pt x="997993" y="648672"/>
                  </a:lnTo>
                  <a:lnTo>
                    <a:pt x="625144" y="1021518"/>
                  </a:lnTo>
                  <a:lnTo>
                    <a:pt x="0" y="1021518"/>
                  </a:lnTo>
                  <a:lnTo>
                    <a:pt x="0" y="372849"/>
                  </a:lnTo>
                  <a:close/>
                </a:path>
                <a:path w="998220" h="1021714" extrusionOk="0">
                  <a:moveTo>
                    <a:pt x="0" y="372849"/>
                  </a:moveTo>
                  <a:lnTo>
                    <a:pt x="625144" y="372849"/>
                  </a:lnTo>
                  <a:lnTo>
                    <a:pt x="997993" y="0"/>
                  </a:lnTo>
                </a:path>
                <a:path w="998220" h="1021714" extrusionOk="0">
                  <a:moveTo>
                    <a:pt x="625144" y="372849"/>
                  </a:moveTo>
                  <a:lnTo>
                    <a:pt x="625144" y="1021518"/>
                  </a:lnTo>
                </a:path>
              </a:pathLst>
            </a:custGeom>
            <a:noFill/>
            <a:ln w="12675" cap="flat" cmpd="sng">
              <a:solidFill>
                <a:srgbClr val="2F528F"/>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grpSp>
        <p:nvGrpSpPr>
          <p:cNvPr id="718" name="Google Shape;718;p59"/>
          <p:cNvGrpSpPr/>
          <p:nvPr/>
        </p:nvGrpSpPr>
        <p:grpSpPr>
          <a:xfrm>
            <a:off x="7813674" y="1566684"/>
            <a:ext cx="1307274" cy="713244"/>
            <a:chOff x="7813674" y="1566684"/>
            <a:chExt cx="1307274" cy="713244"/>
          </a:xfrm>
        </p:grpSpPr>
        <p:sp>
          <p:nvSpPr>
            <p:cNvPr id="719" name="Google Shape;719;p59"/>
            <p:cNvSpPr/>
            <p:nvPr/>
          </p:nvSpPr>
          <p:spPr>
            <a:xfrm>
              <a:off x="7813674" y="1992909"/>
              <a:ext cx="302895" cy="287019"/>
            </a:xfrm>
            <a:custGeom>
              <a:avLst/>
              <a:gdLst/>
              <a:ahLst/>
              <a:cxnLst/>
              <a:rect l="l" t="t" r="r" b="b"/>
              <a:pathLst>
                <a:path w="302895" h="287019" extrusionOk="0">
                  <a:moveTo>
                    <a:pt x="302818" y="0"/>
                  </a:moveTo>
                  <a:lnTo>
                    <a:pt x="0" y="0"/>
                  </a:lnTo>
                  <a:lnTo>
                    <a:pt x="0" y="286791"/>
                  </a:lnTo>
                  <a:lnTo>
                    <a:pt x="302818" y="286791"/>
                  </a:lnTo>
                  <a:lnTo>
                    <a:pt x="302818" y="0"/>
                  </a:lnTo>
                  <a:close/>
                </a:path>
              </a:pathLst>
            </a:custGeom>
            <a:solidFill>
              <a:srgbClr val="4472C4"/>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720" name="Google Shape;720;p59"/>
            <p:cNvSpPr/>
            <p:nvPr/>
          </p:nvSpPr>
          <p:spPr>
            <a:xfrm>
              <a:off x="8116493" y="1566684"/>
              <a:ext cx="426720" cy="713105"/>
            </a:xfrm>
            <a:custGeom>
              <a:avLst/>
              <a:gdLst/>
              <a:ahLst/>
              <a:cxnLst/>
              <a:rect l="l" t="t" r="r" b="b"/>
              <a:pathLst>
                <a:path w="426720" h="713105" extrusionOk="0">
                  <a:moveTo>
                    <a:pt x="426224" y="0"/>
                  </a:moveTo>
                  <a:lnTo>
                    <a:pt x="0" y="426224"/>
                  </a:lnTo>
                  <a:lnTo>
                    <a:pt x="0" y="713016"/>
                  </a:lnTo>
                  <a:lnTo>
                    <a:pt x="426224" y="286791"/>
                  </a:lnTo>
                  <a:lnTo>
                    <a:pt x="426224" y="0"/>
                  </a:lnTo>
                  <a:close/>
                </a:path>
              </a:pathLst>
            </a:custGeom>
            <a:solidFill>
              <a:srgbClr val="375C9E"/>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721" name="Google Shape;721;p59"/>
            <p:cNvSpPr/>
            <p:nvPr/>
          </p:nvSpPr>
          <p:spPr>
            <a:xfrm>
              <a:off x="7813674" y="1566684"/>
              <a:ext cx="729615" cy="426719"/>
            </a:xfrm>
            <a:custGeom>
              <a:avLst/>
              <a:gdLst/>
              <a:ahLst/>
              <a:cxnLst/>
              <a:rect l="l" t="t" r="r" b="b"/>
              <a:pathLst>
                <a:path w="729615" h="426719" extrusionOk="0">
                  <a:moveTo>
                    <a:pt x="729043" y="0"/>
                  </a:moveTo>
                  <a:lnTo>
                    <a:pt x="426224" y="0"/>
                  </a:lnTo>
                  <a:lnTo>
                    <a:pt x="0" y="426224"/>
                  </a:lnTo>
                  <a:lnTo>
                    <a:pt x="302818" y="426224"/>
                  </a:lnTo>
                  <a:lnTo>
                    <a:pt x="729043" y="0"/>
                  </a:lnTo>
                  <a:close/>
                </a:path>
              </a:pathLst>
            </a:custGeom>
            <a:solidFill>
              <a:srgbClr val="698ED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722" name="Google Shape;722;p59"/>
            <p:cNvSpPr/>
            <p:nvPr/>
          </p:nvSpPr>
          <p:spPr>
            <a:xfrm>
              <a:off x="7813674" y="1566684"/>
              <a:ext cx="728979" cy="713105"/>
            </a:xfrm>
            <a:custGeom>
              <a:avLst/>
              <a:gdLst/>
              <a:ahLst/>
              <a:cxnLst/>
              <a:rect l="l" t="t" r="r" b="b"/>
              <a:pathLst>
                <a:path w="728979" h="713105" extrusionOk="0">
                  <a:moveTo>
                    <a:pt x="0" y="426006"/>
                  </a:moveTo>
                  <a:lnTo>
                    <a:pt x="426005" y="0"/>
                  </a:lnTo>
                  <a:lnTo>
                    <a:pt x="728667" y="0"/>
                  </a:lnTo>
                  <a:lnTo>
                    <a:pt x="728667" y="286640"/>
                  </a:lnTo>
                  <a:lnTo>
                    <a:pt x="302661" y="712647"/>
                  </a:lnTo>
                  <a:lnTo>
                    <a:pt x="0" y="712647"/>
                  </a:lnTo>
                  <a:lnTo>
                    <a:pt x="0" y="426006"/>
                  </a:lnTo>
                  <a:close/>
                </a:path>
                <a:path w="728979" h="713105" extrusionOk="0">
                  <a:moveTo>
                    <a:pt x="0" y="426006"/>
                  </a:moveTo>
                  <a:lnTo>
                    <a:pt x="302661" y="426006"/>
                  </a:lnTo>
                  <a:lnTo>
                    <a:pt x="728667" y="0"/>
                  </a:lnTo>
                </a:path>
                <a:path w="728979" h="713105" extrusionOk="0">
                  <a:moveTo>
                    <a:pt x="302661" y="426006"/>
                  </a:moveTo>
                  <a:lnTo>
                    <a:pt x="302661" y="712647"/>
                  </a:lnTo>
                </a:path>
              </a:pathLst>
            </a:custGeom>
            <a:noFill/>
            <a:ln w="12675" cap="flat" cmpd="sng">
              <a:solidFill>
                <a:srgbClr val="2F528F"/>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723" name="Google Shape;723;p59"/>
            <p:cNvSpPr/>
            <p:nvPr/>
          </p:nvSpPr>
          <p:spPr>
            <a:xfrm>
              <a:off x="8542464" y="1994077"/>
              <a:ext cx="578484" cy="127000"/>
            </a:xfrm>
            <a:custGeom>
              <a:avLst/>
              <a:gdLst/>
              <a:ahLst/>
              <a:cxnLst/>
              <a:rect l="l" t="t" r="r" b="b"/>
              <a:pathLst>
                <a:path w="578484" h="127000" extrusionOk="0">
                  <a:moveTo>
                    <a:pt x="452247" y="0"/>
                  </a:moveTo>
                  <a:lnTo>
                    <a:pt x="451243" y="50787"/>
                  </a:lnTo>
                  <a:lnTo>
                    <a:pt x="508" y="41846"/>
                  </a:lnTo>
                  <a:lnTo>
                    <a:pt x="0" y="67246"/>
                  </a:lnTo>
                  <a:lnTo>
                    <a:pt x="450735" y="76174"/>
                  </a:lnTo>
                  <a:lnTo>
                    <a:pt x="449732" y="126974"/>
                  </a:lnTo>
                  <a:lnTo>
                    <a:pt x="577964" y="66001"/>
                  </a:lnTo>
                  <a:lnTo>
                    <a:pt x="452247" y="0"/>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grpSp>
        <p:nvGrpSpPr>
          <p:cNvPr id="724" name="Google Shape;724;p59"/>
          <p:cNvGrpSpPr/>
          <p:nvPr/>
        </p:nvGrpSpPr>
        <p:grpSpPr>
          <a:xfrm>
            <a:off x="9311436" y="1580743"/>
            <a:ext cx="901129" cy="713536"/>
            <a:chOff x="9311436" y="1580743"/>
            <a:chExt cx="901129" cy="713536"/>
          </a:xfrm>
        </p:grpSpPr>
        <p:sp>
          <p:nvSpPr>
            <p:cNvPr id="725" name="Google Shape;725;p59"/>
            <p:cNvSpPr/>
            <p:nvPr/>
          </p:nvSpPr>
          <p:spPr>
            <a:xfrm>
              <a:off x="9311436" y="2177440"/>
              <a:ext cx="132715" cy="116839"/>
            </a:xfrm>
            <a:custGeom>
              <a:avLst/>
              <a:gdLst/>
              <a:ahLst/>
              <a:cxnLst/>
              <a:rect l="l" t="t" r="r" b="b"/>
              <a:pathLst>
                <a:path w="132715" h="116839" extrusionOk="0">
                  <a:moveTo>
                    <a:pt x="132333" y="0"/>
                  </a:moveTo>
                  <a:lnTo>
                    <a:pt x="0" y="0"/>
                  </a:lnTo>
                  <a:lnTo>
                    <a:pt x="0" y="116306"/>
                  </a:lnTo>
                  <a:lnTo>
                    <a:pt x="132333" y="116306"/>
                  </a:lnTo>
                  <a:lnTo>
                    <a:pt x="132333" y="0"/>
                  </a:lnTo>
                  <a:close/>
                </a:path>
              </a:pathLst>
            </a:custGeom>
            <a:solidFill>
              <a:srgbClr val="4472C4"/>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726" name="Google Shape;726;p59"/>
            <p:cNvSpPr/>
            <p:nvPr/>
          </p:nvSpPr>
          <p:spPr>
            <a:xfrm>
              <a:off x="9443770" y="1580743"/>
              <a:ext cx="596900" cy="713105"/>
            </a:xfrm>
            <a:custGeom>
              <a:avLst/>
              <a:gdLst/>
              <a:ahLst/>
              <a:cxnLst/>
              <a:rect l="l" t="t" r="r" b="b"/>
              <a:pathLst>
                <a:path w="596900" h="713105" extrusionOk="0">
                  <a:moveTo>
                    <a:pt x="596696" y="0"/>
                  </a:moveTo>
                  <a:lnTo>
                    <a:pt x="0" y="596696"/>
                  </a:lnTo>
                  <a:lnTo>
                    <a:pt x="0" y="713003"/>
                  </a:lnTo>
                  <a:lnTo>
                    <a:pt x="596696" y="116306"/>
                  </a:lnTo>
                  <a:lnTo>
                    <a:pt x="596696" y="0"/>
                  </a:lnTo>
                  <a:close/>
                </a:path>
              </a:pathLst>
            </a:custGeom>
            <a:solidFill>
              <a:srgbClr val="375C9E"/>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727" name="Google Shape;727;p59"/>
            <p:cNvSpPr/>
            <p:nvPr/>
          </p:nvSpPr>
          <p:spPr>
            <a:xfrm>
              <a:off x="9311436" y="1580743"/>
              <a:ext cx="729615" cy="596900"/>
            </a:xfrm>
            <a:custGeom>
              <a:avLst/>
              <a:gdLst/>
              <a:ahLst/>
              <a:cxnLst/>
              <a:rect l="l" t="t" r="r" b="b"/>
              <a:pathLst>
                <a:path w="729615" h="596900" extrusionOk="0">
                  <a:moveTo>
                    <a:pt x="729030" y="0"/>
                  </a:moveTo>
                  <a:lnTo>
                    <a:pt x="596696" y="0"/>
                  </a:lnTo>
                  <a:lnTo>
                    <a:pt x="0" y="596696"/>
                  </a:lnTo>
                  <a:lnTo>
                    <a:pt x="132334" y="596696"/>
                  </a:lnTo>
                  <a:lnTo>
                    <a:pt x="729030" y="0"/>
                  </a:lnTo>
                  <a:close/>
                </a:path>
              </a:pathLst>
            </a:custGeom>
            <a:solidFill>
              <a:srgbClr val="698ED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728" name="Google Shape;728;p59"/>
            <p:cNvSpPr/>
            <p:nvPr/>
          </p:nvSpPr>
          <p:spPr>
            <a:xfrm>
              <a:off x="9311436" y="1580743"/>
              <a:ext cx="728979" cy="713105"/>
            </a:xfrm>
            <a:custGeom>
              <a:avLst/>
              <a:gdLst/>
              <a:ahLst/>
              <a:cxnLst/>
              <a:rect l="l" t="t" r="r" b="b"/>
              <a:pathLst>
                <a:path w="728979" h="713105" extrusionOk="0">
                  <a:moveTo>
                    <a:pt x="0" y="596399"/>
                  </a:moveTo>
                  <a:lnTo>
                    <a:pt x="596399" y="0"/>
                  </a:lnTo>
                  <a:lnTo>
                    <a:pt x="728667" y="0"/>
                  </a:lnTo>
                  <a:lnTo>
                    <a:pt x="728667" y="116247"/>
                  </a:lnTo>
                  <a:lnTo>
                    <a:pt x="132267" y="712647"/>
                  </a:lnTo>
                  <a:lnTo>
                    <a:pt x="0" y="712647"/>
                  </a:lnTo>
                  <a:lnTo>
                    <a:pt x="0" y="596399"/>
                  </a:lnTo>
                  <a:close/>
                </a:path>
                <a:path w="728979" h="713105" extrusionOk="0">
                  <a:moveTo>
                    <a:pt x="0" y="596399"/>
                  </a:moveTo>
                  <a:lnTo>
                    <a:pt x="132267" y="596399"/>
                  </a:lnTo>
                  <a:lnTo>
                    <a:pt x="728667" y="0"/>
                  </a:lnTo>
                </a:path>
                <a:path w="728979" h="713105" extrusionOk="0">
                  <a:moveTo>
                    <a:pt x="132267" y="596399"/>
                  </a:moveTo>
                  <a:lnTo>
                    <a:pt x="132267" y="712647"/>
                  </a:lnTo>
                </a:path>
              </a:pathLst>
            </a:custGeom>
            <a:noFill/>
            <a:ln w="12675" cap="flat" cmpd="sng">
              <a:solidFill>
                <a:srgbClr val="2F528F"/>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729" name="Google Shape;729;p59"/>
            <p:cNvSpPr/>
            <p:nvPr/>
          </p:nvSpPr>
          <p:spPr>
            <a:xfrm>
              <a:off x="9781400" y="1996579"/>
              <a:ext cx="431165" cy="127000"/>
            </a:xfrm>
            <a:custGeom>
              <a:avLst/>
              <a:gdLst/>
              <a:ahLst/>
              <a:cxnLst/>
              <a:rect l="l" t="t" r="r" b="b"/>
              <a:pathLst>
                <a:path w="431165" h="127000" extrusionOk="0">
                  <a:moveTo>
                    <a:pt x="303568" y="0"/>
                  </a:moveTo>
                  <a:lnTo>
                    <a:pt x="303568" y="50800"/>
                  </a:lnTo>
                  <a:lnTo>
                    <a:pt x="0" y="50800"/>
                  </a:lnTo>
                  <a:lnTo>
                    <a:pt x="0" y="76200"/>
                  </a:lnTo>
                  <a:lnTo>
                    <a:pt x="303568" y="76200"/>
                  </a:lnTo>
                  <a:lnTo>
                    <a:pt x="303568" y="127000"/>
                  </a:lnTo>
                  <a:lnTo>
                    <a:pt x="430568" y="63500"/>
                  </a:lnTo>
                  <a:lnTo>
                    <a:pt x="303568" y="0"/>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sp>
        <p:nvSpPr>
          <p:cNvPr id="730" name="Google Shape;730;p59"/>
          <p:cNvSpPr/>
          <p:nvPr/>
        </p:nvSpPr>
        <p:spPr>
          <a:xfrm>
            <a:off x="10344225" y="1369758"/>
            <a:ext cx="274320" cy="274319"/>
          </a:xfrm>
          <a:custGeom>
            <a:avLst/>
            <a:gdLst/>
            <a:ahLst/>
            <a:cxnLst/>
            <a:rect l="l" t="t" r="r" b="b"/>
            <a:pathLst>
              <a:path w="274320" h="274319" extrusionOk="0">
                <a:moveTo>
                  <a:pt x="0" y="137090"/>
                </a:moveTo>
                <a:lnTo>
                  <a:pt x="6988" y="93758"/>
                </a:lnTo>
                <a:lnTo>
                  <a:pt x="26450" y="56126"/>
                </a:lnTo>
                <a:lnTo>
                  <a:pt x="56126" y="26450"/>
                </a:lnTo>
                <a:lnTo>
                  <a:pt x="93758" y="6988"/>
                </a:lnTo>
                <a:lnTo>
                  <a:pt x="137090" y="0"/>
                </a:lnTo>
                <a:lnTo>
                  <a:pt x="180420" y="6988"/>
                </a:lnTo>
                <a:lnTo>
                  <a:pt x="218053" y="26450"/>
                </a:lnTo>
                <a:lnTo>
                  <a:pt x="247729" y="56126"/>
                </a:lnTo>
                <a:lnTo>
                  <a:pt x="267191" y="93758"/>
                </a:lnTo>
                <a:lnTo>
                  <a:pt x="274180" y="137090"/>
                </a:lnTo>
                <a:lnTo>
                  <a:pt x="267191" y="180420"/>
                </a:lnTo>
                <a:lnTo>
                  <a:pt x="247729" y="218053"/>
                </a:lnTo>
                <a:lnTo>
                  <a:pt x="218053" y="247729"/>
                </a:lnTo>
                <a:lnTo>
                  <a:pt x="180420" y="267191"/>
                </a:lnTo>
                <a:lnTo>
                  <a:pt x="137090" y="274180"/>
                </a:lnTo>
                <a:lnTo>
                  <a:pt x="93758" y="267191"/>
                </a:lnTo>
                <a:lnTo>
                  <a:pt x="56126" y="247729"/>
                </a:lnTo>
                <a:lnTo>
                  <a:pt x="26450" y="218053"/>
                </a:lnTo>
                <a:lnTo>
                  <a:pt x="6988" y="180420"/>
                </a:lnTo>
                <a:lnTo>
                  <a:pt x="0" y="137090"/>
                </a:lnTo>
                <a:close/>
              </a:path>
            </a:pathLst>
          </a:custGeom>
          <a:noFill/>
          <a:ln w="1267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731" name="Google Shape;731;p59"/>
          <p:cNvSpPr/>
          <p:nvPr/>
        </p:nvSpPr>
        <p:spPr>
          <a:xfrm>
            <a:off x="10344225" y="1713839"/>
            <a:ext cx="274320" cy="274319"/>
          </a:xfrm>
          <a:custGeom>
            <a:avLst/>
            <a:gdLst/>
            <a:ahLst/>
            <a:cxnLst/>
            <a:rect l="l" t="t" r="r" b="b"/>
            <a:pathLst>
              <a:path w="274320" h="274319" extrusionOk="0">
                <a:moveTo>
                  <a:pt x="0" y="137090"/>
                </a:moveTo>
                <a:lnTo>
                  <a:pt x="6988" y="93758"/>
                </a:lnTo>
                <a:lnTo>
                  <a:pt x="26450" y="56126"/>
                </a:lnTo>
                <a:lnTo>
                  <a:pt x="56126" y="26450"/>
                </a:lnTo>
                <a:lnTo>
                  <a:pt x="93758" y="6988"/>
                </a:lnTo>
                <a:lnTo>
                  <a:pt x="137090" y="0"/>
                </a:lnTo>
                <a:lnTo>
                  <a:pt x="180420" y="6988"/>
                </a:lnTo>
                <a:lnTo>
                  <a:pt x="218053" y="26450"/>
                </a:lnTo>
                <a:lnTo>
                  <a:pt x="247729" y="56126"/>
                </a:lnTo>
                <a:lnTo>
                  <a:pt x="267191" y="93758"/>
                </a:lnTo>
                <a:lnTo>
                  <a:pt x="274180" y="137090"/>
                </a:lnTo>
                <a:lnTo>
                  <a:pt x="267191" y="180420"/>
                </a:lnTo>
                <a:lnTo>
                  <a:pt x="247729" y="218053"/>
                </a:lnTo>
                <a:lnTo>
                  <a:pt x="218053" y="247729"/>
                </a:lnTo>
                <a:lnTo>
                  <a:pt x="180420" y="267191"/>
                </a:lnTo>
                <a:lnTo>
                  <a:pt x="137090" y="274180"/>
                </a:lnTo>
                <a:lnTo>
                  <a:pt x="93758" y="267191"/>
                </a:lnTo>
                <a:lnTo>
                  <a:pt x="56126" y="247729"/>
                </a:lnTo>
                <a:lnTo>
                  <a:pt x="26450" y="218053"/>
                </a:lnTo>
                <a:lnTo>
                  <a:pt x="6988" y="180420"/>
                </a:lnTo>
                <a:lnTo>
                  <a:pt x="0" y="137090"/>
                </a:lnTo>
                <a:close/>
              </a:path>
            </a:pathLst>
          </a:custGeom>
          <a:noFill/>
          <a:ln w="1267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732" name="Google Shape;732;p59"/>
          <p:cNvSpPr/>
          <p:nvPr/>
        </p:nvSpPr>
        <p:spPr>
          <a:xfrm>
            <a:off x="10344225" y="2294140"/>
            <a:ext cx="274320" cy="274319"/>
          </a:xfrm>
          <a:custGeom>
            <a:avLst/>
            <a:gdLst/>
            <a:ahLst/>
            <a:cxnLst/>
            <a:rect l="l" t="t" r="r" b="b"/>
            <a:pathLst>
              <a:path w="274320" h="274319" extrusionOk="0">
                <a:moveTo>
                  <a:pt x="0" y="137090"/>
                </a:moveTo>
                <a:lnTo>
                  <a:pt x="6988" y="93758"/>
                </a:lnTo>
                <a:lnTo>
                  <a:pt x="26450" y="56126"/>
                </a:lnTo>
                <a:lnTo>
                  <a:pt x="56126" y="26450"/>
                </a:lnTo>
                <a:lnTo>
                  <a:pt x="93758" y="6988"/>
                </a:lnTo>
                <a:lnTo>
                  <a:pt x="137090" y="0"/>
                </a:lnTo>
                <a:lnTo>
                  <a:pt x="180420" y="6988"/>
                </a:lnTo>
                <a:lnTo>
                  <a:pt x="218053" y="26450"/>
                </a:lnTo>
                <a:lnTo>
                  <a:pt x="247729" y="56126"/>
                </a:lnTo>
                <a:lnTo>
                  <a:pt x="267191" y="93758"/>
                </a:lnTo>
                <a:lnTo>
                  <a:pt x="274180" y="137090"/>
                </a:lnTo>
                <a:lnTo>
                  <a:pt x="267191" y="180420"/>
                </a:lnTo>
                <a:lnTo>
                  <a:pt x="247729" y="218053"/>
                </a:lnTo>
                <a:lnTo>
                  <a:pt x="218053" y="247729"/>
                </a:lnTo>
                <a:lnTo>
                  <a:pt x="180420" y="267191"/>
                </a:lnTo>
                <a:lnTo>
                  <a:pt x="137090" y="274180"/>
                </a:lnTo>
                <a:lnTo>
                  <a:pt x="93758" y="267191"/>
                </a:lnTo>
                <a:lnTo>
                  <a:pt x="56126" y="247729"/>
                </a:lnTo>
                <a:lnTo>
                  <a:pt x="26450" y="218053"/>
                </a:lnTo>
                <a:lnTo>
                  <a:pt x="6988" y="180420"/>
                </a:lnTo>
                <a:lnTo>
                  <a:pt x="0" y="137090"/>
                </a:lnTo>
                <a:close/>
              </a:path>
            </a:pathLst>
          </a:custGeom>
          <a:noFill/>
          <a:ln w="1267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733" name="Google Shape;733;p59"/>
          <p:cNvSpPr txBox="1"/>
          <p:nvPr/>
        </p:nvSpPr>
        <p:spPr>
          <a:xfrm>
            <a:off x="10309936" y="1345488"/>
            <a:ext cx="342900" cy="971700"/>
          </a:xfrm>
          <a:prstGeom prst="rect">
            <a:avLst/>
          </a:prstGeom>
          <a:noFill/>
          <a:ln w="12675" cap="flat" cmpd="sng">
            <a:solidFill>
              <a:srgbClr val="000000"/>
            </a:solidFill>
            <a:prstDash val="solid"/>
            <a:round/>
            <a:headEnd type="none" w="sm" len="sm"/>
            <a:tailEnd type="none" w="sm" len="sm"/>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2100"/>
              <a:buFont typeface="Arial"/>
              <a:buNone/>
            </a:pPr>
            <a:endParaRPr sz="2100" b="0" i="0" u="none" strike="noStrike" cap="none">
              <a:solidFill>
                <a:srgbClr val="000000"/>
              </a:solidFill>
              <a:latin typeface="Times New Roman"/>
              <a:ea typeface="Times New Roman"/>
              <a:cs typeface="Times New Roman"/>
              <a:sym typeface="Times New Roman"/>
            </a:endParaRPr>
          </a:p>
          <a:p>
            <a:pPr marL="0" marR="0" lvl="0" indent="0" algn="l" rtl="0">
              <a:lnSpc>
                <a:spcPct val="100000"/>
              </a:lnSpc>
              <a:spcBef>
                <a:spcPts val="10"/>
              </a:spcBef>
              <a:spcAft>
                <a:spcPts val="0"/>
              </a:spcAft>
              <a:buClr>
                <a:srgbClr val="000000"/>
              </a:buClr>
              <a:buSzPts val="2400"/>
              <a:buFont typeface="Arial"/>
              <a:buNone/>
            </a:pPr>
            <a:endParaRPr sz="2400" b="0" i="0" u="none" strike="noStrike" cap="none">
              <a:solidFill>
                <a:srgbClr val="000000"/>
              </a:solidFill>
              <a:latin typeface="Times New Roman"/>
              <a:ea typeface="Times New Roman"/>
              <a:cs typeface="Times New Roman"/>
              <a:sym typeface="Times New Roman"/>
            </a:endParaRPr>
          </a:p>
          <a:p>
            <a:pPr marL="0" marR="0" lvl="0" indent="0" algn="ctr" rtl="0">
              <a:lnSpc>
                <a:spcPct val="100000"/>
              </a:lnSpc>
              <a:spcBef>
                <a:spcPts val="5"/>
              </a:spcBef>
              <a:spcAft>
                <a:spcPts val="0"/>
              </a:spcAft>
              <a:buClr>
                <a:srgbClr val="000000"/>
              </a:buClr>
              <a:buSzPts val="1800"/>
              <a:buFont typeface="Arial"/>
              <a:buNone/>
            </a:pPr>
            <a:r>
              <a:rPr lang="en-US" sz="1800" b="0" i="0" u="none" strike="noStrike" cap="none">
                <a:solidFill>
                  <a:srgbClr val="000000"/>
                </a:solidFill>
                <a:latin typeface="Cambria Math"/>
                <a:ea typeface="Cambria Math"/>
                <a:cs typeface="Cambria Math"/>
                <a:sym typeface="Cambria Math"/>
              </a:rPr>
              <a:t>⋮</a:t>
            </a:r>
            <a:endParaRPr sz="1800" b="0" i="0" u="none" strike="noStrike" cap="none">
              <a:solidFill>
                <a:srgbClr val="000000"/>
              </a:solidFill>
              <a:latin typeface="Cambria Math"/>
              <a:ea typeface="Cambria Math"/>
              <a:cs typeface="Cambria Math"/>
              <a:sym typeface="Cambria Math"/>
            </a:endParaRPr>
          </a:p>
        </p:txBody>
      </p:sp>
      <p:sp>
        <p:nvSpPr>
          <p:cNvPr id="734" name="Google Shape;734;p59"/>
          <p:cNvSpPr txBox="1"/>
          <p:nvPr/>
        </p:nvSpPr>
        <p:spPr>
          <a:xfrm>
            <a:off x="11427612" y="1775307"/>
            <a:ext cx="243900" cy="99780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3200"/>
              <a:buFont typeface="Arial"/>
              <a:buNone/>
            </a:pPr>
            <a:r>
              <a:rPr lang="en-US" sz="3200" b="0" i="0" u="none" strike="noStrike" cap="none">
                <a:solidFill>
                  <a:srgbClr val="000000"/>
                </a:solidFill>
                <a:latin typeface="Cambria Math"/>
                <a:ea typeface="Cambria Math"/>
                <a:cs typeface="Cambria Math"/>
                <a:sym typeface="Cambria Math"/>
              </a:rPr>
              <a:t>"#</a:t>
            </a:r>
            <a:endParaRPr sz="3200" b="0" i="0" u="none" strike="noStrike" cap="none">
              <a:solidFill>
                <a:srgbClr val="000000"/>
              </a:solidFill>
              <a:latin typeface="Cambria Math"/>
              <a:ea typeface="Cambria Math"/>
              <a:cs typeface="Cambria Math"/>
              <a:sym typeface="Cambria Math"/>
            </a:endParaRPr>
          </a:p>
        </p:txBody>
      </p:sp>
      <p:sp>
        <p:nvSpPr>
          <p:cNvPr id="735" name="Google Shape;735;p59"/>
          <p:cNvSpPr/>
          <p:nvPr/>
        </p:nvSpPr>
        <p:spPr>
          <a:xfrm>
            <a:off x="1698167" y="1996579"/>
            <a:ext cx="375285" cy="127000"/>
          </a:xfrm>
          <a:custGeom>
            <a:avLst/>
            <a:gdLst/>
            <a:ahLst/>
            <a:cxnLst/>
            <a:rect l="l" t="t" r="r" b="b"/>
            <a:pathLst>
              <a:path w="375285" h="127000" extrusionOk="0">
                <a:moveTo>
                  <a:pt x="248259" y="0"/>
                </a:moveTo>
                <a:lnTo>
                  <a:pt x="248259" y="50800"/>
                </a:lnTo>
                <a:lnTo>
                  <a:pt x="0" y="50800"/>
                </a:lnTo>
                <a:lnTo>
                  <a:pt x="0" y="76200"/>
                </a:lnTo>
                <a:lnTo>
                  <a:pt x="248259" y="76200"/>
                </a:lnTo>
                <a:lnTo>
                  <a:pt x="248259" y="127000"/>
                </a:lnTo>
                <a:lnTo>
                  <a:pt x="375259" y="63500"/>
                </a:lnTo>
                <a:lnTo>
                  <a:pt x="248259" y="0"/>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736" name="Google Shape;736;p59"/>
          <p:cNvSpPr/>
          <p:nvPr/>
        </p:nvSpPr>
        <p:spPr>
          <a:xfrm>
            <a:off x="3920642" y="1996579"/>
            <a:ext cx="535304" cy="127000"/>
          </a:xfrm>
          <a:custGeom>
            <a:avLst/>
            <a:gdLst/>
            <a:ahLst/>
            <a:cxnLst/>
            <a:rect l="l" t="t" r="r" b="b"/>
            <a:pathLst>
              <a:path w="535304" h="127000" extrusionOk="0">
                <a:moveTo>
                  <a:pt x="408012" y="0"/>
                </a:moveTo>
                <a:lnTo>
                  <a:pt x="408012" y="50800"/>
                </a:lnTo>
                <a:lnTo>
                  <a:pt x="0" y="50800"/>
                </a:lnTo>
                <a:lnTo>
                  <a:pt x="0" y="76200"/>
                </a:lnTo>
                <a:lnTo>
                  <a:pt x="408012" y="76200"/>
                </a:lnTo>
                <a:lnTo>
                  <a:pt x="408012" y="127000"/>
                </a:lnTo>
                <a:lnTo>
                  <a:pt x="535012" y="63500"/>
                </a:lnTo>
                <a:lnTo>
                  <a:pt x="408012" y="0"/>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737" name="Google Shape;737;p59"/>
          <p:cNvSpPr/>
          <p:nvPr/>
        </p:nvSpPr>
        <p:spPr>
          <a:xfrm>
            <a:off x="5616384" y="1953831"/>
            <a:ext cx="430529" cy="127000"/>
          </a:xfrm>
          <a:custGeom>
            <a:avLst/>
            <a:gdLst/>
            <a:ahLst/>
            <a:cxnLst/>
            <a:rect l="l" t="t" r="r" b="b"/>
            <a:pathLst>
              <a:path w="430529" h="127000" extrusionOk="0">
                <a:moveTo>
                  <a:pt x="302971" y="0"/>
                </a:moveTo>
                <a:lnTo>
                  <a:pt x="303047" y="50800"/>
                </a:lnTo>
                <a:lnTo>
                  <a:pt x="0" y="51269"/>
                </a:lnTo>
                <a:lnTo>
                  <a:pt x="38" y="76669"/>
                </a:lnTo>
                <a:lnTo>
                  <a:pt x="303085" y="76200"/>
                </a:lnTo>
                <a:lnTo>
                  <a:pt x="303174" y="127000"/>
                </a:lnTo>
                <a:lnTo>
                  <a:pt x="430072" y="63309"/>
                </a:lnTo>
                <a:lnTo>
                  <a:pt x="302971" y="0"/>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738" name="Google Shape;738;p59"/>
          <p:cNvSpPr/>
          <p:nvPr/>
        </p:nvSpPr>
        <p:spPr>
          <a:xfrm>
            <a:off x="7314374" y="1964918"/>
            <a:ext cx="387984" cy="127000"/>
          </a:xfrm>
          <a:custGeom>
            <a:avLst/>
            <a:gdLst/>
            <a:ahLst/>
            <a:cxnLst/>
            <a:rect l="l" t="t" r="r" b="b"/>
            <a:pathLst>
              <a:path w="387984" h="127000" extrusionOk="0">
                <a:moveTo>
                  <a:pt x="260210" y="0"/>
                </a:moveTo>
                <a:lnTo>
                  <a:pt x="260400" y="50800"/>
                </a:lnTo>
                <a:lnTo>
                  <a:pt x="0" y="51828"/>
                </a:lnTo>
                <a:lnTo>
                  <a:pt x="101" y="77228"/>
                </a:lnTo>
                <a:lnTo>
                  <a:pt x="260502" y="76200"/>
                </a:lnTo>
                <a:lnTo>
                  <a:pt x="260705" y="127000"/>
                </a:lnTo>
                <a:lnTo>
                  <a:pt x="387451" y="63004"/>
                </a:lnTo>
                <a:lnTo>
                  <a:pt x="260210" y="0"/>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739" name="Google Shape;739;p59"/>
          <p:cNvSpPr/>
          <p:nvPr/>
        </p:nvSpPr>
        <p:spPr>
          <a:xfrm>
            <a:off x="10737697" y="1996579"/>
            <a:ext cx="563245" cy="127000"/>
          </a:xfrm>
          <a:custGeom>
            <a:avLst/>
            <a:gdLst/>
            <a:ahLst/>
            <a:cxnLst/>
            <a:rect l="l" t="t" r="r" b="b"/>
            <a:pathLst>
              <a:path w="563245" h="127000" extrusionOk="0">
                <a:moveTo>
                  <a:pt x="436041" y="0"/>
                </a:moveTo>
                <a:lnTo>
                  <a:pt x="436041" y="50800"/>
                </a:lnTo>
                <a:lnTo>
                  <a:pt x="0" y="50800"/>
                </a:lnTo>
                <a:lnTo>
                  <a:pt x="0" y="76200"/>
                </a:lnTo>
                <a:lnTo>
                  <a:pt x="436041" y="76200"/>
                </a:lnTo>
                <a:lnTo>
                  <a:pt x="436041" y="127000"/>
                </a:lnTo>
                <a:lnTo>
                  <a:pt x="563041" y="63500"/>
                </a:lnTo>
                <a:lnTo>
                  <a:pt x="436041" y="0"/>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740" name="Google Shape;740;p59"/>
          <p:cNvSpPr txBox="1"/>
          <p:nvPr/>
        </p:nvSpPr>
        <p:spPr>
          <a:xfrm>
            <a:off x="582185" y="3090202"/>
            <a:ext cx="10481400" cy="87990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2800"/>
              <a:buFont typeface="Arial"/>
              <a:buNone/>
            </a:pPr>
            <a:r>
              <a:rPr lang="en-US" sz="2800" b="0" i="0" u="none" strike="noStrike" cap="none" dirty="0">
                <a:solidFill>
                  <a:srgbClr val="000000"/>
                </a:solidFill>
                <a:latin typeface="Cambria"/>
                <a:ea typeface="Cambria"/>
                <a:cs typeface="Cambria"/>
                <a:sym typeface="Cambria"/>
              </a:rPr>
              <a:t>Say you are using layer </a:t>
            </a:r>
            <a:r>
              <a:rPr lang="en-US" sz="2800" dirty="0">
                <a:latin typeface="Cambria Math"/>
                <a:ea typeface="Cambria Math"/>
                <a:cs typeface="Cambria"/>
                <a:sym typeface="Cambria Math"/>
              </a:rPr>
              <a:t>l</a:t>
            </a:r>
            <a:r>
              <a:rPr lang="en-US" sz="2800" b="0" i="0" u="none" strike="noStrike" cap="none" dirty="0" smtClean="0">
                <a:solidFill>
                  <a:srgbClr val="000000"/>
                </a:solidFill>
                <a:latin typeface="Cambria"/>
                <a:ea typeface="Cambria"/>
                <a:cs typeface="Cambria"/>
                <a:sym typeface="Cambria"/>
              </a:rPr>
              <a:t>’s </a:t>
            </a:r>
            <a:r>
              <a:rPr lang="en-US" sz="2800" b="0" i="0" u="none" strike="noStrike" cap="none" dirty="0">
                <a:solidFill>
                  <a:srgbClr val="000000"/>
                </a:solidFill>
                <a:latin typeface="Cambria"/>
                <a:ea typeface="Cambria"/>
                <a:cs typeface="Cambria"/>
                <a:sym typeface="Cambria"/>
              </a:rPr>
              <a:t>activation to measure “style.”</a:t>
            </a:r>
            <a:endParaRPr sz="2800" b="0" i="0" u="none" strike="noStrike" cap="none" dirty="0">
              <a:solidFill>
                <a:srgbClr val="000000"/>
              </a:solidFill>
              <a:latin typeface="Cambria"/>
              <a:ea typeface="Cambria"/>
              <a:cs typeface="Cambria"/>
              <a:sym typeface="Cambria"/>
            </a:endParaRPr>
          </a:p>
          <a:p>
            <a:pPr marL="12700" marR="0" lvl="0" indent="0" algn="l" rtl="0">
              <a:lnSpc>
                <a:spcPct val="100000"/>
              </a:lnSpc>
              <a:spcBef>
                <a:spcPts val="40"/>
              </a:spcBef>
              <a:spcAft>
                <a:spcPts val="0"/>
              </a:spcAft>
              <a:buClr>
                <a:srgbClr val="000000"/>
              </a:buClr>
              <a:buSzPts val="2800"/>
              <a:buFont typeface="Arial"/>
              <a:buNone/>
            </a:pPr>
            <a:r>
              <a:rPr lang="en-US" sz="2800" b="0" i="0" u="none" strike="noStrike" cap="none" dirty="0">
                <a:solidFill>
                  <a:srgbClr val="000000"/>
                </a:solidFill>
                <a:latin typeface="Cambria"/>
                <a:ea typeface="Cambria"/>
                <a:cs typeface="Cambria"/>
                <a:sym typeface="Cambria"/>
              </a:rPr>
              <a:t>Define style as correlation between activations across channels.</a:t>
            </a:r>
            <a:endParaRPr sz="2800" b="0" i="0" u="none" strike="noStrike" cap="none" dirty="0">
              <a:solidFill>
                <a:srgbClr val="000000"/>
              </a:solidFill>
              <a:latin typeface="Cambria"/>
              <a:ea typeface="Cambria"/>
              <a:cs typeface="Cambria"/>
              <a:sym typeface="Cambria"/>
            </a:endParaRPr>
          </a:p>
        </p:txBody>
      </p:sp>
      <p:sp>
        <p:nvSpPr>
          <p:cNvPr id="741" name="Google Shape;741;p59"/>
          <p:cNvSpPr txBox="1"/>
          <p:nvPr/>
        </p:nvSpPr>
        <p:spPr>
          <a:xfrm>
            <a:off x="4345856" y="4764722"/>
            <a:ext cx="5702400" cy="972300"/>
          </a:xfrm>
          <a:prstGeom prst="rect">
            <a:avLst/>
          </a:prstGeom>
          <a:noFill/>
          <a:ln>
            <a:noFill/>
          </a:ln>
        </p:spPr>
        <p:txBody>
          <a:bodyPr spcFirstLastPara="1" wrap="square" lIns="0" tIns="33000" rIns="0" bIns="0" anchor="t" anchorCtr="0">
            <a:spAutoFit/>
          </a:bodyPr>
          <a:lstStyle/>
          <a:p>
            <a:pPr marL="12700" marR="5080" lvl="0" indent="0" algn="l" rtl="0">
              <a:lnSpc>
                <a:spcPct val="117857"/>
              </a:lnSpc>
              <a:spcBef>
                <a:spcPts val="0"/>
              </a:spcBef>
              <a:spcAft>
                <a:spcPts val="0"/>
              </a:spcAft>
              <a:buClr>
                <a:srgbClr val="000000"/>
              </a:buClr>
              <a:buSzPts val="2800"/>
              <a:buFont typeface="Arial"/>
              <a:buNone/>
            </a:pPr>
            <a:r>
              <a:rPr lang="en-US" sz="2800" b="0" i="0" u="none" strike="noStrike" cap="none">
                <a:solidFill>
                  <a:srgbClr val="000000"/>
                </a:solidFill>
                <a:latin typeface="Cambria"/>
                <a:ea typeface="Cambria"/>
                <a:cs typeface="Cambria"/>
                <a:sym typeface="Cambria"/>
              </a:rPr>
              <a:t>How correlated are the activations across different channels?</a:t>
            </a:r>
            <a:endParaRPr sz="2800" b="0" i="0" u="none" strike="noStrike" cap="none">
              <a:solidFill>
                <a:srgbClr val="000000"/>
              </a:solidFill>
              <a:latin typeface="Cambria"/>
              <a:ea typeface="Cambria"/>
              <a:cs typeface="Cambria"/>
              <a:sym typeface="Cambria"/>
            </a:endParaRPr>
          </a:p>
        </p:txBody>
      </p:sp>
      <p:grpSp>
        <p:nvGrpSpPr>
          <p:cNvPr id="742" name="Google Shape;742;p59"/>
          <p:cNvGrpSpPr/>
          <p:nvPr/>
        </p:nvGrpSpPr>
        <p:grpSpPr>
          <a:xfrm>
            <a:off x="1196009" y="4532871"/>
            <a:ext cx="1250924" cy="1305382"/>
            <a:chOff x="1196009" y="4532871"/>
            <a:chExt cx="1250924" cy="1305382"/>
          </a:xfrm>
        </p:grpSpPr>
        <p:sp>
          <p:nvSpPr>
            <p:cNvPr id="743" name="Google Shape;743;p59"/>
            <p:cNvSpPr/>
            <p:nvPr/>
          </p:nvSpPr>
          <p:spPr>
            <a:xfrm>
              <a:off x="1196009" y="4999418"/>
              <a:ext cx="779144" cy="838835"/>
            </a:xfrm>
            <a:custGeom>
              <a:avLst/>
              <a:gdLst/>
              <a:ahLst/>
              <a:cxnLst/>
              <a:rect l="l" t="t" r="r" b="b"/>
              <a:pathLst>
                <a:path w="779144" h="838835" extrusionOk="0">
                  <a:moveTo>
                    <a:pt x="778662" y="0"/>
                  </a:moveTo>
                  <a:lnTo>
                    <a:pt x="0" y="0"/>
                  </a:lnTo>
                  <a:lnTo>
                    <a:pt x="0" y="838466"/>
                  </a:lnTo>
                  <a:lnTo>
                    <a:pt x="778662" y="838466"/>
                  </a:lnTo>
                  <a:lnTo>
                    <a:pt x="778662" y="0"/>
                  </a:lnTo>
                  <a:close/>
                </a:path>
              </a:pathLst>
            </a:custGeom>
            <a:solidFill>
              <a:srgbClr val="4472C4"/>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744" name="Google Shape;744;p59"/>
            <p:cNvSpPr/>
            <p:nvPr/>
          </p:nvSpPr>
          <p:spPr>
            <a:xfrm>
              <a:off x="1974672" y="4535004"/>
              <a:ext cx="464819" cy="1303020"/>
            </a:xfrm>
            <a:custGeom>
              <a:avLst/>
              <a:gdLst/>
              <a:ahLst/>
              <a:cxnLst/>
              <a:rect l="l" t="t" r="r" b="b"/>
              <a:pathLst>
                <a:path w="464819" h="1303020" extrusionOk="0">
                  <a:moveTo>
                    <a:pt x="464413" y="0"/>
                  </a:moveTo>
                  <a:lnTo>
                    <a:pt x="0" y="464413"/>
                  </a:lnTo>
                  <a:lnTo>
                    <a:pt x="0" y="1302880"/>
                  </a:lnTo>
                  <a:lnTo>
                    <a:pt x="464413" y="838466"/>
                  </a:lnTo>
                  <a:lnTo>
                    <a:pt x="464413" y="0"/>
                  </a:lnTo>
                  <a:close/>
                </a:path>
              </a:pathLst>
            </a:custGeom>
            <a:solidFill>
              <a:srgbClr val="375C9E"/>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745" name="Google Shape;745;p59"/>
            <p:cNvSpPr/>
            <p:nvPr/>
          </p:nvSpPr>
          <p:spPr>
            <a:xfrm>
              <a:off x="1196016" y="4535004"/>
              <a:ext cx="1243330" cy="464820"/>
            </a:xfrm>
            <a:custGeom>
              <a:avLst/>
              <a:gdLst/>
              <a:ahLst/>
              <a:cxnLst/>
              <a:rect l="l" t="t" r="r" b="b"/>
              <a:pathLst>
                <a:path w="1243330" h="464820" extrusionOk="0">
                  <a:moveTo>
                    <a:pt x="1243076" y="0"/>
                  </a:moveTo>
                  <a:lnTo>
                    <a:pt x="464413" y="0"/>
                  </a:lnTo>
                  <a:lnTo>
                    <a:pt x="0" y="464413"/>
                  </a:lnTo>
                  <a:lnTo>
                    <a:pt x="778649" y="464413"/>
                  </a:lnTo>
                  <a:lnTo>
                    <a:pt x="1243076" y="0"/>
                  </a:lnTo>
                  <a:close/>
                </a:path>
              </a:pathLst>
            </a:custGeom>
            <a:solidFill>
              <a:srgbClr val="698ED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746" name="Google Shape;746;p59"/>
            <p:cNvSpPr/>
            <p:nvPr/>
          </p:nvSpPr>
          <p:spPr>
            <a:xfrm>
              <a:off x="1196016" y="4535004"/>
              <a:ext cx="1242695" cy="1302385"/>
            </a:xfrm>
            <a:custGeom>
              <a:avLst/>
              <a:gdLst/>
              <a:ahLst/>
              <a:cxnLst/>
              <a:rect l="l" t="t" r="r" b="b"/>
              <a:pathLst>
                <a:path w="1242695" h="1302385" extrusionOk="0">
                  <a:moveTo>
                    <a:pt x="0" y="464175"/>
                  </a:moveTo>
                  <a:lnTo>
                    <a:pt x="464175" y="0"/>
                  </a:lnTo>
                  <a:lnTo>
                    <a:pt x="1242436" y="0"/>
                  </a:lnTo>
                  <a:lnTo>
                    <a:pt x="1242436" y="838037"/>
                  </a:lnTo>
                  <a:lnTo>
                    <a:pt x="778264" y="1302215"/>
                  </a:lnTo>
                  <a:lnTo>
                    <a:pt x="0" y="1302215"/>
                  </a:lnTo>
                  <a:lnTo>
                    <a:pt x="0" y="464175"/>
                  </a:lnTo>
                  <a:close/>
                </a:path>
                <a:path w="1242695" h="1302385" extrusionOk="0">
                  <a:moveTo>
                    <a:pt x="0" y="464175"/>
                  </a:moveTo>
                  <a:lnTo>
                    <a:pt x="778264" y="464175"/>
                  </a:lnTo>
                  <a:lnTo>
                    <a:pt x="1242436" y="0"/>
                  </a:lnTo>
                </a:path>
              </a:pathLst>
            </a:custGeom>
            <a:noFill/>
            <a:ln w="12675" cap="flat" cmpd="sng">
              <a:solidFill>
                <a:srgbClr val="2F528F"/>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747" name="Google Shape;747;p59"/>
            <p:cNvSpPr/>
            <p:nvPr/>
          </p:nvSpPr>
          <p:spPr>
            <a:xfrm>
              <a:off x="1974281" y="5514073"/>
              <a:ext cx="0" cy="323214"/>
            </a:xfrm>
            <a:custGeom>
              <a:avLst/>
              <a:gdLst/>
              <a:ahLst/>
              <a:cxnLst/>
              <a:rect l="l" t="t" r="r" b="b"/>
              <a:pathLst>
                <a:path w="120000" h="323214" extrusionOk="0">
                  <a:moveTo>
                    <a:pt x="0" y="0"/>
                  </a:moveTo>
                  <a:lnTo>
                    <a:pt x="0" y="323147"/>
                  </a:lnTo>
                </a:path>
              </a:pathLst>
            </a:custGeom>
            <a:noFill/>
            <a:ln w="12675" cap="flat" cmpd="sng">
              <a:solidFill>
                <a:srgbClr val="2F528F"/>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748" name="Google Shape;748;p59"/>
            <p:cNvSpPr/>
            <p:nvPr/>
          </p:nvSpPr>
          <p:spPr>
            <a:xfrm>
              <a:off x="1459725" y="4729670"/>
              <a:ext cx="820419" cy="784860"/>
            </a:xfrm>
            <a:custGeom>
              <a:avLst/>
              <a:gdLst/>
              <a:ahLst/>
              <a:cxnLst/>
              <a:rect l="l" t="t" r="r" b="b"/>
              <a:pathLst>
                <a:path w="820419" h="784860" extrusionOk="0">
                  <a:moveTo>
                    <a:pt x="820318" y="0"/>
                  </a:moveTo>
                  <a:lnTo>
                    <a:pt x="0" y="0"/>
                  </a:lnTo>
                  <a:lnTo>
                    <a:pt x="0" y="286943"/>
                  </a:lnTo>
                  <a:lnTo>
                    <a:pt x="0" y="784402"/>
                  </a:lnTo>
                  <a:lnTo>
                    <a:pt x="820318" y="784402"/>
                  </a:lnTo>
                  <a:lnTo>
                    <a:pt x="820318" y="286943"/>
                  </a:lnTo>
                  <a:lnTo>
                    <a:pt x="820318" y="0"/>
                  </a:lnTo>
                  <a:close/>
                </a:path>
              </a:pathLst>
            </a:custGeom>
            <a:solidFill>
              <a:srgbClr val="00B050">
                <a:alpha val="80000"/>
              </a:srgbClr>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749" name="Google Shape;749;p59"/>
            <p:cNvSpPr/>
            <p:nvPr/>
          </p:nvSpPr>
          <p:spPr>
            <a:xfrm>
              <a:off x="2280056" y="4636858"/>
              <a:ext cx="93344" cy="877570"/>
            </a:xfrm>
            <a:custGeom>
              <a:avLst/>
              <a:gdLst/>
              <a:ahLst/>
              <a:cxnLst/>
              <a:rect l="l" t="t" r="r" b="b"/>
              <a:pathLst>
                <a:path w="93344" h="877570" extrusionOk="0">
                  <a:moveTo>
                    <a:pt x="92824" y="0"/>
                  </a:moveTo>
                  <a:lnTo>
                    <a:pt x="0" y="92824"/>
                  </a:lnTo>
                  <a:lnTo>
                    <a:pt x="0" y="877214"/>
                  </a:lnTo>
                  <a:lnTo>
                    <a:pt x="92824" y="784402"/>
                  </a:lnTo>
                  <a:lnTo>
                    <a:pt x="92824" y="0"/>
                  </a:lnTo>
                  <a:close/>
                </a:path>
              </a:pathLst>
            </a:custGeom>
            <a:solidFill>
              <a:srgbClr val="008D40">
                <a:alpha val="80000"/>
              </a:srgbClr>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750" name="Google Shape;750;p59"/>
            <p:cNvSpPr/>
            <p:nvPr/>
          </p:nvSpPr>
          <p:spPr>
            <a:xfrm>
              <a:off x="1459725" y="4636858"/>
              <a:ext cx="913764" cy="93345"/>
            </a:xfrm>
            <a:custGeom>
              <a:avLst/>
              <a:gdLst/>
              <a:ahLst/>
              <a:cxnLst/>
              <a:rect l="l" t="t" r="r" b="b"/>
              <a:pathLst>
                <a:path w="913764" h="93345" extrusionOk="0">
                  <a:moveTo>
                    <a:pt x="913155" y="0"/>
                  </a:moveTo>
                  <a:lnTo>
                    <a:pt x="92824" y="0"/>
                  </a:lnTo>
                  <a:lnTo>
                    <a:pt x="0" y="92824"/>
                  </a:lnTo>
                  <a:lnTo>
                    <a:pt x="820331" y="92824"/>
                  </a:lnTo>
                  <a:lnTo>
                    <a:pt x="913155" y="0"/>
                  </a:lnTo>
                  <a:close/>
                </a:path>
              </a:pathLst>
            </a:custGeom>
            <a:solidFill>
              <a:srgbClr val="32BF72">
                <a:alpha val="80000"/>
              </a:srgbClr>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751" name="Google Shape;751;p59"/>
            <p:cNvSpPr/>
            <p:nvPr/>
          </p:nvSpPr>
          <p:spPr>
            <a:xfrm>
              <a:off x="1459725" y="4636858"/>
              <a:ext cx="913130" cy="876935"/>
            </a:xfrm>
            <a:custGeom>
              <a:avLst/>
              <a:gdLst/>
              <a:ahLst/>
              <a:cxnLst/>
              <a:rect l="l" t="t" r="r" b="b"/>
              <a:pathLst>
                <a:path w="913130" h="876935" extrusionOk="0">
                  <a:moveTo>
                    <a:pt x="0" y="92770"/>
                  </a:moveTo>
                  <a:lnTo>
                    <a:pt x="92770" y="0"/>
                  </a:lnTo>
                  <a:lnTo>
                    <a:pt x="912680" y="0"/>
                  </a:lnTo>
                  <a:lnTo>
                    <a:pt x="912680" y="783995"/>
                  </a:lnTo>
                  <a:lnTo>
                    <a:pt x="819909" y="876766"/>
                  </a:lnTo>
                  <a:lnTo>
                    <a:pt x="0" y="876766"/>
                  </a:lnTo>
                  <a:lnTo>
                    <a:pt x="0" y="92770"/>
                  </a:lnTo>
                  <a:close/>
                </a:path>
                <a:path w="913130" h="876935" extrusionOk="0">
                  <a:moveTo>
                    <a:pt x="0" y="92770"/>
                  </a:moveTo>
                  <a:lnTo>
                    <a:pt x="819909" y="92770"/>
                  </a:lnTo>
                  <a:lnTo>
                    <a:pt x="912680" y="0"/>
                  </a:lnTo>
                </a:path>
                <a:path w="913130" h="876935" extrusionOk="0">
                  <a:moveTo>
                    <a:pt x="819909" y="92770"/>
                  </a:moveTo>
                  <a:lnTo>
                    <a:pt x="819909" y="876766"/>
                  </a:lnTo>
                </a:path>
              </a:pathLst>
            </a:custGeom>
            <a:noFill/>
            <a:ln w="12675" cap="flat" cmpd="sng">
              <a:solidFill>
                <a:srgbClr val="2F528F"/>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752" name="Google Shape;752;p59"/>
            <p:cNvSpPr/>
            <p:nvPr/>
          </p:nvSpPr>
          <p:spPr>
            <a:xfrm>
              <a:off x="1360982" y="4834204"/>
              <a:ext cx="820419" cy="784860"/>
            </a:xfrm>
            <a:custGeom>
              <a:avLst/>
              <a:gdLst/>
              <a:ahLst/>
              <a:cxnLst/>
              <a:rect l="l" t="t" r="r" b="b"/>
              <a:pathLst>
                <a:path w="820419" h="784860" extrusionOk="0">
                  <a:moveTo>
                    <a:pt x="820331" y="0"/>
                  </a:moveTo>
                  <a:lnTo>
                    <a:pt x="0" y="0"/>
                  </a:lnTo>
                  <a:lnTo>
                    <a:pt x="0" y="182410"/>
                  </a:lnTo>
                  <a:lnTo>
                    <a:pt x="0" y="784402"/>
                  </a:lnTo>
                  <a:lnTo>
                    <a:pt x="820331" y="784402"/>
                  </a:lnTo>
                  <a:lnTo>
                    <a:pt x="820331" y="182410"/>
                  </a:lnTo>
                  <a:lnTo>
                    <a:pt x="820331" y="0"/>
                  </a:lnTo>
                  <a:close/>
                </a:path>
              </a:pathLst>
            </a:custGeom>
            <a:solidFill>
              <a:srgbClr val="7030A0">
                <a:alpha val="69803"/>
              </a:srgbClr>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753" name="Google Shape;753;p59"/>
            <p:cNvSpPr/>
            <p:nvPr/>
          </p:nvSpPr>
          <p:spPr>
            <a:xfrm>
              <a:off x="2181301" y="4741392"/>
              <a:ext cx="93344" cy="877570"/>
            </a:xfrm>
            <a:custGeom>
              <a:avLst/>
              <a:gdLst/>
              <a:ahLst/>
              <a:cxnLst/>
              <a:rect l="l" t="t" r="r" b="b"/>
              <a:pathLst>
                <a:path w="93344" h="877570" extrusionOk="0">
                  <a:moveTo>
                    <a:pt x="92824" y="0"/>
                  </a:moveTo>
                  <a:lnTo>
                    <a:pt x="0" y="92811"/>
                  </a:lnTo>
                  <a:lnTo>
                    <a:pt x="0" y="877214"/>
                  </a:lnTo>
                  <a:lnTo>
                    <a:pt x="92824" y="784390"/>
                  </a:lnTo>
                  <a:lnTo>
                    <a:pt x="92824" y="0"/>
                  </a:lnTo>
                  <a:close/>
                </a:path>
              </a:pathLst>
            </a:custGeom>
            <a:solidFill>
              <a:srgbClr val="5A2781">
                <a:alpha val="69803"/>
              </a:srgbClr>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754" name="Google Shape;754;p59"/>
            <p:cNvSpPr/>
            <p:nvPr/>
          </p:nvSpPr>
          <p:spPr>
            <a:xfrm>
              <a:off x="1360982" y="4741392"/>
              <a:ext cx="913764" cy="93345"/>
            </a:xfrm>
            <a:custGeom>
              <a:avLst/>
              <a:gdLst/>
              <a:ahLst/>
              <a:cxnLst/>
              <a:rect l="l" t="t" r="r" b="b"/>
              <a:pathLst>
                <a:path w="913764" h="93345" extrusionOk="0">
                  <a:moveTo>
                    <a:pt x="913142" y="0"/>
                  </a:moveTo>
                  <a:lnTo>
                    <a:pt x="92811" y="0"/>
                  </a:lnTo>
                  <a:lnTo>
                    <a:pt x="0" y="92811"/>
                  </a:lnTo>
                  <a:lnTo>
                    <a:pt x="820318" y="92811"/>
                  </a:lnTo>
                  <a:lnTo>
                    <a:pt x="913142" y="0"/>
                  </a:lnTo>
                  <a:close/>
                </a:path>
              </a:pathLst>
            </a:custGeom>
            <a:solidFill>
              <a:srgbClr val="8C59B3">
                <a:alpha val="69803"/>
              </a:srgbClr>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755" name="Google Shape;755;p59"/>
            <p:cNvSpPr/>
            <p:nvPr/>
          </p:nvSpPr>
          <p:spPr>
            <a:xfrm>
              <a:off x="1360982" y="4741392"/>
              <a:ext cx="913130" cy="876935"/>
            </a:xfrm>
            <a:custGeom>
              <a:avLst/>
              <a:gdLst/>
              <a:ahLst/>
              <a:cxnLst/>
              <a:rect l="l" t="t" r="r" b="b"/>
              <a:pathLst>
                <a:path w="913130" h="876935" extrusionOk="0">
                  <a:moveTo>
                    <a:pt x="0" y="92770"/>
                  </a:moveTo>
                  <a:lnTo>
                    <a:pt x="92770" y="0"/>
                  </a:lnTo>
                  <a:lnTo>
                    <a:pt x="912680" y="0"/>
                  </a:lnTo>
                  <a:lnTo>
                    <a:pt x="912680" y="783995"/>
                  </a:lnTo>
                  <a:lnTo>
                    <a:pt x="819909" y="876766"/>
                  </a:lnTo>
                  <a:lnTo>
                    <a:pt x="0" y="876766"/>
                  </a:lnTo>
                  <a:lnTo>
                    <a:pt x="0" y="92770"/>
                  </a:lnTo>
                  <a:close/>
                </a:path>
                <a:path w="913130" h="876935" extrusionOk="0">
                  <a:moveTo>
                    <a:pt x="0" y="92770"/>
                  </a:moveTo>
                  <a:lnTo>
                    <a:pt x="819909" y="92770"/>
                  </a:lnTo>
                  <a:lnTo>
                    <a:pt x="912680" y="0"/>
                  </a:lnTo>
                </a:path>
                <a:path w="913130" h="876935" extrusionOk="0">
                  <a:moveTo>
                    <a:pt x="819909" y="92770"/>
                  </a:moveTo>
                  <a:lnTo>
                    <a:pt x="819909" y="876766"/>
                  </a:lnTo>
                </a:path>
              </a:pathLst>
            </a:custGeom>
            <a:noFill/>
            <a:ln w="12675" cap="flat" cmpd="sng">
              <a:solidFill>
                <a:srgbClr val="2F528F"/>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756" name="Google Shape;756;p59"/>
            <p:cNvSpPr/>
            <p:nvPr/>
          </p:nvSpPr>
          <p:spPr>
            <a:xfrm>
              <a:off x="1262227" y="4948961"/>
              <a:ext cx="820419" cy="784860"/>
            </a:xfrm>
            <a:custGeom>
              <a:avLst/>
              <a:gdLst/>
              <a:ahLst/>
              <a:cxnLst/>
              <a:rect l="l" t="t" r="r" b="b"/>
              <a:pathLst>
                <a:path w="820419" h="784860" extrusionOk="0">
                  <a:moveTo>
                    <a:pt x="820331" y="0"/>
                  </a:moveTo>
                  <a:lnTo>
                    <a:pt x="0" y="0"/>
                  </a:lnTo>
                  <a:lnTo>
                    <a:pt x="0" y="67652"/>
                  </a:lnTo>
                  <a:lnTo>
                    <a:pt x="0" y="784402"/>
                  </a:lnTo>
                  <a:lnTo>
                    <a:pt x="820331" y="784402"/>
                  </a:lnTo>
                  <a:lnTo>
                    <a:pt x="820331" y="67652"/>
                  </a:lnTo>
                  <a:lnTo>
                    <a:pt x="820331" y="0"/>
                  </a:lnTo>
                  <a:close/>
                </a:path>
              </a:pathLst>
            </a:custGeom>
            <a:solidFill>
              <a:srgbClr val="FFFF00">
                <a:alpha val="74509"/>
              </a:srgbClr>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757" name="Google Shape;757;p59"/>
            <p:cNvSpPr/>
            <p:nvPr/>
          </p:nvSpPr>
          <p:spPr>
            <a:xfrm>
              <a:off x="2082558" y="4856137"/>
              <a:ext cx="93344" cy="877570"/>
            </a:xfrm>
            <a:custGeom>
              <a:avLst/>
              <a:gdLst/>
              <a:ahLst/>
              <a:cxnLst/>
              <a:rect l="l" t="t" r="r" b="b"/>
              <a:pathLst>
                <a:path w="93344" h="877570" extrusionOk="0">
                  <a:moveTo>
                    <a:pt x="92811" y="0"/>
                  </a:moveTo>
                  <a:lnTo>
                    <a:pt x="0" y="92824"/>
                  </a:lnTo>
                  <a:lnTo>
                    <a:pt x="0" y="877214"/>
                  </a:lnTo>
                  <a:lnTo>
                    <a:pt x="92811" y="784402"/>
                  </a:lnTo>
                  <a:lnTo>
                    <a:pt x="92811" y="0"/>
                  </a:lnTo>
                  <a:close/>
                </a:path>
              </a:pathLst>
            </a:custGeom>
            <a:solidFill>
              <a:srgbClr val="CDCD00">
                <a:alpha val="74509"/>
              </a:srgbClr>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758" name="Google Shape;758;p59"/>
            <p:cNvSpPr/>
            <p:nvPr/>
          </p:nvSpPr>
          <p:spPr>
            <a:xfrm>
              <a:off x="1262230" y="4856137"/>
              <a:ext cx="913130" cy="876935"/>
            </a:xfrm>
            <a:custGeom>
              <a:avLst/>
              <a:gdLst/>
              <a:ahLst/>
              <a:cxnLst/>
              <a:rect l="l" t="t" r="r" b="b"/>
              <a:pathLst>
                <a:path w="913130" h="876935" extrusionOk="0">
                  <a:moveTo>
                    <a:pt x="0" y="92770"/>
                  </a:moveTo>
                  <a:lnTo>
                    <a:pt x="92770" y="0"/>
                  </a:lnTo>
                  <a:lnTo>
                    <a:pt x="912680" y="0"/>
                  </a:lnTo>
                  <a:lnTo>
                    <a:pt x="912680" y="783995"/>
                  </a:lnTo>
                  <a:lnTo>
                    <a:pt x="819909" y="876766"/>
                  </a:lnTo>
                  <a:lnTo>
                    <a:pt x="0" y="876766"/>
                  </a:lnTo>
                  <a:lnTo>
                    <a:pt x="0" y="92770"/>
                  </a:lnTo>
                  <a:close/>
                </a:path>
                <a:path w="913130" h="876935" extrusionOk="0">
                  <a:moveTo>
                    <a:pt x="0" y="92770"/>
                  </a:moveTo>
                  <a:lnTo>
                    <a:pt x="819909" y="92770"/>
                  </a:lnTo>
                  <a:lnTo>
                    <a:pt x="912680" y="0"/>
                  </a:lnTo>
                </a:path>
                <a:path w="913130" h="876935" extrusionOk="0">
                  <a:moveTo>
                    <a:pt x="819909" y="92770"/>
                  </a:moveTo>
                  <a:lnTo>
                    <a:pt x="819909" y="876766"/>
                  </a:lnTo>
                </a:path>
              </a:pathLst>
            </a:custGeom>
            <a:noFill/>
            <a:ln w="12675" cap="flat" cmpd="sng">
              <a:solidFill>
                <a:srgbClr val="2F528F"/>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759" name="Google Shape;759;p59"/>
            <p:cNvSpPr/>
            <p:nvPr/>
          </p:nvSpPr>
          <p:spPr>
            <a:xfrm>
              <a:off x="1533169" y="4652695"/>
              <a:ext cx="793750" cy="757554"/>
            </a:xfrm>
            <a:custGeom>
              <a:avLst/>
              <a:gdLst/>
              <a:ahLst/>
              <a:cxnLst/>
              <a:rect l="l" t="t" r="r" b="b"/>
              <a:pathLst>
                <a:path w="793750" h="757554" extrusionOk="0">
                  <a:moveTo>
                    <a:pt x="793330" y="0"/>
                  </a:moveTo>
                  <a:lnTo>
                    <a:pt x="0" y="0"/>
                  </a:lnTo>
                  <a:lnTo>
                    <a:pt x="0" y="363918"/>
                  </a:lnTo>
                  <a:lnTo>
                    <a:pt x="0" y="757389"/>
                  </a:lnTo>
                  <a:lnTo>
                    <a:pt x="793330" y="757389"/>
                  </a:lnTo>
                  <a:lnTo>
                    <a:pt x="793330" y="363918"/>
                  </a:lnTo>
                  <a:lnTo>
                    <a:pt x="793330" y="0"/>
                  </a:lnTo>
                  <a:close/>
                </a:path>
              </a:pathLst>
            </a:custGeom>
            <a:solidFill>
              <a:srgbClr val="FFFFFF">
                <a:alpha val="40000"/>
              </a:srgbClr>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760" name="Google Shape;760;p59"/>
            <p:cNvSpPr/>
            <p:nvPr/>
          </p:nvSpPr>
          <p:spPr>
            <a:xfrm>
              <a:off x="2326500" y="4532871"/>
              <a:ext cx="120014" cy="877570"/>
            </a:xfrm>
            <a:custGeom>
              <a:avLst/>
              <a:gdLst/>
              <a:ahLst/>
              <a:cxnLst/>
              <a:rect l="l" t="t" r="r" b="b"/>
              <a:pathLst>
                <a:path w="120014" h="877570" extrusionOk="0">
                  <a:moveTo>
                    <a:pt x="119811" y="0"/>
                  </a:moveTo>
                  <a:lnTo>
                    <a:pt x="0" y="119824"/>
                  </a:lnTo>
                  <a:lnTo>
                    <a:pt x="0" y="877214"/>
                  </a:lnTo>
                  <a:lnTo>
                    <a:pt x="119811" y="757389"/>
                  </a:lnTo>
                  <a:lnTo>
                    <a:pt x="119811" y="0"/>
                  </a:lnTo>
                  <a:close/>
                </a:path>
              </a:pathLst>
            </a:custGeom>
            <a:solidFill>
              <a:srgbClr val="CDCDCD">
                <a:alpha val="40000"/>
              </a:srgbClr>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761" name="Google Shape;761;p59"/>
            <p:cNvSpPr/>
            <p:nvPr/>
          </p:nvSpPr>
          <p:spPr>
            <a:xfrm>
              <a:off x="1533169" y="4532871"/>
              <a:ext cx="913764" cy="120014"/>
            </a:xfrm>
            <a:custGeom>
              <a:avLst/>
              <a:gdLst/>
              <a:ahLst/>
              <a:cxnLst/>
              <a:rect l="l" t="t" r="r" b="b"/>
              <a:pathLst>
                <a:path w="913764" h="120014" extrusionOk="0">
                  <a:moveTo>
                    <a:pt x="913142" y="0"/>
                  </a:moveTo>
                  <a:lnTo>
                    <a:pt x="119811" y="0"/>
                  </a:lnTo>
                  <a:lnTo>
                    <a:pt x="0" y="119824"/>
                  </a:lnTo>
                  <a:lnTo>
                    <a:pt x="793330" y="119824"/>
                  </a:lnTo>
                  <a:lnTo>
                    <a:pt x="913142" y="0"/>
                  </a:lnTo>
                  <a:close/>
                </a:path>
              </a:pathLst>
            </a:custGeom>
            <a:solidFill>
              <a:srgbClr val="FFFFFF">
                <a:alpha val="40000"/>
              </a:srgbClr>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762" name="Google Shape;762;p59"/>
            <p:cNvSpPr/>
            <p:nvPr/>
          </p:nvSpPr>
          <p:spPr>
            <a:xfrm>
              <a:off x="1533169" y="4532871"/>
              <a:ext cx="913130" cy="876935"/>
            </a:xfrm>
            <a:custGeom>
              <a:avLst/>
              <a:gdLst/>
              <a:ahLst/>
              <a:cxnLst/>
              <a:rect l="l" t="t" r="r" b="b"/>
              <a:pathLst>
                <a:path w="913130" h="876935" extrusionOk="0">
                  <a:moveTo>
                    <a:pt x="0" y="119757"/>
                  </a:moveTo>
                  <a:lnTo>
                    <a:pt x="119757" y="0"/>
                  </a:lnTo>
                  <a:lnTo>
                    <a:pt x="912680" y="0"/>
                  </a:lnTo>
                  <a:lnTo>
                    <a:pt x="912680" y="757008"/>
                  </a:lnTo>
                  <a:lnTo>
                    <a:pt x="792922" y="876766"/>
                  </a:lnTo>
                  <a:lnTo>
                    <a:pt x="0" y="876766"/>
                  </a:lnTo>
                  <a:lnTo>
                    <a:pt x="0" y="119757"/>
                  </a:lnTo>
                  <a:close/>
                </a:path>
                <a:path w="913130" h="876935" extrusionOk="0">
                  <a:moveTo>
                    <a:pt x="0" y="119757"/>
                  </a:moveTo>
                  <a:lnTo>
                    <a:pt x="792922" y="119757"/>
                  </a:lnTo>
                  <a:lnTo>
                    <a:pt x="912680" y="0"/>
                  </a:lnTo>
                </a:path>
                <a:path w="913130" h="876935" extrusionOk="0">
                  <a:moveTo>
                    <a:pt x="792922" y="119757"/>
                  </a:moveTo>
                  <a:lnTo>
                    <a:pt x="792922" y="876766"/>
                  </a:lnTo>
                </a:path>
              </a:pathLst>
            </a:custGeom>
            <a:noFill/>
            <a:ln w="12675" cap="flat" cmpd="sng">
              <a:solidFill>
                <a:srgbClr val="2F528F"/>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763" name="Google Shape;763;p59"/>
            <p:cNvSpPr/>
            <p:nvPr/>
          </p:nvSpPr>
          <p:spPr>
            <a:xfrm>
              <a:off x="1964715" y="5015814"/>
              <a:ext cx="16510" cy="819785"/>
            </a:xfrm>
            <a:custGeom>
              <a:avLst/>
              <a:gdLst/>
              <a:ahLst/>
              <a:cxnLst/>
              <a:rect l="l" t="t" r="r" b="b"/>
              <a:pathLst>
                <a:path w="16510" h="819785" extrusionOk="0">
                  <a:moveTo>
                    <a:pt x="0" y="819403"/>
                  </a:moveTo>
                  <a:lnTo>
                    <a:pt x="15989" y="819403"/>
                  </a:lnTo>
                  <a:lnTo>
                    <a:pt x="15989" y="0"/>
                  </a:lnTo>
                  <a:lnTo>
                    <a:pt x="0" y="0"/>
                  </a:lnTo>
                  <a:lnTo>
                    <a:pt x="0" y="819403"/>
                  </a:lnTo>
                  <a:close/>
                </a:path>
              </a:pathLst>
            </a:custGeom>
            <a:solidFill>
              <a:srgbClr val="FF0000">
                <a:alpha val="60784"/>
              </a:srgbClr>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764" name="Google Shape;764;p59"/>
            <p:cNvSpPr/>
            <p:nvPr/>
          </p:nvSpPr>
          <p:spPr>
            <a:xfrm>
              <a:off x="1980704" y="4923091"/>
              <a:ext cx="93344" cy="912495"/>
            </a:xfrm>
            <a:custGeom>
              <a:avLst/>
              <a:gdLst/>
              <a:ahLst/>
              <a:cxnLst/>
              <a:rect l="l" t="t" r="r" b="b"/>
              <a:pathLst>
                <a:path w="93344" h="912495" extrusionOk="0">
                  <a:moveTo>
                    <a:pt x="92722" y="0"/>
                  </a:moveTo>
                  <a:lnTo>
                    <a:pt x="0" y="92722"/>
                  </a:lnTo>
                  <a:lnTo>
                    <a:pt x="0" y="912126"/>
                  </a:lnTo>
                  <a:lnTo>
                    <a:pt x="92722" y="819404"/>
                  </a:lnTo>
                  <a:lnTo>
                    <a:pt x="92722" y="0"/>
                  </a:lnTo>
                  <a:close/>
                </a:path>
              </a:pathLst>
            </a:custGeom>
            <a:solidFill>
              <a:srgbClr val="CD0000">
                <a:alpha val="60784"/>
              </a:srgbClr>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765" name="Google Shape;765;p59"/>
            <p:cNvSpPr/>
            <p:nvPr/>
          </p:nvSpPr>
          <p:spPr>
            <a:xfrm>
              <a:off x="1196013" y="4923091"/>
              <a:ext cx="877569" cy="911860"/>
            </a:xfrm>
            <a:custGeom>
              <a:avLst/>
              <a:gdLst/>
              <a:ahLst/>
              <a:cxnLst/>
              <a:rect l="l" t="t" r="r" b="b"/>
              <a:pathLst>
                <a:path w="877569" h="911860" extrusionOk="0">
                  <a:moveTo>
                    <a:pt x="0" y="92678"/>
                  </a:moveTo>
                  <a:lnTo>
                    <a:pt x="92678" y="0"/>
                  </a:lnTo>
                  <a:lnTo>
                    <a:pt x="876972" y="0"/>
                  </a:lnTo>
                  <a:lnTo>
                    <a:pt x="876972" y="818981"/>
                  </a:lnTo>
                  <a:lnTo>
                    <a:pt x="784293" y="911659"/>
                  </a:lnTo>
                  <a:lnTo>
                    <a:pt x="0" y="911659"/>
                  </a:lnTo>
                  <a:lnTo>
                    <a:pt x="0" y="92678"/>
                  </a:lnTo>
                  <a:close/>
                </a:path>
                <a:path w="877569" h="911860" extrusionOk="0">
                  <a:moveTo>
                    <a:pt x="0" y="92678"/>
                  </a:moveTo>
                  <a:lnTo>
                    <a:pt x="784293" y="92678"/>
                  </a:lnTo>
                  <a:lnTo>
                    <a:pt x="876972" y="0"/>
                  </a:lnTo>
                </a:path>
                <a:path w="877569" h="911860" extrusionOk="0">
                  <a:moveTo>
                    <a:pt x="784293" y="92678"/>
                  </a:moveTo>
                  <a:lnTo>
                    <a:pt x="784293" y="911659"/>
                  </a:lnTo>
                </a:path>
              </a:pathLst>
            </a:custGeom>
            <a:noFill/>
            <a:ln w="12675" cap="flat" cmpd="sng">
              <a:solidFill>
                <a:srgbClr val="2F528F"/>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sp>
        <p:nvSpPr>
          <p:cNvPr id="766" name="Google Shape;766;p59"/>
          <p:cNvSpPr txBox="1"/>
          <p:nvPr/>
        </p:nvSpPr>
        <p:spPr>
          <a:xfrm>
            <a:off x="1352334" y="5781955"/>
            <a:ext cx="474900" cy="428400"/>
          </a:xfrm>
          <a:prstGeom prst="rect">
            <a:avLst/>
          </a:prstGeom>
          <a:noFill/>
          <a:ln>
            <a:noFill/>
          </a:ln>
        </p:spPr>
        <p:txBody>
          <a:bodyPr spcFirstLastPara="1" wrap="square" lIns="0" tIns="12700" rIns="0" bIns="0" anchor="t" anchorCtr="0">
            <a:spAutoFit/>
          </a:bodyPr>
          <a:lstStyle/>
          <a:p>
            <a:pPr marL="38100" marR="0" lvl="0" indent="0" algn="l" rtl="0">
              <a:lnSpc>
                <a:spcPct val="100000"/>
              </a:lnSpc>
              <a:spcBef>
                <a:spcPts val="0"/>
              </a:spcBef>
              <a:spcAft>
                <a:spcPts val="0"/>
              </a:spcAft>
              <a:buClr>
                <a:srgbClr val="000000"/>
              </a:buClr>
              <a:buSzPts val="2400"/>
              <a:buFont typeface="Arial"/>
              <a:buNone/>
            </a:pPr>
            <a:r>
              <a:rPr lang="en-US" sz="2400" b="0" i="0" u="none" strike="noStrike" cap="none">
                <a:solidFill>
                  <a:srgbClr val="000000"/>
                </a:solidFill>
                <a:latin typeface="Cambria Math"/>
                <a:ea typeface="Cambria Math"/>
                <a:cs typeface="Cambria Math"/>
                <a:sym typeface="Cambria Math"/>
              </a:rPr>
              <a:t>%</a:t>
            </a:r>
            <a:r>
              <a:rPr lang="en-US" sz="2700" b="0" i="0" u="none" strike="noStrike" cap="none" baseline="-25000">
                <a:solidFill>
                  <a:srgbClr val="000000"/>
                </a:solidFill>
                <a:latin typeface="Cambria Math"/>
                <a:ea typeface="Cambria Math"/>
                <a:cs typeface="Cambria Math"/>
                <a:sym typeface="Cambria Math"/>
              </a:rPr>
              <a:t>&amp;</a:t>
            </a:r>
            <a:endParaRPr sz="2700" b="0" i="0" u="none" strike="noStrike" cap="none" baseline="-25000">
              <a:solidFill>
                <a:srgbClr val="000000"/>
              </a:solidFill>
              <a:latin typeface="Cambria Math"/>
              <a:ea typeface="Cambria Math"/>
              <a:cs typeface="Cambria Math"/>
              <a:sym typeface="Cambria Math"/>
            </a:endParaRPr>
          </a:p>
        </p:txBody>
      </p:sp>
      <p:sp>
        <p:nvSpPr>
          <p:cNvPr id="767" name="Google Shape;767;p59"/>
          <p:cNvSpPr txBox="1"/>
          <p:nvPr/>
        </p:nvSpPr>
        <p:spPr>
          <a:xfrm>
            <a:off x="770840" y="5095785"/>
            <a:ext cx="423000" cy="428400"/>
          </a:xfrm>
          <a:prstGeom prst="rect">
            <a:avLst/>
          </a:prstGeom>
          <a:noFill/>
          <a:ln>
            <a:noFill/>
          </a:ln>
        </p:spPr>
        <p:txBody>
          <a:bodyPr spcFirstLastPara="1" wrap="square" lIns="0" tIns="12700" rIns="0" bIns="0" anchor="t" anchorCtr="0">
            <a:spAutoFit/>
          </a:bodyPr>
          <a:lstStyle/>
          <a:p>
            <a:pPr marL="38100" marR="0" lvl="0" indent="0" algn="l" rtl="0">
              <a:lnSpc>
                <a:spcPct val="100000"/>
              </a:lnSpc>
              <a:spcBef>
                <a:spcPts val="0"/>
              </a:spcBef>
              <a:spcAft>
                <a:spcPts val="0"/>
              </a:spcAft>
              <a:buClr>
                <a:srgbClr val="000000"/>
              </a:buClr>
              <a:buSzPts val="2400"/>
              <a:buFont typeface="Arial"/>
              <a:buNone/>
            </a:pPr>
            <a:r>
              <a:rPr lang="en-US" sz="2400" b="0" i="0" u="none" strike="noStrike" cap="none">
                <a:solidFill>
                  <a:srgbClr val="000000"/>
                </a:solidFill>
                <a:latin typeface="Cambria Math"/>
                <a:ea typeface="Cambria Math"/>
                <a:cs typeface="Cambria Math"/>
                <a:sym typeface="Cambria Math"/>
              </a:rPr>
              <a:t>%</a:t>
            </a:r>
            <a:r>
              <a:rPr lang="en-US" sz="2700" b="0" i="0" u="none" strike="noStrike" cap="none" baseline="-25000">
                <a:solidFill>
                  <a:srgbClr val="000000"/>
                </a:solidFill>
                <a:latin typeface="Cambria Math"/>
                <a:ea typeface="Cambria Math"/>
                <a:cs typeface="Cambria Math"/>
                <a:sym typeface="Cambria Math"/>
              </a:rPr>
              <a:t>'</a:t>
            </a:r>
            <a:endParaRPr sz="2700" b="0" i="0" u="none" strike="noStrike" cap="none" baseline="-25000">
              <a:solidFill>
                <a:srgbClr val="000000"/>
              </a:solidFill>
              <a:latin typeface="Cambria Math"/>
              <a:ea typeface="Cambria Math"/>
              <a:cs typeface="Cambria Math"/>
              <a:sym typeface="Cambria Math"/>
            </a:endParaRPr>
          </a:p>
        </p:txBody>
      </p:sp>
      <p:sp>
        <p:nvSpPr>
          <p:cNvPr id="768" name="Google Shape;768;p59"/>
          <p:cNvSpPr txBox="1"/>
          <p:nvPr/>
        </p:nvSpPr>
        <p:spPr>
          <a:xfrm>
            <a:off x="2311666" y="5453443"/>
            <a:ext cx="390000" cy="797700"/>
          </a:xfrm>
          <a:prstGeom prst="rect">
            <a:avLst/>
          </a:prstGeom>
          <a:noFill/>
          <a:ln>
            <a:noFill/>
          </a:ln>
        </p:spPr>
        <p:txBody>
          <a:bodyPr spcFirstLastPara="1" wrap="square" lIns="0" tIns="12700" rIns="0" bIns="0" anchor="t" anchorCtr="0">
            <a:spAutoFit/>
          </a:bodyPr>
          <a:lstStyle/>
          <a:p>
            <a:pPr marL="38100" marR="0" lvl="0" indent="0" algn="l" rtl="0">
              <a:lnSpc>
                <a:spcPct val="100000"/>
              </a:lnSpc>
              <a:spcBef>
                <a:spcPts val="0"/>
              </a:spcBef>
              <a:spcAft>
                <a:spcPts val="0"/>
              </a:spcAft>
              <a:buClr>
                <a:srgbClr val="000000"/>
              </a:buClr>
              <a:buSzPts val="2400"/>
              <a:buFont typeface="Arial"/>
              <a:buNone/>
            </a:pPr>
            <a:r>
              <a:rPr lang="en-US" sz="2400" b="0" i="0" u="none" strike="noStrike" cap="none">
                <a:solidFill>
                  <a:srgbClr val="000000"/>
                </a:solidFill>
                <a:latin typeface="Cambria Math"/>
                <a:ea typeface="Cambria Math"/>
                <a:cs typeface="Cambria Math"/>
                <a:sym typeface="Cambria Math"/>
              </a:rPr>
              <a:t>%</a:t>
            </a:r>
            <a:r>
              <a:rPr lang="en-US" sz="2700" b="0" i="0" u="none" strike="noStrike" cap="none" baseline="-25000">
                <a:solidFill>
                  <a:srgbClr val="000000"/>
                </a:solidFill>
                <a:latin typeface="Cambria Math"/>
                <a:ea typeface="Cambria Math"/>
                <a:cs typeface="Cambria Math"/>
                <a:sym typeface="Cambria Math"/>
              </a:rPr>
              <a:t>(</a:t>
            </a:r>
            <a:endParaRPr sz="2700" b="0" i="0" u="none" strike="noStrike" cap="none" baseline="-25000">
              <a:solidFill>
                <a:srgbClr val="000000"/>
              </a:solidFill>
              <a:latin typeface="Cambria Math"/>
              <a:ea typeface="Cambria Math"/>
              <a:cs typeface="Cambria Math"/>
              <a:sym typeface="Cambria Math"/>
            </a:endParaRPr>
          </a:p>
        </p:txBody>
      </p:sp>
      <p:grpSp>
        <p:nvGrpSpPr>
          <p:cNvPr id="769" name="Google Shape;769;p59"/>
          <p:cNvGrpSpPr/>
          <p:nvPr/>
        </p:nvGrpSpPr>
        <p:grpSpPr>
          <a:xfrm>
            <a:off x="1825757" y="5362762"/>
            <a:ext cx="323611" cy="412532"/>
            <a:chOff x="1825757" y="5362762"/>
            <a:chExt cx="323611" cy="412532"/>
          </a:xfrm>
        </p:grpSpPr>
        <p:pic>
          <p:nvPicPr>
            <p:cNvPr id="770" name="Google Shape;770;p59"/>
            <p:cNvPicPr preferRelativeResize="0"/>
            <p:nvPr/>
          </p:nvPicPr>
          <p:blipFill rotWithShape="1">
            <a:blip r:embed="rId3">
              <a:alphaModFix/>
            </a:blip>
            <a:srcRect/>
            <a:stretch/>
          </p:blipFill>
          <p:spPr>
            <a:xfrm>
              <a:off x="1825757" y="5661203"/>
              <a:ext cx="88891" cy="114091"/>
            </a:xfrm>
            <a:prstGeom prst="rect">
              <a:avLst/>
            </a:prstGeom>
            <a:noFill/>
            <a:ln>
              <a:noFill/>
            </a:ln>
          </p:spPr>
        </p:pic>
        <p:pic>
          <p:nvPicPr>
            <p:cNvPr id="771" name="Google Shape;771;p59"/>
            <p:cNvPicPr preferRelativeResize="0"/>
            <p:nvPr/>
          </p:nvPicPr>
          <p:blipFill rotWithShape="1">
            <a:blip r:embed="rId4">
              <a:alphaModFix/>
            </a:blip>
            <a:srcRect/>
            <a:stretch/>
          </p:blipFill>
          <p:spPr>
            <a:xfrm>
              <a:off x="2054357" y="5527642"/>
              <a:ext cx="95011" cy="114451"/>
            </a:xfrm>
            <a:prstGeom prst="rect">
              <a:avLst/>
            </a:prstGeom>
            <a:noFill/>
            <a:ln>
              <a:noFill/>
            </a:ln>
          </p:spPr>
        </p:pic>
        <p:pic>
          <p:nvPicPr>
            <p:cNvPr id="772" name="Google Shape;772;p59"/>
            <p:cNvPicPr preferRelativeResize="0"/>
            <p:nvPr/>
          </p:nvPicPr>
          <p:blipFill rotWithShape="1">
            <a:blip r:embed="rId5">
              <a:alphaModFix/>
            </a:blip>
            <a:srcRect/>
            <a:stretch/>
          </p:blipFill>
          <p:spPr>
            <a:xfrm>
              <a:off x="2028797" y="5362762"/>
              <a:ext cx="82411" cy="75931"/>
            </a:xfrm>
            <a:prstGeom prst="rect">
              <a:avLst/>
            </a:prstGeom>
            <a:noFill/>
            <a:ln>
              <a:noFill/>
            </a:ln>
          </p:spPr>
        </p:pic>
      </p:grpSp>
      <p:grpSp>
        <p:nvGrpSpPr>
          <p:cNvPr id="773" name="Google Shape;773;p59"/>
          <p:cNvGrpSpPr/>
          <p:nvPr/>
        </p:nvGrpSpPr>
        <p:grpSpPr>
          <a:xfrm>
            <a:off x="1157222" y="4535004"/>
            <a:ext cx="1289685" cy="1303299"/>
            <a:chOff x="1157222" y="4535004"/>
            <a:chExt cx="1289685" cy="1303299"/>
          </a:xfrm>
        </p:grpSpPr>
        <p:sp>
          <p:nvSpPr>
            <p:cNvPr id="774" name="Google Shape;774;p59"/>
            <p:cNvSpPr/>
            <p:nvPr/>
          </p:nvSpPr>
          <p:spPr>
            <a:xfrm>
              <a:off x="1157224" y="5016614"/>
              <a:ext cx="807719" cy="821689"/>
            </a:xfrm>
            <a:custGeom>
              <a:avLst/>
              <a:gdLst/>
              <a:ahLst/>
              <a:cxnLst/>
              <a:rect l="l" t="t" r="r" b="b"/>
              <a:pathLst>
                <a:path w="807719" h="821689" extrusionOk="0">
                  <a:moveTo>
                    <a:pt x="807491" y="0"/>
                  </a:moveTo>
                  <a:lnTo>
                    <a:pt x="0" y="0"/>
                  </a:lnTo>
                  <a:lnTo>
                    <a:pt x="0" y="821270"/>
                  </a:lnTo>
                  <a:lnTo>
                    <a:pt x="807491" y="821270"/>
                  </a:lnTo>
                  <a:lnTo>
                    <a:pt x="807491" y="0"/>
                  </a:lnTo>
                  <a:close/>
                </a:path>
              </a:pathLst>
            </a:custGeom>
            <a:solidFill>
              <a:srgbClr val="4472C4"/>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775" name="Google Shape;775;p59"/>
            <p:cNvSpPr/>
            <p:nvPr/>
          </p:nvSpPr>
          <p:spPr>
            <a:xfrm>
              <a:off x="1964715" y="4535004"/>
              <a:ext cx="481964" cy="1303020"/>
            </a:xfrm>
            <a:custGeom>
              <a:avLst/>
              <a:gdLst/>
              <a:ahLst/>
              <a:cxnLst/>
              <a:rect l="l" t="t" r="r" b="b"/>
              <a:pathLst>
                <a:path w="481964" h="1303020" extrusionOk="0">
                  <a:moveTo>
                    <a:pt x="481596" y="0"/>
                  </a:moveTo>
                  <a:lnTo>
                    <a:pt x="0" y="481609"/>
                  </a:lnTo>
                  <a:lnTo>
                    <a:pt x="0" y="1302880"/>
                  </a:lnTo>
                  <a:lnTo>
                    <a:pt x="481596" y="821270"/>
                  </a:lnTo>
                  <a:lnTo>
                    <a:pt x="481596" y="0"/>
                  </a:lnTo>
                  <a:close/>
                </a:path>
              </a:pathLst>
            </a:custGeom>
            <a:solidFill>
              <a:srgbClr val="375C9E"/>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776" name="Google Shape;776;p59"/>
            <p:cNvSpPr/>
            <p:nvPr/>
          </p:nvSpPr>
          <p:spPr>
            <a:xfrm>
              <a:off x="1157222" y="4535004"/>
              <a:ext cx="1289685" cy="481964"/>
            </a:xfrm>
            <a:custGeom>
              <a:avLst/>
              <a:gdLst/>
              <a:ahLst/>
              <a:cxnLst/>
              <a:rect l="l" t="t" r="r" b="b"/>
              <a:pathLst>
                <a:path w="1289685" h="481964" extrusionOk="0">
                  <a:moveTo>
                    <a:pt x="1289088" y="0"/>
                  </a:moveTo>
                  <a:lnTo>
                    <a:pt x="481596" y="0"/>
                  </a:lnTo>
                  <a:lnTo>
                    <a:pt x="0" y="481609"/>
                  </a:lnTo>
                  <a:lnTo>
                    <a:pt x="807491" y="481609"/>
                  </a:lnTo>
                  <a:lnTo>
                    <a:pt x="1289088" y="0"/>
                  </a:lnTo>
                  <a:close/>
                </a:path>
              </a:pathLst>
            </a:custGeom>
            <a:solidFill>
              <a:srgbClr val="698ED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777" name="Google Shape;777;p59"/>
            <p:cNvSpPr/>
            <p:nvPr/>
          </p:nvSpPr>
          <p:spPr>
            <a:xfrm>
              <a:off x="1157222" y="4535004"/>
              <a:ext cx="1289050" cy="1302385"/>
            </a:xfrm>
            <a:custGeom>
              <a:avLst/>
              <a:gdLst/>
              <a:ahLst/>
              <a:cxnLst/>
              <a:rect l="l" t="t" r="r" b="b"/>
              <a:pathLst>
                <a:path w="1289050" h="1302385" extrusionOk="0">
                  <a:moveTo>
                    <a:pt x="0" y="481358"/>
                  </a:moveTo>
                  <a:lnTo>
                    <a:pt x="481358" y="0"/>
                  </a:lnTo>
                  <a:lnTo>
                    <a:pt x="1288432" y="0"/>
                  </a:lnTo>
                  <a:lnTo>
                    <a:pt x="1288432" y="820854"/>
                  </a:lnTo>
                  <a:lnTo>
                    <a:pt x="807076" y="1302215"/>
                  </a:lnTo>
                  <a:lnTo>
                    <a:pt x="0" y="1302215"/>
                  </a:lnTo>
                  <a:lnTo>
                    <a:pt x="0" y="481358"/>
                  </a:lnTo>
                  <a:close/>
                </a:path>
                <a:path w="1289050" h="1302385" extrusionOk="0">
                  <a:moveTo>
                    <a:pt x="0" y="481358"/>
                  </a:moveTo>
                  <a:lnTo>
                    <a:pt x="807076" y="481358"/>
                  </a:lnTo>
                  <a:lnTo>
                    <a:pt x="1288432" y="0"/>
                  </a:lnTo>
                </a:path>
                <a:path w="1289050" h="1302385" extrusionOk="0">
                  <a:moveTo>
                    <a:pt x="807076" y="481358"/>
                  </a:moveTo>
                  <a:lnTo>
                    <a:pt x="807076" y="1302215"/>
                  </a:lnTo>
                </a:path>
              </a:pathLst>
            </a:custGeom>
            <a:noFill/>
            <a:ln w="12675" cap="flat" cmpd="sng">
              <a:solidFill>
                <a:srgbClr val="2F528F"/>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778" name="Google Shape;778;p59"/>
            <p:cNvSpPr/>
            <p:nvPr/>
          </p:nvSpPr>
          <p:spPr>
            <a:xfrm>
              <a:off x="1854362" y="5518088"/>
              <a:ext cx="76200" cy="31750"/>
            </a:xfrm>
            <a:custGeom>
              <a:avLst/>
              <a:gdLst/>
              <a:ahLst/>
              <a:cxnLst/>
              <a:rect l="l" t="t" r="r" b="b"/>
              <a:pathLst>
                <a:path w="76200" h="31750" extrusionOk="0">
                  <a:moveTo>
                    <a:pt x="25200" y="12600"/>
                  </a:moveTo>
                  <a:lnTo>
                    <a:pt x="18720" y="12600"/>
                  </a:lnTo>
                  <a:lnTo>
                    <a:pt x="12600" y="12600"/>
                  </a:lnTo>
                  <a:lnTo>
                    <a:pt x="12600" y="19080"/>
                  </a:lnTo>
                  <a:lnTo>
                    <a:pt x="12600" y="25560"/>
                  </a:lnTo>
                  <a:lnTo>
                    <a:pt x="18720" y="25560"/>
                  </a:lnTo>
                  <a:lnTo>
                    <a:pt x="18720" y="31680"/>
                  </a:lnTo>
                  <a:lnTo>
                    <a:pt x="25200" y="31680"/>
                  </a:lnTo>
                  <a:lnTo>
                    <a:pt x="31680" y="31680"/>
                  </a:lnTo>
                  <a:lnTo>
                    <a:pt x="37800" y="31680"/>
                  </a:lnTo>
                  <a:lnTo>
                    <a:pt x="37800" y="25560"/>
                  </a:lnTo>
                  <a:lnTo>
                    <a:pt x="37800" y="19080"/>
                  </a:lnTo>
                  <a:lnTo>
                    <a:pt x="25200" y="12600"/>
                  </a:lnTo>
                  <a:lnTo>
                    <a:pt x="18720" y="12600"/>
                  </a:lnTo>
                  <a:lnTo>
                    <a:pt x="12600" y="12600"/>
                  </a:lnTo>
                  <a:lnTo>
                    <a:pt x="6120" y="12600"/>
                  </a:lnTo>
                  <a:lnTo>
                    <a:pt x="6120" y="19080"/>
                  </a:lnTo>
                  <a:lnTo>
                    <a:pt x="6120" y="25560"/>
                  </a:lnTo>
                  <a:lnTo>
                    <a:pt x="12600" y="31680"/>
                  </a:lnTo>
                  <a:lnTo>
                    <a:pt x="25200" y="31680"/>
                  </a:lnTo>
                  <a:lnTo>
                    <a:pt x="31680" y="31680"/>
                  </a:lnTo>
                  <a:lnTo>
                    <a:pt x="37800" y="19080"/>
                  </a:lnTo>
                  <a:lnTo>
                    <a:pt x="44280" y="19080"/>
                  </a:lnTo>
                  <a:lnTo>
                    <a:pt x="44280" y="12600"/>
                  </a:lnTo>
                  <a:lnTo>
                    <a:pt x="44280" y="6480"/>
                  </a:lnTo>
                  <a:lnTo>
                    <a:pt x="37800" y="6480"/>
                  </a:lnTo>
                  <a:lnTo>
                    <a:pt x="31680" y="0"/>
                  </a:lnTo>
                  <a:lnTo>
                    <a:pt x="25200" y="0"/>
                  </a:lnTo>
                  <a:lnTo>
                    <a:pt x="18720" y="0"/>
                  </a:lnTo>
                  <a:lnTo>
                    <a:pt x="12600" y="0"/>
                  </a:lnTo>
                  <a:lnTo>
                    <a:pt x="6120" y="6480"/>
                  </a:lnTo>
                  <a:lnTo>
                    <a:pt x="6120" y="12600"/>
                  </a:lnTo>
                  <a:lnTo>
                    <a:pt x="0" y="12600"/>
                  </a:lnTo>
                  <a:lnTo>
                    <a:pt x="0" y="19080"/>
                  </a:lnTo>
                  <a:lnTo>
                    <a:pt x="12600" y="31680"/>
                  </a:lnTo>
                  <a:lnTo>
                    <a:pt x="31680" y="31680"/>
                  </a:lnTo>
                  <a:lnTo>
                    <a:pt x="44280" y="31680"/>
                  </a:lnTo>
                  <a:lnTo>
                    <a:pt x="50760" y="25560"/>
                  </a:lnTo>
                  <a:lnTo>
                    <a:pt x="63360" y="19080"/>
                  </a:lnTo>
                  <a:lnTo>
                    <a:pt x="75960" y="12600"/>
                  </a:lnTo>
                </a:path>
              </a:pathLst>
            </a:custGeom>
            <a:noFill/>
            <a:ln w="19050" cap="flat" cmpd="sng">
              <a:solidFill>
                <a:srgbClr val="0070C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779" name="Google Shape;779;p59"/>
            <p:cNvSpPr/>
            <p:nvPr/>
          </p:nvSpPr>
          <p:spPr>
            <a:xfrm>
              <a:off x="1841402" y="5289488"/>
              <a:ext cx="38735" cy="64135"/>
            </a:xfrm>
            <a:custGeom>
              <a:avLst/>
              <a:gdLst/>
              <a:ahLst/>
              <a:cxnLst/>
              <a:rect l="l" t="t" r="r" b="b"/>
              <a:pathLst>
                <a:path w="38735" h="64135" extrusionOk="0">
                  <a:moveTo>
                    <a:pt x="12960" y="38160"/>
                  </a:moveTo>
                  <a:lnTo>
                    <a:pt x="6480" y="38160"/>
                  </a:lnTo>
                  <a:lnTo>
                    <a:pt x="6480" y="44640"/>
                  </a:lnTo>
                  <a:lnTo>
                    <a:pt x="6480" y="50760"/>
                  </a:lnTo>
                  <a:lnTo>
                    <a:pt x="6480" y="57240"/>
                  </a:lnTo>
                  <a:lnTo>
                    <a:pt x="12960" y="63720"/>
                  </a:lnTo>
                  <a:lnTo>
                    <a:pt x="19080" y="63720"/>
                  </a:lnTo>
                  <a:lnTo>
                    <a:pt x="25560" y="63720"/>
                  </a:lnTo>
                  <a:lnTo>
                    <a:pt x="25560" y="57240"/>
                  </a:lnTo>
                  <a:lnTo>
                    <a:pt x="31680" y="44640"/>
                  </a:lnTo>
                  <a:lnTo>
                    <a:pt x="31680" y="25560"/>
                  </a:lnTo>
                  <a:lnTo>
                    <a:pt x="25560" y="19080"/>
                  </a:lnTo>
                  <a:lnTo>
                    <a:pt x="25560" y="12600"/>
                  </a:lnTo>
                  <a:lnTo>
                    <a:pt x="19080" y="6480"/>
                  </a:lnTo>
                  <a:lnTo>
                    <a:pt x="12960" y="6480"/>
                  </a:lnTo>
                  <a:lnTo>
                    <a:pt x="12960" y="0"/>
                  </a:lnTo>
                  <a:lnTo>
                    <a:pt x="6480" y="0"/>
                  </a:lnTo>
                  <a:lnTo>
                    <a:pt x="0" y="0"/>
                  </a:lnTo>
                  <a:lnTo>
                    <a:pt x="6480" y="0"/>
                  </a:lnTo>
                  <a:lnTo>
                    <a:pt x="12960" y="0"/>
                  </a:lnTo>
                  <a:lnTo>
                    <a:pt x="19080" y="0"/>
                  </a:lnTo>
                  <a:lnTo>
                    <a:pt x="25560" y="0"/>
                  </a:lnTo>
                  <a:lnTo>
                    <a:pt x="31680" y="0"/>
                  </a:lnTo>
                  <a:lnTo>
                    <a:pt x="38160" y="0"/>
                  </a:lnTo>
                </a:path>
              </a:pathLst>
            </a:custGeom>
            <a:noFill/>
            <a:ln w="19050" cap="flat" cmpd="sng">
              <a:solidFill>
                <a:srgbClr val="0070C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780" name="Google Shape;780;p59"/>
            <p:cNvSpPr/>
            <p:nvPr/>
          </p:nvSpPr>
          <p:spPr>
            <a:xfrm>
              <a:off x="1270081" y="5295968"/>
              <a:ext cx="31750" cy="31750"/>
            </a:xfrm>
            <a:custGeom>
              <a:avLst/>
              <a:gdLst/>
              <a:ahLst/>
              <a:cxnLst/>
              <a:rect l="l" t="t" r="r" b="b"/>
              <a:pathLst>
                <a:path w="31750" h="31750" extrusionOk="0">
                  <a:moveTo>
                    <a:pt x="0" y="25200"/>
                  </a:moveTo>
                  <a:lnTo>
                    <a:pt x="0" y="31680"/>
                  </a:lnTo>
                  <a:lnTo>
                    <a:pt x="6120" y="31680"/>
                  </a:lnTo>
                  <a:lnTo>
                    <a:pt x="12600" y="31680"/>
                  </a:lnTo>
                  <a:lnTo>
                    <a:pt x="19080" y="31680"/>
                  </a:lnTo>
                  <a:lnTo>
                    <a:pt x="25200" y="31680"/>
                  </a:lnTo>
                  <a:lnTo>
                    <a:pt x="31680" y="25200"/>
                  </a:lnTo>
                  <a:lnTo>
                    <a:pt x="31680" y="19080"/>
                  </a:lnTo>
                  <a:lnTo>
                    <a:pt x="25200" y="12600"/>
                  </a:lnTo>
                  <a:lnTo>
                    <a:pt x="19080" y="12600"/>
                  </a:lnTo>
                  <a:lnTo>
                    <a:pt x="12600" y="6120"/>
                  </a:lnTo>
                  <a:lnTo>
                    <a:pt x="6120" y="6120"/>
                  </a:lnTo>
                  <a:lnTo>
                    <a:pt x="12600" y="6120"/>
                  </a:lnTo>
                  <a:lnTo>
                    <a:pt x="19080" y="0"/>
                  </a:lnTo>
                </a:path>
              </a:pathLst>
            </a:custGeom>
            <a:noFill/>
            <a:ln w="19050" cap="flat" cmpd="sng">
              <a:solidFill>
                <a:srgbClr val="0070C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781" name="Google Shape;781;p59"/>
            <p:cNvSpPr/>
            <p:nvPr/>
          </p:nvSpPr>
          <p:spPr>
            <a:xfrm>
              <a:off x="1428842" y="5327648"/>
              <a:ext cx="25400" cy="31750"/>
            </a:xfrm>
            <a:custGeom>
              <a:avLst/>
              <a:gdLst/>
              <a:ahLst/>
              <a:cxnLst/>
              <a:rect l="l" t="t" r="r" b="b"/>
              <a:pathLst>
                <a:path w="25400" h="31750" extrusionOk="0">
                  <a:moveTo>
                    <a:pt x="25200" y="12600"/>
                  </a:moveTo>
                  <a:lnTo>
                    <a:pt x="25200" y="6480"/>
                  </a:lnTo>
                  <a:lnTo>
                    <a:pt x="25200" y="0"/>
                  </a:lnTo>
                  <a:lnTo>
                    <a:pt x="19080" y="0"/>
                  </a:lnTo>
                  <a:lnTo>
                    <a:pt x="12600" y="6480"/>
                  </a:lnTo>
                  <a:lnTo>
                    <a:pt x="12600" y="12600"/>
                  </a:lnTo>
                  <a:lnTo>
                    <a:pt x="12600" y="19080"/>
                  </a:lnTo>
                  <a:lnTo>
                    <a:pt x="6120" y="25560"/>
                  </a:lnTo>
                  <a:lnTo>
                    <a:pt x="12600" y="25560"/>
                  </a:lnTo>
                  <a:lnTo>
                    <a:pt x="19080" y="19080"/>
                  </a:lnTo>
                  <a:lnTo>
                    <a:pt x="19080" y="12600"/>
                  </a:lnTo>
                  <a:lnTo>
                    <a:pt x="25200" y="6480"/>
                  </a:lnTo>
                  <a:lnTo>
                    <a:pt x="25200" y="0"/>
                  </a:lnTo>
                  <a:lnTo>
                    <a:pt x="19080" y="0"/>
                  </a:lnTo>
                  <a:lnTo>
                    <a:pt x="12600" y="12600"/>
                  </a:lnTo>
                  <a:lnTo>
                    <a:pt x="6120" y="19080"/>
                  </a:lnTo>
                  <a:lnTo>
                    <a:pt x="0" y="31680"/>
                  </a:lnTo>
                </a:path>
              </a:pathLst>
            </a:custGeom>
            <a:noFill/>
            <a:ln w="19050" cap="flat" cmpd="sng">
              <a:solidFill>
                <a:srgbClr val="0070C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sp>
        <p:nvSpPr>
          <p:cNvPr id="782" name="Google Shape;782;p59"/>
          <p:cNvSpPr/>
          <p:nvPr/>
        </p:nvSpPr>
        <p:spPr>
          <a:xfrm>
            <a:off x="1422362" y="6216489"/>
            <a:ext cx="286385" cy="26035"/>
          </a:xfrm>
          <a:custGeom>
            <a:avLst/>
            <a:gdLst/>
            <a:ahLst/>
            <a:cxnLst/>
            <a:rect l="l" t="t" r="r" b="b"/>
            <a:pathLst>
              <a:path w="286385" h="26035" extrusionOk="0">
                <a:moveTo>
                  <a:pt x="0" y="0"/>
                </a:moveTo>
                <a:lnTo>
                  <a:pt x="0" y="6480"/>
                </a:lnTo>
                <a:lnTo>
                  <a:pt x="6480" y="6480"/>
                </a:lnTo>
                <a:lnTo>
                  <a:pt x="12600" y="12960"/>
                </a:lnTo>
                <a:lnTo>
                  <a:pt x="25560" y="12960"/>
                </a:lnTo>
                <a:lnTo>
                  <a:pt x="44640" y="19080"/>
                </a:lnTo>
                <a:lnTo>
                  <a:pt x="63720" y="19080"/>
                </a:lnTo>
                <a:lnTo>
                  <a:pt x="108000" y="25560"/>
                </a:lnTo>
                <a:lnTo>
                  <a:pt x="133560" y="25560"/>
                </a:lnTo>
                <a:lnTo>
                  <a:pt x="190440" y="25560"/>
                </a:lnTo>
                <a:lnTo>
                  <a:pt x="216000" y="19080"/>
                </a:lnTo>
                <a:lnTo>
                  <a:pt x="235080" y="19080"/>
                </a:lnTo>
                <a:lnTo>
                  <a:pt x="260280" y="19080"/>
                </a:lnTo>
                <a:lnTo>
                  <a:pt x="273240" y="19080"/>
                </a:lnTo>
                <a:lnTo>
                  <a:pt x="285840" y="19080"/>
                </a:lnTo>
              </a:path>
            </a:pathLst>
          </a:custGeom>
          <a:noFill/>
          <a:ln w="19050" cap="flat" cmpd="sng">
            <a:solidFill>
              <a:srgbClr val="0070C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pic>
        <p:nvPicPr>
          <p:cNvPr id="783" name="Google Shape;783;p59"/>
          <p:cNvPicPr preferRelativeResize="0"/>
          <p:nvPr/>
        </p:nvPicPr>
        <p:blipFill rotWithShape="1">
          <a:blip r:embed="rId6">
            <a:alphaModFix/>
          </a:blip>
          <a:srcRect/>
          <a:stretch/>
        </p:blipFill>
        <p:spPr>
          <a:xfrm>
            <a:off x="227917" y="1391886"/>
            <a:ext cx="1385552" cy="1261842"/>
          </a:xfrm>
          <a:prstGeom prst="rect">
            <a:avLst/>
          </a:prstGeom>
          <a:noFill/>
          <a:ln>
            <a:noFill/>
          </a:ln>
        </p:spPr>
      </p:pic>
      <p:pic>
        <p:nvPicPr>
          <p:cNvPr id="784" name="Google Shape;784;p59"/>
          <p:cNvPicPr preferRelativeResize="0"/>
          <p:nvPr/>
        </p:nvPicPr>
        <p:blipFill rotWithShape="1">
          <a:blip r:embed="rId7">
            <a:alphaModFix/>
          </a:blip>
          <a:srcRect/>
          <a:stretch/>
        </p:blipFill>
        <p:spPr>
          <a:xfrm>
            <a:off x="11320912" y="1775307"/>
            <a:ext cx="457240" cy="571550"/>
          </a:xfrm>
          <a:prstGeom prst="rect">
            <a:avLst/>
          </a:prstGeom>
          <a:noFill/>
          <a:ln>
            <a:noFill/>
          </a:ln>
        </p:spPr>
      </p:pic>
      <p:pic>
        <p:nvPicPr>
          <p:cNvPr id="785" name="Google Shape;785;p59"/>
          <p:cNvPicPr preferRelativeResize="0"/>
          <p:nvPr/>
        </p:nvPicPr>
        <p:blipFill rotWithShape="1">
          <a:blip r:embed="rId8">
            <a:alphaModFix/>
          </a:blip>
          <a:srcRect/>
          <a:stretch/>
        </p:blipFill>
        <p:spPr>
          <a:xfrm>
            <a:off x="582185" y="4481026"/>
            <a:ext cx="2291050" cy="1826077"/>
          </a:xfrm>
          <a:prstGeom prst="rect">
            <a:avLst/>
          </a:prstGeom>
          <a:noFill/>
          <a:ln>
            <a:noFill/>
          </a:ln>
        </p:spPr>
      </p:pic>
      <p:pic>
        <p:nvPicPr>
          <p:cNvPr id="786" name="Google Shape;786;p59"/>
          <p:cNvPicPr preferRelativeResize="0"/>
          <p:nvPr/>
        </p:nvPicPr>
        <p:blipFill rotWithShape="1">
          <a:blip r:embed="rId9">
            <a:alphaModFix/>
          </a:blip>
          <a:srcRect/>
          <a:stretch/>
        </p:blipFill>
        <p:spPr>
          <a:xfrm>
            <a:off x="10734473" y="0"/>
            <a:ext cx="1448025" cy="796414"/>
          </a:xfrm>
          <a:prstGeom prst="rect">
            <a:avLst/>
          </a:prstGeom>
          <a:noFill/>
          <a:ln>
            <a:noFill/>
          </a:ln>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59</a:t>
            </a:fld>
            <a:endParaRPr 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showMasterSp="0">
  <p:cSld>
    <p:spTree>
      <p:nvGrpSpPr>
        <p:cNvPr id="1" name="Shape 790"/>
        <p:cNvGrpSpPr/>
        <p:nvPr/>
      </p:nvGrpSpPr>
      <p:grpSpPr>
        <a:xfrm>
          <a:off x="0" y="0"/>
          <a:ext cx="0" cy="0"/>
          <a:chOff x="0" y="0"/>
          <a:chExt cx="0" cy="0"/>
        </a:xfrm>
      </p:grpSpPr>
      <p:sp>
        <p:nvSpPr>
          <p:cNvPr id="791" name="Google Shape;791;p60"/>
          <p:cNvSpPr txBox="1">
            <a:spLocks noGrp="1"/>
          </p:cNvSpPr>
          <p:nvPr>
            <p:ph type="title"/>
          </p:nvPr>
        </p:nvSpPr>
        <p:spPr>
          <a:xfrm>
            <a:off x="261620" y="139700"/>
            <a:ext cx="8884200" cy="689932"/>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Clr>
                <a:schemeClr val="dk1"/>
              </a:buClr>
              <a:buSzPts val="1400"/>
              <a:buFont typeface="Arial"/>
              <a:buNone/>
            </a:pPr>
            <a:r>
              <a:rPr lang="en-US" sz="4400" dirty="0">
                <a:latin typeface="+mj-lt"/>
                <a:ea typeface="Cambria"/>
                <a:cs typeface="Cambria"/>
                <a:sym typeface="Cambria"/>
              </a:rPr>
              <a:t>Intuition about style of an </a:t>
            </a:r>
            <a:r>
              <a:rPr lang="en-US" sz="4400" dirty="0" smtClean="0">
                <a:latin typeface="+mj-lt"/>
                <a:ea typeface="Cambria"/>
                <a:cs typeface="Cambria"/>
                <a:sym typeface="Cambria"/>
              </a:rPr>
              <a:t>image</a:t>
            </a:r>
            <a:endParaRPr sz="4400" dirty="0">
              <a:latin typeface="+mj-lt"/>
              <a:ea typeface="Cambria"/>
              <a:cs typeface="Cambria"/>
              <a:sym typeface="Cambria"/>
            </a:endParaRPr>
          </a:p>
        </p:txBody>
      </p:sp>
      <p:pic>
        <p:nvPicPr>
          <p:cNvPr id="792" name="Google Shape;792;p60"/>
          <p:cNvPicPr preferRelativeResize="0"/>
          <p:nvPr/>
        </p:nvPicPr>
        <p:blipFill rotWithShape="1">
          <a:blip r:embed="rId3">
            <a:alphaModFix/>
          </a:blip>
          <a:srcRect/>
          <a:stretch/>
        </p:blipFill>
        <p:spPr>
          <a:xfrm>
            <a:off x="10734473" y="0"/>
            <a:ext cx="1448025" cy="796414"/>
          </a:xfrm>
          <a:prstGeom prst="rect">
            <a:avLst/>
          </a:prstGeom>
          <a:noFill/>
          <a:ln>
            <a:noFill/>
          </a:ln>
        </p:spPr>
      </p:pic>
      <p:sp>
        <p:nvSpPr>
          <p:cNvPr id="793" name="Google Shape;793;p60"/>
          <p:cNvSpPr txBox="1"/>
          <p:nvPr/>
        </p:nvSpPr>
        <p:spPr>
          <a:xfrm>
            <a:off x="476300" y="1482925"/>
            <a:ext cx="11205160" cy="2769959"/>
          </a:xfrm>
          <a:prstGeom prst="rect">
            <a:avLst/>
          </a:prstGeom>
          <a:noFill/>
          <a:ln>
            <a:noFill/>
          </a:ln>
        </p:spPr>
        <p:txBody>
          <a:bodyPr spcFirstLastPara="1" wrap="square" lIns="91425" tIns="91425" rIns="91425" bIns="91425" anchor="t" anchorCtr="0">
            <a:spAutoFit/>
          </a:bodyPr>
          <a:lstStyle/>
          <a:p>
            <a:pPr marL="342900" lvl="0" indent="-342900">
              <a:buSzPts val="2400"/>
              <a:buFont typeface="Arial" panose="020B0604020202020204" pitchFamily="34" charset="0"/>
              <a:buChar char="•"/>
            </a:pPr>
            <a:r>
              <a:rPr lang="en-US" sz="2400" dirty="0" smtClean="0">
                <a:solidFill>
                  <a:schemeClr val="dk1"/>
                </a:solidFill>
              </a:rPr>
              <a:t>Neural </a:t>
            </a:r>
            <a:r>
              <a:rPr lang="en-US" sz="2400" dirty="0">
                <a:solidFill>
                  <a:schemeClr val="dk1"/>
                </a:solidFill>
              </a:rPr>
              <a:t>style transfer involves computing a style cost function using multiple layers in a neural network to measure low-level and high-level features of an image. </a:t>
            </a:r>
            <a:endParaRPr lang="en-US" sz="2400" dirty="0" smtClean="0">
              <a:solidFill>
                <a:schemeClr val="dk1"/>
              </a:solidFill>
            </a:endParaRPr>
          </a:p>
          <a:p>
            <a:pPr marL="342900" lvl="0" indent="-342900">
              <a:buSzPts val="2400"/>
              <a:buFont typeface="Arial" panose="020B0604020202020204" pitchFamily="34" charset="0"/>
              <a:buChar char="•"/>
            </a:pPr>
            <a:r>
              <a:rPr lang="en-US" sz="2400" dirty="0" smtClean="0">
                <a:solidFill>
                  <a:schemeClr val="dk1"/>
                </a:solidFill>
              </a:rPr>
              <a:t>The </a:t>
            </a:r>
            <a:r>
              <a:rPr lang="en-US" sz="2400" dirty="0">
                <a:solidFill>
                  <a:schemeClr val="dk1"/>
                </a:solidFill>
              </a:rPr>
              <a:t>style cost function is combined with a content cost function using </a:t>
            </a:r>
            <a:r>
              <a:rPr lang="en-US" sz="2400" dirty="0" err="1">
                <a:solidFill>
                  <a:schemeClr val="dk1"/>
                </a:solidFill>
              </a:rPr>
              <a:t>hyperparameters</a:t>
            </a:r>
            <a:r>
              <a:rPr lang="en-US" sz="2400" dirty="0">
                <a:solidFill>
                  <a:schemeClr val="dk1"/>
                </a:solidFill>
              </a:rPr>
              <a:t> alpha and beta to define an overall cost function, and the goal is to minimize this cost function using optimization algorithms like gradient descent to generate a visually pleasing output.</a:t>
            </a:r>
            <a:endParaRPr sz="2400" b="0" i="0" u="none" strike="noStrike" cap="none" dirty="0">
              <a:solidFill>
                <a:srgbClr val="000000"/>
              </a:solidFill>
              <a:latin typeface="Arial"/>
              <a:ea typeface="Arial"/>
              <a:cs typeface="Arial"/>
              <a:sym typeface="Arial"/>
            </a:endParaRPr>
          </a:p>
        </p:txBody>
      </p:sp>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60</a:t>
            </a:fld>
            <a:endParaRPr 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showMasterSp="0">
  <p:cSld>
    <p:spTree>
      <p:nvGrpSpPr>
        <p:cNvPr id="1" name="Shape 797"/>
        <p:cNvGrpSpPr/>
        <p:nvPr/>
      </p:nvGrpSpPr>
      <p:grpSpPr>
        <a:xfrm>
          <a:off x="0" y="0"/>
          <a:ext cx="0" cy="0"/>
          <a:chOff x="0" y="0"/>
          <a:chExt cx="0" cy="0"/>
        </a:xfrm>
      </p:grpSpPr>
      <p:sp>
        <p:nvSpPr>
          <p:cNvPr id="798" name="Google Shape;798;p61"/>
          <p:cNvSpPr txBox="1">
            <a:spLocks noGrp="1"/>
          </p:cNvSpPr>
          <p:nvPr>
            <p:ph type="title"/>
          </p:nvPr>
        </p:nvSpPr>
        <p:spPr>
          <a:xfrm>
            <a:off x="261620" y="139700"/>
            <a:ext cx="8495030" cy="69596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SzPts val="1400"/>
              <a:buNone/>
            </a:pPr>
            <a:r>
              <a:rPr lang="en-US" sz="4400" b="0" dirty="0">
                <a:latin typeface="+mj-lt"/>
                <a:ea typeface="Cambria"/>
                <a:cs typeface="Cambria"/>
                <a:sym typeface="Cambria"/>
              </a:rPr>
              <a:t>Intuition about style of an image</a:t>
            </a:r>
            <a:endParaRPr sz="4400" dirty="0">
              <a:latin typeface="+mj-lt"/>
              <a:ea typeface="Cambria"/>
              <a:cs typeface="Cambria"/>
              <a:sym typeface="Cambria"/>
            </a:endParaRPr>
          </a:p>
        </p:txBody>
      </p:sp>
      <p:sp>
        <p:nvSpPr>
          <p:cNvPr id="799" name="Google Shape;799;p61"/>
          <p:cNvSpPr txBox="1"/>
          <p:nvPr/>
        </p:nvSpPr>
        <p:spPr>
          <a:xfrm>
            <a:off x="1928558" y="1357325"/>
            <a:ext cx="7969250" cy="45212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2800"/>
              <a:buFont typeface="Arial"/>
              <a:buNone/>
            </a:pPr>
            <a:r>
              <a:rPr lang="en-US" sz="2800" b="0" i="0" u="none" strike="noStrike" cap="none">
                <a:solidFill>
                  <a:srgbClr val="000000"/>
                </a:solidFill>
                <a:latin typeface="Cambria"/>
                <a:ea typeface="Cambria"/>
                <a:cs typeface="Cambria"/>
                <a:sym typeface="Cambria"/>
              </a:rPr>
              <a:t>Style image	Generated Image</a:t>
            </a:r>
            <a:endParaRPr sz="2800" b="0" i="0" u="none" strike="noStrike" cap="none">
              <a:solidFill>
                <a:srgbClr val="000000"/>
              </a:solidFill>
              <a:latin typeface="Cambria"/>
              <a:ea typeface="Cambria"/>
              <a:cs typeface="Cambria"/>
              <a:sym typeface="Cambria"/>
            </a:endParaRPr>
          </a:p>
        </p:txBody>
      </p:sp>
      <p:grpSp>
        <p:nvGrpSpPr>
          <p:cNvPr id="800" name="Google Shape;800;p61"/>
          <p:cNvGrpSpPr/>
          <p:nvPr/>
        </p:nvGrpSpPr>
        <p:grpSpPr>
          <a:xfrm>
            <a:off x="2170036" y="2043810"/>
            <a:ext cx="1250912" cy="1305383"/>
            <a:chOff x="2170036" y="2043810"/>
            <a:chExt cx="1250912" cy="1305383"/>
          </a:xfrm>
        </p:grpSpPr>
        <p:sp>
          <p:nvSpPr>
            <p:cNvPr id="801" name="Google Shape;801;p61"/>
            <p:cNvSpPr/>
            <p:nvPr/>
          </p:nvSpPr>
          <p:spPr>
            <a:xfrm>
              <a:off x="2170036" y="2510358"/>
              <a:ext cx="779145" cy="838835"/>
            </a:xfrm>
            <a:custGeom>
              <a:avLst/>
              <a:gdLst/>
              <a:ahLst/>
              <a:cxnLst/>
              <a:rect l="l" t="t" r="r" b="b"/>
              <a:pathLst>
                <a:path w="779144" h="838835" extrusionOk="0">
                  <a:moveTo>
                    <a:pt x="778662" y="0"/>
                  </a:moveTo>
                  <a:lnTo>
                    <a:pt x="0" y="0"/>
                  </a:lnTo>
                  <a:lnTo>
                    <a:pt x="0" y="838466"/>
                  </a:lnTo>
                  <a:lnTo>
                    <a:pt x="778662" y="838466"/>
                  </a:lnTo>
                  <a:lnTo>
                    <a:pt x="778662" y="0"/>
                  </a:lnTo>
                  <a:close/>
                </a:path>
              </a:pathLst>
            </a:custGeom>
            <a:solidFill>
              <a:srgbClr val="4472C4"/>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02" name="Google Shape;802;p61"/>
            <p:cNvSpPr/>
            <p:nvPr/>
          </p:nvSpPr>
          <p:spPr>
            <a:xfrm>
              <a:off x="2948698" y="2045944"/>
              <a:ext cx="464820" cy="1303020"/>
            </a:xfrm>
            <a:custGeom>
              <a:avLst/>
              <a:gdLst/>
              <a:ahLst/>
              <a:cxnLst/>
              <a:rect l="l" t="t" r="r" b="b"/>
              <a:pathLst>
                <a:path w="464820" h="1303020" extrusionOk="0">
                  <a:moveTo>
                    <a:pt x="464413" y="0"/>
                  </a:moveTo>
                  <a:lnTo>
                    <a:pt x="0" y="464413"/>
                  </a:lnTo>
                  <a:lnTo>
                    <a:pt x="0" y="1302880"/>
                  </a:lnTo>
                  <a:lnTo>
                    <a:pt x="464413" y="838466"/>
                  </a:lnTo>
                  <a:lnTo>
                    <a:pt x="464413" y="0"/>
                  </a:lnTo>
                  <a:close/>
                </a:path>
              </a:pathLst>
            </a:custGeom>
            <a:solidFill>
              <a:srgbClr val="375C9E"/>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03" name="Google Shape;803;p61"/>
            <p:cNvSpPr/>
            <p:nvPr/>
          </p:nvSpPr>
          <p:spPr>
            <a:xfrm>
              <a:off x="2170036" y="2045944"/>
              <a:ext cx="1243330" cy="464820"/>
            </a:xfrm>
            <a:custGeom>
              <a:avLst/>
              <a:gdLst/>
              <a:ahLst/>
              <a:cxnLst/>
              <a:rect l="l" t="t" r="r" b="b"/>
              <a:pathLst>
                <a:path w="1243329" h="464819" extrusionOk="0">
                  <a:moveTo>
                    <a:pt x="1243076" y="0"/>
                  </a:moveTo>
                  <a:lnTo>
                    <a:pt x="464413" y="0"/>
                  </a:lnTo>
                  <a:lnTo>
                    <a:pt x="0" y="464413"/>
                  </a:lnTo>
                  <a:lnTo>
                    <a:pt x="778662" y="464413"/>
                  </a:lnTo>
                  <a:lnTo>
                    <a:pt x="1243076" y="0"/>
                  </a:lnTo>
                  <a:close/>
                </a:path>
              </a:pathLst>
            </a:custGeom>
            <a:solidFill>
              <a:srgbClr val="698ED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04" name="Google Shape;804;p61"/>
            <p:cNvSpPr/>
            <p:nvPr/>
          </p:nvSpPr>
          <p:spPr>
            <a:xfrm>
              <a:off x="2170036" y="2045944"/>
              <a:ext cx="1242695" cy="1302385"/>
            </a:xfrm>
            <a:custGeom>
              <a:avLst/>
              <a:gdLst/>
              <a:ahLst/>
              <a:cxnLst/>
              <a:rect l="l" t="t" r="r" b="b"/>
              <a:pathLst>
                <a:path w="1242695" h="1302385" extrusionOk="0">
                  <a:moveTo>
                    <a:pt x="0" y="464175"/>
                  </a:moveTo>
                  <a:lnTo>
                    <a:pt x="464175" y="0"/>
                  </a:lnTo>
                  <a:lnTo>
                    <a:pt x="1242436" y="0"/>
                  </a:lnTo>
                  <a:lnTo>
                    <a:pt x="1242436" y="838037"/>
                  </a:lnTo>
                  <a:lnTo>
                    <a:pt x="778264" y="1302215"/>
                  </a:lnTo>
                  <a:lnTo>
                    <a:pt x="0" y="1302215"/>
                  </a:lnTo>
                  <a:lnTo>
                    <a:pt x="0" y="464175"/>
                  </a:lnTo>
                  <a:close/>
                </a:path>
                <a:path w="1242695" h="1302385" extrusionOk="0">
                  <a:moveTo>
                    <a:pt x="0" y="464175"/>
                  </a:moveTo>
                  <a:lnTo>
                    <a:pt x="778264" y="464175"/>
                  </a:lnTo>
                  <a:lnTo>
                    <a:pt x="1242436" y="0"/>
                  </a:lnTo>
                </a:path>
              </a:pathLst>
            </a:custGeom>
            <a:noFill/>
            <a:ln w="12675" cap="flat" cmpd="sng">
              <a:solidFill>
                <a:srgbClr val="2F528F"/>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05" name="Google Shape;805;p61"/>
            <p:cNvSpPr/>
            <p:nvPr/>
          </p:nvSpPr>
          <p:spPr>
            <a:xfrm>
              <a:off x="2948301" y="3025012"/>
              <a:ext cx="0" cy="323215"/>
            </a:xfrm>
            <a:custGeom>
              <a:avLst/>
              <a:gdLst/>
              <a:ahLst/>
              <a:cxnLst/>
              <a:rect l="l" t="t" r="r" b="b"/>
              <a:pathLst>
                <a:path w="120000" h="323214" extrusionOk="0">
                  <a:moveTo>
                    <a:pt x="0" y="0"/>
                  </a:moveTo>
                  <a:lnTo>
                    <a:pt x="0" y="323147"/>
                  </a:lnTo>
                </a:path>
              </a:pathLst>
            </a:custGeom>
            <a:noFill/>
            <a:ln w="12675" cap="flat" cmpd="sng">
              <a:solidFill>
                <a:srgbClr val="2F528F"/>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06" name="Google Shape;806;p61"/>
            <p:cNvSpPr/>
            <p:nvPr/>
          </p:nvSpPr>
          <p:spPr>
            <a:xfrm>
              <a:off x="2433751" y="2240610"/>
              <a:ext cx="820419" cy="784860"/>
            </a:xfrm>
            <a:custGeom>
              <a:avLst/>
              <a:gdLst/>
              <a:ahLst/>
              <a:cxnLst/>
              <a:rect l="l" t="t" r="r" b="b"/>
              <a:pathLst>
                <a:path w="820420" h="784860" extrusionOk="0">
                  <a:moveTo>
                    <a:pt x="820331" y="0"/>
                  </a:moveTo>
                  <a:lnTo>
                    <a:pt x="0" y="0"/>
                  </a:lnTo>
                  <a:lnTo>
                    <a:pt x="0" y="784402"/>
                  </a:lnTo>
                  <a:lnTo>
                    <a:pt x="820331" y="784402"/>
                  </a:lnTo>
                  <a:lnTo>
                    <a:pt x="820331" y="0"/>
                  </a:lnTo>
                  <a:close/>
                </a:path>
              </a:pathLst>
            </a:custGeom>
            <a:solidFill>
              <a:srgbClr val="00B050">
                <a:alpha val="80000"/>
              </a:srgbClr>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07" name="Google Shape;807;p61"/>
            <p:cNvSpPr/>
            <p:nvPr/>
          </p:nvSpPr>
          <p:spPr>
            <a:xfrm>
              <a:off x="3254082" y="2147798"/>
              <a:ext cx="93345" cy="877569"/>
            </a:xfrm>
            <a:custGeom>
              <a:avLst/>
              <a:gdLst/>
              <a:ahLst/>
              <a:cxnLst/>
              <a:rect l="l" t="t" r="r" b="b"/>
              <a:pathLst>
                <a:path w="93345" h="877569" extrusionOk="0">
                  <a:moveTo>
                    <a:pt x="92811" y="0"/>
                  </a:moveTo>
                  <a:lnTo>
                    <a:pt x="0" y="92824"/>
                  </a:lnTo>
                  <a:lnTo>
                    <a:pt x="0" y="877214"/>
                  </a:lnTo>
                  <a:lnTo>
                    <a:pt x="92811" y="784402"/>
                  </a:lnTo>
                  <a:lnTo>
                    <a:pt x="92811" y="0"/>
                  </a:lnTo>
                  <a:close/>
                </a:path>
              </a:pathLst>
            </a:custGeom>
            <a:solidFill>
              <a:srgbClr val="008D40">
                <a:alpha val="80000"/>
              </a:srgbClr>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08" name="Google Shape;808;p61"/>
            <p:cNvSpPr/>
            <p:nvPr/>
          </p:nvSpPr>
          <p:spPr>
            <a:xfrm>
              <a:off x="2433751" y="2147798"/>
              <a:ext cx="913765" cy="93345"/>
            </a:xfrm>
            <a:custGeom>
              <a:avLst/>
              <a:gdLst/>
              <a:ahLst/>
              <a:cxnLst/>
              <a:rect l="l" t="t" r="r" b="b"/>
              <a:pathLst>
                <a:path w="913764" h="93344" extrusionOk="0">
                  <a:moveTo>
                    <a:pt x="913142" y="0"/>
                  </a:moveTo>
                  <a:lnTo>
                    <a:pt x="92811" y="0"/>
                  </a:lnTo>
                  <a:lnTo>
                    <a:pt x="0" y="92824"/>
                  </a:lnTo>
                  <a:lnTo>
                    <a:pt x="820331" y="92824"/>
                  </a:lnTo>
                  <a:lnTo>
                    <a:pt x="913142" y="0"/>
                  </a:lnTo>
                  <a:close/>
                </a:path>
              </a:pathLst>
            </a:custGeom>
            <a:solidFill>
              <a:srgbClr val="32BF72">
                <a:alpha val="80000"/>
              </a:srgbClr>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09" name="Google Shape;809;p61"/>
            <p:cNvSpPr/>
            <p:nvPr/>
          </p:nvSpPr>
          <p:spPr>
            <a:xfrm>
              <a:off x="2433751" y="2147798"/>
              <a:ext cx="913130" cy="876935"/>
            </a:xfrm>
            <a:custGeom>
              <a:avLst/>
              <a:gdLst/>
              <a:ahLst/>
              <a:cxnLst/>
              <a:rect l="l" t="t" r="r" b="b"/>
              <a:pathLst>
                <a:path w="913129" h="876935" extrusionOk="0">
                  <a:moveTo>
                    <a:pt x="0" y="92770"/>
                  </a:moveTo>
                  <a:lnTo>
                    <a:pt x="92770" y="0"/>
                  </a:lnTo>
                  <a:lnTo>
                    <a:pt x="912680" y="0"/>
                  </a:lnTo>
                  <a:lnTo>
                    <a:pt x="912680" y="783995"/>
                  </a:lnTo>
                  <a:lnTo>
                    <a:pt x="819909" y="876766"/>
                  </a:lnTo>
                  <a:lnTo>
                    <a:pt x="0" y="876766"/>
                  </a:lnTo>
                  <a:lnTo>
                    <a:pt x="0" y="92770"/>
                  </a:lnTo>
                  <a:close/>
                </a:path>
                <a:path w="913129" h="876935" extrusionOk="0">
                  <a:moveTo>
                    <a:pt x="0" y="92770"/>
                  </a:moveTo>
                  <a:lnTo>
                    <a:pt x="819909" y="92770"/>
                  </a:lnTo>
                  <a:lnTo>
                    <a:pt x="912680" y="0"/>
                  </a:lnTo>
                </a:path>
                <a:path w="913129" h="876935" extrusionOk="0">
                  <a:moveTo>
                    <a:pt x="819909" y="92770"/>
                  </a:moveTo>
                  <a:lnTo>
                    <a:pt x="819909" y="876766"/>
                  </a:lnTo>
                </a:path>
              </a:pathLst>
            </a:custGeom>
            <a:noFill/>
            <a:ln w="12675" cap="flat" cmpd="sng">
              <a:solidFill>
                <a:srgbClr val="2F528F"/>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10" name="Google Shape;810;p61"/>
            <p:cNvSpPr/>
            <p:nvPr/>
          </p:nvSpPr>
          <p:spPr>
            <a:xfrm>
              <a:off x="2334996" y="2345131"/>
              <a:ext cx="820419" cy="784860"/>
            </a:xfrm>
            <a:custGeom>
              <a:avLst/>
              <a:gdLst/>
              <a:ahLst/>
              <a:cxnLst/>
              <a:rect l="l" t="t" r="r" b="b"/>
              <a:pathLst>
                <a:path w="820419" h="784860" extrusionOk="0">
                  <a:moveTo>
                    <a:pt x="820331" y="0"/>
                  </a:moveTo>
                  <a:lnTo>
                    <a:pt x="0" y="0"/>
                  </a:lnTo>
                  <a:lnTo>
                    <a:pt x="0" y="784402"/>
                  </a:lnTo>
                  <a:lnTo>
                    <a:pt x="820331" y="784402"/>
                  </a:lnTo>
                  <a:lnTo>
                    <a:pt x="820331" y="0"/>
                  </a:lnTo>
                  <a:close/>
                </a:path>
              </a:pathLst>
            </a:custGeom>
            <a:solidFill>
              <a:srgbClr val="7030A0">
                <a:alpha val="69411"/>
              </a:srgbClr>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11" name="Google Shape;811;p61"/>
            <p:cNvSpPr/>
            <p:nvPr/>
          </p:nvSpPr>
          <p:spPr>
            <a:xfrm>
              <a:off x="3155327" y="2252319"/>
              <a:ext cx="93345" cy="877569"/>
            </a:xfrm>
            <a:custGeom>
              <a:avLst/>
              <a:gdLst/>
              <a:ahLst/>
              <a:cxnLst/>
              <a:rect l="l" t="t" r="r" b="b"/>
              <a:pathLst>
                <a:path w="93344" h="877569" extrusionOk="0">
                  <a:moveTo>
                    <a:pt x="92811" y="0"/>
                  </a:moveTo>
                  <a:lnTo>
                    <a:pt x="0" y="92824"/>
                  </a:lnTo>
                  <a:lnTo>
                    <a:pt x="0" y="877214"/>
                  </a:lnTo>
                  <a:lnTo>
                    <a:pt x="92811" y="784402"/>
                  </a:lnTo>
                  <a:lnTo>
                    <a:pt x="92811" y="0"/>
                  </a:lnTo>
                  <a:close/>
                </a:path>
              </a:pathLst>
            </a:custGeom>
            <a:solidFill>
              <a:srgbClr val="5A2781">
                <a:alpha val="69411"/>
              </a:srgbClr>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12" name="Google Shape;812;p61"/>
            <p:cNvSpPr/>
            <p:nvPr/>
          </p:nvSpPr>
          <p:spPr>
            <a:xfrm>
              <a:off x="2334996" y="2252319"/>
              <a:ext cx="913765" cy="93345"/>
            </a:xfrm>
            <a:custGeom>
              <a:avLst/>
              <a:gdLst/>
              <a:ahLst/>
              <a:cxnLst/>
              <a:rect l="l" t="t" r="r" b="b"/>
              <a:pathLst>
                <a:path w="913764" h="93344" extrusionOk="0">
                  <a:moveTo>
                    <a:pt x="913142" y="0"/>
                  </a:moveTo>
                  <a:lnTo>
                    <a:pt x="92824" y="0"/>
                  </a:lnTo>
                  <a:lnTo>
                    <a:pt x="0" y="92824"/>
                  </a:lnTo>
                  <a:lnTo>
                    <a:pt x="820331" y="92824"/>
                  </a:lnTo>
                  <a:lnTo>
                    <a:pt x="913142" y="0"/>
                  </a:lnTo>
                  <a:close/>
                </a:path>
              </a:pathLst>
            </a:custGeom>
            <a:solidFill>
              <a:srgbClr val="8C59B3">
                <a:alpha val="69411"/>
              </a:srgbClr>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13" name="Google Shape;813;p61"/>
            <p:cNvSpPr/>
            <p:nvPr/>
          </p:nvSpPr>
          <p:spPr>
            <a:xfrm>
              <a:off x="2334996" y="2252319"/>
              <a:ext cx="913130" cy="876935"/>
            </a:xfrm>
            <a:custGeom>
              <a:avLst/>
              <a:gdLst/>
              <a:ahLst/>
              <a:cxnLst/>
              <a:rect l="l" t="t" r="r" b="b"/>
              <a:pathLst>
                <a:path w="913130" h="876935" extrusionOk="0">
                  <a:moveTo>
                    <a:pt x="0" y="92770"/>
                  </a:moveTo>
                  <a:lnTo>
                    <a:pt x="92770" y="0"/>
                  </a:lnTo>
                  <a:lnTo>
                    <a:pt x="912680" y="0"/>
                  </a:lnTo>
                  <a:lnTo>
                    <a:pt x="912680" y="783995"/>
                  </a:lnTo>
                  <a:lnTo>
                    <a:pt x="819909" y="876766"/>
                  </a:lnTo>
                  <a:lnTo>
                    <a:pt x="0" y="876766"/>
                  </a:lnTo>
                  <a:lnTo>
                    <a:pt x="0" y="92770"/>
                  </a:lnTo>
                  <a:close/>
                </a:path>
                <a:path w="913130" h="876935" extrusionOk="0">
                  <a:moveTo>
                    <a:pt x="0" y="92770"/>
                  </a:moveTo>
                  <a:lnTo>
                    <a:pt x="819909" y="92770"/>
                  </a:lnTo>
                  <a:lnTo>
                    <a:pt x="912680" y="0"/>
                  </a:lnTo>
                </a:path>
                <a:path w="913130" h="876935" extrusionOk="0">
                  <a:moveTo>
                    <a:pt x="819909" y="92770"/>
                  </a:moveTo>
                  <a:lnTo>
                    <a:pt x="819909" y="876766"/>
                  </a:lnTo>
                </a:path>
              </a:pathLst>
            </a:custGeom>
            <a:noFill/>
            <a:ln w="12675" cap="flat" cmpd="sng">
              <a:solidFill>
                <a:srgbClr val="2F528F"/>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14" name="Google Shape;814;p61"/>
            <p:cNvSpPr/>
            <p:nvPr/>
          </p:nvSpPr>
          <p:spPr>
            <a:xfrm>
              <a:off x="2236254" y="2459888"/>
              <a:ext cx="820419" cy="784860"/>
            </a:xfrm>
            <a:custGeom>
              <a:avLst/>
              <a:gdLst/>
              <a:ahLst/>
              <a:cxnLst/>
              <a:rect l="l" t="t" r="r" b="b"/>
              <a:pathLst>
                <a:path w="820419" h="784860" extrusionOk="0">
                  <a:moveTo>
                    <a:pt x="820331" y="0"/>
                  </a:moveTo>
                  <a:lnTo>
                    <a:pt x="0" y="0"/>
                  </a:lnTo>
                  <a:lnTo>
                    <a:pt x="0" y="784402"/>
                  </a:lnTo>
                  <a:lnTo>
                    <a:pt x="820331" y="784402"/>
                  </a:lnTo>
                  <a:lnTo>
                    <a:pt x="820331" y="0"/>
                  </a:lnTo>
                  <a:close/>
                </a:path>
              </a:pathLst>
            </a:custGeom>
            <a:solidFill>
              <a:srgbClr val="FFFF00">
                <a:alpha val="74509"/>
              </a:srgbClr>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15" name="Google Shape;815;p61"/>
            <p:cNvSpPr/>
            <p:nvPr/>
          </p:nvSpPr>
          <p:spPr>
            <a:xfrm>
              <a:off x="3056572" y="2367076"/>
              <a:ext cx="93345" cy="877569"/>
            </a:xfrm>
            <a:custGeom>
              <a:avLst/>
              <a:gdLst/>
              <a:ahLst/>
              <a:cxnLst/>
              <a:rect l="l" t="t" r="r" b="b"/>
              <a:pathLst>
                <a:path w="93344" h="877569" extrusionOk="0">
                  <a:moveTo>
                    <a:pt x="92824" y="0"/>
                  </a:moveTo>
                  <a:lnTo>
                    <a:pt x="0" y="92824"/>
                  </a:lnTo>
                  <a:lnTo>
                    <a:pt x="0" y="877214"/>
                  </a:lnTo>
                  <a:lnTo>
                    <a:pt x="92824" y="784402"/>
                  </a:lnTo>
                  <a:lnTo>
                    <a:pt x="92824" y="0"/>
                  </a:lnTo>
                  <a:close/>
                </a:path>
              </a:pathLst>
            </a:custGeom>
            <a:solidFill>
              <a:srgbClr val="CDCD00">
                <a:alpha val="74509"/>
              </a:srgbClr>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16" name="Google Shape;816;p61"/>
            <p:cNvSpPr/>
            <p:nvPr/>
          </p:nvSpPr>
          <p:spPr>
            <a:xfrm>
              <a:off x="2236254" y="2367076"/>
              <a:ext cx="913765" cy="93345"/>
            </a:xfrm>
            <a:custGeom>
              <a:avLst/>
              <a:gdLst/>
              <a:ahLst/>
              <a:cxnLst/>
              <a:rect l="l" t="t" r="r" b="b"/>
              <a:pathLst>
                <a:path w="913764" h="93344" extrusionOk="0">
                  <a:moveTo>
                    <a:pt x="913142" y="0"/>
                  </a:moveTo>
                  <a:lnTo>
                    <a:pt x="92811" y="0"/>
                  </a:lnTo>
                  <a:lnTo>
                    <a:pt x="0" y="92824"/>
                  </a:lnTo>
                  <a:lnTo>
                    <a:pt x="820318" y="92824"/>
                  </a:lnTo>
                  <a:lnTo>
                    <a:pt x="913142" y="0"/>
                  </a:lnTo>
                  <a:close/>
                </a:path>
              </a:pathLst>
            </a:custGeom>
            <a:solidFill>
              <a:srgbClr val="FFFF32">
                <a:alpha val="74509"/>
              </a:srgbClr>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17" name="Google Shape;817;p61"/>
            <p:cNvSpPr/>
            <p:nvPr/>
          </p:nvSpPr>
          <p:spPr>
            <a:xfrm>
              <a:off x="2236254" y="2367076"/>
              <a:ext cx="913130" cy="876935"/>
            </a:xfrm>
            <a:custGeom>
              <a:avLst/>
              <a:gdLst/>
              <a:ahLst/>
              <a:cxnLst/>
              <a:rect l="l" t="t" r="r" b="b"/>
              <a:pathLst>
                <a:path w="913130" h="876935" extrusionOk="0">
                  <a:moveTo>
                    <a:pt x="0" y="92770"/>
                  </a:moveTo>
                  <a:lnTo>
                    <a:pt x="92770" y="0"/>
                  </a:lnTo>
                  <a:lnTo>
                    <a:pt x="912680" y="0"/>
                  </a:lnTo>
                  <a:lnTo>
                    <a:pt x="912680" y="783995"/>
                  </a:lnTo>
                  <a:lnTo>
                    <a:pt x="819909" y="876766"/>
                  </a:lnTo>
                  <a:lnTo>
                    <a:pt x="0" y="876766"/>
                  </a:lnTo>
                  <a:lnTo>
                    <a:pt x="0" y="92770"/>
                  </a:lnTo>
                  <a:close/>
                </a:path>
                <a:path w="913130" h="876935" extrusionOk="0">
                  <a:moveTo>
                    <a:pt x="0" y="92770"/>
                  </a:moveTo>
                  <a:lnTo>
                    <a:pt x="819909" y="92770"/>
                  </a:lnTo>
                  <a:lnTo>
                    <a:pt x="912680" y="0"/>
                  </a:lnTo>
                </a:path>
                <a:path w="913130" h="876935" extrusionOk="0">
                  <a:moveTo>
                    <a:pt x="819909" y="92770"/>
                  </a:moveTo>
                  <a:lnTo>
                    <a:pt x="819909" y="876766"/>
                  </a:lnTo>
                </a:path>
              </a:pathLst>
            </a:custGeom>
            <a:noFill/>
            <a:ln w="12675" cap="flat" cmpd="sng">
              <a:solidFill>
                <a:srgbClr val="2F528F"/>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18" name="Google Shape;818;p61"/>
            <p:cNvSpPr/>
            <p:nvPr/>
          </p:nvSpPr>
          <p:spPr>
            <a:xfrm>
              <a:off x="2507183" y="2163635"/>
              <a:ext cx="793750" cy="757555"/>
            </a:xfrm>
            <a:custGeom>
              <a:avLst/>
              <a:gdLst/>
              <a:ahLst/>
              <a:cxnLst/>
              <a:rect l="l" t="t" r="r" b="b"/>
              <a:pathLst>
                <a:path w="793750" h="757555" extrusionOk="0">
                  <a:moveTo>
                    <a:pt x="793330" y="0"/>
                  </a:moveTo>
                  <a:lnTo>
                    <a:pt x="0" y="0"/>
                  </a:lnTo>
                  <a:lnTo>
                    <a:pt x="0" y="757389"/>
                  </a:lnTo>
                  <a:lnTo>
                    <a:pt x="793330" y="757389"/>
                  </a:lnTo>
                  <a:lnTo>
                    <a:pt x="793330" y="0"/>
                  </a:lnTo>
                  <a:close/>
                </a:path>
              </a:pathLst>
            </a:custGeom>
            <a:solidFill>
              <a:srgbClr val="FFFFFF">
                <a:alpha val="40000"/>
              </a:srgbClr>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19" name="Google Shape;819;p61"/>
            <p:cNvSpPr/>
            <p:nvPr/>
          </p:nvSpPr>
          <p:spPr>
            <a:xfrm>
              <a:off x="3300514" y="2043810"/>
              <a:ext cx="120014" cy="877569"/>
            </a:xfrm>
            <a:custGeom>
              <a:avLst/>
              <a:gdLst/>
              <a:ahLst/>
              <a:cxnLst/>
              <a:rect l="l" t="t" r="r" b="b"/>
              <a:pathLst>
                <a:path w="120014" h="877569" extrusionOk="0">
                  <a:moveTo>
                    <a:pt x="119824" y="0"/>
                  </a:moveTo>
                  <a:lnTo>
                    <a:pt x="0" y="119811"/>
                  </a:lnTo>
                  <a:lnTo>
                    <a:pt x="0" y="877214"/>
                  </a:lnTo>
                  <a:lnTo>
                    <a:pt x="119824" y="757389"/>
                  </a:lnTo>
                  <a:lnTo>
                    <a:pt x="119824" y="0"/>
                  </a:lnTo>
                  <a:close/>
                </a:path>
              </a:pathLst>
            </a:custGeom>
            <a:solidFill>
              <a:srgbClr val="CDCDCD">
                <a:alpha val="40000"/>
              </a:srgbClr>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20" name="Google Shape;820;p61"/>
            <p:cNvSpPr/>
            <p:nvPr/>
          </p:nvSpPr>
          <p:spPr>
            <a:xfrm>
              <a:off x="2507183" y="2043810"/>
              <a:ext cx="913765" cy="120014"/>
            </a:xfrm>
            <a:custGeom>
              <a:avLst/>
              <a:gdLst/>
              <a:ahLst/>
              <a:cxnLst/>
              <a:rect l="l" t="t" r="r" b="b"/>
              <a:pathLst>
                <a:path w="913764" h="120014" extrusionOk="0">
                  <a:moveTo>
                    <a:pt x="913155" y="0"/>
                  </a:moveTo>
                  <a:lnTo>
                    <a:pt x="119824" y="0"/>
                  </a:lnTo>
                  <a:lnTo>
                    <a:pt x="0" y="119811"/>
                  </a:lnTo>
                  <a:lnTo>
                    <a:pt x="793330" y="119811"/>
                  </a:lnTo>
                  <a:lnTo>
                    <a:pt x="913155" y="0"/>
                  </a:lnTo>
                  <a:close/>
                </a:path>
              </a:pathLst>
            </a:custGeom>
            <a:solidFill>
              <a:srgbClr val="FFFFFF">
                <a:alpha val="40000"/>
              </a:srgbClr>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21" name="Google Shape;821;p61"/>
            <p:cNvSpPr/>
            <p:nvPr/>
          </p:nvSpPr>
          <p:spPr>
            <a:xfrm>
              <a:off x="2507183" y="2043810"/>
              <a:ext cx="913130" cy="876935"/>
            </a:xfrm>
            <a:custGeom>
              <a:avLst/>
              <a:gdLst/>
              <a:ahLst/>
              <a:cxnLst/>
              <a:rect l="l" t="t" r="r" b="b"/>
              <a:pathLst>
                <a:path w="913129" h="876935" extrusionOk="0">
                  <a:moveTo>
                    <a:pt x="0" y="119757"/>
                  </a:moveTo>
                  <a:lnTo>
                    <a:pt x="119757" y="0"/>
                  </a:lnTo>
                  <a:lnTo>
                    <a:pt x="912680" y="0"/>
                  </a:lnTo>
                  <a:lnTo>
                    <a:pt x="912680" y="757008"/>
                  </a:lnTo>
                  <a:lnTo>
                    <a:pt x="792922" y="876766"/>
                  </a:lnTo>
                  <a:lnTo>
                    <a:pt x="0" y="876766"/>
                  </a:lnTo>
                  <a:lnTo>
                    <a:pt x="0" y="119757"/>
                  </a:lnTo>
                  <a:close/>
                </a:path>
                <a:path w="913129" h="876935" extrusionOk="0">
                  <a:moveTo>
                    <a:pt x="0" y="119757"/>
                  </a:moveTo>
                  <a:lnTo>
                    <a:pt x="792922" y="119757"/>
                  </a:lnTo>
                  <a:lnTo>
                    <a:pt x="912680" y="0"/>
                  </a:lnTo>
                </a:path>
                <a:path w="913129" h="876935" extrusionOk="0">
                  <a:moveTo>
                    <a:pt x="792922" y="119757"/>
                  </a:moveTo>
                  <a:lnTo>
                    <a:pt x="792922" y="876766"/>
                  </a:lnTo>
                </a:path>
              </a:pathLst>
            </a:custGeom>
            <a:noFill/>
            <a:ln w="12675" cap="flat" cmpd="sng">
              <a:solidFill>
                <a:srgbClr val="2F528F"/>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22" name="Google Shape;822;p61"/>
            <p:cNvSpPr/>
            <p:nvPr/>
          </p:nvSpPr>
          <p:spPr>
            <a:xfrm>
              <a:off x="2170036" y="2526753"/>
              <a:ext cx="784860" cy="819785"/>
            </a:xfrm>
            <a:custGeom>
              <a:avLst/>
              <a:gdLst/>
              <a:ahLst/>
              <a:cxnLst/>
              <a:rect l="l" t="t" r="r" b="b"/>
              <a:pathLst>
                <a:path w="784860" h="819785" extrusionOk="0">
                  <a:moveTo>
                    <a:pt x="784694" y="0"/>
                  </a:moveTo>
                  <a:lnTo>
                    <a:pt x="0" y="0"/>
                  </a:lnTo>
                  <a:lnTo>
                    <a:pt x="0" y="819403"/>
                  </a:lnTo>
                  <a:lnTo>
                    <a:pt x="784694" y="819403"/>
                  </a:lnTo>
                  <a:lnTo>
                    <a:pt x="784694" y="0"/>
                  </a:lnTo>
                  <a:close/>
                </a:path>
              </a:pathLst>
            </a:custGeom>
            <a:solidFill>
              <a:srgbClr val="FF0000">
                <a:alpha val="60392"/>
              </a:srgbClr>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23" name="Google Shape;823;p61"/>
            <p:cNvSpPr/>
            <p:nvPr/>
          </p:nvSpPr>
          <p:spPr>
            <a:xfrm>
              <a:off x="2954731" y="2434031"/>
              <a:ext cx="93345" cy="912494"/>
            </a:xfrm>
            <a:custGeom>
              <a:avLst/>
              <a:gdLst/>
              <a:ahLst/>
              <a:cxnLst/>
              <a:rect l="l" t="t" r="r" b="b"/>
              <a:pathLst>
                <a:path w="93344" h="912495" extrusionOk="0">
                  <a:moveTo>
                    <a:pt x="92722" y="0"/>
                  </a:moveTo>
                  <a:lnTo>
                    <a:pt x="0" y="92722"/>
                  </a:lnTo>
                  <a:lnTo>
                    <a:pt x="0" y="912126"/>
                  </a:lnTo>
                  <a:lnTo>
                    <a:pt x="92722" y="819391"/>
                  </a:lnTo>
                  <a:lnTo>
                    <a:pt x="92722" y="0"/>
                  </a:lnTo>
                  <a:close/>
                </a:path>
              </a:pathLst>
            </a:custGeom>
            <a:solidFill>
              <a:srgbClr val="CD0000">
                <a:alpha val="60392"/>
              </a:srgbClr>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24" name="Google Shape;824;p61"/>
            <p:cNvSpPr/>
            <p:nvPr/>
          </p:nvSpPr>
          <p:spPr>
            <a:xfrm>
              <a:off x="2170036" y="2434031"/>
              <a:ext cx="877569" cy="93345"/>
            </a:xfrm>
            <a:custGeom>
              <a:avLst/>
              <a:gdLst/>
              <a:ahLst/>
              <a:cxnLst/>
              <a:rect l="l" t="t" r="r" b="b"/>
              <a:pathLst>
                <a:path w="877569" h="93344" extrusionOk="0">
                  <a:moveTo>
                    <a:pt x="877417" y="0"/>
                  </a:moveTo>
                  <a:lnTo>
                    <a:pt x="92722" y="0"/>
                  </a:lnTo>
                  <a:lnTo>
                    <a:pt x="0" y="92722"/>
                  </a:lnTo>
                  <a:lnTo>
                    <a:pt x="784694" y="92722"/>
                  </a:lnTo>
                  <a:lnTo>
                    <a:pt x="877417" y="0"/>
                  </a:lnTo>
                  <a:close/>
                </a:path>
              </a:pathLst>
            </a:custGeom>
            <a:solidFill>
              <a:srgbClr val="FF3232">
                <a:alpha val="60392"/>
              </a:srgbClr>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25" name="Google Shape;825;p61"/>
            <p:cNvSpPr/>
            <p:nvPr/>
          </p:nvSpPr>
          <p:spPr>
            <a:xfrm>
              <a:off x="2170036" y="2434031"/>
              <a:ext cx="877569" cy="911860"/>
            </a:xfrm>
            <a:custGeom>
              <a:avLst/>
              <a:gdLst/>
              <a:ahLst/>
              <a:cxnLst/>
              <a:rect l="l" t="t" r="r" b="b"/>
              <a:pathLst>
                <a:path w="877569" h="911860" extrusionOk="0">
                  <a:moveTo>
                    <a:pt x="0" y="92678"/>
                  </a:moveTo>
                  <a:lnTo>
                    <a:pt x="92678" y="0"/>
                  </a:lnTo>
                  <a:lnTo>
                    <a:pt x="876972" y="0"/>
                  </a:lnTo>
                  <a:lnTo>
                    <a:pt x="876972" y="818981"/>
                  </a:lnTo>
                  <a:lnTo>
                    <a:pt x="784293" y="911659"/>
                  </a:lnTo>
                  <a:lnTo>
                    <a:pt x="0" y="911659"/>
                  </a:lnTo>
                  <a:lnTo>
                    <a:pt x="0" y="92678"/>
                  </a:lnTo>
                  <a:close/>
                </a:path>
                <a:path w="877569" h="911860" extrusionOk="0">
                  <a:moveTo>
                    <a:pt x="0" y="92678"/>
                  </a:moveTo>
                  <a:lnTo>
                    <a:pt x="784293" y="92678"/>
                  </a:lnTo>
                  <a:lnTo>
                    <a:pt x="876972" y="0"/>
                  </a:lnTo>
                </a:path>
                <a:path w="877569" h="911860" extrusionOk="0">
                  <a:moveTo>
                    <a:pt x="784293" y="92678"/>
                  </a:moveTo>
                  <a:lnTo>
                    <a:pt x="784293" y="911659"/>
                  </a:lnTo>
                </a:path>
              </a:pathLst>
            </a:custGeom>
            <a:noFill/>
            <a:ln w="12675" cap="flat" cmpd="sng">
              <a:solidFill>
                <a:srgbClr val="2F528F"/>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sp>
        <p:nvSpPr>
          <p:cNvPr id="826" name="Google Shape;826;p61"/>
          <p:cNvSpPr txBox="1"/>
          <p:nvPr/>
        </p:nvSpPr>
        <p:spPr>
          <a:xfrm>
            <a:off x="2326360" y="3292894"/>
            <a:ext cx="474980" cy="391160"/>
          </a:xfrm>
          <a:prstGeom prst="rect">
            <a:avLst/>
          </a:prstGeom>
          <a:noFill/>
          <a:ln>
            <a:noFill/>
          </a:ln>
        </p:spPr>
        <p:txBody>
          <a:bodyPr spcFirstLastPara="1" wrap="square" lIns="0" tIns="12700" rIns="0" bIns="0" anchor="t" anchorCtr="0">
            <a:spAutoFit/>
          </a:bodyPr>
          <a:lstStyle/>
          <a:p>
            <a:pPr marL="38100" marR="0" lvl="0" indent="0" algn="l" rtl="0">
              <a:lnSpc>
                <a:spcPct val="100000"/>
              </a:lnSpc>
              <a:spcBef>
                <a:spcPts val="0"/>
              </a:spcBef>
              <a:spcAft>
                <a:spcPts val="0"/>
              </a:spcAft>
              <a:buClr>
                <a:srgbClr val="000000"/>
              </a:buClr>
              <a:buSzPts val="2400"/>
              <a:buFont typeface="Arial"/>
              <a:buNone/>
            </a:pPr>
            <a:r>
              <a:rPr lang="en-US" sz="2400" b="0" i="0" u="none" strike="noStrike" cap="none">
                <a:solidFill>
                  <a:srgbClr val="000000"/>
                </a:solidFill>
                <a:latin typeface="Cambria Math"/>
                <a:ea typeface="Cambria Math"/>
                <a:cs typeface="Cambria Math"/>
                <a:sym typeface="Cambria Math"/>
              </a:rPr>
              <a:t>%</a:t>
            </a:r>
            <a:r>
              <a:rPr lang="en-US" sz="2700" b="0" i="0" u="none" strike="noStrike" cap="none" baseline="-25000">
                <a:solidFill>
                  <a:srgbClr val="000000"/>
                </a:solidFill>
                <a:latin typeface="Cambria Math"/>
                <a:ea typeface="Cambria Math"/>
                <a:cs typeface="Cambria Math"/>
                <a:sym typeface="Cambria Math"/>
              </a:rPr>
              <a:t>&amp;</a:t>
            </a:r>
            <a:endParaRPr sz="2700" b="0" i="0" u="none" strike="noStrike" cap="none" baseline="-25000">
              <a:solidFill>
                <a:srgbClr val="000000"/>
              </a:solidFill>
              <a:latin typeface="Cambria Math"/>
              <a:ea typeface="Cambria Math"/>
              <a:cs typeface="Cambria Math"/>
              <a:sym typeface="Cambria Math"/>
            </a:endParaRPr>
          </a:p>
        </p:txBody>
      </p:sp>
      <p:sp>
        <p:nvSpPr>
          <p:cNvPr id="827" name="Google Shape;827;p61"/>
          <p:cNvSpPr txBox="1"/>
          <p:nvPr/>
        </p:nvSpPr>
        <p:spPr>
          <a:xfrm>
            <a:off x="1744865" y="2606725"/>
            <a:ext cx="422909" cy="391160"/>
          </a:xfrm>
          <a:prstGeom prst="rect">
            <a:avLst/>
          </a:prstGeom>
          <a:noFill/>
          <a:ln>
            <a:noFill/>
          </a:ln>
        </p:spPr>
        <p:txBody>
          <a:bodyPr spcFirstLastPara="1" wrap="square" lIns="0" tIns="12700" rIns="0" bIns="0" anchor="t" anchorCtr="0">
            <a:spAutoFit/>
          </a:bodyPr>
          <a:lstStyle/>
          <a:p>
            <a:pPr marL="38100" marR="0" lvl="0" indent="0" algn="l" rtl="0">
              <a:lnSpc>
                <a:spcPct val="100000"/>
              </a:lnSpc>
              <a:spcBef>
                <a:spcPts val="0"/>
              </a:spcBef>
              <a:spcAft>
                <a:spcPts val="0"/>
              </a:spcAft>
              <a:buClr>
                <a:srgbClr val="000000"/>
              </a:buClr>
              <a:buSzPts val="2400"/>
              <a:buFont typeface="Arial"/>
              <a:buNone/>
            </a:pPr>
            <a:r>
              <a:rPr lang="en-US" sz="2400" b="0" i="0" u="none" strike="noStrike" cap="none">
                <a:solidFill>
                  <a:srgbClr val="000000"/>
                </a:solidFill>
                <a:latin typeface="Cambria Math"/>
                <a:ea typeface="Cambria Math"/>
                <a:cs typeface="Cambria Math"/>
                <a:sym typeface="Cambria Math"/>
              </a:rPr>
              <a:t>%</a:t>
            </a:r>
            <a:r>
              <a:rPr lang="en-US" sz="2700" b="0" i="0" u="none" strike="noStrike" cap="none" baseline="-25000">
                <a:solidFill>
                  <a:srgbClr val="000000"/>
                </a:solidFill>
                <a:latin typeface="Cambria Math"/>
                <a:ea typeface="Cambria Math"/>
                <a:cs typeface="Cambria Math"/>
                <a:sym typeface="Cambria Math"/>
              </a:rPr>
              <a:t>'</a:t>
            </a:r>
            <a:endParaRPr sz="2700" b="0" i="0" u="none" strike="noStrike" cap="none" baseline="-25000">
              <a:solidFill>
                <a:srgbClr val="000000"/>
              </a:solidFill>
              <a:latin typeface="Cambria Math"/>
              <a:ea typeface="Cambria Math"/>
              <a:cs typeface="Cambria Math"/>
              <a:sym typeface="Cambria Math"/>
            </a:endParaRPr>
          </a:p>
        </p:txBody>
      </p:sp>
      <p:sp>
        <p:nvSpPr>
          <p:cNvPr id="828" name="Google Shape;828;p61"/>
          <p:cNvSpPr txBox="1"/>
          <p:nvPr/>
        </p:nvSpPr>
        <p:spPr>
          <a:xfrm>
            <a:off x="3285680" y="2964383"/>
            <a:ext cx="389890" cy="391160"/>
          </a:xfrm>
          <a:prstGeom prst="rect">
            <a:avLst/>
          </a:prstGeom>
          <a:noFill/>
          <a:ln>
            <a:noFill/>
          </a:ln>
        </p:spPr>
        <p:txBody>
          <a:bodyPr spcFirstLastPara="1" wrap="square" lIns="0" tIns="12700" rIns="0" bIns="0" anchor="t" anchorCtr="0">
            <a:spAutoFit/>
          </a:bodyPr>
          <a:lstStyle/>
          <a:p>
            <a:pPr marL="38100" marR="0" lvl="0" indent="0" algn="l" rtl="0">
              <a:lnSpc>
                <a:spcPct val="100000"/>
              </a:lnSpc>
              <a:spcBef>
                <a:spcPts val="0"/>
              </a:spcBef>
              <a:spcAft>
                <a:spcPts val="0"/>
              </a:spcAft>
              <a:buClr>
                <a:srgbClr val="000000"/>
              </a:buClr>
              <a:buSzPts val="2400"/>
              <a:buFont typeface="Arial"/>
              <a:buNone/>
            </a:pPr>
            <a:r>
              <a:rPr lang="en-US" sz="2400" b="0" i="0" u="none" strike="noStrike" cap="none">
                <a:solidFill>
                  <a:srgbClr val="000000"/>
                </a:solidFill>
                <a:latin typeface="Cambria Math"/>
                <a:ea typeface="Cambria Math"/>
                <a:cs typeface="Cambria Math"/>
                <a:sym typeface="Cambria Math"/>
              </a:rPr>
              <a:t>%</a:t>
            </a:r>
            <a:r>
              <a:rPr lang="en-US" sz="2700" b="0" i="0" u="none" strike="noStrike" cap="none" baseline="-25000">
                <a:solidFill>
                  <a:srgbClr val="000000"/>
                </a:solidFill>
                <a:latin typeface="Cambria Math"/>
                <a:ea typeface="Cambria Math"/>
                <a:cs typeface="Cambria Math"/>
                <a:sym typeface="Cambria Math"/>
              </a:rPr>
              <a:t>(</a:t>
            </a:r>
            <a:endParaRPr sz="2700" b="0" i="0" u="none" strike="noStrike" cap="none" baseline="-25000">
              <a:solidFill>
                <a:srgbClr val="000000"/>
              </a:solidFill>
              <a:latin typeface="Cambria Math"/>
              <a:ea typeface="Cambria Math"/>
              <a:cs typeface="Cambria Math"/>
              <a:sym typeface="Cambria Math"/>
            </a:endParaRPr>
          </a:p>
        </p:txBody>
      </p:sp>
      <p:grpSp>
        <p:nvGrpSpPr>
          <p:cNvPr id="829" name="Google Shape;829;p61"/>
          <p:cNvGrpSpPr/>
          <p:nvPr/>
        </p:nvGrpSpPr>
        <p:grpSpPr>
          <a:xfrm>
            <a:off x="7924152" y="2075802"/>
            <a:ext cx="1250492" cy="1305382"/>
            <a:chOff x="7924152" y="2075802"/>
            <a:chExt cx="1250492" cy="1305382"/>
          </a:xfrm>
        </p:grpSpPr>
        <p:sp>
          <p:nvSpPr>
            <p:cNvPr id="830" name="Google Shape;830;p61"/>
            <p:cNvSpPr/>
            <p:nvPr/>
          </p:nvSpPr>
          <p:spPr>
            <a:xfrm>
              <a:off x="7924152" y="2542349"/>
              <a:ext cx="779145" cy="838835"/>
            </a:xfrm>
            <a:custGeom>
              <a:avLst/>
              <a:gdLst/>
              <a:ahLst/>
              <a:cxnLst/>
              <a:rect l="l" t="t" r="r" b="b"/>
              <a:pathLst>
                <a:path w="779145" h="838835" extrusionOk="0">
                  <a:moveTo>
                    <a:pt x="778662" y="0"/>
                  </a:moveTo>
                  <a:lnTo>
                    <a:pt x="0" y="0"/>
                  </a:lnTo>
                  <a:lnTo>
                    <a:pt x="0" y="838466"/>
                  </a:lnTo>
                  <a:lnTo>
                    <a:pt x="778662" y="838466"/>
                  </a:lnTo>
                  <a:lnTo>
                    <a:pt x="778662" y="0"/>
                  </a:lnTo>
                  <a:close/>
                </a:path>
              </a:pathLst>
            </a:custGeom>
            <a:solidFill>
              <a:srgbClr val="4472C4"/>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31" name="Google Shape;831;p61"/>
            <p:cNvSpPr/>
            <p:nvPr/>
          </p:nvSpPr>
          <p:spPr>
            <a:xfrm>
              <a:off x="8702815" y="2077935"/>
              <a:ext cx="464820" cy="1303020"/>
            </a:xfrm>
            <a:custGeom>
              <a:avLst/>
              <a:gdLst/>
              <a:ahLst/>
              <a:cxnLst/>
              <a:rect l="l" t="t" r="r" b="b"/>
              <a:pathLst>
                <a:path w="464820" h="1303020" extrusionOk="0">
                  <a:moveTo>
                    <a:pt x="464413" y="0"/>
                  </a:moveTo>
                  <a:lnTo>
                    <a:pt x="0" y="464413"/>
                  </a:lnTo>
                  <a:lnTo>
                    <a:pt x="0" y="1302880"/>
                  </a:lnTo>
                  <a:lnTo>
                    <a:pt x="464413" y="838466"/>
                  </a:lnTo>
                  <a:lnTo>
                    <a:pt x="464413" y="0"/>
                  </a:lnTo>
                  <a:close/>
                </a:path>
              </a:pathLst>
            </a:custGeom>
            <a:solidFill>
              <a:srgbClr val="375C9E"/>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32" name="Google Shape;832;p61"/>
            <p:cNvSpPr/>
            <p:nvPr/>
          </p:nvSpPr>
          <p:spPr>
            <a:xfrm>
              <a:off x="7924152" y="2077935"/>
              <a:ext cx="1243330" cy="464820"/>
            </a:xfrm>
            <a:custGeom>
              <a:avLst/>
              <a:gdLst/>
              <a:ahLst/>
              <a:cxnLst/>
              <a:rect l="l" t="t" r="r" b="b"/>
              <a:pathLst>
                <a:path w="1243329" h="464819" extrusionOk="0">
                  <a:moveTo>
                    <a:pt x="1243076" y="0"/>
                  </a:moveTo>
                  <a:lnTo>
                    <a:pt x="464413" y="0"/>
                  </a:lnTo>
                  <a:lnTo>
                    <a:pt x="0" y="464413"/>
                  </a:lnTo>
                  <a:lnTo>
                    <a:pt x="778662" y="464413"/>
                  </a:lnTo>
                  <a:lnTo>
                    <a:pt x="1243076" y="0"/>
                  </a:lnTo>
                  <a:close/>
                </a:path>
              </a:pathLst>
            </a:custGeom>
            <a:solidFill>
              <a:srgbClr val="698ED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33" name="Google Shape;833;p61"/>
            <p:cNvSpPr/>
            <p:nvPr/>
          </p:nvSpPr>
          <p:spPr>
            <a:xfrm>
              <a:off x="7924152" y="2077935"/>
              <a:ext cx="1242695" cy="1302385"/>
            </a:xfrm>
            <a:custGeom>
              <a:avLst/>
              <a:gdLst/>
              <a:ahLst/>
              <a:cxnLst/>
              <a:rect l="l" t="t" r="r" b="b"/>
              <a:pathLst>
                <a:path w="1242695" h="1302385" extrusionOk="0">
                  <a:moveTo>
                    <a:pt x="0" y="464175"/>
                  </a:moveTo>
                  <a:lnTo>
                    <a:pt x="464175" y="0"/>
                  </a:lnTo>
                  <a:lnTo>
                    <a:pt x="1242436" y="0"/>
                  </a:lnTo>
                  <a:lnTo>
                    <a:pt x="1242436" y="838037"/>
                  </a:lnTo>
                  <a:lnTo>
                    <a:pt x="778264" y="1302215"/>
                  </a:lnTo>
                  <a:lnTo>
                    <a:pt x="0" y="1302215"/>
                  </a:lnTo>
                  <a:lnTo>
                    <a:pt x="0" y="464175"/>
                  </a:lnTo>
                  <a:close/>
                </a:path>
                <a:path w="1242695" h="1302385" extrusionOk="0">
                  <a:moveTo>
                    <a:pt x="0" y="464175"/>
                  </a:moveTo>
                  <a:lnTo>
                    <a:pt x="778264" y="464175"/>
                  </a:lnTo>
                  <a:lnTo>
                    <a:pt x="1242436" y="0"/>
                  </a:lnTo>
                </a:path>
              </a:pathLst>
            </a:custGeom>
            <a:noFill/>
            <a:ln w="12675" cap="flat" cmpd="sng">
              <a:solidFill>
                <a:srgbClr val="2F528F"/>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34" name="Google Shape;834;p61"/>
            <p:cNvSpPr/>
            <p:nvPr/>
          </p:nvSpPr>
          <p:spPr>
            <a:xfrm>
              <a:off x="8702417" y="3057016"/>
              <a:ext cx="0" cy="323215"/>
            </a:xfrm>
            <a:custGeom>
              <a:avLst/>
              <a:gdLst/>
              <a:ahLst/>
              <a:cxnLst/>
              <a:rect l="l" t="t" r="r" b="b"/>
              <a:pathLst>
                <a:path w="120000" h="323214" extrusionOk="0">
                  <a:moveTo>
                    <a:pt x="0" y="0"/>
                  </a:moveTo>
                  <a:lnTo>
                    <a:pt x="0" y="323134"/>
                  </a:lnTo>
                </a:path>
              </a:pathLst>
            </a:custGeom>
            <a:noFill/>
            <a:ln w="12675" cap="flat" cmpd="sng">
              <a:solidFill>
                <a:srgbClr val="2F528F"/>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35" name="Google Shape;835;p61"/>
            <p:cNvSpPr/>
            <p:nvPr/>
          </p:nvSpPr>
          <p:spPr>
            <a:xfrm>
              <a:off x="8187868" y="2272614"/>
              <a:ext cx="820419" cy="784860"/>
            </a:xfrm>
            <a:custGeom>
              <a:avLst/>
              <a:gdLst/>
              <a:ahLst/>
              <a:cxnLst/>
              <a:rect l="l" t="t" r="r" b="b"/>
              <a:pathLst>
                <a:path w="820420" h="784860" extrusionOk="0">
                  <a:moveTo>
                    <a:pt x="820331" y="0"/>
                  </a:moveTo>
                  <a:lnTo>
                    <a:pt x="0" y="0"/>
                  </a:lnTo>
                  <a:lnTo>
                    <a:pt x="0" y="784402"/>
                  </a:lnTo>
                  <a:lnTo>
                    <a:pt x="820331" y="784402"/>
                  </a:lnTo>
                  <a:lnTo>
                    <a:pt x="820331" y="0"/>
                  </a:lnTo>
                  <a:close/>
                </a:path>
              </a:pathLst>
            </a:custGeom>
            <a:solidFill>
              <a:srgbClr val="00B050">
                <a:alpha val="80000"/>
              </a:srgbClr>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36" name="Google Shape;836;p61"/>
            <p:cNvSpPr/>
            <p:nvPr/>
          </p:nvSpPr>
          <p:spPr>
            <a:xfrm>
              <a:off x="9008186" y="2179802"/>
              <a:ext cx="93345" cy="877569"/>
            </a:xfrm>
            <a:custGeom>
              <a:avLst/>
              <a:gdLst/>
              <a:ahLst/>
              <a:cxnLst/>
              <a:rect l="l" t="t" r="r" b="b"/>
              <a:pathLst>
                <a:path w="93345" h="877569" extrusionOk="0">
                  <a:moveTo>
                    <a:pt x="92824" y="0"/>
                  </a:moveTo>
                  <a:lnTo>
                    <a:pt x="0" y="92811"/>
                  </a:lnTo>
                  <a:lnTo>
                    <a:pt x="0" y="877214"/>
                  </a:lnTo>
                  <a:lnTo>
                    <a:pt x="92824" y="784390"/>
                  </a:lnTo>
                  <a:lnTo>
                    <a:pt x="92824" y="0"/>
                  </a:lnTo>
                  <a:close/>
                </a:path>
              </a:pathLst>
            </a:custGeom>
            <a:solidFill>
              <a:srgbClr val="008D40">
                <a:alpha val="80000"/>
              </a:srgbClr>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37" name="Google Shape;837;p61"/>
            <p:cNvSpPr/>
            <p:nvPr/>
          </p:nvSpPr>
          <p:spPr>
            <a:xfrm>
              <a:off x="8187868" y="2179802"/>
              <a:ext cx="913765" cy="93345"/>
            </a:xfrm>
            <a:custGeom>
              <a:avLst/>
              <a:gdLst/>
              <a:ahLst/>
              <a:cxnLst/>
              <a:rect l="l" t="t" r="r" b="b"/>
              <a:pathLst>
                <a:path w="913765" h="93344" extrusionOk="0">
                  <a:moveTo>
                    <a:pt x="913142" y="0"/>
                  </a:moveTo>
                  <a:lnTo>
                    <a:pt x="92811" y="0"/>
                  </a:lnTo>
                  <a:lnTo>
                    <a:pt x="0" y="92811"/>
                  </a:lnTo>
                  <a:lnTo>
                    <a:pt x="820318" y="92811"/>
                  </a:lnTo>
                  <a:lnTo>
                    <a:pt x="913142" y="0"/>
                  </a:lnTo>
                  <a:close/>
                </a:path>
              </a:pathLst>
            </a:custGeom>
            <a:solidFill>
              <a:srgbClr val="32BF72">
                <a:alpha val="80000"/>
              </a:srgbClr>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38" name="Google Shape;838;p61"/>
            <p:cNvSpPr/>
            <p:nvPr/>
          </p:nvSpPr>
          <p:spPr>
            <a:xfrm>
              <a:off x="8187868" y="2179802"/>
              <a:ext cx="913130" cy="876935"/>
            </a:xfrm>
            <a:custGeom>
              <a:avLst/>
              <a:gdLst/>
              <a:ahLst/>
              <a:cxnLst/>
              <a:rect l="l" t="t" r="r" b="b"/>
              <a:pathLst>
                <a:path w="913129" h="876935" extrusionOk="0">
                  <a:moveTo>
                    <a:pt x="0" y="92770"/>
                  </a:moveTo>
                  <a:lnTo>
                    <a:pt x="92770" y="0"/>
                  </a:lnTo>
                  <a:lnTo>
                    <a:pt x="912680" y="0"/>
                  </a:lnTo>
                  <a:lnTo>
                    <a:pt x="912680" y="783995"/>
                  </a:lnTo>
                  <a:lnTo>
                    <a:pt x="819909" y="876766"/>
                  </a:lnTo>
                  <a:lnTo>
                    <a:pt x="0" y="876766"/>
                  </a:lnTo>
                  <a:lnTo>
                    <a:pt x="0" y="92770"/>
                  </a:lnTo>
                  <a:close/>
                </a:path>
                <a:path w="913129" h="876935" extrusionOk="0">
                  <a:moveTo>
                    <a:pt x="0" y="92770"/>
                  </a:moveTo>
                  <a:lnTo>
                    <a:pt x="819909" y="92770"/>
                  </a:lnTo>
                  <a:lnTo>
                    <a:pt x="912680" y="0"/>
                  </a:lnTo>
                </a:path>
                <a:path w="913129" h="876935" extrusionOk="0">
                  <a:moveTo>
                    <a:pt x="819909" y="92770"/>
                  </a:moveTo>
                  <a:lnTo>
                    <a:pt x="819909" y="876766"/>
                  </a:lnTo>
                </a:path>
              </a:pathLst>
            </a:custGeom>
            <a:noFill/>
            <a:ln w="12675" cap="flat" cmpd="sng">
              <a:solidFill>
                <a:srgbClr val="2F528F"/>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39" name="Google Shape;839;p61"/>
            <p:cNvSpPr/>
            <p:nvPr/>
          </p:nvSpPr>
          <p:spPr>
            <a:xfrm>
              <a:off x="8089112" y="2377135"/>
              <a:ext cx="820419" cy="784860"/>
            </a:xfrm>
            <a:custGeom>
              <a:avLst/>
              <a:gdLst/>
              <a:ahLst/>
              <a:cxnLst/>
              <a:rect l="l" t="t" r="r" b="b"/>
              <a:pathLst>
                <a:path w="820420" h="784860" extrusionOk="0">
                  <a:moveTo>
                    <a:pt x="820331" y="0"/>
                  </a:moveTo>
                  <a:lnTo>
                    <a:pt x="0" y="0"/>
                  </a:lnTo>
                  <a:lnTo>
                    <a:pt x="0" y="784402"/>
                  </a:lnTo>
                  <a:lnTo>
                    <a:pt x="820331" y="784402"/>
                  </a:lnTo>
                  <a:lnTo>
                    <a:pt x="820331" y="0"/>
                  </a:lnTo>
                  <a:close/>
                </a:path>
              </a:pathLst>
            </a:custGeom>
            <a:solidFill>
              <a:srgbClr val="7030A0">
                <a:alpha val="69411"/>
              </a:srgbClr>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40" name="Google Shape;840;p61"/>
            <p:cNvSpPr/>
            <p:nvPr/>
          </p:nvSpPr>
          <p:spPr>
            <a:xfrm>
              <a:off x="8909443" y="2284323"/>
              <a:ext cx="93345" cy="877569"/>
            </a:xfrm>
            <a:custGeom>
              <a:avLst/>
              <a:gdLst/>
              <a:ahLst/>
              <a:cxnLst/>
              <a:rect l="l" t="t" r="r" b="b"/>
              <a:pathLst>
                <a:path w="93345" h="877569" extrusionOk="0">
                  <a:moveTo>
                    <a:pt x="92811" y="0"/>
                  </a:moveTo>
                  <a:lnTo>
                    <a:pt x="0" y="92824"/>
                  </a:lnTo>
                  <a:lnTo>
                    <a:pt x="0" y="877214"/>
                  </a:lnTo>
                  <a:lnTo>
                    <a:pt x="92811" y="784402"/>
                  </a:lnTo>
                  <a:lnTo>
                    <a:pt x="92811" y="0"/>
                  </a:lnTo>
                  <a:close/>
                </a:path>
              </a:pathLst>
            </a:custGeom>
            <a:solidFill>
              <a:srgbClr val="5A2781">
                <a:alpha val="69411"/>
              </a:srgbClr>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41" name="Google Shape;841;p61"/>
            <p:cNvSpPr/>
            <p:nvPr/>
          </p:nvSpPr>
          <p:spPr>
            <a:xfrm>
              <a:off x="8089112" y="2284323"/>
              <a:ext cx="913765" cy="93345"/>
            </a:xfrm>
            <a:custGeom>
              <a:avLst/>
              <a:gdLst/>
              <a:ahLst/>
              <a:cxnLst/>
              <a:rect l="l" t="t" r="r" b="b"/>
              <a:pathLst>
                <a:path w="913765" h="93344" extrusionOk="0">
                  <a:moveTo>
                    <a:pt x="913142" y="0"/>
                  </a:moveTo>
                  <a:lnTo>
                    <a:pt x="92811" y="0"/>
                  </a:lnTo>
                  <a:lnTo>
                    <a:pt x="0" y="92824"/>
                  </a:lnTo>
                  <a:lnTo>
                    <a:pt x="820331" y="92824"/>
                  </a:lnTo>
                  <a:lnTo>
                    <a:pt x="913142" y="0"/>
                  </a:lnTo>
                  <a:close/>
                </a:path>
              </a:pathLst>
            </a:custGeom>
            <a:solidFill>
              <a:srgbClr val="8C59B3">
                <a:alpha val="69411"/>
              </a:srgbClr>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42" name="Google Shape;842;p61"/>
            <p:cNvSpPr/>
            <p:nvPr/>
          </p:nvSpPr>
          <p:spPr>
            <a:xfrm>
              <a:off x="8089112" y="2284323"/>
              <a:ext cx="913130" cy="876935"/>
            </a:xfrm>
            <a:custGeom>
              <a:avLst/>
              <a:gdLst/>
              <a:ahLst/>
              <a:cxnLst/>
              <a:rect l="l" t="t" r="r" b="b"/>
              <a:pathLst>
                <a:path w="913129" h="876935" extrusionOk="0">
                  <a:moveTo>
                    <a:pt x="0" y="92770"/>
                  </a:moveTo>
                  <a:lnTo>
                    <a:pt x="92770" y="0"/>
                  </a:lnTo>
                  <a:lnTo>
                    <a:pt x="912680" y="0"/>
                  </a:lnTo>
                  <a:lnTo>
                    <a:pt x="912680" y="783995"/>
                  </a:lnTo>
                  <a:lnTo>
                    <a:pt x="819909" y="876766"/>
                  </a:lnTo>
                  <a:lnTo>
                    <a:pt x="0" y="876766"/>
                  </a:lnTo>
                  <a:lnTo>
                    <a:pt x="0" y="92770"/>
                  </a:lnTo>
                  <a:close/>
                </a:path>
                <a:path w="913129" h="876935" extrusionOk="0">
                  <a:moveTo>
                    <a:pt x="0" y="92770"/>
                  </a:moveTo>
                  <a:lnTo>
                    <a:pt x="819909" y="92770"/>
                  </a:lnTo>
                  <a:lnTo>
                    <a:pt x="912680" y="0"/>
                  </a:lnTo>
                </a:path>
                <a:path w="913129" h="876935" extrusionOk="0">
                  <a:moveTo>
                    <a:pt x="819909" y="92770"/>
                  </a:moveTo>
                  <a:lnTo>
                    <a:pt x="819909" y="876766"/>
                  </a:lnTo>
                </a:path>
              </a:pathLst>
            </a:custGeom>
            <a:noFill/>
            <a:ln w="12675" cap="flat" cmpd="sng">
              <a:solidFill>
                <a:srgbClr val="2F528F"/>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43" name="Google Shape;843;p61"/>
            <p:cNvSpPr/>
            <p:nvPr/>
          </p:nvSpPr>
          <p:spPr>
            <a:xfrm>
              <a:off x="7990357" y="2491892"/>
              <a:ext cx="820419" cy="784860"/>
            </a:xfrm>
            <a:custGeom>
              <a:avLst/>
              <a:gdLst/>
              <a:ahLst/>
              <a:cxnLst/>
              <a:rect l="l" t="t" r="r" b="b"/>
              <a:pathLst>
                <a:path w="820420" h="784860" extrusionOk="0">
                  <a:moveTo>
                    <a:pt x="820331" y="0"/>
                  </a:moveTo>
                  <a:lnTo>
                    <a:pt x="0" y="0"/>
                  </a:lnTo>
                  <a:lnTo>
                    <a:pt x="0" y="784402"/>
                  </a:lnTo>
                  <a:lnTo>
                    <a:pt x="820331" y="784402"/>
                  </a:lnTo>
                  <a:lnTo>
                    <a:pt x="820331" y="0"/>
                  </a:lnTo>
                  <a:close/>
                </a:path>
              </a:pathLst>
            </a:custGeom>
            <a:solidFill>
              <a:srgbClr val="FFFF00">
                <a:alpha val="74509"/>
              </a:srgbClr>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44" name="Google Shape;844;p61"/>
            <p:cNvSpPr/>
            <p:nvPr/>
          </p:nvSpPr>
          <p:spPr>
            <a:xfrm>
              <a:off x="8810688" y="2399080"/>
              <a:ext cx="93345" cy="877569"/>
            </a:xfrm>
            <a:custGeom>
              <a:avLst/>
              <a:gdLst/>
              <a:ahLst/>
              <a:cxnLst/>
              <a:rect l="l" t="t" r="r" b="b"/>
              <a:pathLst>
                <a:path w="93345" h="877570" extrusionOk="0">
                  <a:moveTo>
                    <a:pt x="92824" y="0"/>
                  </a:moveTo>
                  <a:lnTo>
                    <a:pt x="0" y="92811"/>
                  </a:lnTo>
                  <a:lnTo>
                    <a:pt x="0" y="877214"/>
                  </a:lnTo>
                  <a:lnTo>
                    <a:pt x="92824" y="784390"/>
                  </a:lnTo>
                  <a:lnTo>
                    <a:pt x="92824" y="0"/>
                  </a:lnTo>
                  <a:close/>
                </a:path>
              </a:pathLst>
            </a:custGeom>
            <a:solidFill>
              <a:srgbClr val="CDCD00">
                <a:alpha val="74509"/>
              </a:srgbClr>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45" name="Google Shape;845;p61"/>
            <p:cNvSpPr/>
            <p:nvPr/>
          </p:nvSpPr>
          <p:spPr>
            <a:xfrm>
              <a:off x="7990357" y="2399080"/>
              <a:ext cx="913765" cy="93345"/>
            </a:xfrm>
            <a:custGeom>
              <a:avLst/>
              <a:gdLst/>
              <a:ahLst/>
              <a:cxnLst/>
              <a:rect l="l" t="t" r="r" b="b"/>
              <a:pathLst>
                <a:path w="913765" h="93344" extrusionOk="0">
                  <a:moveTo>
                    <a:pt x="913155" y="0"/>
                  </a:moveTo>
                  <a:lnTo>
                    <a:pt x="92824" y="0"/>
                  </a:lnTo>
                  <a:lnTo>
                    <a:pt x="0" y="92811"/>
                  </a:lnTo>
                  <a:lnTo>
                    <a:pt x="820331" y="92811"/>
                  </a:lnTo>
                  <a:lnTo>
                    <a:pt x="913155" y="0"/>
                  </a:lnTo>
                  <a:close/>
                </a:path>
              </a:pathLst>
            </a:custGeom>
            <a:solidFill>
              <a:srgbClr val="FFFF32">
                <a:alpha val="74509"/>
              </a:srgbClr>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46" name="Google Shape;846;p61"/>
            <p:cNvSpPr/>
            <p:nvPr/>
          </p:nvSpPr>
          <p:spPr>
            <a:xfrm>
              <a:off x="7990357" y="2399080"/>
              <a:ext cx="913130" cy="876935"/>
            </a:xfrm>
            <a:custGeom>
              <a:avLst/>
              <a:gdLst/>
              <a:ahLst/>
              <a:cxnLst/>
              <a:rect l="l" t="t" r="r" b="b"/>
              <a:pathLst>
                <a:path w="913129" h="876935" extrusionOk="0">
                  <a:moveTo>
                    <a:pt x="0" y="92770"/>
                  </a:moveTo>
                  <a:lnTo>
                    <a:pt x="92770" y="0"/>
                  </a:lnTo>
                  <a:lnTo>
                    <a:pt x="912680" y="0"/>
                  </a:lnTo>
                  <a:lnTo>
                    <a:pt x="912680" y="783995"/>
                  </a:lnTo>
                  <a:lnTo>
                    <a:pt x="819909" y="876766"/>
                  </a:lnTo>
                  <a:lnTo>
                    <a:pt x="0" y="876766"/>
                  </a:lnTo>
                  <a:lnTo>
                    <a:pt x="0" y="92770"/>
                  </a:lnTo>
                  <a:close/>
                </a:path>
                <a:path w="913129" h="876935" extrusionOk="0">
                  <a:moveTo>
                    <a:pt x="0" y="92770"/>
                  </a:moveTo>
                  <a:lnTo>
                    <a:pt x="819909" y="92770"/>
                  </a:lnTo>
                  <a:lnTo>
                    <a:pt x="912680" y="0"/>
                  </a:lnTo>
                </a:path>
                <a:path w="913129" h="876935" extrusionOk="0">
                  <a:moveTo>
                    <a:pt x="819909" y="92770"/>
                  </a:moveTo>
                  <a:lnTo>
                    <a:pt x="819909" y="876766"/>
                  </a:lnTo>
                </a:path>
              </a:pathLst>
            </a:custGeom>
            <a:noFill/>
            <a:ln w="12675" cap="flat" cmpd="sng">
              <a:solidFill>
                <a:srgbClr val="2F528F"/>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47" name="Google Shape;847;p61"/>
            <p:cNvSpPr/>
            <p:nvPr/>
          </p:nvSpPr>
          <p:spPr>
            <a:xfrm>
              <a:off x="8261299" y="2195626"/>
              <a:ext cx="793750" cy="757555"/>
            </a:xfrm>
            <a:custGeom>
              <a:avLst/>
              <a:gdLst/>
              <a:ahLst/>
              <a:cxnLst/>
              <a:rect l="l" t="t" r="r" b="b"/>
              <a:pathLst>
                <a:path w="793750" h="757555" extrusionOk="0">
                  <a:moveTo>
                    <a:pt x="793330" y="0"/>
                  </a:moveTo>
                  <a:lnTo>
                    <a:pt x="0" y="0"/>
                  </a:lnTo>
                  <a:lnTo>
                    <a:pt x="0" y="757389"/>
                  </a:lnTo>
                  <a:lnTo>
                    <a:pt x="793330" y="757389"/>
                  </a:lnTo>
                  <a:lnTo>
                    <a:pt x="793330" y="0"/>
                  </a:lnTo>
                  <a:close/>
                </a:path>
              </a:pathLst>
            </a:custGeom>
            <a:solidFill>
              <a:srgbClr val="FFFFFF">
                <a:alpha val="40000"/>
              </a:srgbClr>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48" name="Google Shape;848;p61"/>
            <p:cNvSpPr/>
            <p:nvPr/>
          </p:nvSpPr>
          <p:spPr>
            <a:xfrm>
              <a:off x="9054630" y="2075802"/>
              <a:ext cx="120014" cy="877569"/>
            </a:xfrm>
            <a:custGeom>
              <a:avLst/>
              <a:gdLst/>
              <a:ahLst/>
              <a:cxnLst/>
              <a:rect l="l" t="t" r="r" b="b"/>
              <a:pathLst>
                <a:path w="120015" h="877569" extrusionOk="0">
                  <a:moveTo>
                    <a:pt x="119811" y="0"/>
                  </a:moveTo>
                  <a:lnTo>
                    <a:pt x="0" y="119824"/>
                  </a:lnTo>
                  <a:lnTo>
                    <a:pt x="0" y="877214"/>
                  </a:lnTo>
                  <a:lnTo>
                    <a:pt x="119811" y="757402"/>
                  </a:lnTo>
                  <a:lnTo>
                    <a:pt x="119811" y="0"/>
                  </a:lnTo>
                  <a:close/>
                </a:path>
              </a:pathLst>
            </a:custGeom>
            <a:solidFill>
              <a:srgbClr val="CDCDCD">
                <a:alpha val="40000"/>
              </a:srgbClr>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49" name="Google Shape;849;p61"/>
            <p:cNvSpPr/>
            <p:nvPr/>
          </p:nvSpPr>
          <p:spPr>
            <a:xfrm>
              <a:off x="8261299" y="2075802"/>
              <a:ext cx="913130" cy="876935"/>
            </a:xfrm>
            <a:custGeom>
              <a:avLst/>
              <a:gdLst/>
              <a:ahLst/>
              <a:cxnLst/>
              <a:rect l="l" t="t" r="r" b="b"/>
              <a:pathLst>
                <a:path w="913129" h="876935" extrusionOk="0">
                  <a:moveTo>
                    <a:pt x="0" y="119757"/>
                  </a:moveTo>
                  <a:lnTo>
                    <a:pt x="119757" y="0"/>
                  </a:lnTo>
                  <a:lnTo>
                    <a:pt x="912680" y="0"/>
                  </a:lnTo>
                  <a:lnTo>
                    <a:pt x="912680" y="757008"/>
                  </a:lnTo>
                  <a:lnTo>
                    <a:pt x="792922" y="876766"/>
                  </a:lnTo>
                  <a:lnTo>
                    <a:pt x="0" y="876766"/>
                  </a:lnTo>
                  <a:lnTo>
                    <a:pt x="0" y="119757"/>
                  </a:lnTo>
                  <a:close/>
                </a:path>
                <a:path w="913129" h="876935" extrusionOk="0">
                  <a:moveTo>
                    <a:pt x="0" y="119757"/>
                  </a:moveTo>
                  <a:lnTo>
                    <a:pt x="792922" y="119757"/>
                  </a:lnTo>
                  <a:lnTo>
                    <a:pt x="912680" y="0"/>
                  </a:lnTo>
                </a:path>
                <a:path w="913129" h="876935" extrusionOk="0">
                  <a:moveTo>
                    <a:pt x="792922" y="119757"/>
                  </a:moveTo>
                  <a:lnTo>
                    <a:pt x="792922" y="876766"/>
                  </a:lnTo>
                </a:path>
              </a:pathLst>
            </a:custGeom>
            <a:noFill/>
            <a:ln w="12675" cap="flat" cmpd="sng">
              <a:solidFill>
                <a:srgbClr val="2F528F"/>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50" name="Google Shape;850;p61"/>
            <p:cNvSpPr/>
            <p:nvPr/>
          </p:nvSpPr>
          <p:spPr>
            <a:xfrm>
              <a:off x="7924152" y="2558745"/>
              <a:ext cx="784860" cy="819785"/>
            </a:xfrm>
            <a:custGeom>
              <a:avLst/>
              <a:gdLst/>
              <a:ahLst/>
              <a:cxnLst/>
              <a:rect l="l" t="t" r="r" b="b"/>
              <a:pathLst>
                <a:path w="784859" h="819785" extrusionOk="0">
                  <a:moveTo>
                    <a:pt x="784694" y="0"/>
                  </a:moveTo>
                  <a:lnTo>
                    <a:pt x="0" y="0"/>
                  </a:lnTo>
                  <a:lnTo>
                    <a:pt x="0" y="819403"/>
                  </a:lnTo>
                  <a:lnTo>
                    <a:pt x="784694" y="819403"/>
                  </a:lnTo>
                  <a:lnTo>
                    <a:pt x="784694" y="0"/>
                  </a:lnTo>
                  <a:close/>
                </a:path>
              </a:pathLst>
            </a:custGeom>
            <a:solidFill>
              <a:srgbClr val="FF0000">
                <a:alpha val="60392"/>
              </a:srgbClr>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51" name="Google Shape;851;p61"/>
            <p:cNvSpPr/>
            <p:nvPr/>
          </p:nvSpPr>
          <p:spPr>
            <a:xfrm>
              <a:off x="8708847" y="2466022"/>
              <a:ext cx="93345" cy="912494"/>
            </a:xfrm>
            <a:custGeom>
              <a:avLst/>
              <a:gdLst/>
              <a:ahLst/>
              <a:cxnLst/>
              <a:rect l="l" t="t" r="r" b="b"/>
              <a:pathLst>
                <a:path w="93345" h="912495" extrusionOk="0">
                  <a:moveTo>
                    <a:pt x="92722" y="0"/>
                  </a:moveTo>
                  <a:lnTo>
                    <a:pt x="0" y="92722"/>
                  </a:lnTo>
                  <a:lnTo>
                    <a:pt x="0" y="912126"/>
                  </a:lnTo>
                  <a:lnTo>
                    <a:pt x="92722" y="819403"/>
                  </a:lnTo>
                  <a:lnTo>
                    <a:pt x="92722" y="0"/>
                  </a:lnTo>
                  <a:close/>
                </a:path>
              </a:pathLst>
            </a:custGeom>
            <a:solidFill>
              <a:srgbClr val="CD0000">
                <a:alpha val="60392"/>
              </a:srgbClr>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52" name="Google Shape;852;p61"/>
            <p:cNvSpPr/>
            <p:nvPr/>
          </p:nvSpPr>
          <p:spPr>
            <a:xfrm>
              <a:off x="7924152" y="2466022"/>
              <a:ext cx="877569" cy="93345"/>
            </a:xfrm>
            <a:custGeom>
              <a:avLst/>
              <a:gdLst/>
              <a:ahLst/>
              <a:cxnLst/>
              <a:rect l="l" t="t" r="r" b="b"/>
              <a:pathLst>
                <a:path w="877570" h="93344" extrusionOk="0">
                  <a:moveTo>
                    <a:pt x="877417" y="0"/>
                  </a:moveTo>
                  <a:lnTo>
                    <a:pt x="92722" y="0"/>
                  </a:lnTo>
                  <a:lnTo>
                    <a:pt x="0" y="92722"/>
                  </a:lnTo>
                  <a:lnTo>
                    <a:pt x="784694" y="92722"/>
                  </a:lnTo>
                  <a:lnTo>
                    <a:pt x="877417" y="0"/>
                  </a:lnTo>
                  <a:close/>
                </a:path>
              </a:pathLst>
            </a:custGeom>
            <a:solidFill>
              <a:srgbClr val="FF3232">
                <a:alpha val="60392"/>
              </a:srgbClr>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53" name="Google Shape;853;p61"/>
            <p:cNvSpPr/>
            <p:nvPr/>
          </p:nvSpPr>
          <p:spPr>
            <a:xfrm>
              <a:off x="7924152" y="2466022"/>
              <a:ext cx="877569" cy="911860"/>
            </a:xfrm>
            <a:custGeom>
              <a:avLst/>
              <a:gdLst/>
              <a:ahLst/>
              <a:cxnLst/>
              <a:rect l="l" t="t" r="r" b="b"/>
              <a:pathLst>
                <a:path w="877570" h="911860" extrusionOk="0">
                  <a:moveTo>
                    <a:pt x="0" y="92678"/>
                  </a:moveTo>
                  <a:lnTo>
                    <a:pt x="92678" y="0"/>
                  </a:lnTo>
                  <a:lnTo>
                    <a:pt x="876972" y="0"/>
                  </a:lnTo>
                  <a:lnTo>
                    <a:pt x="876972" y="818981"/>
                  </a:lnTo>
                  <a:lnTo>
                    <a:pt x="784293" y="911659"/>
                  </a:lnTo>
                  <a:lnTo>
                    <a:pt x="0" y="911659"/>
                  </a:lnTo>
                  <a:lnTo>
                    <a:pt x="0" y="92678"/>
                  </a:lnTo>
                  <a:close/>
                </a:path>
                <a:path w="877570" h="911860" extrusionOk="0">
                  <a:moveTo>
                    <a:pt x="0" y="92678"/>
                  </a:moveTo>
                  <a:lnTo>
                    <a:pt x="784293" y="92678"/>
                  </a:lnTo>
                  <a:lnTo>
                    <a:pt x="876972" y="0"/>
                  </a:lnTo>
                </a:path>
                <a:path w="877570" h="911860" extrusionOk="0">
                  <a:moveTo>
                    <a:pt x="784293" y="92678"/>
                  </a:moveTo>
                  <a:lnTo>
                    <a:pt x="784293" y="911659"/>
                  </a:lnTo>
                </a:path>
              </a:pathLst>
            </a:custGeom>
            <a:noFill/>
            <a:ln w="12675" cap="flat" cmpd="sng">
              <a:solidFill>
                <a:srgbClr val="2F528F"/>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sp>
        <p:nvSpPr>
          <p:cNvPr id="854" name="Google Shape;854;p61"/>
          <p:cNvSpPr txBox="1"/>
          <p:nvPr/>
        </p:nvSpPr>
        <p:spPr>
          <a:xfrm>
            <a:off x="8080464" y="3324885"/>
            <a:ext cx="474980" cy="391160"/>
          </a:xfrm>
          <a:prstGeom prst="rect">
            <a:avLst/>
          </a:prstGeom>
          <a:noFill/>
          <a:ln>
            <a:noFill/>
          </a:ln>
        </p:spPr>
        <p:txBody>
          <a:bodyPr spcFirstLastPara="1" wrap="square" lIns="0" tIns="12700" rIns="0" bIns="0" anchor="t" anchorCtr="0">
            <a:spAutoFit/>
          </a:bodyPr>
          <a:lstStyle/>
          <a:p>
            <a:pPr marL="38100" marR="0" lvl="0" indent="0" algn="l" rtl="0">
              <a:lnSpc>
                <a:spcPct val="100000"/>
              </a:lnSpc>
              <a:spcBef>
                <a:spcPts val="0"/>
              </a:spcBef>
              <a:spcAft>
                <a:spcPts val="0"/>
              </a:spcAft>
              <a:buClr>
                <a:srgbClr val="000000"/>
              </a:buClr>
              <a:buSzPts val="2400"/>
              <a:buFont typeface="Arial"/>
              <a:buNone/>
            </a:pPr>
            <a:r>
              <a:rPr lang="en-US" sz="2400" b="0" i="0" u="none" strike="noStrike" cap="none">
                <a:solidFill>
                  <a:srgbClr val="000000"/>
                </a:solidFill>
                <a:latin typeface="Cambria Math"/>
                <a:ea typeface="Cambria Math"/>
                <a:cs typeface="Cambria Math"/>
                <a:sym typeface="Cambria Math"/>
              </a:rPr>
              <a:t>%</a:t>
            </a:r>
            <a:r>
              <a:rPr lang="en-US" sz="2700" b="0" i="0" u="none" strike="noStrike" cap="none" baseline="-25000">
                <a:solidFill>
                  <a:srgbClr val="000000"/>
                </a:solidFill>
                <a:latin typeface="Cambria Math"/>
                <a:ea typeface="Cambria Math"/>
                <a:cs typeface="Cambria Math"/>
                <a:sym typeface="Cambria Math"/>
              </a:rPr>
              <a:t>&amp;</a:t>
            </a:r>
            <a:endParaRPr sz="2700" b="0" i="0" u="none" strike="noStrike" cap="none" baseline="-25000">
              <a:solidFill>
                <a:srgbClr val="000000"/>
              </a:solidFill>
              <a:latin typeface="Cambria Math"/>
              <a:ea typeface="Cambria Math"/>
              <a:cs typeface="Cambria Math"/>
              <a:sym typeface="Cambria Math"/>
            </a:endParaRPr>
          </a:p>
        </p:txBody>
      </p:sp>
      <p:sp>
        <p:nvSpPr>
          <p:cNvPr id="855" name="Google Shape;855;p61"/>
          <p:cNvSpPr txBox="1"/>
          <p:nvPr/>
        </p:nvSpPr>
        <p:spPr>
          <a:xfrm>
            <a:off x="7498968" y="2638729"/>
            <a:ext cx="422909" cy="391160"/>
          </a:xfrm>
          <a:prstGeom prst="rect">
            <a:avLst/>
          </a:prstGeom>
          <a:noFill/>
          <a:ln>
            <a:noFill/>
          </a:ln>
        </p:spPr>
        <p:txBody>
          <a:bodyPr spcFirstLastPara="1" wrap="square" lIns="0" tIns="12700" rIns="0" bIns="0" anchor="t" anchorCtr="0">
            <a:spAutoFit/>
          </a:bodyPr>
          <a:lstStyle/>
          <a:p>
            <a:pPr marL="38100" marR="0" lvl="0" indent="0" algn="l" rtl="0">
              <a:lnSpc>
                <a:spcPct val="100000"/>
              </a:lnSpc>
              <a:spcBef>
                <a:spcPts val="0"/>
              </a:spcBef>
              <a:spcAft>
                <a:spcPts val="0"/>
              </a:spcAft>
              <a:buClr>
                <a:srgbClr val="000000"/>
              </a:buClr>
              <a:buSzPts val="2400"/>
              <a:buFont typeface="Arial"/>
              <a:buNone/>
            </a:pPr>
            <a:r>
              <a:rPr lang="en-US" sz="2400" b="0" i="0" u="none" strike="noStrike" cap="none">
                <a:solidFill>
                  <a:srgbClr val="000000"/>
                </a:solidFill>
                <a:latin typeface="Cambria Math"/>
                <a:ea typeface="Cambria Math"/>
                <a:cs typeface="Cambria Math"/>
                <a:sym typeface="Cambria Math"/>
              </a:rPr>
              <a:t>%</a:t>
            </a:r>
            <a:r>
              <a:rPr lang="en-US" sz="2700" b="0" i="0" u="none" strike="noStrike" cap="none" baseline="-25000">
                <a:solidFill>
                  <a:srgbClr val="000000"/>
                </a:solidFill>
                <a:latin typeface="Cambria Math"/>
                <a:ea typeface="Cambria Math"/>
                <a:cs typeface="Cambria Math"/>
                <a:sym typeface="Cambria Math"/>
              </a:rPr>
              <a:t>'</a:t>
            </a:r>
            <a:endParaRPr sz="2700" b="0" i="0" u="none" strike="noStrike" cap="none" baseline="-25000">
              <a:solidFill>
                <a:srgbClr val="000000"/>
              </a:solidFill>
              <a:latin typeface="Cambria Math"/>
              <a:ea typeface="Cambria Math"/>
              <a:cs typeface="Cambria Math"/>
              <a:sym typeface="Cambria Math"/>
            </a:endParaRPr>
          </a:p>
        </p:txBody>
      </p:sp>
      <p:sp>
        <p:nvSpPr>
          <p:cNvPr id="856" name="Google Shape;856;p61"/>
          <p:cNvSpPr txBox="1"/>
          <p:nvPr/>
        </p:nvSpPr>
        <p:spPr>
          <a:xfrm>
            <a:off x="9039796" y="2996374"/>
            <a:ext cx="389890" cy="391160"/>
          </a:xfrm>
          <a:prstGeom prst="rect">
            <a:avLst/>
          </a:prstGeom>
          <a:noFill/>
          <a:ln>
            <a:noFill/>
          </a:ln>
        </p:spPr>
        <p:txBody>
          <a:bodyPr spcFirstLastPara="1" wrap="square" lIns="0" tIns="12700" rIns="0" bIns="0" anchor="t" anchorCtr="0">
            <a:spAutoFit/>
          </a:bodyPr>
          <a:lstStyle/>
          <a:p>
            <a:pPr marL="38100" marR="0" lvl="0" indent="0" algn="l" rtl="0">
              <a:lnSpc>
                <a:spcPct val="100000"/>
              </a:lnSpc>
              <a:spcBef>
                <a:spcPts val="0"/>
              </a:spcBef>
              <a:spcAft>
                <a:spcPts val="0"/>
              </a:spcAft>
              <a:buClr>
                <a:srgbClr val="000000"/>
              </a:buClr>
              <a:buSzPts val="2400"/>
              <a:buFont typeface="Arial"/>
              <a:buNone/>
            </a:pPr>
            <a:r>
              <a:rPr lang="en-US" sz="2400" b="0" i="0" u="none" strike="noStrike" cap="none">
                <a:solidFill>
                  <a:srgbClr val="000000"/>
                </a:solidFill>
                <a:latin typeface="Cambria Math"/>
                <a:ea typeface="Cambria Math"/>
                <a:cs typeface="Cambria Math"/>
                <a:sym typeface="Cambria Math"/>
              </a:rPr>
              <a:t>%</a:t>
            </a:r>
            <a:r>
              <a:rPr lang="en-US" sz="2700" b="0" i="0" u="none" strike="noStrike" cap="none" baseline="-25000">
                <a:solidFill>
                  <a:srgbClr val="000000"/>
                </a:solidFill>
                <a:latin typeface="Cambria Math"/>
                <a:ea typeface="Cambria Math"/>
                <a:cs typeface="Cambria Math"/>
                <a:sym typeface="Cambria Math"/>
              </a:rPr>
              <a:t>(</a:t>
            </a:r>
            <a:endParaRPr sz="2700" b="0" i="0" u="none" strike="noStrike" cap="none" baseline="-25000">
              <a:solidFill>
                <a:srgbClr val="000000"/>
              </a:solidFill>
              <a:latin typeface="Cambria Math"/>
              <a:ea typeface="Cambria Math"/>
              <a:cs typeface="Cambria Math"/>
              <a:sym typeface="Cambria Math"/>
            </a:endParaRPr>
          </a:p>
        </p:txBody>
      </p:sp>
      <p:pic>
        <p:nvPicPr>
          <p:cNvPr id="857" name="Google Shape;857;p61"/>
          <p:cNvPicPr preferRelativeResize="0"/>
          <p:nvPr/>
        </p:nvPicPr>
        <p:blipFill rotWithShape="1">
          <a:blip r:embed="rId3">
            <a:alphaModFix/>
          </a:blip>
          <a:srcRect/>
          <a:stretch/>
        </p:blipFill>
        <p:spPr>
          <a:xfrm>
            <a:off x="1240967" y="3956545"/>
            <a:ext cx="2583560" cy="2529455"/>
          </a:xfrm>
          <a:prstGeom prst="rect">
            <a:avLst/>
          </a:prstGeom>
          <a:noFill/>
          <a:ln>
            <a:noFill/>
          </a:ln>
        </p:spPr>
      </p:pic>
      <p:graphicFrame>
        <p:nvGraphicFramePr>
          <p:cNvPr id="858" name="Google Shape;858;p61"/>
          <p:cNvGraphicFramePr/>
          <p:nvPr/>
        </p:nvGraphicFramePr>
        <p:xfrm>
          <a:off x="1282501" y="3946745"/>
          <a:ext cx="2560350" cy="2487900"/>
        </p:xfrm>
        <a:graphic>
          <a:graphicData uri="http://schemas.openxmlformats.org/drawingml/2006/table">
            <a:tbl>
              <a:tblPr firstRow="1" bandRow="1">
                <a:noFill/>
                <a:tableStyleId>{E4E72475-DB7F-40B9-A101-3155E80A10BE}</a:tableStyleId>
              </a:tblPr>
              <a:tblGrid>
                <a:gridCol w="853450">
                  <a:extLst>
                    <a:ext uri="{9D8B030D-6E8A-4147-A177-3AD203B41FA5}">
                      <a16:colId xmlns:a16="http://schemas.microsoft.com/office/drawing/2014/main" val="20000"/>
                    </a:ext>
                  </a:extLst>
                </a:gridCol>
                <a:gridCol w="853450">
                  <a:extLst>
                    <a:ext uri="{9D8B030D-6E8A-4147-A177-3AD203B41FA5}">
                      <a16:colId xmlns:a16="http://schemas.microsoft.com/office/drawing/2014/main" val="20001"/>
                    </a:ext>
                  </a:extLst>
                </a:gridCol>
                <a:gridCol w="853450">
                  <a:extLst>
                    <a:ext uri="{9D8B030D-6E8A-4147-A177-3AD203B41FA5}">
                      <a16:colId xmlns:a16="http://schemas.microsoft.com/office/drawing/2014/main" val="20002"/>
                    </a:ext>
                  </a:extLst>
                </a:gridCol>
              </a:tblGrid>
              <a:tr h="829300">
                <a:tc>
                  <a:txBody>
                    <a:bodyPr/>
                    <a:lstStyle/>
                    <a:p>
                      <a:pPr marL="0" marR="0" lvl="0" indent="0" algn="l" rtl="0">
                        <a:lnSpc>
                          <a:spcPct val="100000"/>
                        </a:lnSpc>
                        <a:spcBef>
                          <a:spcPts val="0"/>
                        </a:spcBef>
                        <a:spcAft>
                          <a:spcPts val="0"/>
                        </a:spcAft>
                        <a:buClr>
                          <a:srgbClr val="000000"/>
                        </a:buClr>
                        <a:buSzPts val="3300"/>
                        <a:buFont typeface="Arial"/>
                        <a:buNone/>
                      </a:pPr>
                      <a:endParaRPr sz="3300" u="none" strike="noStrike" cap="none">
                        <a:latin typeface="Times New Roman"/>
                        <a:ea typeface="Times New Roman"/>
                        <a:cs typeface="Times New Roman"/>
                        <a:sym typeface="Times New Roman"/>
                      </a:endParaRPr>
                    </a:p>
                  </a:txBody>
                  <a:tcPr marL="0" marR="0" marT="0" marB="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3300"/>
                        <a:buFont typeface="Arial"/>
                        <a:buNone/>
                      </a:pPr>
                      <a:endParaRPr sz="3300" u="none" strike="noStrike" cap="none">
                        <a:latin typeface="Times New Roman"/>
                        <a:ea typeface="Times New Roman"/>
                        <a:cs typeface="Times New Roman"/>
                        <a:sym typeface="Times New Roman"/>
                      </a:endParaRPr>
                    </a:p>
                  </a:txBody>
                  <a:tcPr marL="0" marR="0" marT="0" marB="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3300"/>
                        <a:buFont typeface="Arial"/>
                        <a:buNone/>
                      </a:pPr>
                      <a:endParaRPr sz="3300" u="none" strike="noStrike" cap="none">
                        <a:latin typeface="Times New Roman"/>
                        <a:ea typeface="Times New Roman"/>
                        <a:cs typeface="Times New Roman"/>
                        <a:sym typeface="Times New Roman"/>
                      </a:endParaRPr>
                    </a:p>
                  </a:txBody>
                  <a:tcPr marL="0" marR="0" marT="0" marB="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extLst>
                  <a:ext uri="{0D108BD9-81ED-4DB2-BD59-A6C34878D82A}">
                    <a16:rowId xmlns:a16="http://schemas.microsoft.com/office/drawing/2014/main" val="10000"/>
                  </a:ext>
                </a:extLst>
              </a:tr>
              <a:tr h="829300">
                <a:tc>
                  <a:txBody>
                    <a:bodyPr/>
                    <a:lstStyle/>
                    <a:p>
                      <a:pPr marL="0" marR="0" lvl="0" indent="0" algn="l" rtl="0">
                        <a:lnSpc>
                          <a:spcPct val="100000"/>
                        </a:lnSpc>
                        <a:spcBef>
                          <a:spcPts val="0"/>
                        </a:spcBef>
                        <a:spcAft>
                          <a:spcPts val="0"/>
                        </a:spcAft>
                        <a:buClr>
                          <a:srgbClr val="000000"/>
                        </a:buClr>
                        <a:buSzPts val="3300"/>
                        <a:buFont typeface="Arial"/>
                        <a:buNone/>
                      </a:pPr>
                      <a:endParaRPr sz="3300" u="none" strike="noStrike" cap="none">
                        <a:latin typeface="Times New Roman"/>
                        <a:ea typeface="Times New Roman"/>
                        <a:cs typeface="Times New Roman"/>
                        <a:sym typeface="Times New Roman"/>
                      </a:endParaRPr>
                    </a:p>
                  </a:txBody>
                  <a:tcPr marL="0" marR="0" marT="0" marB="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3300"/>
                        <a:buFont typeface="Arial"/>
                        <a:buNone/>
                      </a:pPr>
                      <a:endParaRPr sz="3300" u="none" strike="noStrike" cap="none">
                        <a:latin typeface="Times New Roman"/>
                        <a:ea typeface="Times New Roman"/>
                        <a:cs typeface="Times New Roman"/>
                        <a:sym typeface="Times New Roman"/>
                      </a:endParaRPr>
                    </a:p>
                  </a:txBody>
                  <a:tcPr marL="0" marR="0" marT="0" marB="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3300"/>
                        <a:buFont typeface="Arial"/>
                        <a:buNone/>
                      </a:pPr>
                      <a:endParaRPr sz="3300" u="none" strike="noStrike" cap="none">
                        <a:latin typeface="Times New Roman"/>
                        <a:ea typeface="Times New Roman"/>
                        <a:cs typeface="Times New Roman"/>
                        <a:sym typeface="Times New Roman"/>
                      </a:endParaRPr>
                    </a:p>
                  </a:txBody>
                  <a:tcPr marL="0" marR="0" marT="0" marB="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r h="829300">
                <a:tc>
                  <a:txBody>
                    <a:bodyPr/>
                    <a:lstStyle/>
                    <a:p>
                      <a:pPr marL="0" marR="0" lvl="0" indent="0" algn="l" rtl="0">
                        <a:lnSpc>
                          <a:spcPct val="100000"/>
                        </a:lnSpc>
                        <a:spcBef>
                          <a:spcPts val="0"/>
                        </a:spcBef>
                        <a:spcAft>
                          <a:spcPts val="0"/>
                        </a:spcAft>
                        <a:buClr>
                          <a:srgbClr val="000000"/>
                        </a:buClr>
                        <a:buSzPts val="3300"/>
                        <a:buFont typeface="Arial"/>
                        <a:buNone/>
                      </a:pPr>
                      <a:endParaRPr sz="3300" u="none" strike="noStrike" cap="none">
                        <a:latin typeface="Times New Roman"/>
                        <a:ea typeface="Times New Roman"/>
                        <a:cs typeface="Times New Roman"/>
                        <a:sym typeface="Times New Roman"/>
                      </a:endParaRPr>
                    </a:p>
                  </a:txBody>
                  <a:tcPr marL="0" marR="0" marT="0" marB="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3300"/>
                        <a:buFont typeface="Arial"/>
                        <a:buNone/>
                      </a:pPr>
                      <a:endParaRPr sz="3300" u="none" strike="noStrike" cap="none">
                        <a:latin typeface="Times New Roman"/>
                        <a:ea typeface="Times New Roman"/>
                        <a:cs typeface="Times New Roman"/>
                        <a:sym typeface="Times New Roman"/>
                      </a:endParaRPr>
                    </a:p>
                  </a:txBody>
                  <a:tcPr marL="0" marR="0" marT="0" marB="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3300"/>
                        <a:buFont typeface="Arial"/>
                        <a:buNone/>
                      </a:pPr>
                      <a:endParaRPr sz="3300" u="none" strike="noStrike" cap="none">
                        <a:latin typeface="Times New Roman"/>
                        <a:ea typeface="Times New Roman"/>
                        <a:cs typeface="Times New Roman"/>
                        <a:sym typeface="Times New Roman"/>
                      </a:endParaRPr>
                    </a:p>
                  </a:txBody>
                  <a:tcPr marL="0" marR="0" marT="0" marB="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extLst>
                  <a:ext uri="{0D108BD9-81ED-4DB2-BD59-A6C34878D82A}">
                    <a16:rowId xmlns:a16="http://schemas.microsoft.com/office/drawing/2014/main" val="10002"/>
                  </a:ext>
                </a:extLst>
              </a:tr>
            </a:tbl>
          </a:graphicData>
        </a:graphic>
      </p:graphicFrame>
      <p:pic>
        <p:nvPicPr>
          <p:cNvPr id="859" name="Google Shape;859;p61"/>
          <p:cNvPicPr preferRelativeResize="0"/>
          <p:nvPr/>
        </p:nvPicPr>
        <p:blipFill rotWithShape="1">
          <a:blip r:embed="rId4">
            <a:alphaModFix/>
          </a:blip>
          <a:srcRect/>
          <a:stretch/>
        </p:blipFill>
        <p:spPr>
          <a:xfrm>
            <a:off x="1681809" y="1960700"/>
            <a:ext cx="2324301" cy="1783235"/>
          </a:xfrm>
          <a:prstGeom prst="rect">
            <a:avLst/>
          </a:prstGeom>
          <a:noFill/>
          <a:ln>
            <a:noFill/>
          </a:ln>
        </p:spPr>
      </p:pic>
      <p:pic>
        <p:nvPicPr>
          <p:cNvPr id="860" name="Google Shape;860;p61"/>
          <p:cNvPicPr preferRelativeResize="0"/>
          <p:nvPr/>
        </p:nvPicPr>
        <p:blipFill rotWithShape="1">
          <a:blip r:embed="rId5">
            <a:alphaModFix/>
          </a:blip>
          <a:srcRect/>
          <a:stretch/>
        </p:blipFill>
        <p:spPr>
          <a:xfrm>
            <a:off x="6924672" y="1851244"/>
            <a:ext cx="2522439" cy="1966130"/>
          </a:xfrm>
          <a:prstGeom prst="rect">
            <a:avLst/>
          </a:prstGeom>
          <a:noFill/>
          <a:ln>
            <a:noFill/>
          </a:ln>
        </p:spPr>
      </p:pic>
      <p:pic>
        <p:nvPicPr>
          <p:cNvPr id="861" name="Google Shape;861;p61"/>
          <p:cNvPicPr preferRelativeResize="0"/>
          <p:nvPr/>
        </p:nvPicPr>
        <p:blipFill rotWithShape="1">
          <a:blip r:embed="rId6">
            <a:alphaModFix/>
          </a:blip>
          <a:srcRect/>
          <a:stretch/>
        </p:blipFill>
        <p:spPr>
          <a:xfrm>
            <a:off x="10734473" y="0"/>
            <a:ext cx="1448025" cy="796414"/>
          </a:xfrm>
          <a:prstGeom prst="rect">
            <a:avLst/>
          </a:prstGeom>
          <a:noFill/>
          <a:ln>
            <a:noFill/>
          </a:ln>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61</a:t>
            </a:fld>
            <a:endParaRPr lang="en-US"/>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showMasterSp="0">
  <p:cSld>
    <p:spTree>
      <p:nvGrpSpPr>
        <p:cNvPr id="1" name="Shape 873"/>
        <p:cNvGrpSpPr/>
        <p:nvPr/>
      </p:nvGrpSpPr>
      <p:grpSpPr>
        <a:xfrm>
          <a:off x="0" y="0"/>
          <a:ext cx="0" cy="0"/>
          <a:chOff x="0" y="0"/>
          <a:chExt cx="0" cy="0"/>
        </a:xfrm>
      </p:grpSpPr>
      <p:sp>
        <p:nvSpPr>
          <p:cNvPr id="874" name="Google Shape;874;p63"/>
          <p:cNvSpPr txBox="1">
            <a:spLocks noGrp="1"/>
          </p:cNvSpPr>
          <p:nvPr>
            <p:ph type="title"/>
          </p:nvPr>
        </p:nvSpPr>
        <p:spPr>
          <a:xfrm>
            <a:off x="261620" y="139700"/>
            <a:ext cx="8884200" cy="130590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Clr>
                <a:schemeClr val="dk1"/>
              </a:buClr>
              <a:buSzPts val="6600"/>
              <a:buFont typeface="Arial"/>
              <a:buNone/>
            </a:pPr>
            <a:r>
              <a:rPr lang="en-US" sz="4400">
                <a:latin typeface="Arial"/>
                <a:ea typeface="Arial"/>
                <a:cs typeface="Arial"/>
                <a:sym typeface="Arial"/>
              </a:rPr>
              <a:t>Style cost function</a:t>
            </a:r>
            <a:endParaRPr sz="4400">
              <a:latin typeface="Arial"/>
              <a:ea typeface="Arial"/>
              <a:cs typeface="Arial"/>
              <a:sym typeface="Arial"/>
            </a:endParaRPr>
          </a:p>
          <a:p>
            <a:pPr marL="12700" lvl="0" indent="0" algn="l" rtl="0">
              <a:lnSpc>
                <a:spcPct val="100000"/>
              </a:lnSpc>
              <a:spcBef>
                <a:spcPts val="0"/>
              </a:spcBef>
              <a:spcAft>
                <a:spcPts val="0"/>
              </a:spcAft>
              <a:buSzPts val="1400"/>
              <a:buNone/>
            </a:pPr>
            <a:endParaRPr sz="4000">
              <a:latin typeface="Arial"/>
              <a:ea typeface="Arial"/>
              <a:cs typeface="Arial"/>
              <a:sym typeface="Arial"/>
            </a:endParaRPr>
          </a:p>
        </p:txBody>
      </p:sp>
      <p:pic>
        <p:nvPicPr>
          <p:cNvPr id="875" name="Google Shape;875;p63"/>
          <p:cNvPicPr preferRelativeResize="0"/>
          <p:nvPr/>
        </p:nvPicPr>
        <p:blipFill rotWithShape="1">
          <a:blip r:embed="rId3">
            <a:alphaModFix/>
          </a:blip>
          <a:srcRect/>
          <a:stretch/>
        </p:blipFill>
        <p:spPr>
          <a:xfrm>
            <a:off x="10734473" y="0"/>
            <a:ext cx="1448025" cy="796414"/>
          </a:xfrm>
          <a:prstGeom prst="rect">
            <a:avLst/>
          </a:prstGeom>
          <a:noFill/>
          <a:ln>
            <a:noFill/>
          </a:ln>
        </p:spPr>
      </p:pic>
      <p:pic>
        <p:nvPicPr>
          <p:cNvPr id="2" name="Picture 1"/>
          <p:cNvPicPr>
            <a:picLocks noChangeAspect="1"/>
          </p:cNvPicPr>
          <p:nvPr/>
        </p:nvPicPr>
        <p:blipFill>
          <a:blip r:embed="rId4"/>
          <a:stretch>
            <a:fillRect/>
          </a:stretch>
        </p:blipFill>
        <p:spPr>
          <a:xfrm>
            <a:off x="819150" y="1195387"/>
            <a:ext cx="10553700" cy="4467225"/>
          </a:xfrm>
          <a:prstGeom prst="rect">
            <a:avLst/>
          </a:prstGeom>
        </p:spPr>
      </p:pic>
      <p:sp>
        <p:nvSpPr>
          <p:cNvPr id="3" name="Slide Number Placeholder 2"/>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62</a:t>
            </a:fld>
            <a:endParaRPr lang="en-US"/>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showMasterSp="0">
  <p:cSld>
    <p:spTree>
      <p:nvGrpSpPr>
        <p:cNvPr id="1" name="Shape 873"/>
        <p:cNvGrpSpPr/>
        <p:nvPr/>
      </p:nvGrpSpPr>
      <p:grpSpPr>
        <a:xfrm>
          <a:off x="0" y="0"/>
          <a:ext cx="0" cy="0"/>
          <a:chOff x="0" y="0"/>
          <a:chExt cx="0" cy="0"/>
        </a:xfrm>
      </p:grpSpPr>
      <p:sp>
        <p:nvSpPr>
          <p:cNvPr id="874" name="Google Shape;874;p63"/>
          <p:cNvSpPr txBox="1">
            <a:spLocks noGrp="1"/>
          </p:cNvSpPr>
          <p:nvPr>
            <p:ph type="title"/>
          </p:nvPr>
        </p:nvSpPr>
        <p:spPr>
          <a:xfrm>
            <a:off x="261620" y="139700"/>
            <a:ext cx="8884200" cy="130590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Clr>
                <a:schemeClr val="dk1"/>
              </a:buClr>
              <a:buSzPts val="6600"/>
              <a:buFont typeface="Arial"/>
              <a:buNone/>
            </a:pPr>
            <a:r>
              <a:rPr lang="en-US" sz="4400">
                <a:latin typeface="Arial"/>
                <a:ea typeface="Arial"/>
                <a:cs typeface="Arial"/>
                <a:sym typeface="Arial"/>
              </a:rPr>
              <a:t>Style cost function</a:t>
            </a:r>
            <a:endParaRPr sz="4400">
              <a:latin typeface="Arial"/>
              <a:ea typeface="Arial"/>
              <a:cs typeface="Arial"/>
              <a:sym typeface="Arial"/>
            </a:endParaRPr>
          </a:p>
          <a:p>
            <a:pPr marL="12700" lvl="0" indent="0" algn="l" rtl="0">
              <a:lnSpc>
                <a:spcPct val="100000"/>
              </a:lnSpc>
              <a:spcBef>
                <a:spcPts val="0"/>
              </a:spcBef>
              <a:spcAft>
                <a:spcPts val="0"/>
              </a:spcAft>
              <a:buSzPts val="1400"/>
              <a:buNone/>
            </a:pPr>
            <a:endParaRPr sz="4000">
              <a:latin typeface="Arial"/>
              <a:ea typeface="Arial"/>
              <a:cs typeface="Arial"/>
              <a:sym typeface="Arial"/>
            </a:endParaRPr>
          </a:p>
        </p:txBody>
      </p:sp>
      <p:pic>
        <p:nvPicPr>
          <p:cNvPr id="875" name="Google Shape;875;p63"/>
          <p:cNvPicPr preferRelativeResize="0"/>
          <p:nvPr/>
        </p:nvPicPr>
        <p:blipFill rotWithShape="1">
          <a:blip r:embed="rId3">
            <a:alphaModFix/>
          </a:blip>
          <a:srcRect/>
          <a:stretch/>
        </p:blipFill>
        <p:spPr>
          <a:xfrm>
            <a:off x="10734473" y="0"/>
            <a:ext cx="1448025" cy="796414"/>
          </a:xfrm>
          <a:prstGeom prst="rect">
            <a:avLst/>
          </a:prstGeom>
          <a:noFill/>
          <a:ln>
            <a:noFill/>
          </a:ln>
        </p:spPr>
      </p:pic>
      <p:sp>
        <p:nvSpPr>
          <p:cNvPr id="876" name="Google Shape;876;p63"/>
          <p:cNvSpPr txBox="1"/>
          <p:nvPr/>
        </p:nvSpPr>
        <p:spPr>
          <a:xfrm>
            <a:off x="476299" y="1482925"/>
            <a:ext cx="11261431" cy="3139291"/>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dirty="0"/>
              <a:t>H</a:t>
            </a:r>
            <a:r>
              <a:rPr lang="en-US" sz="2400" b="0" i="0" u="none" strike="noStrike" cap="none" dirty="0" smtClean="0">
                <a:solidFill>
                  <a:srgbClr val="000000"/>
                </a:solidFill>
                <a:latin typeface="Arial"/>
                <a:ea typeface="Arial"/>
                <a:cs typeface="Arial"/>
                <a:sym typeface="Arial"/>
              </a:rPr>
              <a:t>ow </a:t>
            </a:r>
            <a:r>
              <a:rPr lang="en-US" sz="2400" b="0" i="0" u="none" strike="noStrike" cap="none" dirty="0">
                <a:solidFill>
                  <a:srgbClr val="000000"/>
                </a:solidFill>
                <a:latin typeface="Arial"/>
                <a:ea typeface="Arial"/>
                <a:cs typeface="Arial"/>
                <a:sym typeface="Arial"/>
              </a:rPr>
              <a:t>to perform convolutions over 1D or 3D data, which are commonly found in applications such as natural language processing and video processing</a:t>
            </a:r>
            <a:r>
              <a:rPr lang="en-US" sz="2400" b="0" i="0" u="none" strike="noStrike" cap="none" dirty="0" smtClean="0">
                <a:solidFill>
                  <a:srgbClr val="000000"/>
                </a:solidFill>
                <a:latin typeface="Arial"/>
                <a:ea typeface="Arial"/>
                <a:cs typeface="Arial"/>
                <a:sym typeface="Arial"/>
              </a:rPr>
              <a:t>.</a:t>
            </a:r>
          </a:p>
          <a:p>
            <a:pPr marL="0" marR="0" lvl="0" indent="0" algn="l" rtl="0">
              <a:lnSpc>
                <a:spcPct val="100000"/>
              </a:lnSpc>
              <a:spcBef>
                <a:spcPts val="0"/>
              </a:spcBef>
              <a:spcAft>
                <a:spcPts val="0"/>
              </a:spcAft>
              <a:buClr>
                <a:srgbClr val="000000"/>
              </a:buClr>
              <a:buSzPts val="2400"/>
              <a:buFont typeface="Arial"/>
              <a:buNone/>
            </a:pPr>
            <a:r>
              <a:rPr lang="en-US" sz="2400" dirty="0"/>
              <a:t>	</a:t>
            </a:r>
            <a:r>
              <a:rPr lang="en-US" sz="2400" dirty="0" smtClean="0"/>
              <a:t>- </a:t>
            </a:r>
            <a:r>
              <a:rPr lang="en-US" sz="2400" b="0" i="0" u="none" strike="noStrike" cap="none" dirty="0" smtClean="0">
                <a:solidFill>
                  <a:srgbClr val="000000"/>
                </a:solidFill>
                <a:latin typeface="Arial"/>
                <a:ea typeface="Arial"/>
                <a:cs typeface="Arial"/>
                <a:sym typeface="Arial"/>
              </a:rPr>
              <a:t>Convolutions </a:t>
            </a:r>
            <a:r>
              <a:rPr lang="en-US" sz="2400" b="0" i="0" u="none" strike="noStrike" cap="none" dirty="0">
                <a:solidFill>
                  <a:srgbClr val="000000"/>
                </a:solidFill>
                <a:latin typeface="Arial"/>
                <a:ea typeface="Arial"/>
                <a:cs typeface="Arial"/>
                <a:sym typeface="Arial"/>
              </a:rPr>
              <a:t>over 1D data are typically used for tasks such as </a:t>
            </a:r>
            <a:r>
              <a:rPr lang="en-US" sz="2400" b="0" i="0" u="none" strike="noStrike" cap="none" dirty="0" smtClean="0">
                <a:solidFill>
                  <a:srgbClr val="000000"/>
                </a:solidFill>
                <a:latin typeface="Arial"/>
                <a:ea typeface="Arial"/>
                <a:cs typeface="Arial"/>
                <a:sym typeface="Arial"/>
              </a:rPr>
              <a:t>text 	classification</a:t>
            </a:r>
            <a:r>
              <a:rPr lang="en-US" sz="2400" b="0" i="0" u="none" strike="noStrike" cap="none" dirty="0">
                <a:solidFill>
                  <a:srgbClr val="000000"/>
                </a:solidFill>
                <a:latin typeface="Arial"/>
                <a:ea typeface="Arial"/>
                <a:cs typeface="Arial"/>
                <a:sym typeface="Arial"/>
              </a:rPr>
              <a:t>, where the input is a sequence of words. </a:t>
            </a:r>
            <a:endParaRPr lang="en-US" sz="2400" b="0" i="0" u="none" strike="noStrike" cap="none" dirty="0" smtClean="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r>
              <a:rPr lang="en-US" sz="2400" dirty="0"/>
              <a:t>	</a:t>
            </a:r>
            <a:r>
              <a:rPr lang="en-US" sz="2400" dirty="0" smtClean="0"/>
              <a:t>- </a:t>
            </a:r>
            <a:r>
              <a:rPr lang="en-US" sz="2400" b="0" i="0" u="none" strike="noStrike" cap="none" dirty="0" smtClean="0">
                <a:solidFill>
                  <a:srgbClr val="000000"/>
                </a:solidFill>
                <a:latin typeface="Arial"/>
                <a:ea typeface="Arial"/>
                <a:cs typeface="Arial"/>
                <a:sym typeface="Arial"/>
              </a:rPr>
              <a:t>Convolutions </a:t>
            </a:r>
            <a:r>
              <a:rPr lang="en-US" sz="2400" b="0" i="0" u="none" strike="noStrike" cap="none" dirty="0">
                <a:solidFill>
                  <a:srgbClr val="000000"/>
                </a:solidFill>
                <a:latin typeface="Arial"/>
                <a:ea typeface="Arial"/>
                <a:cs typeface="Arial"/>
                <a:sym typeface="Arial"/>
              </a:rPr>
              <a:t>over 3D data are used for tasks such as video </a:t>
            </a:r>
            <a:r>
              <a:rPr lang="en-US" sz="2400" b="0" i="0" u="none" strike="noStrike" cap="none" dirty="0" smtClean="0">
                <a:solidFill>
                  <a:srgbClr val="000000"/>
                </a:solidFill>
                <a:latin typeface="Arial"/>
                <a:ea typeface="Arial"/>
                <a:cs typeface="Arial"/>
                <a:sym typeface="Arial"/>
              </a:rPr>
              <a:t>	classification</a:t>
            </a:r>
            <a:r>
              <a:rPr lang="en-US" sz="2400" b="0" i="0" u="none" strike="noStrike" cap="none" dirty="0">
                <a:solidFill>
                  <a:srgbClr val="000000"/>
                </a:solidFill>
                <a:latin typeface="Arial"/>
                <a:ea typeface="Arial"/>
                <a:cs typeface="Arial"/>
                <a:sym typeface="Arial"/>
              </a:rPr>
              <a:t>, where the input is a sequence of frames. The process </a:t>
            </a:r>
            <a:r>
              <a:rPr lang="en-US" sz="2400" b="0" i="0" u="none" strike="noStrike" cap="none" dirty="0" smtClean="0">
                <a:solidFill>
                  <a:srgbClr val="000000"/>
                </a:solidFill>
                <a:latin typeface="Arial"/>
                <a:ea typeface="Arial"/>
                <a:cs typeface="Arial"/>
                <a:sym typeface="Arial"/>
              </a:rPr>
              <a:t>	of </a:t>
            </a:r>
            <a:r>
              <a:rPr lang="en-US" sz="2400" b="0" i="0" u="none" strike="noStrike" cap="none" dirty="0">
                <a:solidFill>
                  <a:srgbClr val="000000"/>
                </a:solidFill>
                <a:latin typeface="Arial"/>
                <a:ea typeface="Arial"/>
                <a:cs typeface="Arial"/>
                <a:sym typeface="Arial"/>
              </a:rPr>
              <a:t>convolution is similar to that of 2D convolutions, but with some </a:t>
            </a:r>
            <a:r>
              <a:rPr lang="en-US" sz="2400" b="0" i="0" u="none" strike="noStrike" cap="none" dirty="0" smtClean="0">
                <a:solidFill>
                  <a:srgbClr val="000000"/>
                </a:solidFill>
                <a:latin typeface="Arial"/>
                <a:ea typeface="Arial"/>
                <a:cs typeface="Arial"/>
                <a:sym typeface="Arial"/>
              </a:rPr>
              <a:t>	differences </a:t>
            </a:r>
            <a:r>
              <a:rPr lang="en-US" sz="2400" b="0" i="0" u="none" strike="noStrike" cap="none" dirty="0">
                <a:solidFill>
                  <a:srgbClr val="000000"/>
                </a:solidFill>
                <a:latin typeface="Arial"/>
                <a:ea typeface="Arial"/>
                <a:cs typeface="Arial"/>
                <a:sym typeface="Arial"/>
              </a:rPr>
              <a:t>in the dimensions of the input, kernel, and output</a:t>
            </a:r>
            <a:r>
              <a:rPr lang="en-US" sz="2400" b="0" i="0" u="none" strike="noStrike" cap="none" dirty="0" smtClean="0">
                <a:solidFill>
                  <a:srgbClr val="000000"/>
                </a:solidFill>
                <a:latin typeface="Arial"/>
                <a:ea typeface="Arial"/>
                <a:cs typeface="Arial"/>
                <a:sym typeface="Arial"/>
              </a:rPr>
              <a:t>.</a:t>
            </a:r>
            <a:endParaRPr sz="2400" b="0" i="0" u="none" strike="noStrike" cap="none" dirty="0">
              <a:solidFill>
                <a:srgbClr val="000000"/>
              </a:solidFill>
              <a:latin typeface="Arial"/>
              <a:ea typeface="Arial"/>
              <a:cs typeface="Arial"/>
              <a:sym typeface="Arial"/>
            </a:endParaRPr>
          </a:p>
        </p:txBody>
      </p:sp>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63</a:t>
            </a:fld>
            <a:endParaRPr lang="en-US"/>
          </a:p>
        </p:txBody>
      </p:sp>
    </p:spTree>
    <p:extLst>
      <p:ext uri="{BB962C8B-B14F-4D97-AF65-F5344CB8AC3E}">
        <p14:creationId xmlns:p14="http://schemas.microsoft.com/office/powerpoint/2010/main" val="2917053843"/>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showMasterSp="0">
  <p:cSld>
    <p:spTree>
      <p:nvGrpSpPr>
        <p:cNvPr id="1" name="Shape 887"/>
        <p:cNvGrpSpPr/>
        <p:nvPr/>
      </p:nvGrpSpPr>
      <p:grpSpPr>
        <a:xfrm>
          <a:off x="0" y="0"/>
          <a:ext cx="0" cy="0"/>
          <a:chOff x="0" y="0"/>
          <a:chExt cx="0" cy="0"/>
        </a:xfrm>
      </p:grpSpPr>
      <p:sp>
        <p:nvSpPr>
          <p:cNvPr id="888" name="Google Shape;888;p65"/>
          <p:cNvSpPr txBox="1">
            <a:spLocks noGrp="1"/>
          </p:cNvSpPr>
          <p:nvPr>
            <p:ph type="title"/>
          </p:nvPr>
        </p:nvSpPr>
        <p:spPr>
          <a:xfrm>
            <a:off x="4384551" y="386794"/>
            <a:ext cx="7204800" cy="3041400"/>
          </a:xfrm>
          <a:prstGeom prst="rect">
            <a:avLst/>
          </a:prstGeom>
          <a:noFill/>
          <a:ln>
            <a:noFill/>
          </a:ln>
        </p:spPr>
        <p:txBody>
          <a:bodyPr spcFirstLastPara="1" wrap="square" lIns="0" tIns="129525" rIns="0" bIns="0" anchor="t" anchorCtr="0">
            <a:spAutoFit/>
          </a:bodyPr>
          <a:lstStyle/>
          <a:p>
            <a:pPr marL="12700" marR="5080" lvl="0" indent="1270635" algn="ctr" rtl="0">
              <a:lnSpc>
                <a:spcPct val="107575"/>
              </a:lnSpc>
              <a:spcBef>
                <a:spcPts val="0"/>
              </a:spcBef>
              <a:spcAft>
                <a:spcPts val="0"/>
              </a:spcAft>
              <a:buSzPts val="1400"/>
              <a:buNone/>
            </a:pPr>
            <a:r>
              <a:rPr lang="en-US" sz="6000">
                <a:latin typeface="Arial"/>
                <a:ea typeface="Arial"/>
                <a:cs typeface="Arial"/>
                <a:sym typeface="Arial"/>
              </a:rPr>
              <a:t>Convolutional</a:t>
            </a:r>
            <a:endParaRPr sz="6000">
              <a:latin typeface="Arial"/>
              <a:ea typeface="Arial"/>
              <a:cs typeface="Arial"/>
              <a:sym typeface="Arial"/>
            </a:endParaRPr>
          </a:p>
          <a:p>
            <a:pPr marL="12700" marR="5080" lvl="0" indent="1270635" algn="ctr" rtl="0">
              <a:lnSpc>
                <a:spcPct val="107575"/>
              </a:lnSpc>
              <a:spcBef>
                <a:spcPts val="0"/>
              </a:spcBef>
              <a:spcAft>
                <a:spcPts val="0"/>
              </a:spcAft>
              <a:buSzPts val="1400"/>
              <a:buNone/>
            </a:pPr>
            <a:r>
              <a:rPr lang="en-US" sz="6000">
                <a:latin typeface="Arial"/>
                <a:ea typeface="Arial"/>
                <a:cs typeface="Arial"/>
                <a:sym typeface="Arial"/>
              </a:rPr>
              <a:t>Networks in 1D</a:t>
            </a:r>
            <a:endParaRPr sz="6000">
              <a:latin typeface="Arial"/>
              <a:ea typeface="Arial"/>
              <a:cs typeface="Arial"/>
              <a:sym typeface="Arial"/>
            </a:endParaRPr>
          </a:p>
          <a:p>
            <a:pPr marL="12700" marR="5080" lvl="0" indent="1270635" algn="ctr" rtl="0">
              <a:lnSpc>
                <a:spcPct val="107575"/>
              </a:lnSpc>
              <a:spcBef>
                <a:spcPts val="0"/>
              </a:spcBef>
              <a:spcAft>
                <a:spcPts val="0"/>
              </a:spcAft>
              <a:buSzPts val="1400"/>
              <a:buNone/>
            </a:pPr>
            <a:r>
              <a:rPr lang="en-US" sz="6000">
                <a:latin typeface="Arial"/>
                <a:ea typeface="Arial"/>
                <a:cs typeface="Arial"/>
                <a:sym typeface="Arial"/>
              </a:rPr>
              <a:t>or 3D</a:t>
            </a:r>
            <a:endParaRPr sz="6000">
              <a:latin typeface="Arial"/>
              <a:ea typeface="Arial"/>
              <a:cs typeface="Arial"/>
              <a:sym typeface="Arial"/>
            </a:endParaRPr>
          </a:p>
        </p:txBody>
      </p:sp>
      <p:sp>
        <p:nvSpPr>
          <p:cNvPr id="889" name="Google Shape;889;p65"/>
          <p:cNvSpPr txBox="1"/>
          <p:nvPr/>
        </p:nvSpPr>
        <p:spPr>
          <a:xfrm>
            <a:off x="5447093" y="3715473"/>
            <a:ext cx="6034500" cy="2849100"/>
          </a:xfrm>
          <a:prstGeom prst="rect">
            <a:avLst/>
          </a:prstGeom>
          <a:noFill/>
          <a:ln>
            <a:noFill/>
          </a:ln>
        </p:spPr>
        <p:txBody>
          <a:bodyPr spcFirstLastPara="1" wrap="square" lIns="0" tIns="27925" rIns="0" bIns="0" anchor="t" anchorCtr="0">
            <a:spAutoFit/>
          </a:bodyPr>
          <a:lstStyle/>
          <a:p>
            <a:pPr marL="12700" marR="5080" lvl="0" indent="-635" algn="ctr" rtl="0">
              <a:lnSpc>
                <a:spcPct val="119696"/>
              </a:lnSpc>
              <a:spcBef>
                <a:spcPts val="0"/>
              </a:spcBef>
              <a:spcAft>
                <a:spcPts val="0"/>
              </a:spcAft>
              <a:buClr>
                <a:srgbClr val="000000"/>
              </a:buClr>
              <a:buSzPts val="6600"/>
              <a:buFont typeface="Arial"/>
              <a:buNone/>
            </a:pPr>
            <a:r>
              <a:rPr lang="en-US" sz="5400" b="0" i="0" u="none" strike="noStrike" cap="none">
                <a:solidFill>
                  <a:srgbClr val="000000"/>
                </a:solidFill>
                <a:latin typeface="Arial"/>
                <a:ea typeface="Arial"/>
                <a:cs typeface="Arial"/>
                <a:sym typeface="Arial"/>
              </a:rPr>
              <a:t>1D and 3D generalizations	of models</a:t>
            </a:r>
            <a:endParaRPr sz="5400" b="0" i="0" u="none" strike="noStrike" cap="none">
              <a:solidFill>
                <a:srgbClr val="000000"/>
              </a:solidFill>
              <a:latin typeface="Arial"/>
              <a:ea typeface="Arial"/>
              <a:cs typeface="Arial"/>
              <a:sym typeface="Arial"/>
            </a:endParaRPr>
          </a:p>
        </p:txBody>
      </p:sp>
      <p:sp>
        <p:nvSpPr>
          <p:cNvPr id="890" name="Google Shape;890;p65"/>
          <p:cNvSpPr/>
          <p:nvPr/>
        </p:nvSpPr>
        <p:spPr>
          <a:xfrm>
            <a:off x="4836350" y="3410419"/>
            <a:ext cx="6908800" cy="17780"/>
          </a:xfrm>
          <a:custGeom>
            <a:avLst/>
            <a:gdLst/>
            <a:ahLst/>
            <a:cxnLst/>
            <a:rect l="l" t="t" r="r" b="b"/>
            <a:pathLst>
              <a:path w="6908800" h="17779" extrusionOk="0">
                <a:moveTo>
                  <a:pt x="0" y="0"/>
                </a:moveTo>
                <a:lnTo>
                  <a:pt x="6908333" y="17737"/>
                </a:lnTo>
              </a:path>
            </a:pathLst>
          </a:custGeom>
          <a:noFill/>
          <a:ln w="19050" cap="flat" cmpd="sng">
            <a:solidFill>
              <a:srgbClr val="40404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pic>
        <p:nvPicPr>
          <p:cNvPr id="891" name="Google Shape;891;p65"/>
          <p:cNvPicPr preferRelativeResize="0"/>
          <p:nvPr/>
        </p:nvPicPr>
        <p:blipFill rotWithShape="1">
          <a:blip r:embed="rId3">
            <a:alphaModFix/>
          </a:blip>
          <a:srcRect/>
          <a:stretch/>
        </p:blipFill>
        <p:spPr>
          <a:xfrm>
            <a:off x="417325" y="2395175"/>
            <a:ext cx="3871626" cy="2129399"/>
          </a:xfrm>
          <a:prstGeom prst="rect">
            <a:avLst/>
          </a:prstGeom>
          <a:noFill/>
          <a:ln>
            <a:noFill/>
          </a:ln>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64</a:t>
            </a:fld>
            <a:endParaRPr lang="en-US"/>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showMasterSp="0">
  <p:cSld>
    <p:spTree>
      <p:nvGrpSpPr>
        <p:cNvPr id="1" name="Shape 895"/>
        <p:cNvGrpSpPr/>
        <p:nvPr/>
      </p:nvGrpSpPr>
      <p:grpSpPr>
        <a:xfrm>
          <a:off x="0" y="0"/>
          <a:ext cx="0" cy="0"/>
          <a:chOff x="0" y="0"/>
          <a:chExt cx="0" cy="0"/>
        </a:xfrm>
      </p:grpSpPr>
      <p:sp>
        <p:nvSpPr>
          <p:cNvPr id="896" name="Google Shape;896;p66"/>
          <p:cNvSpPr txBox="1">
            <a:spLocks noGrp="1"/>
          </p:cNvSpPr>
          <p:nvPr>
            <p:ph type="ctrTitle"/>
          </p:nvPr>
        </p:nvSpPr>
        <p:spPr>
          <a:xfrm>
            <a:off x="261620" y="139700"/>
            <a:ext cx="11668800" cy="1798200"/>
          </a:xfrm>
          <a:prstGeom prst="rect">
            <a:avLst/>
          </a:prstGeom>
          <a:noFill/>
          <a:ln>
            <a:noFill/>
          </a:ln>
        </p:spPr>
        <p:txBody>
          <a:bodyPr spcFirstLastPara="1" wrap="square" lIns="0" tIns="12700" rIns="0" bIns="0" anchor="t" anchorCtr="0">
            <a:spAutoFit/>
          </a:bodyPr>
          <a:lstStyle/>
          <a:p>
            <a:pPr marL="0" lvl="0" indent="0" algn="l" rtl="0">
              <a:lnSpc>
                <a:spcPct val="100000"/>
              </a:lnSpc>
              <a:spcBef>
                <a:spcPts val="0"/>
              </a:spcBef>
              <a:spcAft>
                <a:spcPts val="0"/>
              </a:spcAft>
              <a:buClr>
                <a:schemeClr val="dk1"/>
              </a:buClr>
              <a:buSzPts val="6600"/>
              <a:buFont typeface="Arial"/>
              <a:buNone/>
            </a:pPr>
            <a:r>
              <a:rPr lang="en-US" sz="5000">
                <a:latin typeface="Arial"/>
                <a:ea typeface="Arial"/>
                <a:cs typeface="Arial"/>
                <a:sym typeface="Arial"/>
              </a:rPr>
              <a:t>1D and 3D generalizations	of models</a:t>
            </a:r>
            <a:endParaRPr sz="5000">
              <a:latin typeface="Arial"/>
              <a:ea typeface="Arial"/>
              <a:cs typeface="Arial"/>
              <a:sym typeface="Arial"/>
            </a:endParaRPr>
          </a:p>
          <a:p>
            <a:pPr marL="0" lvl="0" indent="0" algn="l" rtl="0">
              <a:lnSpc>
                <a:spcPct val="100000"/>
              </a:lnSpc>
              <a:spcBef>
                <a:spcPts val="0"/>
              </a:spcBef>
              <a:spcAft>
                <a:spcPts val="0"/>
              </a:spcAft>
              <a:buSzPts val="1400"/>
              <a:buNone/>
            </a:pPr>
            <a:endParaRPr>
              <a:latin typeface="Arial"/>
              <a:ea typeface="Arial"/>
              <a:cs typeface="Arial"/>
              <a:sym typeface="Arial"/>
            </a:endParaRPr>
          </a:p>
        </p:txBody>
      </p:sp>
      <p:pic>
        <p:nvPicPr>
          <p:cNvPr id="897" name="Google Shape;897;p66"/>
          <p:cNvPicPr preferRelativeResize="0"/>
          <p:nvPr/>
        </p:nvPicPr>
        <p:blipFill rotWithShape="1">
          <a:blip r:embed="rId3">
            <a:alphaModFix/>
          </a:blip>
          <a:srcRect/>
          <a:stretch/>
        </p:blipFill>
        <p:spPr>
          <a:xfrm>
            <a:off x="10734473" y="0"/>
            <a:ext cx="1448025" cy="796414"/>
          </a:xfrm>
          <a:prstGeom prst="rect">
            <a:avLst/>
          </a:prstGeom>
          <a:noFill/>
          <a:ln>
            <a:noFill/>
          </a:ln>
        </p:spPr>
      </p:pic>
      <p:sp>
        <p:nvSpPr>
          <p:cNvPr id="898" name="Google Shape;898;p66"/>
          <p:cNvSpPr txBox="1"/>
          <p:nvPr/>
        </p:nvSpPr>
        <p:spPr>
          <a:xfrm>
            <a:off x="454225" y="1516050"/>
            <a:ext cx="11283506" cy="2400627"/>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dirty="0">
                <a:solidFill>
                  <a:schemeClr val="dk1"/>
                </a:solidFill>
              </a:rPr>
              <a:t>H</a:t>
            </a:r>
            <a:r>
              <a:rPr lang="en-US" sz="2400" b="0" i="0" u="none" strike="noStrike" cap="none" dirty="0" smtClean="0">
                <a:solidFill>
                  <a:schemeClr val="dk1"/>
                </a:solidFill>
                <a:latin typeface="Arial"/>
                <a:ea typeface="Arial"/>
                <a:cs typeface="Arial"/>
                <a:sym typeface="Arial"/>
              </a:rPr>
              <a:t>ow </a:t>
            </a:r>
            <a:r>
              <a:rPr lang="en-US" sz="2400" b="0" i="0" u="none" strike="noStrike" cap="none" dirty="0" err="1">
                <a:solidFill>
                  <a:schemeClr val="dk1"/>
                </a:solidFill>
                <a:latin typeface="Arial"/>
                <a:ea typeface="Arial"/>
                <a:cs typeface="Arial"/>
                <a:sym typeface="Arial"/>
              </a:rPr>
              <a:t>ConvNets</a:t>
            </a:r>
            <a:r>
              <a:rPr lang="en-US" sz="2400" b="0" i="0" u="none" strike="noStrike" cap="none" dirty="0">
                <a:solidFill>
                  <a:schemeClr val="dk1"/>
                </a:solidFill>
                <a:latin typeface="Arial"/>
                <a:ea typeface="Arial"/>
                <a:cs typeface="Arial"/>
                <a:sym typeface="Arial"/>
              </a:rPr>
              <a:t> can be generalized from 2D data to 1D and 3D </a:t>
            </a:r>
            <a:r>
              <a:rPr lang="en-US" sz="2400" b="0" i="0" u="none" strike="noStrike" cap="none" dirty="0" smtClean="0">
                <a:solidFill>
                  <a:schemeClr val="dk1"/>
                </a:solidFill>
                <a:latin typeface="Arial"/>
                <a:ea typeface="Arial"/>
                <a:cs typeface="Arial"/>
                <a:sym typeface="Arial"/>
              </a:rPr>
              <a:t>data?</a:t>
            </a:r>
          </a:p>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smtClean="0">
                <a:solidFill>
                  <a:schemeClr val="dk1"/>
                </a:solidFill>
                <a:latin typeface="Arial"/>
                <a:ea typeface="Arial"/>
                <a:cs typeface="Arial"/>
                <a:sym typeface="Arial"/>
              </a:rPr>
              <a:t>- Consider the </a:t>
            </a:r>
            <a:r>
              <a:rPr lang="en-US" sz="2400" b="0" i="0" u="none" strike="noStrike" cap="none" dirty="0">
                <a:solidFill>
                  <a:schemeClr val="dk1"/>
                </a:solidFill>
                <a:latin typeface="Arial"/>
                <a:ea typeface="Arial"/>
                <a:cs typeface="Arial"/>
                <a:sym typeface="Arial"/>
              </a:rPr>
              <a:t>example of an EKG signal as an example of 1D data and explain how a 1D filter can be used to detect features in different positions along the time series. They also mention that recurrent neural networks are typically used for sequence data, but </a:t>
            </a:r>
            <a:r>
              <a:rPr lang="en-US" sz="2400" b="0" i="0" u="none" strike="noStrike" cap="none" dirty="0" err="1">
                <a:solidFill>
                  <a:schemeClr val="dk1"/>
                </a:solidFill>
                <a:latin typeface="Arial"/>
                <a:ea typeface="Arial"/>
                <a:cs typeface="Arial"/>
                <a:sym typeface="Arial"/>
              </a:rPr>
              <a:t>ConvNets</a:t>
            </a:r>
            <a:r>
              <a:rPr lang="en-US" sz="2400" b="0" i="0" u="none" strike="noStrike" cap="none" dirty="0">
                <a:solidFill>
                  <a:schemeClr val="dk1"/>
                </a:solidFill>
                <a:latin typeface="Arial"/>
                <a:ea typeface="Arial"/>
                <a:cs typeface="Arial"/>
                <a:sym typeface="Arial"/>
              </a:rPr>
              <a:t> can be applied to some problems as well.</a:t>
            </a:r>
            <a:endParaRPr sz="2400" b="0" i="0" u="none" strike="noStrike" cap="none" dirty="0">
              <a:solidFill>
                <a:schemeClr val="dk1"/>
              </a:solidFill>
              <a:latin typeface="Arial"/>
              <a:ea typeface="Arial"/>
              <a:cs typeface="Arial"/>
              <a:sym typeface="Arial"/>
            </a:endParaRPr>
          </a:p>
          <a:p>
            <a:pPr marL="457200" marR="0" lvl="0" indent="0" algn="l" rtl="0">
              <a:lnSpc>
                <a:spcPct val="100000"/>
              </a:lnSpc>
              <a:spcBef>
                <a:spcPts val="0"/>
              </a:spcBef>
              <a:spcAft>
                <a:spcPts val="0"/>
              </a:spcAft>
              <a:buClr>
                <a:srgbClr val="000000"/>
              </a:buClr>
              <a:buSzPts val="2400"/>
              <a:buFont typeface="Arial"/>
              <a:buNone/>
            </a:pPr>
            <a:endParaRPr sz="2400" b="0" i="0" u="none" strike="noStrike" cap="none" dirty="0">
              <a:solidFill>
                <a:schemeClr val="dk1"/>
              </a:solidFill>
              <a:latin typeface="Arial"/>
              <a:ea typeface="Arial"/>
              <a:cs typeface="Arial"/>
              <a:sym typeface="Arial"/>
            </a:endParaRPr>
          </a:p>
        </p:txBody>
      </p:sp>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65</a:t>
            </a:fld>
            <a:endParaRPr lang="en-US"/>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showMasterSp="0">
  <p:cSld>
    <p:spTree>
      <p:nvGrpSpPr>
        <p:cNvPr id="1" name="Shape 902"/>
        <p:cNvGrpSpPr/>
        <p:nvPr/>
      </p:nvGrpSpPr>
      <p:grpSpPr>
        <a:xfrm>
          <a:off x="0" y="0"/>
          <a:ext cx="0" cy="0"/>
          <a:chOff x="0" y="0"/>
          <a:chExt cx="0" cy="0"/>
        </a:xfrm>
      </p:grpSpPr>
      <p:sp>
        <p:nvSpPr>
          <p:cNvPr id="903" name="Google Shape;903;p67"/>
          <p:cNvSpPr txBox="1">
            <a:spLocks noGrp="1"/>
          </p:cNvSpPr>
          <p:nvPr>
            <p:ph type="ctrTitle"/>
          </p:nvPr>
        </p:nvSpPr>
        <p:spPr>
          <a:xfrm>
            <a:off x="261620" y="139700"/>
            <a:ext cx="11668800" cy="69000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SzPts val="1400"/>
              <a:buNone/>
            </a:pPr>
            <a:r>
              <a:rPr lang="en-US" sz="4400">
                <a:latin typeface="Arial"/>
                <a:ea typeface="Arial"/>
                <a:cs typeface="Arial"/>
                <a:sym typeface="Arial"/>
              </a:rPr>
              <a:t>Convolutions in 2D and 1D</a:t>
            </a:r>
            <a:endParaRPr sz="4400">
              <a:latin typeface="Arial"/>
              <a:ea typeface="Arial"/>
              <a:cs typeface="Arial"/>
              <a:sym typeface="Arial"/>
            </a:endParaRPr>
          </a:p>
        </p:txBody>
      </p:sp>
      <p:sp>
        <p:nvSpPr>
          <p:cNvPr id="904" name="Google Shape;904;p67"/>
          <p:cNvSpPr txBox="1">
            <a:spLocks noGrp="1"/>
          </p:cNvSpPr>
          <p:nvPr>
            <p:ph type="subTitle" idx="1"/>
          </p:nvPr>
        </p:nvSpPr>
        <p:spPr>
          <a:xfrm>
            <a:off x="6762027" y="1874966"/>
            <a:ext cx="5457300" cy="3694200"/>
          </a:xfrm>
          <a:prstGeom prst="rect">
            <a:avLst/>
          </a:prstGeom>
          <a:noFill/>
          <a:ln>
            <a:noFill/>
          </a:ln>
        </p:spPr>
        <p:txBody>
          <a:bodyPr spcFirstLastPara="1" wrap="square" lIns="0" tIns="0" rIns="0" bIns="0" anchor="t" anchorCtr="0">
            <a:spAutoFit/>
          </a:bodyPr>
          <a:lstStyle/>
          <a:p>
            <a:pPr marL="0" lvl="0" indent="0" algn="l" rtl="0">
              <a:lnSpc>
                <a:spcPct val="100000"/>
              </a:lnSpc>
              <a:spcBef>
                <a:spcPts val="0"/>
              </a:spcBef>
              <a:spcAft>
                <a:spcPts val="0"/>
              </a:spcAft>
              <a:buSzPts val="1400"/>
              <a:buNone/>
            </a:pPr>
            <a:r>
              <a:rPr lang="en-US" sz="2400"/>
              <a:t>14 x 14  x 3 *  5 x 5 x 3 &gt;&gt;&gt;  10 x 10 x 16</a:t>
            </a:r>
            <a:endParaRPr/>
          </a:p>
          <a:p>
            <a:pPr marL="0" lvl="0" indent="0" algn="l" rtl="0">
              <a:lnSpc>
                <a:spcPct val="100000"/>
              </a:lnSpc>
              <a:spcBef>
                <a:spcPts val="0"/>
              </a:spcBef>
              <a:spcAft>
                <a:spcPts val="0"/>
              </a:spcAft>
              <a:buSzPts val="1400"/>
              <a:buNone/>
            </a:pPr>
            <a:endParaRPr sz="2400"/>
          </a:p>
          <a:p>
            <a:pPr marL="0" lvl="0" indent="0" algn="l" rtl="0">
              <a:lnSpc>
                <a:spcPct val="100000"/>
              </a:lnSpc>
              <a:spcBef>
                <a:spcPts val="0"/>
              </a:spcBef>
              <a:spcAft>
                <a:spcPts val="0"/>
              </a:spcAft>
              <a:buSzPts val="1400"/>
              <a:buNone/>
            </a:pPr>
            <a:r>
              <a:rPr lang="en-US" sz="2400"/>
              <a:t>10 x 10 x 16 * 5 x 5 x 16 &gt;&gt;&gt;  6 x 6 x 32</a:t>
            </a:r>
            <a:endParaRPr/>
          </a:p>
          <a:p>
            <a:pPr marL="0" lvl="0" indent="0" algn="l" rtl="0">
              <a:lnSpc>
                <a:spcPct val="100000"/>
              </a:lnSpc>
              <a:spcBef>
                <a:spcPts val="0"/>
              </a:spcBef>
              <a:spcAft>
                <a:spcPts val="0"/>
              </a:spcAft>
              <a:buSzPts val="1400"/>
              <a:buNone/>
            </a:pPr>
            <a:endParaRPr sz="2400"/>
          </a:p>
          <a:p>
            <a:pPr marL="0" lvl="0" indent="0" algn="l" rtl="0">
              <a:lnSpc>
                <a:spcPct val="100000"/>
              </a:lnSpc>
              <a:spcBef>
                <a:spcPts val="0"/>
              </a:spcBef>
              <a:spcAft>
                <a:spcPts val="0"/>
              </a:spcAft>
              <a:buSzPts val="1400"/>
              <a:buNone/>
            </a:pPr>
            <a:endParaRPr sz="2400"/>
          </a:p>
          <a:p>
            <a:pPr marL="0" lvl="0" indent="0" algn="l" rtl="0">
              <a:lnSpc>
                <a:spcPct val="100000"/>
              </a:lnSpc>
              <a:spcBef>
                <a:spcPts val="0"/>
              </a:spcBef>
              <a:spcAft>
                <a:spcPts val="0"/>
              </a:spcAft>
              <a:buSzPts val="1400"/>
              <a:buNone/>
            </a:pPr>
            <a:endParaRPr sz="2400"/>
          </a:p>
          <a:p>
            <a:pPr marL="0" lvl="0" indent="0" algn="l" rtl="0">
              <a:lnSpc>
                <a:spcPct val="100000"/>
              </a:lnSpc>
              <a:spcBef>
                <a:spcPts val="0"/>
              </a:spcBef>
              <a:spcAft>
                <a:spcPts val="0"/>
              </a:spcAft>
              <a:buSzPts val="1400"/>
              <a:buNone/>
            </a:pPr>
            <a:endParaRPr sz="2400"/>
          </a:p>
          <a:p>
            <a:pPr marL="0" lvl="0" indent="0" algn="l" rtl="0">
              <a:lnSpc>
                <a:spcPct val="100000"/>
              </a:lnSpc>
              <a:spcBef>
                <a:spcPts val="0"/>
              </a:spcBef>
              <a:spcAft>
                <a:spcPts val="0"/>
              </a:spcAft>
              <a:buSzPts val="1400"/>
              <a:buNone/>
            </a:pPr>
            <a:endParaRPr sz="2400"/>
          </a:p>
          <a:p>
            <a:pPr marL="0" lvl="0" indent="0" algn="l" rtl="0">
              <a:lnSpc>
                <a:spcPct val="100000"/>
              </a:lnSpc>
              <a:spcBef>
                <a:spcPts val="0"/>
              </a:spcBef>
              <a:spcAft>
                <a:spcPts val="0"/>
              </a:spcAft>
              <a:buSzPts val="1400"/>
              <a:buNone/>
            </a:pPr>
            <a:r>
              <a:rPr lang="en-US" sz="2400"/>
              <a:t>14 x 1 * 5 x 1 &gt;&gt;&gt; 10 x 16</a:t>
            </a:r>
            <a:endParaRPr/>
          </a:p>
          <a:p>
            <a:pPr marL="0" lvl="0" indent="0" algn="l" rtl="0">
              <a:lnSpc>
                <a:spcPct val="100000"/>
              </a:lnSpc>
              <a:spcBef>
                <a:spcPts val="0"/>
              </a:spcBef>
              <a:spcAft>
                <a:spcPts val="0"/>
              </a:spcAft>
              <a:buSzPts val="1400"/>
              <a:buNone/>
            </a:pPr>
            <a:r>
              <a:rPr lang="en-US" sz="2400"/>
              <a:t>10 x 16 * 5 * 16 &gt;&gt;&gt; 6 * 32 </a:t>
            </a:r>
            <a:endParaRPr/>
          </a:p>
        </p:txBody>
      </p:sp>
      <p:grpSp>
        <p:nvGrpSpPr>
          <p:cNvPr id="905" name="Google Shape;905;p67"/>
          <p:cNvGrpSpPr/>
          <p:nvPr/>
        </p:nvGrpSpPr>
        <p:grpSpPr>
          <a:xfrm>
            <a:off x="910874" y="1203124"/>
            <a:ext cx="1663700" cy="1715770"/>
            <a:chOff x="910874" y="1203124"/>
            <a:chExt cx="1663700" cy="1715770"/>
          </a:xfrm>
        </p:grpSpPr>
        <p:sp>
          <p:nvSpPr>
            <p:cNvPr id="906" name="Google Shape;906;p67"/>
            <p:cNvSpPr/>
            <p:nvPr/>
          </p:nvSpPr>
          <p:spPr>
            <a:xfrm>
              <a:off x="1033761" y="1203124"/>
              <a:ext cx="0" cy="1715770"/>
            </a:xfrm>
            <a:custGeom>
              <a:avLst/>
              <a:gdLst/>
              <a:ahLst/>
              <a:cxnLst/>
              <a:rect l="l" t="t" r="r" b="b"/>
              <a:pathLst>
                <a:path w="120000" h="1715770" extrusionOk="0">
                  <a:moveTo>
                    <a:pt x="0" y="0"/>
                  </a:moveTo>
                  <a:lnTo>
                    <a:pt x="0" y="1715526"/>
                  </a:lnTo>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907" name="Google Shape;907;p67"/>
            <p:cNvSpPr/>
            <p:nvPr/>
          </p:nvSpPr>
          <p:spPr>
            <a:xfrm>
              <a:off x="1151887" y="1203124"/>
              <a:ext cx="0" cy="1715770"/>
            </a:xfrm>
            <a:custGeom>
              <a:avLst/>
              <a:gdLst/>
              <a:ahLst/>
              <a:cxnLst/>
              <a:rect l="l" t="t" r="r" b="b"/>
              <a:pathLst>
                <a:path w="120000" h="1715770" extrusionOk="0">
                  <a:moveTo>
                    <a:pt x="0" y="0"/>
                  </a:moveTo>
                  <a:lnTo>
                    <a:pt x="0" y="1715526"/>
                  </a:lnTo>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908" name="Google Shape;908;p67"/>
            <p:cNvSpPr/>
            <p:nvPr/>
          </p:nvSpPr>
          <p:spPr>
            <a:xfrm>
              <a:off x="1270014" y="1203124"/>
              <a:ext cx="0" cy="1715770"/>
            </a:xfrm>
            <a:custGeom>
              <a:avLst/>
              <a:gdLst/>
              <a:ahLst/>
              <a:cxnLst/>
              <a:rect l="l" t="t" r="r" b="b"/>
              <a:pathLst>
                <a:path w="120000" h="1715770" extrusionOk="0">
                  <a:moveTo>
                    <a:pt x="0" y="0"/>
                  </a:moveTo>
                  <a:lnTo>
                    <a:pt x="0" y="1715526"/>
                  </a:lnTo>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909" name="Google Shape;909;p67"/>
            <p:cNvSpPr/>
            <p:nvPr/>
          </p:nvSpPr>
          <p:spPr>
            <a:xfrm>
              <a:off x="1388141" y="1203124"/>
              <a:ext cx="0" cy="1715770"/>
            </a:xfrm>
            <a:custGeom>
              <a:avLst/>
              <a:gdLst/>
              <a:ahLst/>
              <a:cxnLst/>
              <a:rect l="l" t="t" r="r" b="b"/>
              <a:pathLst>
                <a:path w="120000" h="1715770" extrusionOk="0">
                  <a:moveTo>
                    <a:pt x="0" y="0"/>
                  </a:moveTo>
                  <a:lnTo>
                    <a:pt x="0" y="1715526"/>
                  </a:lnTo>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910" name="Google Shape;910;p67"/>
            <p:cNvSpPr/>
            <p:nvPr/>
          </p:nvSpPr>
          <p:spPr>
            <a:xfrm>
              <a:off x="1506268" y="1203124"/>
              <a:ext cx="0" cy="1715770"/>
            </a:xfrm>
            <a:custGeom>
              <a:avLst/>
              <a:gdLst/>
              <a:ahLst/>
              <a:cxnLst/>
              <a:rect l="l" t="t" r="r" b="b"/>
              <a:pathLst>
                <a:path w="120000" h="1715770" extrusionOk="0">
                  <a:moveTo>
                    <a:pt x="0" y="0"/>
                  </a:moveTo>
                  <a:lnTo>
                    <a:pt x="0" y="1715526"/>
                  </a:lnTo>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911" name="Google Shape;911;p67"/>
            <p:cNvSpPr/>
            <p:nvPr/>
          </p:nvSpPr>
          <p:spPr>
            <a:xfrm>
              <a:off x="1624394" y="1203124"/>
              <a:ext cx="0" cy="1715770"/>
            </a:xfrm>
            <a:custGeom>
              <a:avLst/>
              <a:gdLst/>
              <a:ahLst/>
              <a:cxnLst/>
              <a:rect l="l" t="t" r="r" b="b"/>
              <a:pathLst>
                <a:path w="120000" h="1715770" extrusionOk="0">
                  <a:moveTo>
                    <a:pt x="0" y="0"/>
                  </a:moveTo>
                  <a:lnTo>
                    <a:pt x="0" y="1715526"/>
                  </a:lnTo>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912" name="Google Shape;912;p67"/>
            <p:cNvSpPr/>
            <p:nvPr/>
          </p:nvSpPr>
          <p:spPr>
            <a:xfrm>
              <a:off x="1742521" y="1203124"/>
              <a:ext cx="0" cy="1715770"/>
            </a:xfrm>
            <a:custGeom>
              <a:avLst/>
              <a:gdLst/>
              <a:ahLst/>
              <a:cxnLst/>
              <a:rect l="l" t="t" r="r" b="b"/>
              <a:pathLst>
                <a:path w="120000" h="1715770" extrusionOk="0">
                  <a:moveTo>
                    <a:pt x="0" y="0"/>
                  </a:moveTo>
                  <a:lnTo>
                    <a:pt x="0" y="1715526"/>
                  </a:lnTo>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913" name="Google Shape;913;p67"/>
            <p:cNvSpPr/>
            <p:nvPr/>
          </p:nvSpPr>
          <p:spPr>
            <a:xfrm>
              <a:off x="1860648" y="1203124"/>
              <a:ext cx="0" cy="1715770"/>
            </a:xfrm>
            <a:custGeom>
              <a:avLst/>
              <a:gdLst/>
              <a:ahLst/>
              <a:cxnLst/>
              <a:rect l="l" t="t" r="r" b="b"/>
              <a:pathLst>
                <a:path w="120000" h="1715770" extrusionOk="0">
                  <a:moveTo>
                    <a:pt x="0" y="0"/>
                  </a:moveTo>
                  <a:lnTo>
                    <a:pt x="0" y="1715526"/>
                  </a:lnTo>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914" name="Google Shape;914;p67"/>
            <p:cNvSpPr/>
            <p:nvPr/>
          </p:nvSpPr>
          <p:spPr>
            <a:xfrm>
              <a:off x="1978771" y="1203124"/>
              <a:ext cx="0" cy="1715770"/>
            </a:xfrm>
            <a:custGeom>
              <a:avLst/>
              <a:gdLst/>
              <a:ahLst/>
              <a:cxnLst/>
              <a:rect l="l" t="t" r="r" b="b"/>
              <a:pathLst>
                <a:path w="120000" h="1715770" extrusionOk="0">
                  <a:moveTo>
                    <a:pt x="0" y="0"/>
                  </a:moveTo>
                  <a:lnTo>
                    <a:pt x="0" y="1715526"/>
                  </a:lnTo>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915" name="Google Shape;915;p67"/>
            <p:cNvSpPr/>
            <p:nvPr/>
          </p:nvSpPr>
          <p:spPr>
            <a:xfrm>
              <a:off x="2096901" y="1203124"/>
              <a:ext cx="0" cy="1715770"/>
            </a:xfrm>
            <a:custGeom>
              <a:avLst/>
              <a:gdLst/>
              <a:ahLst/>
              <a:cxnLst/>
              <a:rect l="l" t="t" r="r" b="b"/>
              <a:pathLst>
                <a:path w="120000" h="1715770" extrusionOk="0">
                  <a:moveTo>
                    <a:pt x="0" y="0"/>
                  </a:moveTo>
                  <a:lnTo>
                    <a:pt x="0" y="1715526"/>
                  </a:lnTo>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916" name="Google Shape;916;p67"/>
            <p:cNvSpPr/>
            <p:nvPr/>
          </p:nvSpPr>
          <p:spPr>
            <a:xfrm>
              <a:off x="2215031" y="1203124"/>
              <a:ext cx="0" cy="1715770"/>
            </a:xfrm>
            <a:custGeom>
              <a:avLst/>
              <a:gdLst/>
              <a:ahLst/>
              <a:cxnLst/>
              <a:rect l="l" t="t" r="r" b="b"/>
              <a:pathLst>
                <a:path w="120000" h="1715770" extrusionOk="0">
                  <a:moveTo>
                    <a:pt x="0" y="0"/>
                  </a:moveTo>
                  <a:lnTo>
                    <a:pt x="0" y="1715526"/>
                  </a:lnTo>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917" name="Google Shape;917;p67"/>
            <p:cNvSpPr/>
            <p:nvPr/>
          </p:nvSpPr>
          <p:spPr>
            <a:xfrm>
              <a:off x="2333151" y="1203124"/>
              <a:ext cx="0" cy="1715770"/>
            </a:xfrm>
            <a:custGeom>
              <a:avLst/>
              <a:gdLst/>
              <a:ahLst/>
              <a:cxnLst/>
              <a:rect l="l" t="t" r="r" b="b"/>
              <a:pathLst>
                <a:path w="120000" h="1715770" extrusionOk="0">
                  <a:moveTo>
                    <a:pt x="0" y="0"/>
                  </a:moveTo>
                  <a:lnTo>
                    <a:pt x="0" y="1715526"/>
                  </a:lnTo>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918" name="Google Shape;918;p67"/>
            <p:cNvSpPr/>
            <p:nvPr/>
          </p:nvSpPr>
          <p:spPr>
            <a:xfrm>
              <a:off x="2451280" y="1203124"/>
              <a:ext cx="0" cy="1715770"/>
            </a:xfrm>
            <a:custGeom>
              <a:avLst/>
              <a:gdLst/>
              <a:ahLst/>
              <a:cxnLst/>
              <a:rect l="l" t="t" r="r" b="b"/>
              <a:pathLst>
                <a:path w="120000" h="1715770" extrusionOk="0">
                  <a:moveTo>
                    <a:pt x="0" y="0"/>
                  </a:moveTo>
                  <a:lnTo>
                    <a:pt x="0" y="1715526"/>
                  </a:lnTo>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919" name="Google Shape;919;p67"/>
            <p:cNvSpPr/>
            <p:nvPr/>
          </p:nvSpPr>
          <p:spPr>
            <a:xfrm>
              <a:off x="910874" y="1329742"/>
              <a:ext cx="1663700" cy="0"/>
            </a:xfrm>
            <a:custGeom>
              <a:avLst/>
              <a:gdLst/>
              <a:ahLst/>
              <a:cxnLst/>
              <a:rect l="l" t="t" r="r" b="b"/>
              <a:pathLst>
                <a:path w="1663700" h="120000" extrusionOk="0">
                  <a:moveTo>
                    <a:pt x="0" y="0"/>
                  </a:moveTo>
                  <a:lnTo>
                    <a:pt x="1663293" y="0"/>
                  </a:lnTo>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920" name="Google Shape;920;p67"/>
            <p:cNvSpPr/>
            <p:nvPr/>
          </p:nvSpPr>
          <p:spPr>
            <a:xfrm>
              <a:off x="910874" y="1451599"/>
              <a:ext cx="1663700" cy="0"/>
            </a:xfrm>
            <a:custGeom>
              <a:avLst/>
              <a:gdLst/>
              <a:ahLst/>
              <a:cxnLst/>
              <a:rect l="l" t="t" r="r" b="b"/>
              <a:pathLst>
                <a:path w="1663700" h="120000" extrusionOk="0">
                  <a:moveTo>
                    <a:pt x="0" y="0"/>
                  </a:moveTo>
                  <a:lnTo>
                    <a:pt x="1663293" y="0"/>
                  </a:lnTo>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921" name="Google Shape;921;p67"/>
            <p:cNvSpPr/>
            <p:nvPr/>
          </p:nvSpPr>
          <p:spPr>
            <a:xfrm>
              <a:off x="910874" y="1573457"/>
              <a:ext cx="1663700" cy="0"/>
            </a:xfrm>
            <a:custGeom>
              <a:avLst/>
              <a:gdLst/>
              <a:ahLst/>
              <a:cxnLst/>
              <a:rect l="l" t="t" r="r" b="b"/>
              <a:pathLst>
                <a:path w="1663700" h="120000" extrusionOk="0">
                  <a:moveTo>
                    <a:pt x="0" y="0"/>
                  </a:moveTo>
                  <a:lnTo>
                    <a:pt x="1663293" y="0"/>
                  </a:lnTo>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922" name="Google Shape;922;p67"/>
            <p:cNvSpPr/>
            <p:nvPr/>
          </p:nvSpPr>
          <p:spPr>
            <a:xfrm>
              <a:off x="910874" y="1695315"/>
              <a:ext cx="1663700" cy="0"/>
            </a:xfrm>
            <a:custGeom>
              <a:avLst/>
              <a:gdLst/>
              <a:ahLst/>
              <a:cxnLst/>
              <a:rect l="l" t="t" r="r" b="b"/>
              <a:pathLst>
                <a:path w="1663700" h="120000" extrusionOk="0">
                  <a:moveTo>
                    <a:pt x="0" y="0"/>
                  </a:moveTo>
                  <a:lnTo>
                    <a:pt x="1663293" y="0"/>
                  </a:lnTo>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923" name="Google Shape;923;p67"/>
            <p:cNvSpPr/>
            <p:nvPr/>
          </p:nvSpPr>
          <p:spPr>
            <a:xfrm>
              <a:off x="910874" y="1817173"/>
              <a:ext cx="1663700" cy="0"/>
            </a:xfrm>
            <a:custGeom>
              <a:avLst/>
              <a:gdLst/>
              <a:ahLst/>
              <a:cxnLst/>
              <a:rect l="l" t="t" r="r" b="b"/>
              <a:pathLst>
                <a:path w="1663700" h="120000" extrusionOk="0">
                  <a:moveTo>
                    <a:pt x="0" y="0"/>
                  </a:moveTo>
                  <a:lnTo>
                    <a:pt x="1663293" y="0"/>
                  </a:lnTo>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924" name="Google Shape;924;p67"/>
            <p:cNvSpPr/>
            <p:nvPr/>
          </p:nvSpPr>
          <p:spPr>
            <a:xfrm>
              <a:off x="910874" y="1939031"/>
              <a:ext cx="1663700" cy="0"/>
            </a:xfrm>
            <a:custGeom>
              <a:avLst/>
              <a:gdLst/>
              <a:ahLst/>
              <a:cxnLst/>
              <a:rect l="l" t="t" r="r" b="b"/>
              <a:pathLst>
                <a:path w="1663700" h="120000" extrusionOk="0">
                  <a:moveTo>
                    <a:pt x="0" y="0"/>
                  </a:moveTo>
                  <a:lnTo>
                    <a:pt x="1663293" y="0"/>
                  </a:lnTo>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925" name="Google Shape;925;p67"/>
            <p:cNvSpPr/>
            <p:nvPr/>
          </p:nvSpPr>
          <p:spPr>
            <a:xfrm>
              <a:off x="910874" y="2060889"/>
              <a:ext cx="1663700" cy="0"/>
            </a:xfrm>
            <a:custGeom>
              <a:avLst/>
              <a:gdLst/>
              <a:ahLst/>
              <a:cxnLst/>
              <a:rect l="l" t="t" r="r" b="b"/>
              <a:pathLst>
                <a:path w="1663700" h="120000" extrusionOk="0">
                  <a:moveTo>
                    <a:pt x="0" y="0"/>
                  </a:moveTo>
                  <a:lnTo>
                    <a:pt x="1663293" y="0"/>
                  </a:lnTo>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926" name="Google Shape;926;p67"/>
            <p:cNvSpPr/>
            <p:nvPr/>
          </p:nvSpPr>
          <p:spPr>
            <a:xfrm>
              <a:off x="910874" y="2182746"/>
              <a:ext cx="1663700" cy="0"/>
            </a:xfrm>
            <a:custGeom>
              <a:avLst/>
              <a:gdLst/>
              <a:ahLst/>
              <a:cxnLst/>
              <a:rect l="l" t="t" r="r" b="b"/>
              <a:pathLst>
                <a:path w="1663700" h="120000" extrusionOk="0">
                  <a:moveTo>
                    <a:pt x="0" y="0"/>
                  </a:moveTo>
                  <a:lnTo>
                    <a:pt x="1663293" y="0"/>
                  </a:lnTo>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927" name="Google Shape;927;p67"/>
            <p:cNvSpPr/>
            <p:nvPr/>
          </p:nvSpPr>
          <p:spPr>
            <a:xfrm>
              <a:off x="910874" y="2304604"/>
              <a:ext cx="1663700" cy="0"/>
            </a:xfrm>
            <a:custGeom>
              <a:avLst/>
              <a:gdLst/>
              <a:ahLst/>
              <a:cxnLst/>
              <a:rect l="l" t="t" r="r" b="b"/>
              <a:pathLst>
                <a:path w="1663700" h="120000" extrusionOk="0">
                  <a:moveTo>
                    <a:pt x="0" y="0"/>
                  </a:moveTo>
                  <a:lnTo>
                    <a:pt x="1663293" y="0"/>
                  </a:lnTo>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928" name="Google Shape;928;p67"/>
            <p:cNvSpPr/>
            <p:nvPr/>
          </p:nvSpPr>
          <p:spPr>
            <a:xfrm>
              <a:off x="910874" y="2426462"/>
              <a:ext cx="1663700" cy="0"/>
            </a:xfrm>
            <a:custGeom>
              <a:avLst/>
              <a:gdLst/>
              <a:ahLst/>
              <a:cxnLst/>
              <a:rect l="l" t="t" r="r" b="b"/>
              <a:pathLst>
                <a:path w="1663700" h="120000" extrusionOk="0">
                  <a:moveTo>
                    <a:pt x="0" y="0"/>
                  </a:moveTo>
                  <a:lnTo>
                    <a:pt x="1663293" y="0"/>
                  </a:lnTo>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929" name="Google Shape;929;p67"/>
            <p:cNvSpPr/>
            <p:nvPr/>
          </p:nvSpPr>
          <p:spPr>
            <a:xfrm>
              <a:off x="910874" y="2548320"/>
              <a:ext cx="1663700" cy="0"/>
            </a:xfrm>
            <a:custGeom>
              <a:avLst/>
              <a:gdLst/>
              <a:ahLst/>
              <a:cxnLst/>
              <a:rect l="l" t="t" r="r" b="b"/>
              <a:pathLst>
                <a:path w="1663700" h="120000" extrusionOk="0">
                  <a:moveTo>
                    <a:pt x="0" y="0"/>
                  </a:moveTo>
                  <a:lnTo>
                    <a:pt x="1663293" y="0"/>
                  </a:lnTo>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930" name="Google Shape;930;p67"/>
            <p:cNvSpPr/>
            <p:nvPr/>
          </p:nvSpPr>
          <p:spPr>
            <a:xfrm>
              <a:off x="910874" y="2670178"/>
              <a:ext cx="1663700" cy="0"/>
            </a:xfrm>
            <a:custGeom>
              <a:avLst/>
              <a:gdLst/>
              <a:ahLst/>
              <a:cxnLst/>
              <a:rect l="l" t="t" r="r" b="b"/>
              <a:pathLst>
                <a:path w="1663700" h="120000" extrusionOk="0">
                  <a:moveTo>
                    <a:pt x="0" y="0"/>
                  </a:moveTo>
                  <a:lnTo>
                    <a:pt x="1663293" y="0"/>
                  </a:lnTo>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931" name="Google Shape;931;p67"/>
            <p:cNvSpPr/>
            <p:nvPr/>
          </p:nvSpPr>
          <p:spPr>
            <a:xfrm>
              <a:off x="910874" y="2792035"/>
              <a:ext cx="1663700" cy="0"/>
            </a:xfrm>
            <a:custGeom>
              <a:avLst/>
              <a:gdLst/>
              <a:ahLst/>
              <a:cxnLst/>
              <a:rect l="l" t="t" r="r" b="b"/>
              <a:pathLst>
                <a:path w="1663700" h="120000" extrusionOk="0">
                  <a:moveTo>
                    <a:pt x="0" y="0"/>
                  </a:moveTo>
                  <a:lnTo>
                    <a:pt x="1663293" y="0"/>
                  </a:lnTo>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932" name="Google Shape;932;p67"/>
            <p:cNvSpPr/>
            <p:nvPr/>
          </p:nvSpPr>
          <p:spPr>
            <a:xfrm>
              <a:off x="915634" y="1203124"/>
              <a:ext cx="0" cy="1715770"/>
            </a:xfrm>
            <a:custGeom>
              <a:avLst/>
              <a:gdLst/>
              <a:ahLst/>
              <a:cxnLst/>
              <a:rect l="l" t="t" r="r" b="b"/>
              <a:pathLst>
                <a:path w="120000" h="1715770" extrusionOk="0">
                  <a:moveTo>
                    <a:pt x="0" y="0"/>
                  </a:moveTo>
                  <a:lnTo>
                    <a:pt x="0" y="1715526"/>
                  </a:lnTo>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933" name="Google Shape;933;p67"/>
            <p:cNvSpPr/>
            <p:nvPr/>
          </p:nvSpPr>
          <p:spPr>
            <a:xfrm>
              <a:off x="2569410" y="1203124"/>
              <a:ext cx="0" cy="1715770"/>
            </a:xfrm>
            <a:custGeom>
              <a:avLst/>
              <a:gdLst/>
              <a:ahLst/>
              <a:cxnLst/>
              <a:rect l="l" t="t" r="r" b="b"/>
              <a:pathLst>
                <a:path w="120000" h="1715770" extrusionOk="0">
                  <a:moveTo>
                    <a:pt x="0" y="0"/>
                  </a:moveTo>
                  <a:lnTo>
                    <a:pt x="0" y="1715526"/>
                  </a:lnTo>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934" name="Google Shape;934;p67"/>
            <p:cNvSpPr/>
            <p:nvPr/>
          </p:nvSpPr>
          <p:spPr>
            <a:xfrm>
              <a:off x="910874" y="1207884"/>
              <a:ext cx="1663700" cy="0"/>
            </a:xfrm>
            <a:custGeom>
              <a:avLst/>
              <a:gdLst/>
              <a:ahLst/>
              <a:cxnLst/>
              <a:rect l="l" t="t" r="r" b="b"/>
              <a:pathLst>
                <a:path w="1663700" h="120000" extrusionOk="0">
                  <a:moveTo>
                    <a:pt x="0" y="0"/>
                  </a:moveTo>
                  <a:lnTo>
                    <a:pt x="1663293" y="0"/>
                  </a:lnTo>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935" name="Google Shape;935;p67"/>
            <p:cNvSpPr/>
            <p:nvPr/>
          </p:nvSpPr>
          <p:spPr>
            <a:xfrm>
              <a:off x="910874" y="2913893"/>
              <a:ext cx="1663700" cy="0"/>
            </a:xfrm>
            <a:custGeom>
              <a:avLst/>
              <a:gdLst/>
              <a:ahLst/>
              <a:cxnLst/>
              <a:rect l="l" t="t" r="r" b="b"/>
              <a:pathLst>
                <a:path w="1663700" h="120000" extrusionOk="0">
                  <a:moveTo>
                    <a:pt x="0" y="0"/>
                  </a:moveTo>
                  <a:lnTo>
                    <a:pt x="1663293" y="0"/>
                  </a:lnTo>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grpSp>
        <p:nvGrpSpPr>
          <p:cNvPr id="936" name="Google Shape;936;p67"/>
          <p:cNvGrpSpPr/>
          <p:nvPr/>
        </p:nvGrpSpPr>
        <p:grpSpPr>
          <a:xfrm>
            <a:off x="4716719" y="1751764"/>
            <a:ext cx="598170" cy="619125"/>
            <a:chOff x="4716719" y="1751764"/>
            <a:chExt cx="598170" cy="619125"/>
          </a:xfrm>
        </p:grpSpPr>
        <p:sp>
          <p:nvSpPr>
            <p:cNvPr id="937" name="Google Shape;937;p67"/>
            <p:cNvSpPr/>
            <p:nvPr/>
          </p:nvSpPr>
          <p:spPr>
            <a:xfrm>
              <a:off x="4839188" y="1751764"/>
              <a:ext cx="0" cy="619125"/>
            </a:xfrm>
            <a:custGeom>
              <a:avLst/>
              <a:gdLst/>
              <a:ahLst/>
              <a:cxnLst/>
              <a:rect l="l" t="t" r="r" b="b"/>
              <a:pathLst>
                <a:path w="120000" h="619125" extrusionOk="0">
                  <a:moveTo>
                    <a:pt x="0" y="0"/>
                  </a:moveTo>
                  <a:lnTo>
                    <a:pt x="0" y="618808"/>
                  </a:lnTo>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938" name="Google Shape;938;p67"/>
            <p:cNvSpPr/>
            <p:nvPr/>
          </p:nvSpPr>
          <p:spPr>
            <a:xfrm>
              <a:off x="4956897" y="1751764"/>
              <a:ext cx="0" cy="619125"/>
            </a:xfrm>
            <a:custGeom>
              <a:avLst/>
              <a:gdLst/>
              <a:ahLst/>
              <a:cxnLst/>
              <a:rect l="l" t="t" r="r" b="b"/>
              <a:pathLst>
                <a:path w="120000" h="619125" extrusionOk="0">
                  <a:moveTo>
                    <a:pt x="0" y="0"/>
                  </a:moveTo>
                  <a:lnTo>
                    <a:pt x="0" y="618808"/>
                  </a:lnTo>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939" name="Google Shape;939;p67"/>
            <p:cNvSpPr/>
            <p:nvPr/>
          </p:nvSpPr>
          <p:spPr>
            <a:xfrm>
              <a:off x="5074605" y="1751764"/>
              <a:ext cx="0" cy="619125"/>
            </a:xfrm>
            <a:custGeom>
              <a:avLst/>
              <a:gdLst/>
              <a:ahLst/>
              <a:cxnLst/>
              <a:rect l="l" t="t" r="r" b="b"/>
              <a:pathLst>
                <a:path w="120000" h="619125" extrusionOk="0">
                  <a:moveTo>
                    <a:pt x="0" y="0"/>
                  </a:moveTo>
                  <a:lnTo>
                    <a:pt x="0" y="618808"/>
                  </a:lnTo>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940" name="Google Shape;940;p67"/>
            <p:cNvSpPr/>
            <p:nvPr/>
          </p:nvSpPr>
          <p:spPr>
            <a:xfrm>
              <a:off x="5192314" y="1751764"/>
              <a:ext cx="0" cy="619125"/>
            </a:xfrm>
            <a:custGeom>
              <a:avLst/>
              <a:gdLst/>
              <a:ahLst/>
              <a:cxnLst/>
              <a:rect l="l" t="t" r="r" b="b"/>
              <a:pathLst>
                <a:path w="120000" h="619125" extrusionOk="0">
                  <a:moveTo>
                    <a:pt x="0" y="0"/>
                  </a:moveTo>
                  <a:lnTo>
                    <a:pt x="0" y="618808"/>
                  </a:lnTo>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941" name="Google Shape;941;p67"/>
            <p:cNvSpPr/>
            <p:nvPr/>
          </p:nvSpPr>
          <p:spPr>
            <a:xfrm>
              <a:off x="4716719" y="1878382"/>
              <a:ext cx="598170" cy="0"/>
            </a:xfrm>
            <a:custGeom>
              <a:avLst/>
              <a:gdLst/>
              <a:ahLst/>
              <a:cxnLst/>
              <a:rect l="l" t="t" r="r" b="b"/>
              <a:pathLst>
                <a:path w="598170" h="120000" extrusionOk="0">
                  <a:moveTo>
                    <a:pt x="0" y="0"/>
                  </a:moveTo>
                  <a:lnTo>
                    <a:pt x="598063" y="0"/>
                  </a:lnTo>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942" name="Google Shape;942;p67"/>
            <p:cNvSpPr/>
            <p:nvPr/>
          </p:nvSpPr>
          <p:spPr>
            <a:xfrm>
              <a:off x="4716719" y="2000239"/>
              <a:ext cx="598170" cy="0"/>
            </a:xfrm>
            <a:custGeom>
              <a:avLst/>
              <a:gdLst/>
              <a:ahLst/>
              <a:cxnLst/>
              <a:rect l="l" t="t" r="r" b="b"/>
              <a:pathLst>
                <a:path w="598170" h="120000" extrusionOk="0">
                  <a:moveTo>
                    <a:pt x="0" y="0"/>
                  </a:moveTo>
                  <a:lnTo>
                    <a:pt x="598063" y="0"/>
                  </a:lnTo>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943" name="Google Shape;943;p67"/>
            <p:cNvSpPr/>
            <p:nvPr/>
          </p:nvSpPr>
          <p:spPr>
            <a:xfrm>
              <a:off x="4716719" y="2122097"/>
              <a:ext cx="598170" cy="0"/>
            </a:xfrm>
            <a:custGeom>
              <a:avLst/>
              <a:gdLst/>
              <a:ahLst/>
              <a:cxnLst/>
              <a:rect l="l" t="t" r="r" b="b"/>
              <a:pathLst>
                <a:path w="598170" h="120000" extrusionOk="0">
                  <a:moveTo>
                    <a:pt x="0" y="0"/>
                  </a:moveTo>
                  <a:lnTo>
                    <a:pt x="598063" y="0"/>
                  </a:lnTo>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944" name="Google Shape;944;p67"/>
            <p:cNvSpPr/>
            <p:nvPr/>
          </p:nvSpPr>
          <p:spPr>
            <a:xfrm>
              <a:off x="4716719" y="2243955"/>
              <a:ext cx="598170" cy="0"/>
            </a:xfrm>
            <a:custGeom>
              <a:avLst/>
              <a:gdLst/>
              <a:ahLst/>
              <a:cxnLst/>
              <a:rect l="l" t="t" r="r" b="b"/>
              <a:pathLst>
                <a:path w="598170" h="120000" extrusionOk="0">
                  <a:moveTo>
                    <a:pt x="0" y="0"/>
                  </a:moveTo>
                  <a:lnTo>
                    <a:pt x="598063" y="0"/>
                  </a:lnTo>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945" name="Google Shape;945;p67"/>
            <p:cNvSpPr/>
            <p:nvPr/>
          </p:nvSpPr>
          <p:spPr>
            <a:xfrm>
              <a:off x="4721479" y="1751764"/>
              <a:ext cx="0" cy="619125"/>
            </a:xfrm>
            <a:custGeom>
              <a:avLst/>
              <a:gdLst/>
              <a:ahLst/>
              <a:cxnLst/>
              <a:rect l="l" t="t" r="r" b="b"/>
              <a:pathLst>
                <a:path w="120000" h="619125" extrusionOk="0">
                  <a:moveTo>
                    <a:pt x="0" y="0"/>
                  </a:moveTo>
                  <a:lnTo>
                    <a:pt x="0" y="618808"/>
                  </a:lnTo>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946" name="Google Shape;946;p67"/>
            <p:cNvSpPr/>
            <p:nvPr/>
          </p:nvSpPr>
          <p:spPr>
            <a:xfrm>
              <a:off x="5310023" y="1751764"/>
              <a:ext cx="0" cy="619125"/>
            </a:xfrm>
            <a:custGeom>
              <a:avLst/>
              <a:gdLst/>
              <a:ahLst/>
              <a:cxnLst/>
              <a:rect l="l" t="t" r="r" b="b"/>
              <a:pathLst>
                <a:path w="120000" h="619125" extrusionOk="0">
                  <a:moveTo>
                    <a:pt x="0" y="0"/>
                  </a:moveTo>
                  <a:lnTo>
                    <a:pt x="0" y="618808"/>
                  </a:lnTo>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947" name="Google Shape;947;p67"/>
            <p:cNvSpPr/>
            <p:nvPr/>
          </p:nvSpPr>
          <p:spPr>
            <a:xfrm>
              <a:off x="4716719" y="1756524"/>
              <a:ext cx="598170" cy="0"/>
            </a:xfrm>
            <a:custGeom>
              <a:avLst/>
              <a:gdLst/>
              <a:ahLst/>
              <a:cxnLst/>
              <a:rect l="l" t="t" r="r" b="b"/>
              <a:pathLst>
                <a:path w="598170" h="120000" extrusionOk="0">
                  <a:moveTo>
                    <a:pt x="0" y="0"/>
                  </a:moveTo>
                  <a:lnTo>
                    <a:pt x="598063" y="0"/>
                  </a:lnTo>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948" name="Google Shape;948;p67"/>
            <p:cNvSpPr/>
            <p:nvPr/>
          </p:nvSpPr>
          <p:spPr>
            <a:xfrm>
              <a:off x="4716719" y="2365813"/>
              <a:ext cx="598170" cy="0"/>
            </a:xfrm>
            <a:custGeom>
              <a:avLst/>
              <a:gdLst/>
              <a:ahLst/>
              <a:cxnLst/>
              <a:rect l="l" t="t" r="r" b="b"/>
              <a:pathLst>
                <a:path w="598170" h="120000" extrusionOk="0">
                  <a:moveTo>
                    <a:pt x="0" y="0"/>
                  </a:moveTo>
                  <a:lnTo>
                    <a:pt x="598063" y="0"/>
                  </a:lnTo>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sp>
        <p:nvSpPr>
          <p:cNvPr id="949" name="Google Shape;949;p67"/>
          <p:cNvSpPr txBox="1"/>
          <p:nvPr/>
        </p:nvSpPr>
        <p:spPr>
          <a:xfrm>
            <a:off x="624881" y="1566799"/>
            <a:ext cx="4991700" cy="2219700"/>
          </a:xfrm>
          <a:prstGeom prst="rect">
            <a:avLst/>
          </a:prstGeom>
          <a:noFill/>
          <a:ln>
            <a:noFill/>
          </a:ln>
        </p:spPr>
        <p:txBody>
          <a:bodyPr spcFirstLastPara="1" wrap="square" lIns="0" tIns="224150" rIns="0" bIns="0" anchor="t" anchorCtr="0">
            <a:spAutoFit/>
          </a:bodyPr>
          <a:lstStyle/>
          <a:p>
            <a:pPr marL="756285" marR="0" lvl="0" indent="0" algn="ctr" rtl="0">
              <a:lnSpc>
                <a:spcPct val="100000"/>
              </a:lnSpc>
              <a:spcBef>
                <a:spcPts val="0"/>
              </a:spcBef>
              <a:spcAft>
                <a:spcPts val="0"/>
              </a:spcAft>
              <a:buClr>
                <a:srgbClr val="000000"/>
              </a:buClr>
              <a:buSzPts val="3200"/>
              <a:buFont typeface="Arial"/>
              <a:buNone/>
            </a:pPr>
            <a:r>
              <a:rPr lang="en-US" sz="3200" b="0" i="0" u="none" strike="noStrike" cap="none">
                <a:solidFill>
                  <a:srgbClr val="000000"/>
                </a:solidFill>
                <a:latin typeface="Cambria Math"/>
                <a:ea typeface="Cambria Math"/>
                <a:cs typeface="Cambria Math"/>
                <a:sym typeface="Cambria Math"/>
              </a:rPr>
              <a:t>∗</a:t>
            </a:r>
            <a:endParaRPr sz="3200" b="0" i="0" u="none" strike="noStrike" cap="none">
              <a:solidFill>
                <a:srgbClr val="000000"/>
              </a:solidFill>
              <a:latin typeface="Cambria Math"/>
              <a:ea typeface="Cambria Math"/>
              <a:cs typeface="Cambria Math"/>
              <a:sym typeface="Cambria Math"/>
            </a:endParaRPr>
          </a:p>
          <a:p>
            <a:pPr marL="3776978" marR="0" lvl="0" indent="0" algn="ctr" rtl="0">
              <a:lnSpc>
                <a:spcPct val="105833"/>
              </a:lnSpc>
              <a:spcBef>
                <a:spcPts val="1255"/>
              </a:spcBef>
              <a:spcAft>
                <a:spcPts val="0"/>
              </a:spcAft>
              <a:buClr>
                <a:srgbClr val="000000"/>
              </a:buClr>
              <a:buSzPts val="2400"/>
              <a:buFont typeface="Arial"/>
              <a:buNone/>
            </a:pPr>
            <a:r>
              <a:rPr lang="en-US" sz="2400" b="0" i="0" u="none" strike="noStrike" cap="none">
                <a:solidFill>
                  <a:srgbClr val="000000"/>
                </a:solidFill>
                <a:latin typeface="Cambria"/>
                <a:ea typeface="Cambria"/>
                <a:cs typeface="Cambria"/>
                <a:sym typeface="Cambria"/>
              </a:rPr>
              <a:t>2D filter</a:t>
            </a:r>
            <a:endParaRPr sz="2400" b="0" i="0" u="none" strike="noStrike" cap="none">
              <a:solidFill>
                <a:srgbClr val="000000"/>
              </a:solidFill>
              <a:latin typeface="Cambria"/>
              <a:ea typeface="Cambria"/>
              <a:cs typeface="Cambria"/>
              <a:sym typeface="Cambria"/>
            </a:endParaRPr>
          </a:p>
          <a:p>
            <a:pPr marL="3789678" marR="0" lvl="0" indent="0" algn="ctr" rtl="0">
              <a:lnSpc>
                <a:spcPct val="94166"/>
              </a:lnSpc>
              <a:spcBef>
                <a:spcPts val="0"/>
              </a:spcBef>
              <a:spcAft>
                <a:spcPts val="0"/>
              </a:spcAft>
              <a:buClr>
                <a:srgbClr val="000000"/>
              </a:buClr>
              <a:buSzPts val="1800"/>
              <a:buFont typeface="Arial"/>
              <a:buNone/>
            </a:pPr>
            <a:r>
              <a:rPr lang="en-US" sz="1800" b="0" i="0" u="none" strike="noStrike" cap="none">
                <a:solidFill>
                  <a:srgbClr val="000000"/>
                </a:solidFill>
                <a:latin typeface="Cambria Math"/>
                <a:ea typeface="Cambria Math"/>
                <a:cs typeface="Cambria Math"/>
                <a:sym typeface="Cambria Math"/>
              </a:rPr>
              <a:t>5×5</a:t>
            </a:r>
            <a:endParaRPr sz="1800" b="0" i="0" u="none" strike="noStrike" cap="none">
              <a:solidFill>
                <a:srgbClr val="000000"/>
              </a:solidFill>
              <a:latin typeface="Cambria Math"/>
              <a:ea typeface="Cambria Math"/>
              <a:cs typeface="Cambria Math"/>
              <a:sym typeface="Cambria Math"/>
            </a:endParaRPr>
          </a:p>
          <a:p>
            <a:pPr marL="0" marR="2771140" lvl="0" indent="0" algn="ctr" rtl="0">
              <a:lnSpc>
                <a:spcPct val="111249"/>
              </a:lnSpc>
              <a:spcBef>
                <a:spcPts val="0"/>
              </a:spcBef>
              <a:spcAft>
                <a:spcPts val="0"/>
              </a:spcAft>
              <a:buClr>
                <a:srgbClr val="000000"/>
              </a:buClr>
              <a:buSzPts val="2400"/>
              <a:buFont typeface="Arial"/>
              <a:buNone/>
            </a:pPr>
            <a:r>
              <a:rPr lang="en-US" sz="2400" b="0" i="0" u="none" strike="noStrike" cap="none">
                <a:solidFill>
                  <a:srgbClr val="000000"/>
                </a:solidFill>
                <a:latin typeface="Cambria"/>
                <a:ea typeface="Cambria"/>
                <a:cs typeface="Cambria"/>
                <a:sym typeface="Cambria"/>
              </a:rPr>
              <a:t>2D input image</a:t>
            </a:r>
            <a:endParaRPr sz="2400" b="0" i="0" u="none" strike="noStrike" cap="none">
              <a:solidFill>
                <a:srgbClr val="000000"/>
              </a:solidFill>
              <a:latin typeface="Cambria"/>
              <a:ea typeface="Cambria"/>
              <a:cs typeface="Cambria"/>
              <a:sym typeface="Cambria"/>
            </a:endParaRPr>
          </a:p>
          <a:p>
            <a:pPr marL="0" marR="2748915" lvl="0" indent="0" algn="ctr" rtl="0">
              <a:lnSpc>
                <a:spcPct val="115277"/>
              </a:lnSpc>
              <a:spcBef>
                <a:spcPts val="0"/>
              </a:spcBef>
              <a:spcAft>
                <a:spcPts val="0"/>
              </a:spcAft>
              <a:buClr>
                <a:srgbClr val="000000"/>
              </a:buClr>
              <a:buSzPts val="1800"/>
              <a:buFont typeface="Arial"/>
              <a:buNone/>
            </a:pPr>
            <a:r>
              <a:rPr lang="en-US" sz="1800" b="0" i="0" u="none" strike="noStrike" cap="none">
                <a:solidFill>
                  <a:srgbClr val="000000"/>
                </a:solidFill>
                <a:latin typeface="Cambria Math"/>
                <a:ea typeface="Cambria Math"/>
                <a:cs typeface="Cambria Math"/>
                <a:sym typeface="Cambria Math"/>
              </a:rPr>
              <a:t>14×14</a:t>
            </a:r>
            <a:endParaRPr sz="1800" b="0" i="0" u="none" strike="noStrike" cap="none">
              <a:solidFill>
                <a:srgbClr val="000000"/>
              </a:solidFill>
              <a:latin typeface="Cambria Math"/>
              <a:ea typeface="Cambria Math"/>
              <a:cs typeface="Cambria Math"/>
              <a:sym typeface="Cambria Math"/>
            </a:endParaRPr>
          </a:p>
        </p:txBody>
      </p:sp>
      <p:pic>
        <p:nvPicPr>
          <p:cNvPr id="950" name="Google Shape;950;p67"/>
          <p:cNvPicPr preferRelativeResize="0"/>
          <p:nvPr/>
        </p:nvPicPr>
        <p:blipFill rotWithShape="1">
          <a:blip r:embed="rId3">
            <a:alphaModFix/>
          </a:blip>
          <a:srcRect/>
          <a:stretch/>
        </p:blipFill>
        <p:spPr>
          <a:xfrm>
            <a:off x="695849" y="4100169"/>
            <a:ext cx="2094188" cy="1365148"/>
          </a:xfrm>
          <a:prstGeom prst="rect">
            <a:avLst/>
          </a:prstGeom>
          <a:noFill/>
          <a:ln>
            <a:noFill/>
          </a:ln>
        </p:spPr>
      </p:pic>
      <p:sp>
        <p:nvSpPr>
          <p:cNvPr id="951" name="Google Shape;951;p67"/>
          <p:cNvSpPr txBox="1"/>
          <p:nvPr/>
        </p:nvSpPr>
        <p:spPr>
          <a:xfrm>
            <a:off x="3242894" y="4498428"/>
            <a:ext cx="222300" cy="50550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3200"/>
              <a:buFont typeface="Arial"/>
              <a:buNone/>
            </a:pPr>
            <a:r>
              <a:rPr lang="en-US" sz="3200" b="0" i="0" u="none" strike="noStrike" cap="none">
                <a:solidFill>
                  <a:srgbClr val="000000"/>
                </a:solidFill>
                <a:latin typeface="Cambria Math"/>
                <a:ea typeface="Cambria Math"/>
                <a:cs typeface="Cambria Math"/>
                <a:sym typeface="Cambria Math"/>
              </a:rPr>
              <a:t>∗</a:t>
            </a:r>
            <a:endParaRPr sz="3200" b="0" i="0" u="none" strike="noStrike" cap="none">
              <a:solidFill>
                <a:srgbClr val="000000"/>
              </a:solidFill>
              <a:latin typeface="Cambria Math"/>
              <a:ea typeface="Cambria Math"/>
              <a:cs typeface="Cambria Math"/>
              <a:sym typeface="Cambria Math"/>
            </a:endParaRPr>
          </a:p>
        </p:txBody>
      </p:sp>
      <p:pic>
        <p:nvPicPr>
          <p:cNvPr id="952" name="Google Shape;952;p67"/>
          <p:cNvPicPr preferRelativeResize="0"/>
          <p:nvPr/>
        </p:nvPicPr>
        <p:blipFill rotWithShape="1">
          <a:blip r:embed="rId4">
            <a:alphaModFix/>
          </a:blip>
          <a:srcRect/>
          <a:stretch/>
        </p:blipFill>
        <p:spPr>
          <a:xfrm>
            <a:off x="4686325" y="4246242"/>
            <a:ext cx="659155" cy="779054"/>
          </a:xfrm>
          <a:prstGeom prst="rect">
            <a:avLst/>
          </a:prstGeom>
          <a:noFill/>
          <a:ln>
            <a:noFill/>
          </a:ln>
        </p:spPr>
      </p:pic>
      <p:graphicFrame>
        <p:nvGraphicFramePr>
          <p:cNvPr id="953" name="Google Shape;953;p67"/>
          <p:cNvGraphicFramePr/>
          <p:nvPr/>
        </p:nvGraphicFramePr>
        <p:xfrm>
          <a:off x="4194659" y="5678089"/>
          <a:ext cx="1778000" cy="320675"/>
        </p:xfrm>
        <a:graphic>
          <a:graphicData uri="http://schemas.openxmlformats.org/drawingml/2006/table">
            <a:tbl>
              <a:tblPr firstRow="1" bandRow="1">
                <a:noFill/>
                <a:tableStyleId>{E4E72475-DB7F-40B9-A101-3155E80A10BE}</a:tableStyleId>
              </a:tblPr>
              <a:tblGrid>
                <a:gridCol w="355600">
                  <a:extLst>
                    <a:ext uri="{9D8B030D-6E8A-4147-A177-3AD203B41FA5}">
                      <a16:colId xmlns:a16="http://schemas.microsoft.com/office/drawing/2014/main" val="20000"/>
                    </a:ext>
                  </a:extLst>
                </a:gridCol>
                <a:gridCol w="355600">
                  <a:extLst>
                    <a:ext uri="{9D8B030D-6E8A-4147-A177-3AD203B41FA5}">
                      <a16:colId xmlns:a16="http://schemas.microsoft.com/office/drawing/2014/main" val="20001"/>
                    </a:ext>
                  </a:extLst>
                </a:gridCol>
                <a:gridCol w="355600">
                  <a:extLst>
                    <a:ext uri="{9D8B030D-6E8A-4147-A177-3AD203B41FA5}">
                      <a16:colId xmlns:a16="http://schemas.microsoft.com/office/drawing/2014/main" val="20002"/>
                    </a:ext>
                  </a:extLst>
                </a:gridCol>
                <a:gridCol w="355600">
                  <a:extLst>
                    <a:ext uri="{9D8B030D-6E8A-4147-A177-3AD203B41FA5}">
                      <a16:colId xmlns:a16="http://schemas.microsoft.com/office/drawing/2014/main" val="20003"/>
                    </a:ext>
                  </a:extLst>
                </a:gridCol>
                <a:gridCol w="355600">
                  <a:extLst>
                    <a:ext uri="{9D8B030D-6E8A-4147-A177-3AD203B41FA5}">
                      <a16:colId xmlns:a16="http://schemas.microsoft.com/office/drawing/2014/main" val="20004"/>
                    </a:ext>
                  </a:extLst>
                </a:gridCol>
              </a:tblGrid>
              <a:tr h="320675">
                <a:tc>
                  <a:txBody>
                    <a:bodyPr/>
                    <a:lstStyle/>
                    <a:p>
                      <a:pPr marL="635" marR="0" lvl="0" indent="0" algn="ctr" rtl="0">
                        <a:lnSpc>
                          <a:spcPct val="100000"/>
                        </a:lnSpc>
                        <a:spcBef>
                          <a:spcPts val="0"/>
                        </a:spcBef>
                        <a:spcAft>
                          <a:spcPts val="0"/>
                        </a:spcAft>
                        <a:buClr>
                          <a:srgbClr val="000000"/>
                        </a:buClr>
                        <a:buSzPts val="1400"/>
                        <a:buFont typeface="Arial"/>
                        <a:buNone/>
                      </a:pPr>
                      <a:r>
                        <a:rPr lang="en-US" sz="1400" u="none" strike="noStrike" cap="none">
                          <a:latin typeface="Cambria"/>
                          <a:ea typeface="Cambria"/>
                          <a:cs typeface="Cambria"/>
                          <a:sym typeface="Cambria"/>
                        </a:rPr>
                        <a:t>1</a:t>
                      </a:r>
                      <a:endParaRPr sz="1400" u="none" strike="noStrike" cap="none">
                        <a:latin typeface="Cambria"/>
                        <a:ea typeface="Cambria"/>
                        <a:cs typeface="Cambria"/>
                        <a:sym typeface="Cambria"/>
                      </a:endParaRPr>
                    </a:p>
                  </a:txBody>
                  <a:tcPr marL="0" marR="0" marT="53975"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635" marR="0" lvl="0" indent="0" algn="ctr" rtl="0">
                        <a:lnSpc>
                          <a:spcPct val="100000"/>
                        </a:lnSpc>
                        <a:spcBef>
                          <a:spcPts val="0"/>
                        </a:spcBef>
                        <a:spcAft>
                          <a:spcPts val="0"/>
                        </a:spcAft>
                        <a:buClr>
                          <a:srgbClr val="000000"/>
                        </a:buClr>
                        <a:buSzPts val="1400"/>
                        <a:buFont typeface="Arial"/>
                        <a:buNone/>
                      </a:pPr>
                      <a:r>
                        <a:rPr lang="en-US" sz="1400" u="none" strike="noStrike" cap="none">
                          <a:latin typeface="Cambria"/>
                          <a:ea typeface="Cambria"/>
                          <a:cs typeface="Cambria"/>
                          <a:sym typeface="Cambria"/>
                        </a:rPr>
                        <a:t>3</a:t>
                      </a:r>
                      <a:endParaRPr sz="1400" u="none" strike="noStrike" cap="none">
                        <a:latin typeface="Cambria"/>
                        <a:ea typeface="Cambria"/>
                        <a:cs typeface="Cambria"/>
                        <a:sym typeface="Cambria"/>
                      </a:endParaRPr>
                    </a:p>
                  </a:txBody>
                  <a:tcPr marL="0" marR="0" marT="53975"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79375" marR="0" lvl="0" indent="0" algn="l" rtl="0">
                        <a:lnSpc>
                          <a:spcPct val="100000"/>
                        </a:lnSpc>
                        <a:spcBef>
                          <a:spcPts val="0"/>
                        </a:spcBef>
                        <a:spcAft>
                          <a:spcPts val="0"/>
                        </a:spcAft>
                        <a:buClr>
                          <a:srgbClr val="000000"/>
                        </a:buClr>
                        <a:buSzPts val="1400"/>
                        <a:buFont typeface="Arial"/>
                        <a:buNone/>
                      </a:pPr>
                      <a:r>
                        <a:rPr lang="en-US" sz="1400" u="none" strike="noStrike" cap="none">
                          <a:latin typeface="Cambria"/>
                          <a:ea typeface="Cambria"/>
                          <a:cs typeface="Cambria"/>
                          <a:sym typeface="Cambria"/>
                        </a:rPr>
                        <a:t>10</a:t>
                      </a:r>
                      <a:endParaRPr sz="1400" u="none" strike="noStrike" cap="none">
                        <a:latin typeface="Cambria"/>
                        <a:ea typeface="Cambria"/>
                        <a:cs typeface="Cambria"/>
                        <a:sym typeface="Cambria"/>
                      </a:endParaRPr>
                    </a:p>
                  </a:txBody>
                  <a:tcPr marL="0" marR="0" marT="53975"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1270" marR="0" lvl="0" indent="0" algn="ctr" rtl="0">
                        <a:lnSpc>
                          <a:spcPct val="100000"/>
                        </a:lnSpc>
                        <a:spcBef>
                          <a:spcPts val="0"/>
                        </a:spcBef>
                        <a:spcAft>
                          <a:spcPts val="0"/>
                        </a:spcAft>
                        <a:buClr>
                          <a:srgbClr val="000000"/>
                        </a:buClr>
                        <a:buSzPts val="1400"/>
                        <a:buFont typeface="Arial"/>
                        <a:buNone/>
                      </a:pPr>
                      <a:r>
                        <a:rPr lang="en-US" sz="1400" u="none" strike="noStrike" cap="none">
                          <a:latin typeface="Cambria"/>
                          <a:ea typeface="Cambria"/>
                          <a:cs typeface="Cambria"/>
                          <a:sym typeface="Cambria"/>
                        </a:rPr>
                        <a:t>3</a:t>
                      </a:r>
                      <a:endParaRPr sz="1400" u="none" strike="noStrike" cap="none">
                        <a:latin typeface="Cambria"/>
                        <a:ea typeface="Cambria"/>
                        <a:cs typeface="Cambria"/>
                        <a:sym typeface="Cambria"/>
                      </a:endParaRPr>
                    </a:p>
                  </a:txBody>
                  <a:tcPr marL="0" marR="0" marT="53975"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1905" marR="0" lvl="0" indent="0" algn="ctr" rtl="0">
                        <a:lnSpc>
                          <a:spcPct val="100000"/>
                        </a:lnSpc>
                        <a:spcBef>
                          <a:spcPts val="0"/>
                        </a:spcBef>
                        <a:spcAft>
                          <a:spcPts val="0"/>
                        </a:spcAft>
                        <a:buClr>
                          <a:srgbClr val="000000"/>
                        </a:buClr>
                        <a:buSzPts val="1400"/>
                        <a:buFont typeface="Arial"/>
                        <a:buNone/>
                      </a:pPr>
                      <a:r>
                        <a:rPr lang="en-US" sz="1400" u="none" strike="noStrike" cap="none">
                          <a:latin typeface="Cambria"/>
                          <a:ea typeface="Cambria"/>
                          <a:cs typeface="Cambria"/>
                          <a:sym typeface="Cambria"/>
                        </a:rPr>
                        <a:t>1</a:t>
                      </a:r>
                      <a:endParaRPr sz="1400" u="none" strike="noStrike" cap="none">
                        <a:latin typeface="Cambria"/>
                        <a:ea typeface="Cambria"/>
                        <a:cs typeface="Cambria"/>
                        <a:sym typeface="Cambria"/>
                      </a:endParaRPr>
                    </a:p>
                  </a:txBody>
                  <a:tcPr marL="0" marR="0" marT="53975"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graphicFrame>
        <p:nvGraphicFramePr>
          <p:cNvPr id="954" name="Google Shape;954;p67"/>
          <p:cNvGraphicFramePr/>
          <p:nvPr/>
        </p:nvGraphicFramePr>
        <p:xfrm>
          <a:off x="497762" y="5678089"/>
          <a:ext cx="2479000" cy="320675"/>
        </p:xfrm>
        <a:graphic>
          <a:graphicData uri="http://schemas.openxmlformats.org/drawingml/2006/table">
            <a:tbl>
              <a:tblPr firstRow="1" bandRow="1">
                <a:noFill/>
                <a:tableStyleId>{E4E72475-DB7F-40B9-A101-3155E80A10BE}</a:tableStyleId>
              </a:tblPr>
              <a:tblGrid>
                <a:gridCol w="309875">
                  <a:extLst>
                    <a:ext uri="{9D8B030D-6E8A-4147-A177-3AD203B41FA5}">
                      <a16:colId xmlns:a16="http://schemas.microsoft.com/office/drawing/2014/main" val="20000"/>
                    </a:ext>
                  </a:extLst>
                </a:gridCol>
                <a:gridCol w="309875">
                  <a:extLst>
                    <a:ext uri="{9D8B030D-6E8A-4147-A177-3AD203B41FA5}">
                      <a16:colId xmlns:a16="http://schemas.microsoft.com/office/drawing/2014/main" val="20001"/>
                    </a:ext>
                  </a:extLst>
                </a:gridCol>
                <a:gridCol w="309875">
                  <a:extLst>
                    <a:ext uri="{9D8B030D-6E8A-4147-A177-3AD203B41FA5}">
                      <a16:colId xmlns:a16="http://schemas.microsoft.com/office/drawing/2014/main" val="20002"/>
                    </a:ext>
                  </a:extLst>
                </a:gridCol>
                <a:gridCol w="309875">
                  <a:extLst>
                    <a:ext uri="{9D8B030D-6E8A-4147-A177-3AD203B41FA5}">
                      <a16:colId xmlns:a16="http://schemas.microsoft.com/office/drawing/2014/main" val="20003"/>
                    </a:ext>
                  </a:extLst>
                </a:gridCol>
                <a:gridCol w="309875">
                  <a:extLst>
                    <a:ext uri="{9D8B030D-6E8A-4147-A177-3AD203B41FA5}">
                      <a16:colId xmlns:a16="http://schemas.microsoft.com/office/drawing/2014/main" val="20004"/>
                    </a:ext>
                  </a:extLst>
                </a:gridCol>
                <a:gridCol w="309875">
                  <a:extLst>
                    <a:ext uri="{9D8B030D-6E8A-4147-A177-3AD203B41FA5}">
                      <a16:colId xmlns:a16="http://schemas.microsoft.com/office/drawing/2014/main" val="20005"/>
                    </a:ext>
                  </a:extLst>
                </a:gridCol>
                <a:gridCol w="309875">
                  <a:extLst>
                    <a:ext uri="{9D8B030D-6E8A-4147-A177-3AD203B41FA5}">
                      <a16:colId xmlns:a16="http://schemas.microsoft.com/office/drawing/2014/main" val="20006"/>
                    </a:ext>
                  </a:extLst>
                </a:gridCol>
                <a:gridCol w="309875">
                  <a:extLst>
                    <a:ext uri="{9D8B030D-6E8A-4147-A177-3AD203B41FA5}">
                      <a16:colId xmlns:a16="http://schemas.microsoft.com/office/drawing/2014/main" val="20007"/>
                    </a:ext>
                  </a:extLst>
                </a:gridCol>
              </a:tblGrid>
              <a:tr h="320675">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latin typeface="Cambria"/>
                          <a:ea typeface="Cambria"/>
                          <a:cs typeface="Cambria"/>
                          <a:sym typeface="Cambria"/>
                        </a:rPr>
                        <a:t>1</a:t>
                      </a:r>
                      <a:endParaRPr sz="1400" u="none" strike="noStrike" cap="none">
                        <a:latin typeface="Cambria"/>
                        <a:ea typeface="Cambria"/>
                        <a:cs typeface="Cambria"/>
                        <a:sym typeface="Cambria"/>
                      </a:endParaRPr>
                    </a:p>
                  </a:txBody>
                  <a:tcPr marL="0" marR="0" marT="53975"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56513" marR="0" lvl="0" indent="0" algn="l" rtl="0">
                        <a:lnSpc>
                          <a:spcPct val="100000"/>
                        </a:lnSpc>
                        <a:spcBef>
                          <a:spcPts val="0"/>
                        </a:spcBef>
                        <a:spcAft>
                          <a:spcPts val="0"/>
                        </a:spcAft>
                        <a:buClr>
                          <a:srgbClr val="000000"/>
                        </a:buClr>
                        <a:buSzPts val="1400"/>
                        <a:buFont typeface="Arial"/>
                        <a:buNone/>
                      </a:pPr>
                      <a:r>
                        <a:rPr lang="en-US" sz="1400" u="none" strike="noStrike" cap="none">
                          <a:latin typeface="Cambria"/>
                          <a:ea typeface="Cambria"/>
                          <a:cs typeface="Cambria"/>
                          <a:sym typeface="Cambria"/>
                        </a:rPr>
                        <a:t>20</a:t>
                      </a:r>
                      <a:endParaRPr sz="1400" u="none" strike="noStrike" cap="none">
                        <a:latin typeface="Cambria"/>
                        <a:ea typeface="Cambria"/>
                        <a:cs typeface="Cambria"/>
                        <a:sym typeface="Cambria"/>
                      </a:endParaRPr>
                    </a:p>
                  </a:txBody>
                  <a:tcPr marL="0" marR="0" marT="53975"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56513" marR="0" lvl="0" indent="0" algn="l" rtl="0">
                        <a:lnSpc>
                          <a:spcPct val="100000"/>
                        </a:lnSpc>
                        <a:spcBef>
                          <a:spcPts val="0"/>
                        </a:spcBef>
                        <a:spcAft>
                          <a:spcPts val="0"/>
                        </a:spcAft>
                        <a:buClr>
                          <a:srgbClr val="000000"/>
                        </a:buClr>
                        <a:buSzPts val="1400"/>
                        <a:buFont typeface="Arial"/>
                        <a:buNone/>
                      </a:pPr>
                      <a:r>
                        <a:rPr lang="en-US" sz="1400" u="none" strike="noStrike" cap="none">
                          <a:latin typeface="Cambria"/>
                          <a:ea typeface="Cambria"/>
                          <a:cs typeface="Cambria"/>
                          <a:sym typeface="Cambria"/>
                        </a:rPr>
                        <a:t>15</a:t>
                      </a:r>
                      <a:endParaRPr sz="1400" u="none" strike="noStrike" cap="none">
                        <a:latin typeface="Cambria"/>
                        <a:ea typeface="Cambria"/>
                        <a:cs typeface="Cambria"/>
                        <a:sym typeface="Cambria"/>
                      </a:endParaRPr>
                    </a:p>
                  </a:txBody>
                  <a:tcPr marL="0" marR="0" marT="53975"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1270" marR="0" lvl="0" indent="0" algn="ctr" rtl="0">
                        <a:lnSpc>
                          <a:spcPct val="100000"/>
                        </a:lnSpc>
                        <a:spcBef>
                          <a:spcPts val="0"/>
                        </a:spcBef>
                        <a:spcAft>
                          <a:spcPts val="0"/>
                        </a:spcAft>
                        <a:buClr>
                          <a:srgbClr val="000000"/>
                        </a:buClr>
                        <a:buSzPts val="1400"/>
                        <a:buFont typeface="Arial"/>
                        <a:buNone/>
                      </a:pPr>
                      <a:r>
                        <a:rPr lang="en-US" sz="1400" u="none" strike="noStrike" cap="none">
                          <a:latin typeface="Cambria"/>
                          <a:ea typeface="Cambria"/>
                          <a:cs typeface="Cambria"/>
                          <a:sym typeface="Cambria"/>
                        </a:rPr>
                        <a:t>3</a:t>
                      </a:r>
                      <a:endParaRPr sz="1400" u="none" strike="noStrike" cap="none">
                        <a:latin typeface="Cambria"/>
                        <a:ea typeface="Cambria"/>
                        <a:cs typeface="Cambria"/>
                        <a:sym typeface="Cambria"/>
                      </a:endParaRPr>
                    </a:p>
                  </a:txBody>
                  <a:tcPr marL="0" marR="0" marT="53975"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57150" marR="0" lvl="0" indent="0" algn="l" rtl="0">
                        <a:lnSpc>
                          <a:spcPct val="100000"/>
                        </a:lnSpc>
                        <a:spcBef>
                          <a:spcPts val="0"/>
                        </a:spcBef>
                        <a:spcAft>
                          <a:spcPts val="0"/>
                        </a:spcAft>
                        <a:buClr>
                          <a:srgbClr val="000000"/>
                        </a:buClr>
                        <a:buSzPts val="1400"/>
                        <a:buFont typeface="Arial"/>
                        <a:buNone/>
                      </a:pPr>
                      <a:r>
                        <a:rPr lang="en-US" sz="1400" u="none" strike="noStrike" cap="none">
                          <a:latin typeface="Cambria"/>
                          <a:ea typeface="Cambria"/>
                          <a:cs typeface="Cambria"/>
                          <a:sym typeface="Cambria"/>
                        </a:rPr>
                        <a:t>18</a:t>
                      </a:r>
                      <a:endParaRPr sz="1400" u="none" strike="noStrike" cap="none">
                        <a:latin typeface="Cambria"/>
                        <a:ea typeface="Cambria"/>
                        <a:cs typeface="Cambria"/>
                        <a:sym typeface="Cambria"/>
                      </a:endParaRPr>
                    </a:p>
                  </a:txBody>
                  <a:tcPr marL="0" marR="0" marT="53975"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57150" marR="0" lvl="0" indent="0" algn="l" rtl="0">
                        <a:lnSpc>
                          <a:spcPct val="100000"/>
                        </a:lnSpc>
                        <a:spcBef>
                          <a:spcPts val="0"/>
                        </a:spcBef>
                        <a:spcAft>
                          <a:spcPts val="0"/>
                        </a:spcAft>
                        <a:buClr>
                          <a:srgbClr val="000000"/>
                        </a:buClr>
                        <a:buSzPts val="1400"/>
                        <a:buFont typeface="Arial"/>
                        <a:buNone/>
                      </a:pPr>
                      <a:r>
                        <a:rPr lang="en-US" sz="1400" u="none" strike="noStrike" cap="none">
                          <a:latin typeface="Cambria"/>
                          <a:ea typeface="Cambria"/>
                          <a:cs typeface="Cambria"/>
                          <a:sym typeface="Cambria"/>
                        </a:rPr>
                        <a:t>12</a:t>
                      </a:r>
                      <a:endParaRPr sz="1400" u="none" strike="noStrike" cap="none">
                        <a:latin typeface="Cambria"/>
                        <a:ea typeface="Cambria"/>
                        <a:cs typeface="Cambria"/>
                        <a:sym typeface="Cambria"/>
                      </a:endParaRPr>
                    </a:p>
                  </a:txBody>
                  <a:tcPr marL="0" marR="0" marT="53975"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1905" marR="0" lvl="0" indent="0" algn="ctr" rtl="0">
                        <a:lnSpc>
                          <a:spcPct val="100000"/>
                        </a:lnSpc>
                        <a:spcBef>
                          <a:spcPts val="0"/>
                        </a:spcBef>
                        <a:spcAft>
                          <a:spcPts val="0"/>
                        </a:spcAft>
                        <a:buClr>
                          <a:srgbClr val="000000"/>
                        </a:buClr>
                        <a:buSzPts val="1400"/>
                        <a:buFont typeface="Arial"/>
                        <a:buNone/>
                      </a:pPr>
                      <a:r>
                        <a:rPr lang="en-US" sz="1400" u="none" strike="noStrike" cap="none">
                          <a:latin typeface="Cambria"/>
                          <a:ea typeface="Cambria"/>
                          <a:cs typeface="Cambria"/>
                          <a:sym typeface="Cambria"/>
                        </a:rPr>
                        <a:t>4</a:t>
                      </a:r>
                      <a:endParaRPr sz="1400" u="none" strike="noStrike" cap="none">
                        <a:latin typeface="Cambria"/>
                        <a:ea typeface="Cambria"/>
                        <a:cs typeface="Cambria"/>
                        <a:sym typeface="Cambria"/>
                      </a:endParaRPr>
                    </a:p>
                  </a:txBody>
                  <a:tcPr marL="0" marR="0" marT="53975"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57150" marR="0" lvl="0" indent="0" algn="l" rtl="0">
                        <a:lnSpc>
                          <a:spcPct val="100000"/>
                        </a:lnSpc>
                        <a:spcBef>
                          <a:spcPts val="0"/>
                        </a:spcBef>
                        <a:spcAft>
                          <a:spcPts val="0"/>
                        </a:spcAft>
                        <a:buClr>
                          <a:srgbClr val="000000"/>
                        </a:buClr>
                        <a:buSzPts val="1400"/>
                        <a:buFont typeface="Arial"/>
                        <a:buNone/>
                      </a:pPr>
                      <a:r>
                        <a:rPr lang="en-US" sz="1400" u="none" strike="noStrike" cap="none">
                          <a:latin typeface="Cambria"/>
                          <a:ea typeface="Cambria"/>
                          <a:cs typeface="Cambria"/>
                          <a:sym typeface="Cambria"/>
                        </a:rPr>
                        <a:t>17</a:t>
                      </a:r>
                      <a:endParaRPr sz="1400" u="none" strike="noStrike" cap="none">
                        <a:latin typeface="Cambria"/>
                        <a:ea typeface="Cambria"/>
                        <a:cs typeface="Cambria"/>
                        <a:sym typeface="Cambria"/>
                      </a:endParaRPr>
                    </a:p>
                  </a:txBody>
                  <a:tcPr marL="0" marR="0" marT="53975"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pic>
        <p:nvPicPr>
          <p:cNvPr id="955" name="Google Shape;955;p67"/>
          <p:cNvPicPr preferRelativeResize="0"/>
          <p:nvPr/>
        </p:nvPicPr>
        <p:blipFill rotWithShape="1">
          <a:blip r:embed="rId5">
            <a:alphaModFix/>
          </a:blip>
          <a:srcRect/>
          <a:stretch/>
        </p:blipFill>
        <p:spPr>
          <a:xfrm>
            <a:off x="10734473" y="0"/>
            <a:ext cx="1448025" cy="796414"/>
          </a:xfrm>
          <a:prstGeom prst="rect">
            <a:avLst/>
          </a:prstGeom>
          <a:noFill/>
          <a:ln>
            <a:noFill/>
          </a:ln>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66</a:t>
            </a:fld>
            <a:endParaRPr lang="en-US"/>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showMasterSp="0">
  <p:cSld>
    <p:spTree>
      <p:nvGrpSpPr>
        <p:cNvPr id="1" name="Shape 959"/>
        <p:cNvGrpSpPr/>
        <p:nvPr/>
      </p:nvGrpSpPr>
      <p:grpSpPr>
        <a:xfrm>
          <a:off x="0" y="0"/>
          <a:ext cx="0" cy="0"/>
          <a:chOff x="0" y="0"/>
          <a:chExt cx="0" cy="0"/>
        </a:xfrm>
      </p:grpSpPr>
      <p:sp>
        <p:nvSpPr>
          <p:cNvPr id="960" name="Google Shape;960;p68"/>
          <p:cNvSpPr txBox="1">
            <a:spLocks noGrp="1"/>
          </p:cNvSpPr>
          <p:nvPr>
            <p:ph type="ctrTitle"/>
          </p:nvPr>
        </p:nvSpPr>
        <p:spPr>
          <a:xfrm>
            <a:off x="261620" y="139700"/>
            <a:ext cx="11668800" cy="247560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Clr>
                <a:schemeClr val="dk1"/>
              </a:buClr>
              <a:buSzPts val="1400"/>
              <a:buFont typeface="Arial"/>
              <a:buNone/>
            </a:pPr>
            <a:r>
              <a:rPr lang="en-US" sz="4400">
                <a:latin typeface="Arial"/>
                <a:ea typeface="Arial"/>
                <a:cs typeface="Arial"/>
                <a:sym typeface="Arial"/>
              </a:rPr>
              <a:t>3D data</a:t>
            </a:r>
            <a:endParaRPr sz="4400">
              <a:latin typeface="Arial"/>
              <a:ea typeface="Arial"/>
              <a:cs typeface="Arial"/>
              <a:sym typeface="Arial"/>
            </a:endParaRPr>
          </a:p>
          <a:p>
            <a:pPr marL="0" lvl="0" indent="0" algn="l" rtl="0">
              <a:lnSpc>
                <a:spcPct val="100000"/>
              </a:lnSpc>
              <a:spcBef>
                <a:spcPts val="0"/>
              </a:spcBef>
              <a:spcAft>
                <a:spcPts val="0"/>
              </a:spcAft>
              <a:buClr>
                <a:schemeClr val="dk1"/>
              </a:buClr>
              <a:buSzPts val="6600"/>
              <a:buFont typeface="Arial"/>
              <a:buNone/>
            </a:pPr>
            <a:endParaRPr sz="5000">
              <a:latin typeface="Arial"/>
              <a:ea typeface="Arial"/>
              <a:cs typeface="Arial"/>
              <a:sym typeface="Arial"/>
            </a:endParaRPr>
          </a:p>
          <a:p>
            <a:pPr marL="0" lvl="0" indent="0" algn="l" rtl="0">
              <a:lnSpc>
                <a:spcPct val="100000"/>
              </a:lnSpc>
              <a:spcBef>
                <a:spcPts val="0"/>
              </a:spcBef>
              <a:spcAft>
                <a:spcPts val="0"/>
              </a:spcAft>
              <a:buSzPts val="1400"/>
              <a:buNone/>
            </a:pPr>
            <a:endParaRPr>
              <a:latin typeface="Arial"/>
              <a:ea typeface="Arial"/>
              <a:cs typeface="Arial"/>
              <a:sym typeface="Arial"/>
            </a:endParaRPr>
          </a:p>
        </p:txBody>
      </p:sp>
      <p:pic>
        <p:nvPicPr>
          <p:cNvPr id="961" name="Google Shape;961;p68"/>
          <p:cNvPicPr preferRelativeResize="0"/>
          <p:nvPr/>
        </p:nvPicPr>
        <p:blipFill rotWithShape="1">
          <a:blip r:embed="rId3">
            <a:alphaModFix/>
          </a:blip>
          <a:srcRect/>
          <a:stretch/>
        </p:blipFill>
        <p:spPr>
          <a:xfrm>
            <a:off x="10734473" y="0"/>
            <a:ext cx="1448025" cy="796414"/>
          </a:xfrm>
          <a:prstGeom prst="rect">
            <a:avLst/>
          </a:prstGeom>
          <a:noFill/>
          <a:ln>
            <a:noFill/>
          </a:ln>
        </p:spPr>
      </p:pic>
      <p:sp>
        <p:nvSpPr>
          <p:cNvPr id="962" name="Google Shape;962;p68"/>
          <p:cNvSpPr txBox="1"/>
          <p:nvPr/>
        </p:nvSpPr>
        <p:spPr>
          <a:xfrm>
            <a:off x="454224" y="1516050"/>
            <a:ext cx="11134037" cy="2400627"/>
          </a:xfrm>
          <a:prstGeom prst="rect">
            <a:avLst/>
          </a:prstGeom>
          <a:noFill/>
          <a:ln>
            <a:noFill/>
          </a:ln>
        </p:spPr>
        <p:txBody>
          <a:bodyPr spcFirstLastPara="1" wrap="square" lIns="91425" tIns="91425" rIns="91425" bIns="91425" anchor="t" anchorCtr="0">
            <a:spAutoFit/>
          </a:bodyPr>
          <a:lstStyle/>
          <a:p>
            <a:pPr marL="76200" marR="0" lvl="0" algn="l" rtl="0">
              <a:lnSpc>
                <a:spcPct val="100000"/>
              </a:lnSpc>
              <a:spcBef>
                <a:spcPts val="0"/>
              </a:spcBef>
              <a:spcAft>
                <a:spcPts val="0"/>
              </a:spcAft>
              <a:buClr>
                <a:schemeClr val="dk1"/>
              </a:buClr>
              <a:buSzPts val="2400"/>
            </a:pPr>
            <a:r>
              <a:rPr lang="en-US" sz="2400" b="0" i="0" u="none" strike="noStrike" cap="none" dirty="0">
                <a:solidFill>
                  <a:schemeClr val="dk1"/>
                </a:solidFill>
                <a:latin typeface="Arial"/>
                <a:ea typeface="Arial"/>
                <a:cs typeface="Arial"/>
                <a:sym typeface="Arial"/>
              </a:rPr>
              <a:t>For 3D data, </a:t>
            </a:r>
            <a:r>
              <a:rPr lang="en-US" sz="2400" b="0" i="0" u="none" strike="noStrike" cap="none" dirty="0" smtClean="0">
                <a:solidFill>
                  <a:schemeClr val="dk1"/>
                </a:solidFill>
                <a:latin typeface="Arial"/>
                <a:ea typeface="Arial"/>
                <a:cs typeface="Arial"/>
                <a:sym typeface="Arial"/>
              </a:rPr>
              <a:t>consider the </a:t>
            </a:r>
            <a:r>
              <a:rPr lang="en-US" sz="2400" b="0" i="0" u="none" strike="noStrike" cap="none" dirty="0">
                <a:solidFill>
                  <a:schemeClr val="dk1"/>
                </a:solidFill>
                <a:latin typeface="Arial"/>
                <a:ea typeface="Arial"/>
                <a:cs typeface="Arial"/>
                <a:sym typeface="Arial"/>
              </a:rPr>
              <a:t>example of a CT scan, which is a type of medical scan that gives a 3D model of the body. </a:t>
            </a:r>
            <a:endParaRPr lang="en-US" sz="2400" b="0" i="0" u="none" strike="noStrike" cap="none" dirty="0" smtClean="0">
              <a:solidFill>
                <a:schemeClr val="dk1"/>
              </a:solidFill>
              <a:latin typeface="Arial"/>
              <a:ea typeface="Arial"/>
              <a:cs typeface="Arial"/>
              <a:sym typeface="Arial"/>
            </a:endParaRPr>
          </a:p>
          <a:p>
            <a:pPr marL="457200" marR="0" lvl="0" indent="-381000" algn="l" rtl="0">
              <a:lnSpc>
                <a:spcPct val="100000"/>
              </a:lnSpc>
              <a:spcBef>
                <a:spcPts val="0"/>
              </a:spcBef>
              <a:spcAft>
                <a:spcPts val="0"/>
              </a:spcAft>
              <a:buClr>
                <a:schemeClr val="dk1"/>
              </a:buClr>
              <a:buSzPts val="2400"/>
              <a:buFont typeface="Arial"/>
              <a:buChar char="●"/>
            </a:pPr>
            <a:r>
              <a:rPr lang="en-US" sz="2400" b="0" i="0" u="none" strike="noStrike" cap="none" dirty="0" smtClean="0">
                <a:solidFill>
                  <a:schemeClr val="dk1"/>
                </a:solidFill>
                <a:latin typeface="Arial"/>
                <a:ea typeface="Arial"/>
                <a:cs typeface="Arial"/>
                <a:sym typeface="Arial"/>
              </a:rPr>
              <a:t>3D </a:t>
            </a:r>
            <a:r>
              <a:rPr lang="en-US" sz="2400" b="0" i="0" u="none" strike="noStrike" cap="none" dirty="0">
                <a:solidFill>
                  <a:schemeClr val="dk1"/>
                </a:solidFill>
                <a:latin typeface="Arial"/>
                <a:ea typeface="Arial"/>
                <a:cs typeface="Arial"/>
                <a:sym typeface="Arial"/>
              </a:rPr>
              <a:t>volume can be convolved with a 3D filter, and </a:t>
            </a:r>
            <a:r>
              <a:rPr lang="en-US" sz="2400" dirty="0" smtClean="0">
                <a:solidFill>
                  <a:schemeClr val="dk1"/>
                </a:solidFill>
              </a:rPr>
              <a:t>use </a:t>
            </a:r>
            <a:r>
              <a:rPr lang="en-US" sz="2400" b="0" i="0" u="none" strike="noStrike" cap="none" dirty="0" smtClean="0">
                <a:solidFill>
                  <a:schemeClr val="dk1"/>
                </a:solidFill>
                <a:latin typeface="Arial"/>
                <a:ea typeface="Arial"/>
                <a:cs typeface="Arial"/>
                <a:sym typeface="Arial"/>
              </a:rPr>
              <a:t>an </a:t>
            </a:r>
            <a:r>
              <a:rPr lang="en-US" sz="2400" b="0" i="0" u="none" strike="noStrike" cap="none" dirty="0">
                <a:solidFill>
                  <a:schemeClr val="dk1"/>
                </a:solidFill>
                <a:latin typeface="Arial"/>
                <a:ea typeface="Arial"/>
                <a:cs typeface="Arial"/>
                <a:sym typeface="Arial"/>
              </a:rPr>
              <a:t>example of a 14 x 14 x 14 volume convolved with a 5 x 5 x 5 filter, which gives a 10 x 10 x 10 output. </a:t>
            </a:r>
            <a:r>
              <a:rPr lang="en-US" sz="2400" b="0" i="0" u="none" strike="noStrike" cap="none" dirty="0" smtClean="0">
                <a:solidFill>
                  <a:schemeClr val="dk1"/>
                </a:solidFill>
                <a:latin typeface="Arial"/>
                <a:ea typeface="Arial"/>
                <a:cs typeface="Arial"/>
                <a:sym typeface="Arial"/>
              </a:rPr>
              <a:t>Number </a:t>
            </a:r>
            <a:r>
              <a:rPr lang="en-US" sz="2400" b="0" i="0" u="none" strike="noStrike" cap="none" dirty="0">
                <a:solidFill>
                  <a:schemeClr val="dk1"/>
                </a:solidFill>
                <a:latin typeface="Arial"/>
                <a:ea typeface="Arial"/>
                <a:cs typeface="Arial"/>
                <a:sym typeface="Arial"/>
              </a:rPr>
              <a:t>of channels in the input and output volumes must match, and </a:t>
            </a:r>
            <a:r>
              <a:rPr lang="en-US" sz="2400" dirty="0" smtClean="0">
                <a:solidFill>
                  <a:schemeClr val="dk1"/>
                </a:solidFill>
              </a:rPr>
              <a:t>use </a:t>
            </a:r>
            <a:r>
              <a:rPr lang="en-US" sz="2400" b="0" i="0" u="none" strike="noStrike" cap="none" dirty="0" smtClean="0">
                <a:solidFill>
                  <a:schemeClr val="dk1"/>
                </a:solidFill>
                <a:latin typeface="Arial"/>
                <a:ea typeface="Arial"/>
                <a:cs typeface="Arial"/>
                <a:sym typeface="Arial"/>
              </a:rPr>
              <a:t>an </a:t>
            </a:r>
            <a:r>
              <a:rPr lang="en-US" sz="2400" b="0" i="0" u="none" strike="noStrike" cap="none" dirty="0">
                <a:solidFill>
                  <a:schemeClr val="dk1"/>
                </a:solidFill>
                <a:latin typeface="Arial"/>
                <a:ea typeface="Arial"/>
                <a:cs typeface="Arial"/>
                <a:sym typeface="Arial"/>
              </a:rPr>
              <a:t>example of using 16 filters to get a 10 x 10 x 10 x 16 output.</a:t>
            </a:r>
            <a:endParaRPr sz="2400" b="0" i="0" u="none" strike="noStrike" cap="none" dirty="0">
              <a:solidFill>
                <a:srgbClr val="000000"/>
              </a:solidFill>
              <a:latin typeface="Arial"/>
              <a:ea typeface="Arial"/>
              <a:cs typeface="Arial"/>
              <a:sym typeface="Arial"/>
            </a:endParaRPr>
          </a:p>
        </p:txBody>
      </p:sp>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67</a:t>
            </a:fld>
            <a:endParaRPr lang="en-US"/>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showMasterSp="0">
  <p:cSld>
    <p:spTree>
      <p:nvGrpSpPr>
        <p:cNvPr id="1" name="Shape 966"/>
        <p:cNvGrpSpPr/>
        <p:nvPr/>
      </p:nvGrpSpPr>
      <p:grpSpPr>
        <a:xfrm>
          <a:off x="0" y="0"/>
          <a:ext cx="0" cy="0"/>
          <a:chOff x="0" y="0"/>
          <a:chExt cx="0" cy="0"/>
        </a:xfrm>
      </p:grpSpPr>
      <p:pic>
        <p:nvPicPr>
          <p:cNvPr id="967" name="Google Shape;967;p69"/>
          <p:cNvPicPr preferRelativeResize="0"/>
          <p:nvPr/>
        </p:nvPicPr>
        <p:blipFill rotWithShape="1">
          <a:blip r:embed="rId3">
            <a:alphaModFix/>
          </a:blip>
          <a:srcRect/>
          <a:stretch/>
        </p:blipFill>
        <p:spPr>
          <a:xfrm>
            <a:off x="3255962" y="0"/>
            <a:ext cx="5678487" cy="6857999"/>
          </a:xfrm>
          <a:prstGeom prst="rect">
            <a:avLst/>
          </a:prstGeom>
          <a:noFill/>
          <a:ln>
            <a:noFill/>
          </a:ln>
        </p:spPr>
      </p:pic>
      <p:sp>
        <p:nvSpPr>
          <p:cNvPr id="968" name="Google Shape;968;p69"/>
          <p:cNvSpPr txBox="1">
            <a:spLocks noGrp="1"/>
          </p:cNvSpPr>
          <p:nvPr>
            <p:ph type="title"/>
          </p:nvPr>
        </p:nvSpPr>
        <p:spPr>
          <a:xfrm>
            <a:off x="261620" y="114300"/>
            <a:ext cx="1763395" cy="69596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SzPts val="1400"/>
              <a:buNone/>
            </a:pPr>
            <a:r>
              <a:rPr lang="en-US" sz="4400"/>
              <a:t>3D data</a:t>
            </a:r>
            <a:endParaRPr sz="4400"/>
          </a:p>
        </p:txBody>
      </p:sp>
      <p:pic>
        <p:nvPicPr>
          <p:cNvPr id="969" name="Google Shape;969;p69"/>
          <p:cNvPicPr preferRelativeResize="0"/>
          <p:nvPr/>
        </p:nvPicPr>
        <p:blipFill rotWithShape="1">
          <a:blip r:embed="rId4">
            <a:alphaModFix/>
          </a:blip>
          <a:srcRect/>
          <a:stretch/>
        </p:blipFill>
        <p:spPr>
          <a:xfrm>
            <a:off x="10734473" y="0"/>
            <a:ext cx="1448025" cy="796414"/>
          </a:xfrm>
          <a:prstGeom prst="rect">
            <a:avLst/>
          </a:prstGeom>
          <a:noFill/>
          <a:ln>
            <a:noFill/>
          </a:ln>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68</a:t>
            </a:fld>
            <a:endParaRPr lang="en-US"/>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showMasterSp="0">
  <p:cSld>
    <p:spTree>
      <p:nvGrpSpPr>
        <p:cNvPr id="1" name="Shape 973"/>
        <p:cNvGrpSpPr/>
        <p:nvPr/>
      </p:nvGrpSpPr>
      <p:grpSpPr>
        <a:xfrm>
          <a:off x="0" y="0"/>
          <a:ext cx="0" cy="0"/>
          <a:chOff x="0" y="0"/>
          <a:chExt cx="0" cy="0"/>
        </a:xfrm>
      </p:grpSpPr>
      <p:pic>
        <p:nvPicPr>
          <p:cNvPr id="974" name="Google Shape;974;p70"/>
          <p:cNvPicPr preferRelativeResize="0"/>
          <p:nvPr/>
        </p:nvPicPr>
        <p:blipFill rotWithShape="1">
          <a:blip r:embed="rId3">
            <a:alphaModFix/>
          </a:blip>
          <a:srcRect/>
          <a:stretch/>
        </p:blipFill>
        <p:spPr>
          <a:xfrm>
            <a:off x="3255962" y="0"/>
            <a:ext cx="5678487" cy="6857999"/>
          </a:xfrm>
          <a:prstGeom prst="rect">
            <a:avLst/>
          </a:prstGeom>
          <a:noFill/>
          <a:ln>
            <a:noFill/>
          </a:ln>
        </p:spPr>
      </p:pic>
      <p:sp>
        <p:nvSpPr>
          <p:cNvPr id="975" name="Google Shape;975;p70"/>
          <p:cNvSpPr txBox="1">
            <a:spLocks noGrp="1"/>
          </p:cNvSpPr>
          <p:nvPr>
            <p:ph type="title"/>
          </p:nvPr>
        </p:nvSpPr>
        <p:spPr>
          <a:xfrm>
            <a:off x="261620" y="114300"/>
            <a:ext cx="1763395" cy="69596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SzPts val="1400"/>
              <a:buNone/>
            </a:pPr>
            <a:r>
              <a:rPr lang="en-US" sz="4400"/>
              <a:t>3D data</a:t>
            </a:r>
            <a:endParaRPr sz="4400"/>
          </a:p>
        </p:txBody>
      </p:sp>
      <p:pic>
        <p:nvPicPr>
          <p:cNvPr id="976" name="Google Shape;976;p70"/>
          <p:cNvPicPr preferRelativeResize="0"/>
          <p:nvPr/>
        </p:nvPicPr>
        <p:blipFill rotWithShape="1">
          <a:blip r:embed="rId4">
            <a:alphaModFix/>
          </a:blip>
          <a:srcRect/>
          <a:stretch/>
        </p:blipFill>
        <p:spPr>
          <a:xfrm>
            <a:off x="10734473" y="0"/>
            <a:ext cx="1448025" cy="796414"/>
          </a:xfrm>
          <a:prstGeom prst="rect">
            <a:avLst/>
          </a:prstGeom>
          <a:noFill/>
          <a:ln>
            <a:noFill/>
          </a:ln>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69</a:t>
            </a:fld>
            <a:endParaRPr lang="en-US"/>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showMasterSp="0">
  <p:cSld>
    <p:spTree>
      <p:nvGrpSpPr>
        <p:cNvPr id="1" name="Shape 980"/>
        <p:cNvGrpSpPr/>
        <p:nvPr/>
      </p:nvGrpSpPr>
      <p:grpSpPr>
        <a:xfrm>
          <a:off x="0" y="0"/>
          <a:ext cx="0" cy="0"/>
          <a:chOff x="0" y="0"/>
          <a:chExt cx="0" cy="0"/>
        </a:xfrm>
      </p:grpSpPr>
      <p:pic>
        <p:nvPicPr>
          <p:cNvPr id="981" name="Google Shape;981;p71"/>
          <p:cNvPicPr preferRelativeResize="0"/>
          <p:nvPr/>
        </p:nvPicPr>
        <p:blipFill rotWithShape="1">
          <a:blip r:embed="rId3">
            <a:alphaModFix/>
          </a:blip>
          <a:srcRect/>
          <a:stretch/>
        </p:blipFill>
        <p:spPr>
          <a:xfrm>
            <a:off x="3255962" y="0"/>
            <a:ext cx="5678487" cy="6857999"/>
          </a:xfrm>
          <a:prstGeom prst="rect">
            <a:avLst/>
          </a:prstGeom>
          <a:noFill/>
          <a:ln>
            <a:noFill/>
          </a:ln>
        </p:spPr>
      </p:pic>
      <p:sp>
        <p:nvSpPr>
          <p:cNvPr id="982" name="Google Shape;982;p71"/>
          <p:cNvSpPr txBox="1">
            <a:spLocks noGrp="1"/>
          </p:cNvSpPr>
          <p:nvPr>
            <p:ph type="title"/>
          </p:nvPr>
        </p:nvSpPr>
        <p:spPr>
          <a:xfrm>
            <a:off x="261620" y="114300"/>
            <a:ext cx="1763395" cy="69596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SzPts val="1400"/>
              <a:buNone/>
            </a:pPr>
            <a:r>
              <a:rPr lang="en-US" sz="4400"/>
              <a:t>3D data</a:t>
            </a:r>
            <a:endParaRPr sz="4400"/>
          </a:p>
        </p:txBody>
      </p:sp>
      <p:pic>
        <p:nvPicPr>
          <p:cNvPr id="983" name="Google Shape;983;p71"/>
          <p:cNvPicPr preferRelativeResize="0"/>
          <p:nvPr/>
        </p:nvPicPr>
        <p:blipFill rotWithShape="1">
          <a:blip r:embed="rId4">
            <a:alphaModFix/>
          </a:blip>
          <a:srcRect/>
          <a:stretch/>
        </p:blipFill>
        <p:spPr>
          <a:xfrm>
            <a:off x="10734473" y="0"/>
            <a:ext cx="1448025" cy="796414"/>
          </a:xfrm>
          <a:prstGeom prst="rect">
            <a:avLst/>
          </a:prstGeom>
          <a:noFill/>
          <a:ln>
            <a:noFill/>
          </a:ln>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70</a:t>
            </a:fld>
            <a:endParaRPr lang="en-US"/>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showMasterSp="0">
  <p:cSld>
    <p:spTree>
      <p:nvGrpSpPr>
        <p:cNvPr id="1" name="Shape 987"/>
        <p:cNvGrpSpPr/>
        <p:nvPr/>
      </p:nvGrpSpPr>
      <p:grpSpPr>
        <a:xfrm>
          <a:off x="0" y="0"/>
          <a:ext cx="0" cy="0"/>
          <a:chOff x="0" y="0"/>
          <a:chExt cx="0" cy="0"/>
        </a:xfrm>
      </p:grpSpPr>
      <p:pic>
        <p:nvPicPr>
          <p:cNvPr id="988" name="Google Shape;988;p72"/>
          <p:cNvPicPr preferRelativeResize="0"/>
          <p:nvPr/>
        </p:nvPicPr>
        <p:blipFill rotWithShape="1">
          <a:blip r:embed="rId3">
            <a:alphaModFix/>
          </a:blip>
          <a:srcRect/>
          <a:stretch/>
        </p:blipFill>
        <p:spPr>
          <a:xfrm>
            <a:off x="3255962" y="0"/>
            <a:ext cx="5678487" cy="6857999"/>
          </a:xfrm>
          <a:prstGeom prst="rect">
            <a:avLst/>
          </a:prstGeom>
          <a:noFill/>
          <a:ln>
            <a:noFill/>
          </a:ln>
        </p:spPr>
      </p:pic>
      <p:sp>
        <p:nvSpPr>
          <p:cNvPr id="989" name="Google Shape;989;p72"/>
          <p:cNvSpPr txBox="1">
            <a:spLocks noGrp="1"/>
          </p:cNvSpPr>
          <p:nvPr>
            <p:ph type="title"/>
          </p:nvPr>
        </p:nvSpPr>
        <p:spPr>
          <a:xfrm>
            <a:off x="261620" y="114300"/>
            <a:ext cx="1763395" cy="69596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SzPts val="1400"/>
              <a:buNone/>
            </a:pPr>
            <a:r>
              <a:rPr lang="en-US" sz="4400"/>
              <a:t>3D data</a:t>
            </a:r>
            <a:endParaRPr sz="4400"/>
          </a:p>
        </p:txBody>
      </p:sp>
      <p:pic>
        <p:nvPicPr>
          <p:cNvPr id="990" name="Google Shape;990;p72"/>
          <p:cNvPicPr preferRelativeResize="0"/>
          <p:nvPr/>
        </p:nvPicPr>
        <p:blipFill rotWithShape="1">
          <a:blip r:embed="rId4">
            <a:alphaModFix/>
          </a:blip>
          <a:srcRect/>
          <a:stretch/>
        </p:blipFill>
        <p:spPr>
          <a:xfrm>
            <a:off x="10734473" y="0"/>
            <a:ext cx="1448025" cy="796414"/>
          </a:xfrm>
          <a:prstGeom prst="rect">
            <a:avLst/>
          </a:prstGeom>
          <a:noFill/>
          <a:ln>
            <a:noFill/>
          </a:ln>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71</a:t>
            </a:fld>
            <a:endParaRPr lang="en-US"/>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showMasterSp="0">
  <p:cSld>
    <p:spTree>
      <p:nvGrpSpPr>
        <p:cNvPr id="1" name="Shape 994"/>
        <p:cNvGrpSpPr/>
        <p:nvPr/>
      </p:nvGrpSpPr>
      <p:grpSpPr>
        <a:xfrm>
          <a:off x="0" y="0"/>
          <a:ext cx="0" cy="0"/>
          <a:chOff x="0" y="0"/>
          <a:chExt cx="0" cy="0"/>
        </a:xfrm>
      </p:grpSpPr>
      <p:pic>
        <p:nvPicPr>
          <p:cNvPr id="995" name="Google Shape;995;p73"/>
          <p:cNvPicPr preferRelativeResize="0"/>
          <p:nvPr/>
        </p:nvPicPr>
        <p:blipFill rotWithShape="1">
          <a:blip r:embed="rId3">
            <a:alphaModFix/>
          </a:blip>
          <a:srcRect/>
          <a:stretch/>
        </p:blipFill>
        <p:spPr>
          <a:xfrm>
            <a:off x="3255962" y="0"/>
            <a:ext cx="5678487" cy="6857999"/>
          </a:xfrm>
          <a:prstGeom prst="rect">
            <a:avLst/>
          </a:prstGeom>
          <a:noFill/>
          <a:ln>
            <a:noFill/>
          </a:ln>
        </p:spPr>
      </p:pic>
      <p:sp>
        <p:nvSpPr>
          <p:cNvPr id="996" name="Google Shape;996;p73"/>
          <p:cNvSpPr txBox="1">
            <a:spLocks noGrp="1"/>
          </p:cNvSpPr>
          <p:nvPr>
            <p:ph type="title"/>
          </p:nvPr>
        </p:nvSpPr>
        <p:spPr>
          <a:xfrm>
            <a:off x="261620" y="114300"/>
            <a:ext cx="1763395" cy="69596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SzPts val="1400"/>
              <a:buNone/>
            </a:pPr>
            <a:r>
              <a:rPr lang="en-US" sz="4400"/>
              <a:t>3D data</a:t>
            </a:r>
            <a:endParaRPr sz="4400"/>
          </a:p>
        </p:txBody>
      </p:sp>
      <p:pic>
        <p:nvPicPr>
          <p:cNvPr id="997" name="Google Shape;997;p73"/>
          <p:cNvPicPr preferRelativeResize="0"/>
          <p:nvPr/>
        </p:nvPicPr>
        <p:blipFill rotWithShape="1">
          <a:blip r:embed="rId4">
            <a:alphaModFix/>
          </a:blip>
          <a:srcRect/>
          <a:stretch/>
        </p:blipFill>
        <p:spPr>
          <a:xfrm>
            <a:off x="10734473" y="0"/>
            <a:ext cx="1448025" cy="796414"/>
          </a:xfrm>
          <a:prstGeom prst="rect">
            <a:avLst/>
          </a:prstGeom>
          <a:noFill/>
          <a:ln>
            <a:noFill/>
          </a:ln>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72</a:t>
            </a:fld>
            <a:endParaRPr lang="en-US"/>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showMasterSp="0">
  <p:cSld>
    <p:spTree>
      <p:nvGrpSpPr>
        <p:cNvPr id="1" name="Shape 1001"/>
        <p:cNvGrpSpPr/>
        <p:nvPr/>
      </p:nvGrpSpPr>
      <p:grpSpPr>
        <a:xfrm>
          <a:off x="0" y="0"/>
          <a:ext cx="0" cy="0"/>
          <a:chOff x="0" y="0"/>
          <a:chExt cx="0" cy="0"/>
        </a:xfrm>
      </p:grpSpPr>
      <p:pic>
        <p:nvPicPr>
          <p:cNvPr id="1002" name="Google Shape;1002;p74"/>
          <p:cNvPicPr preferRelativeResize="0"/>
          <p:nvPr/>
        </p:nvPicPr>
        <p:blipFill rotWithShape="1">
          <a:blip r:embed="rId3">
            <a:alphaModFix/>
          </a:blip>
          <a:srcRect/>
          <a:stretch/>
        </p:blipFill>
        <p:spPr>
          <a:xfrm>
            <a:off x="3255962" y="0"/>
            <a:ext cx="5678487" cy="6857999"/>
          </a:xfrm>
          <a:prstGeom prst="rect">
            <a:avLst/>
          </a:prstGeom>
          <a:noFill/>
          <a:ln>
            <a:noFill/>
          </a:ln>
        </p:spPr>
      </p:pic>
      <p:sp>
        <p:nvSpPr>
          <p:cNvPr id="1003" name="Google Shape;1003;p74"/>
          <p:cNvSpPr txBox="1">
            <a:spLocks noGrp="1"/>
          </p:cNvSpPr>
          <p:nvPr>
            <p:ph type="title"/>
          </p:nvPr>
        </p:nvSpPr>
        <p:spPr>
          <a:xfrm>
            <a:off x="261620" y="114300"/>
            <a:ext cx="1763395" cy="69596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SzPts val="1400"/>
              <a:buNone/>
            </a:pPr>
            <a:r>
              <a:rPr lang="en-US" sz="4400"/>
              <a:t>3D data</a:t>
            </a:r>
            <a:endParaRPr sz="4400"/>
          </a:p>
        </p:txBody>
      </p:sp>
      <p:pic>
        <p:nvPicPr>
          <p:cNvPr id="1004" name="Google Shape;1004;p74"/>
          <p:cNvPicPr preferRelativeResize="0"/>
          <p:nvPr/>
        </p:nvPicPr>
        <p:blipFill rotWithShape="1">
          <a:blip r:embed="rId4">
            <a:alphaModFix/>
          </a:blip>
          <a:srcRect/>
          <a:stretch/>
        </p:blipFill>
        <p:spPr>
          <a:xfrm>
            <a:off x="10734473" y="0"/>
            <a:ext cx="1448025" cy="796414"/>
          </a:xfrm>
          <a:prstGeom prst="rect">
            <a:avLst/>
          </a:prstGeom>
          <a:noFill/>
          <a:ln>
            <a:noFill/>
          </a:ln>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73</a:t>
            </a:fld>
            <a:endParaRPr lang="en-US"/>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showMasterSp="0">
  <p:cSld>
    <p:spTree>
      <p:nvGrpSpPr>
        <p:cNvPr id="1" name="Shape 1008"/>
        <p:cNvGrpSpPr/>
        <p:nvPr/>
      </p:nvGrpSpPr>
      <p:grpSpPr>
        <a:xfrm>
          <a:off x="0" y="0"/>
          <a:ext cx="0" cy="0"/>
          <a:chOff x="0" y="0"/>
          <a:chExt cx="0" cy="0"/>
        </a:xfrm>
      </p:grpSpPr>
      <p:pic>
        <p:nvPicPr>
          <p:cNvPr id="1009" name="Google Shape;1009;p75"/>
          <p:cNvPicPr preferRelativeResize="0"/>
          <p:nvPr/>
        </p:nvPicPr>
        <p:blipFill rotWithShape="1">
          <a:blip r:embed="rId3">
            <a:alphaModFix/>
          </a:blip>
          <a:srcRect/>
          <a:stretch/>
        </p:blipFill>
        <p:spPr>
          <a:xfrm>
            <a:off x="3255962" y="0"/>
            <a:ext cx="5678487" cy="6857999"/>
          </a:xfrm>
          <a:prstGeom prst="rect">
            <a:avLst/>
          </a:prstGeom>
          <a:noFill/>
          <a:ln>
            <a:noFill/>
          </a:ln>
        </p:spPr>
      </p:pic>
      <p:sp>
        <p:nvSpPr>
          <p:cNvPr id="1010" name="Google Shape;1010;p75"/>
          <p:cNvSpPr txBox="1">
            <a:spLocks noGrp="1"/>
          </p:cNvSpPr>
          <p:nvPr>
            <p:ph type="title"/>
          </p:nvPr>
        </p:nvSpPr>
        <p:spPr>
          <a:xfrm>
            <a:off x="261620" y="114300"/>
            <a:ext cx="1763395" cy="69596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SzPts val="1400"/>
              <a:buNone/>
            </a:pPr>
            <a:r>
              <a:rPr lang="en-US" sz="4400"/>
              <a:t>3D data</a:t>
            </a:r>
            <a:endParaRPr sz="4400"/>
          </a:p>
        </p:txBody>
      </p:sp>
      <p:pic>
        <p:nvPicPr>
          <p:cNvPr id="1011" name="Google Shape;1011;p75"/>
          <p:cNvPicPr preferRelativeResize="0"/>
          <p:nvPr/>
        </p:nvPicPr>
        <p:blipFill rotWithShape="1">
          <a:blip r:embed="rId4">
            <a:alphaModFix/>
          </a:blip>
          <a:srcRect/>
          <a:stretch/>
        </p:blipFill>
        <p:spPr>
          <a:xfrm>
            <a:off x="10734473" y="0"/>
            <a:ext cx="1448025" cy="796414"/>
          </a:xfrm>
          <a:prstGeom prst="rect">
            <a:avLst/>
          </a:prstGeom>
          <a:noFill/>
          <a:ln>
            <a:noFill/>
          </a:ln>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74</a:t>
            </a:fld>
            <a:endParaRPr lang="en-US"/>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showMasterSp="0">
  <p:cSld>
    <p:spTree>
      <p:nvGrpSpPr>
        <p:cNvPr id="1" name="Shape 1015"/>
        <p:cNvGrpSpPr/>
        <p:nvPr/>
      </p:nvGrpSpPr>
      <p:grpSpPr>
        <a:xfrm>
          <a:off x="0" y="0"/>
          <a:ext cx="0" cy="0"/>
          <a:chOff x="0" y="0"/>
          <a:chExt cx="0" cy="0"/>
        </a:xfrm>
      </p:grpSpPr>
      <p:pic>
        <p:nvPicPr>
          <p:cNvPr id="1016" name="Google Shape;1016;p76"/>
          <p:cNvPicPr preferRelativeResize="0"/>
          <p:nvPr/>
        </p:nvPicPr>
        <p:blipFill rotWithShape="1">
          <a:blip r:embed="rId3">
            <a:alphaModFix/>
          </a:blip>
          <a:srcRect/>
          <a:stretch/>
        </p:blipFill>
        <p:spPr>
          <a:xfrm>
            <a:off x="3255962" y="0"/>
            <a:ext cx="5678487" cy="6857999"/>
          </a:xfrm>
          <a:prstGeom prst="rect">
            <a:avLst/>
          </a:prstGeom>
          <a:noFill/>
          <a:ln>
            <a:noFill/>
          </a:ln>
        </p:spPr>
      </p:pic>
      <p:sp>
        <p:nvSpPr>
          <p:cNvPr id="1017" name="Google Shape;1017;p76"/>
          <p:cNvSpPr txBox="1">
            <a:spLocks noGrp="1"/>
          </p:cNvSpPr>
          <p:nvPr>
            <p:ph type="title"/>
          </p:nvPr>
        </p:nvSpPr>
        <p:spPr>
          <a:xfrm>
            <a:off x="261620" y="114300"/>
            <a:ext cx="1763395" cy="69596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SzPts val="1400"/>
              <a:buNone/>
            </a:pPr>
            <a:r>
              <a:rPr lang="en-US" sz="4400"/>
              <a:t>3D data</a:t>
            </a:r>
            <a:endParaRPr sz="4400"/>
          </a:p>
        </p:txBody>
      </p:sp>
      <p:pic>
        <p:nvPicPr>
          <p:cNvPr id="1018" name="Google Shape;1018;p76"/>
          <p:cNvPicPr preferRelativeResize="0"/>
          <p:nvPr/>
        </p:nvPicPr>
        <p:blipFill rotWithShape="1">
          <a:blip r:embed="rId4">
            <a:alphaModFix/>
          </a:blip>
          <a:srcRect/>
          <a:stretch/>
        </p:blipFill>
        <p:spPr>
          <a:xfrm>
            <a:off x="10734473" y="0"/>
            <a:ext cx="1448025" cy="796414"/>
          </a:xfrm>
          <a:prstGeom prst="rect">
            <a:avLst/>
          </a:prstGeom>
          <a:noFill/>
          <a:ln>
            <a:noFill/>
          </a:ln>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75</a:t>
            </a:fld>
            <a:endParaRPr lang="en-US"/>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showMasterSp="0">
  <p:cSld>
    <p:spTree>
      <p:nvGrpSpPr>
        <p:cNvPr id="1" name="Shape 1022"/>
        <p:cNvGrpSpPr/>
        <p:nvPr/>
      </p:nvGrpSpPr>
      <p:grpSpPr>
        <a:xfrm>
          <a:off x="0" y="0"/>
          <a:ext cx="0" cy="0"/>
          <a:chOff x="0" y="0"/>
          <a:chExt cx="0" cy="0"/>
        </a:xfrm>
      </p:grpSpPr>
      <p:pic>
        <p:nvPicPr>
          <p:cNvPr id="1023" name="Google Shape;1023;p77"/>
          <p:cNvPicPr preferRelativeResize="0"/>
          <p:nvPr/>
        </p:nvPicPr>
        <p:blipFill rotWithShape="1">
          <a:blip r:embed="rId3">
            <a:alphaModFix/>
          </a:blip>
          <a:srcRect/>
          <a:stretch/>
        </p:blipFill>
        <p:spPr>
          <a:xfrm>
            <a:off x="3255962" y="0"/>
            <a:ext cx="5678487" cy="6857999"/>
          </a:xfrm>
          <a:prstGeom prst="rect">
            <a:avLst/>
          </a:prstGeom>
          <a:noFill/>
          <a:ln>
            <a:noFill/>
          </a:ln>
        </p:spPr>
      </p:pic>
      <p:sp>
        <p:nvSpPr>
          <p:cNvPr id="1024" name="Google Shape;1024;p77"/>
          <p:cNvSpPr txBox="1">
            <a:spLocks noGrp="1"/>
          </p:cNvSpPr>
          <p:nvPr>
            <p:ph type="title"/>
          </p:nvPr>
        </p:nvSpPr>
        <p:spPr>
          <a:xfrm>
            <a:off x="261620" y="114300"/>
            <a:ext cx="1763395" cy="69596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SzPts val="1400"/>
              <a:buNone/>
            </a:pPr>
            <a:r>
              <a:rPr lang="en-US" sz="4400"/>
              <a:t>3D data</a:t>
            </a:r>
            <a:endParaRPr sz="4400"/>
          </a:p>
        </p:txBody>
      </p:sp>
      <p:pic>
        <p:nvPicPr>
          <p:cNvPr id="1025" name="Google Shape;1025;p77"/>
          <p:cNvPicPr preferRelativeResize="0"/>
          <p:nvPr/>
        </p:nvPicPr>
        <p:blipFill rotWithShape="1">
          <a:blip r:embed="rId4">
            <a:alphaModFix/>
          </a:blip>
          <a:srcRect/>
          <a:stretch/>
        </p:blipFill>
        <p:spPr>
          <a:xfrm>
            <a:off x="10734473" y="0"/>
            <a:ext cx="1448025" cy="796414"/>
          </a:xfrm>
          <a:prstGeom prst="rect">
            <a:avLst/>
          </a:prstGeom>
          <a:noFill/>
          <a:ln>
            <a:noFill/>
          </a:ln>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76</a:t>
            </a:fld>
            <a:endParaRPr lang="en-US"/>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showMasterSp="0">
  <p:cSld>
    <p:spTree>
      <p:nvGrpSpPr>
        <p:cNvPr id="1" name="Shape 1029"/>
        <p:cNvGrpSpPr/>
        <p:nvPr/>
      </p:nvGrpSpPr>
      <p:grpSpPr>
        <a:xfrm>
          <a:off x="0" y="0"/>
          <a:ext cx="0" cy="0"/>
          <a:chOff x="0" y="0"/>
          <a:chExt cx="0" cy="0"/>
        </a:xfrm>
      </p:grpSpPr>
      <p:pic>
        <p:nvPicPr>
          <p:cNvPr id="1030" name="Google Shape;1030;p78"/>
          <p:cNvPicPr preferRelativeResize="0"/>
          <p:nvPr/>
        </p:nvPicPr>
        <p:blipFill rotWithShape="1">
          <a:blip r:embed="rId3">
            <a:alphaModFix/>
          </a:blip>
          <a:srcRect/>
          <a:stretch/>
        </p:blipFill>
        <p:spPr>
          <a:xfrm>
            <a:off x="3255962" y="0"/>
            <a:ext cx="5678487" cy="6857999"/>
          </a:xfrm>
          <a:prstGeom prst="rect">
            <a:avLst/>
          </a:prstGeom>
          <a:noFill/>
          <a:ln>
            <a:noFill/>
          </a:ln>
        </p:spPr>
      </p:pic>
      <p:sp>
        <p:nvSpPr>
          <p:cNvPr id="1031" name="Google Shape;1031;p78"/>
          <p:cNvSpPr txBox="1">
            <a:spLocks noGrp="1"/>
          </p:cNvSpPr>
          <p:nvPr>
            <p:ph type="title"/>
          </p:nvPr>
        </p:nvSpPr>
        <p:spPr>
          <a:xfrm>
            <a:off x="261620" y="114300"/>
            <a:ext cx="1763395" cy="69596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SzPts val="1400"/>
              <a:buNone/>
            </a:pPr>
            <a:r>
              <a:rPr lang="en-US" sz="4400"/>
              <a:t>3D data</a:t>
            </a:r>
            <a:endParaRPr sz="4400"/>
          </a:p>
        </p:txBody>
      </p:sp>
      <p:pic>
        <p:nvPicPr>
          <p:cNvPr id="1032" name="Google Shape;1032;p78"/>
          <p:cNvPicPr preferRelativeResize="0"/>
          <p:nvPr/>
        </p:nvPicPr>
        <p:blipFill rotWithShape="1">
          <a:blip r:embed="rId4">
            <a:alphaModFix/>
          </a:blip>
          <a:srcRect/>
          <a:stretch/>
        </p:blipFill>
        <p:spPr>
          <a:xfrm>
            <a:off x="10734473" y="0"/>
            <a:ext cx="1448025" cy="796414"/>
          </a:xfrm>
          <a:prstGeom prst="rect">
            <a:avLst/>
          </a:prstGeom>
          <a:noFill/>
          <a:ln>
            <a:noFill/>
          </a:ln>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77</a:t>
            </a:fld>
            <a:endParaRPr lang="en-US"/>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showMasterSp="0">
  <p:cSld>
    <p:spTree>
      <p:nvGrpSpPr>
        <p:cNvPr id="1" name="Shape 1036"/>
        <p:cNvGrpSpPr/>
        <p:nvPr/>
      </p:nvGrpSpPr>
      <p:grpSpPr>
        <a:xfrm>
          <a:off x="0" y="0"/>
          <a:ext cx="0" cy="0"/>
          <a:chOff x="0" y="0"/>
          <a:chExt cx="0" cy="0"/>
        </a:xfrm>
      </p:grpSpPr>
      <p:pic>
        <p:nvPicPr>
          <p:cNvPr id="1037" name="Google Shape;1037;p79"/>
          <p:cNvPicPr preferRelativeResize="0"/>
          <p:nvPr/>
        </p:nvPicPr>
        <p:blipFill rotWithShape="1">
          <a:blip r:embed="rId3">
            <a:alphaModFix/>
          </a:blip>
          <a:srcRect/>
          <a:stretch/>
        </p:blipFill>
        <p:spPr>
          <a:xfrm>
            <a:off x="3255962" y="0"/>
            <a:ext cx="5678487" cy="6857999"/>
          </a:xfrm>
          <a:prstGeom prst="rect">
            <a:avLst/>
          </a:prstGeom>
          <a:noFill/>
          <a:ln>
            <a:noFill/>
          </a:ln>
        </p:spPr>
      </p:pic>
      <p:sp>
        <p:nvSpPr>
          <p:cNvPr id="1038" name="Google Shape;1038;p79"/>
          <p:cNvSpPr txBox="1">
            <a:spLocks noGrp="1"/>
          </p:cNvSpPr>
          <p:nvPr>
            <p:ph type="title"/>
          </p:nvPr>
        </p:nvSpPr>
        <p:spPr>
          <a:xfrm>
            <a:off x="261620" y="114300"/>
            <a:ext cx="1763395" cy="69596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SzPts val="1400"/>
              <a:buNone/>
            </a:pPr>
            <a:r>
              <a:rPr lang="en-US" sz="4400"/>
              <a:t>3D data</a:t>
            </a:r>
            <a:endParaRPr sz="4400"/>
          </a:p>
        </p:txBody>
      </p:sp>
      <p:pic>
        <p:nvPicPr>
          <p:cNvPr id="1039" name="Google Shape;1039;p79"/>
          <p:cNvPicPr preferRelativeResize="0"/>
          <p:nvPr/>
        </p:nvPicPr>
        <p:blipFill rotWithShape="1">
          <a:blip r:embed="rId4">
            <a:alphaModFix/>
          </a:blip>
          <a:srcRect/>
          <a:stretch/>
        </p:blipFill>
        <p:spPr>
          <a:xfrm>
            <a:off x="10734473" y="0"/>
            <a:ext cx="1448025" cy="796414"/>
          </a:xfrm>
          <a:prstGeom prst="rect">
            <a:avLst/>
          </a:prstGeom>
          <a:noFill/>
          <a:ln>
            <a:noFill/>
          </a:ln>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78</a:t>
            </a:fld>
            <a:endParaRPr lang="en-US"/>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showMasterSp="0">
  <p:cSld>
    <p:spTree>
      <p:nvGrpSpPr>
        <p:cNvPr id="1" name="Shape 1043"/>
        <p:cNvGrpSpPr/>
        <p:nvPr/>
      </p:nvGrpSpPr>
      <p:grpSpPr>
        <a:xfrm>
          <a:off x="0" y="0"/>
          <a:ext cx="0" cy="0"/>
          <a:chOff x="0" y="0"/>
          <a:chExt cx="0" cy="0"/>
        </a:xfrm>
      </p:grpSpPr>
      <p:sp>
        <p:nvSpPr>
          <p:cNvPr id="1044" name="Google Shape;1044;p80"/>
          <p:cNvSpPr txBox="1">
            <a:spLocks noGrp="1"/>
          </p:cNvSpPr>
          <p:nvPr>
            <p:ph type="ctrTitle"/>
          </p:nvPr>
        </p:nvSpPr>
        <p:spPr>
          <a:xfrm>
            <a:off x="261620" y="139700"/>
            <a:ext cx="11668800" cy="247560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Clr>
                <a:schemeClr val="dk1"/>
              </a:buClr>
              <a:buSzPts val="1400"/>
              <a:buFont typeface="Arial"/>
              <a:buNone/>
            </a:pPr>
            <a:r>
              <a:rPr lang="en-US" sz="4400">
                <a:latin typeface="Arial"/>
                <a:ea typeface="Arial"/>
                <a:cs typeface="Arial"/>
                <a:sym typeface="Arial"/>
              </a:rPr>
              <a:t>3D convolution</a:t>
            </a:r>
            <a:endParaRPr sz="4400">
              <a:latin typeface="Arial"/>
              <a:ea typeface="Arial"/>
              <a:cs typeface="Arial"/>
              <a:sym typeface="Arial"/>
            </a:endParaRPr>
          </a:p>
          <a:p>
            <a:pPr marL="0" lvl="0" indent="0" algn="l" rtl="0">
              <a:lnSpc>
                <a:spcPct val="100000"/>
              </a:lnSpc>
              <a:spcBef>
                <a:spcPts val="0"/>
              </a:spcBef>
              <a:spcAft>
                <a:spcPts val="0"/>
              </a:spcAft>
              <a:buClr>
                <a:schemeClr val="dk1"/>
              </a:buClr>
              <a:buSzPts val="6600"/>
              <a:buFont typeface="Arial"/>
              <a:buNone/>
            </a:pPr>
            <a:endParaRPr sz="5000"/>
          </a:p>
          <a:p>
            <a:pPr marL="0" lvl="0" indent="0" algn="l" rtl="0">
              <a:lnSpc>
                <a:spcPct val="100000"/>
              </a:lnSpc>
              <a:spcBef>
                <a:spcPts val="0"/>
              </a:spcBef>
              <a:spcAft>
                <a:spcPts val="0"/>
              </a:spcAft>
              <a:buSzPts val="1400"/>
              <a:buNone/>
            </a:pPr>
            <a:endParaRPr/>
          </a:p>
        </p:txBody>
      </p:sp>
      <p:pic>
        <p:nvPicPr>
          <p:cNvPr id="1045" name="Google Shape;1045;p80"/>
          <p:cNvPicPr preferRelativeResize="0"/>
          <p:nvPr/>
        </p:nvPicPr>
        <p:blipFill rotWithShape="1">
          <a:blip r:embed="rId3">
            <a:alphaModFix/>
          </a:blip>
          <a:srcRect/>
          <a:stretch/>
        </p:blipFill>
        <p:spPr>
          <a:xfrm>
            <a:off x="10734473" y="0"/>
            <a:ext cx="1448025" cy="796414"/>
          </a:xfrm>
          <a:prstGeom prst="rect">
            <a:avLst/>
          </a:prstGeom>
          <a:noFill/>
          <a:ln>
            <a:noFill/>
          </a:ln>
        </p:spPr>
      </p:pic>
      <p:sp>
        <p:nvSpPr>
          <p:cNvPr id="1046" name="Google Shape;1046;p80"/>
          <p:cNvSpPr txBox="1"/>
          <p:nvPr/>
        </p:nvSpPr>
        <p:spPr>
          <a:xfrm>
            <a:off x="454224" y="1516050"/>
            <a:ext cx="11213167" cy="1292631"/>
          </a:xfrm>
          <a:prstGeom prst="rect">
            <a:avLst/>
          </a:prstGeom>
          <a:noFill/>
          <a:ln>
            <a:noFill/>
          </a:ln>
        </p:spPr>
        <p:txBody>
          <a:bodyPr spcFirstLastPara="1" wrap="square" lIns="91425" tIns="91425" rIns="91425" bIns="91425" anchor="t" anchorCtr="0">
            <a:spAutoFit/>
          </a:bodyPr>
          <a:lstStyle/>
          <a:p>
            <a:pPr marL="457200" marR="0" lvl="0" indent="-381000" algn="l" rtl="0">
              <a:lnSpc>
                <a:spcPct val="100000"/>
              </a:lnSpc>
              <a:spcBef>
                <a:spcPts val="0"/>
              </a:spcBef>
              <a:spcAft>
                <a:spcPts val="0"/>
              </a:spcAft>
              <a:buClr>
                <a:srgbClr val="000000"/>
              </a:buClr>
              <a:buSzPts val="2400"/>
              <a:buFont typeface="Arial"/>
              <a:buChar char="●"/>
            </a:pPr>
            <a:r>
              <a:rPr lang="en-US" sz="2400" dirty="0"/>
              <a:t>M</a:t>
            </a:r>
            <a:r>
              <a:rPr lang="en-US" sz="2400" b="0" i="0" u="none" strike="noStrike" cap="none" dirty="0" smtClean="0">
                <a:solidFill>
                  <a:srgbClr val="000000"/>
                </a:solidFill>
                <a:latin typeface="Arial"/>
                <a:ea typeface="Arial"/>
                <a:cs typeface="Arial"/>
                <a:sym typeface="Arial"/>
              </a:rPr>
              <a:t>ovie </a:t>
            </a:r>
            <a:r>
              <a:rPr lang="en-US" sz="2400" b="0" i="0" u="none" strike="noStrike" cap="none" dirty="0">
                <a:solidFill>
                  <a:srgbClr val="000000"/>
                </a:solidFill>
                <a:latin typeface="Arial"/>
                <a:ea typeface="Arial"/>
                <a:cs typeface="Arial"/>
                <a:sym typeface="Arial"/>
              </a:rPr>
              <a:t>data can be treated as a 3D volume, where the different slices are different slices in time through the movie, and </a:t>
            </a:r>
            <a:r>
              <a:rPr lang="en-US" sz="2400" b="0" i="0" u="none" strike="noStrike" cap="none" dirty="0" err="1">
                <a:solidFill>
                  <a:srgbClr val="000000"/>
                </a:solidFill>
                <a:latin typeface="Arial"/>
                <a:ea typeface="Arial"/>
                <a:cs typeface="Arial"/>
                <a:sym typeface="Arial"/>
              </a:rPr>
              <a:t>ConvNets</a:t>
            </a:r>
            <a:r>
              <a:rPr lang="en-US" sz="2400" b="0" i="0" u="none" strike="noStrike" cap="none" dirty="0">
                <a:solidFill>
                  <a:srgbClr val="000000"/>
                </a:solidFill>
                <a:latin typeface="Arial"/>
                <a:ea typeface="Arial"/>
                <a:cs typeface="Arial"/>
                <a:sym typeface="Arial"/>
              </a:rPr>
              <a:t> can be used to detect motion or people taking actions in </a:t>
            </a:r>
            <a:r>
              <a:rPr lang="en-US" sz="2400" b="0" i="0" u="none" strike="noStrike" cap="none">
                <a:solidFill>
                  <a:srgbClr val="000000"/>
                </a:solidFill>
                <a:latin typeface="Arial"/>
                <a:ea typeface="Arial"/>
                <a:cs typeface="Arial"/>
                <a:sym typeface="Arial"/>
              </a:rPr>
              <a:t>movies</a:t>
            </a:r>
            <a:r>
              <a:rPr lang="en-US" sz="2400" b="0" i="0" u="none" strike="noStrike" cap="none" smtClean="0">
                <a:solidFill>
                  <a:srgbClr val="000000"/>
                </a:solidFill>
                <a:latin typeface="Arial"/>
                <a:ea typeface="Arial"/>
                <a:cs typeface="Arial"/>
                <a:sym typeface="Arial"/>
              </a:rPr>
              <a:t>.</a:t>
            </a:r>
            <a:endParaRPr sz="2400" b="0" i="0" u="none" strike="noStrike" cap="none" dirty="0">
              <a:solidFill>
                <a:srgbClr val="000000"/>
              </a:solidFill>
              <a:latin typeface="Arial"/>
              <a:ea typeface="Arial"/>
              <a:cs typeface="Arial"/>
              <a:sym typeface="Arial"/>
            </a:endParaRPr>
          </a:p>
        </p:txBody>
      </p:sp>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79</a:t>
            </a:fld>
            <a:endParaRPr lang="en-US"/>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showMasterSp="0">
  <p:cSld>
    <p:spTree>
      <p:nvGrpSpPr>
        <p:cNvPr id="1" name="Shape 1050"/>
        <p:cNvGrpSpPr/>
        <p:nvPr/>
      </p:nvGrpSpPr>
      <p:grpSpPr>
        <a:xfrm>
          <a:off x="0" y="0"/>
          <a:ext cx="0" cy="0"/>
          <a:chOff x="0" y="0"/>
          <a:chExt cx="0" cy="0"/>
        </a:xfrm>
      </p:grpSpPr>
      <p:sp>
        <p:nvSpPr>
          <p:cNvPr id="1051" name="Google Shape;1051;p81"/>
          <p:cNvSpPr txBox="1">
            <a:spLocks noGrp="1"/>
          </p:cNvSpPr>
          <p:nvPr>
            <p:ph type="ctrTitle"/>
          </p:nvPr>
        </p:nvSpPr>
        <p:spPr>
          <a:xfrm>
            <a:off x="261620" y="139700"/>
            <a:ext cx="11668800" cy="69000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SzPts val="1400"/>
              <a:buNone/>
            </a:pPr>
            <a:r>
              <a:rPr lang="en-US" sz="4400">
                <a:latin typeface="Arial"/>
                <a:ea typeface="Arial"/>
                <a:cs typeface="Arial"/>
                <a:sym typeface="Arial"/>
              </a:rPr>
              <a:t>3D convolution</a:t>
            </a:r>
            <a:endParaRPr sz="4400">
              <a:latin typeface="Arial"/>
              <a:ea typeface="Arial"/>
              <a:cs typeface="Arial"/>
              <a:sym typeface="Arial"/>
            </a:endParaRPr>
          </a:p>
        </p:txBody>
      </p:sp>
      <p:sp>
        <p:nvSpPr>
          <p:cNvPr id="1052" name="Google Shape;1052;p81"/>
          <p:cNvSpPr txBox="1">
            <a:spLocks noGrp="1"/>
          </p:cNvSpPr>
          <p:nvPr>
            <p:ph type="subTitle" idx="1"/>
          </p:nvPr>
        </p:nvSpPr>
        <p:spPr>
          <a:xfrm>
            <a:off x="6086668" y="1876958"/>
            <a:ext cx="5495732" cy="2000548"/>
          </a:xfrm>
          <a:prstGeom prst="rect">
            <a:avLst/>
          </a:prstGeom>
          <a:noFill/>
          <a:ln>
            <a:noFill/>
          </a:ln>
        </p:spPr>
        <p:txBody>
          <a:bodyPr spcFirstLastPara="1" wrap="square" lIns="0" tIns="0" rIns="0" bIns="0" anchor="t" anchorCtr="0">
            <a:spAutoFit/>
          </a:bodyPr>
          <a:lstStyle/>
          <a:p>
            <a:pPr marL="0" lvl="0" indent="0" algn="l" rtl="0">
              <a:lnSpc>
                <a:spcPct val="100000"/>
              </a:lnSpc>
              <a:spcBef>
                <a:spcPts val="0"/>
              </a:spcBef>
              <a:spcAft>
                <a:spcPts val="0"/>
              </a:spcAft>
              <a:buSzPts val="1400"/>
              <a:buNone/>
            </a:pPr>
            <a:r>
              <a:rPr lang="en-US" sz="2800"/>
              <a:t>14 x 14 x 14 x 1 * 5 x 5 x 5 x 1 </a:t>
            </a:r>
            <a:endParaRPr/>
          </a:p>
          <a:p>
            <a:pPr marL="0" lvl="0" indent="0" algn="l" rtl="0">
              <a:lnSpc>
                <a:spcPct val="100000"/>
              </a:lnSpc>
              <a:spcBef>
                <a:spcPts val="0"/>
              </a:spcBef>
              <a:spcAft>
                <a:spcPts val="0"/>
              </a:spcAft>
              <a:buSzPts val="1400"/>
              <a:buNone/>
            </a:pPr>
            <a:r>
              <a:rPr lang="en-US" sz="2800"/>
              <a:t>&gt;&gt;&gt;&gt;&gt; 10 x 10 x 10 x 16  ( 16 filter )</a:t>
            </a:r>
            <a:endParaRPr/>
          </a:p>
          <a:p>
            <a:pPr marL="285750" lvl="0" indent="-285750" algn="l" rtl="0">
              <a:lnSpc>
                <a:spcPct val="100000"/>
              </a:lnSpc>
              <a:spcBef>
                <a:spcPts val="0"/>
              </a:spcBef>
              <a:spcAft>
                <a:spcPts val="0"/>
              </a:spcAft>
              <a:buClr>
                <a:schemeClr val="dk1"/>
              </a:buClr>
              <a:buSzPts val="2800"/>
              <a:buFont typeface="Arial"/>
              <a:buChar char="•"/>
            </a:pPr>
            <a:r>
              <a:rPr lang="en-US" sz="2800"/>
              <a:t>5 x 5 x 5 x 16 </a:t>
            </a:r>
            <a:endParaRPr/>
          </a:p>
          <a:p>
            <a:pPr marL="0" lvl="0" indent="0" algn="l" rtl="0">
              <a:lnSpc>
                <a:spcPct val="100000"/>
              </a:lnSpc>
              <a:spcBef>
                <a:spcPts val="0"/>
              </a:spcBef>
              <a:spcAft>
                <a:spcPts val="0"/>
              </a:spcAft>
              <a:buSzPts val="1400"/>
              <a:buNone/>
            </a:pPr>
            <a:r>
              <a:rPr lang="en-US" sz="2800"/>
              <a:t>&gt;&gt;&gt;&gt;&gt; 6 x 6 x 6 x 32 ( 32 filter ) </a:t>
            </a:r>
            <a:endParaRPr/>
          </a:p>
          <a:p>
            <a:pPr marL="0" lvl="0" indent="0" algn="l" rtl="0">
              <a:lnSpc>
                <a:spcPct val="100000"/>
              </a:lnSpc>
              <a:spcBef>
                <a:spcPts val="0"/>
              </a:spcBef>
              <a:spcAft>
                <a:spcPts val="0"/>
              </a:spcAft>
              <a:buSzPts val="1400"/>
              <a:buNone/>
            </a:pPr>
            <a:endParaRPr/>
          </a:p>
        </p:txBody>
      </p:sp>
      <p:grpSp>
        <p:nvGrpSpPr>
          <p:cNvPr id="1053" name="Google Shape;1053;p81"/>
          <p:cNvGrpSpPr/>
          <p:nvPr/>
        </p:nvGrpSpPr>
        <p:grpSpPr>
          <a:xfrm>
            <a:off x="4449101" y="1876958"/>
            <a:ext cx="637540" cy="657860"/>
            <a:chOff x="4449101" y="1876958"/>
            <a:chExt cx="637540" cy="657860"/>
          </a:xfrm>
        </p:grpSpPr>
        <p:sp>
          <p:nvSpPr>
            <p:cNvPr id="1054" name="Google Shape;1054;p81"/>
            <p:cNvSpPr/>
            <p:nvPr/>
          </p:nvSpPr>
          <p:spPr>
            <a:xfrm>
              <a:off x="4449101" y="2036216"/>
              <a:ext cx="478155" cy="498475"/>
            </a:xfrm>
            <a:custGeom>
              <a:avLst/>
              <a:gdLst/>
              <a:ahLst/>
              <a:cxnLst/>
              <a:rect l="l" t="t" r="r" b="b"/>
              <a:pathLst>
                <a:path w="478154" h="498475" extrusionOk="0">
                  <a:moveTo>
                    <a:pt x="477748" y="0"/>
                  </a:moveTo>
                  <a:lnTo>
                    <a:pt x="0" y="0"/>
                  </a:lnTo>
                  <a:lnTo>
                    <a:pt x="0" y="498297"/>
                  </a:lnTo>
                  <a:lnTo>
                    <a:pt x="477748" y="498297"/>
                  </a:lnTo>
                  <a:lnTo>
                    <a:pt x="477748" y="0"/>
                  </a:lnTo>
                  <a:close/>
                </a:path>
              </a:pathLst>
            </a:custGeom>
            <a:solidFill>
              <a:srgbClr val="4472C4"/>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55" name="Google Shape;1055;p81"/>
            <p:cNvSpPr/>
            <p:nvPr/>
          </p:nvSpPr>
          <p:spPr>
            <a:xfrm>
              <a:off x="4926850" y="1876958"/>
              <a:ext cx="159385" cy="657860"/>
            </a:xfrm>
            <a:custGeom>
              <a:avLst/>
              <a:gdLst/>
              <a:ahLst/>
              <a:cxnLst/>
              <a:rect l="l" t="t" r="r" b="b"/>
              <a:pathLst>
                <a:path w="159385" h="657860" extrusionOk="0">
                  <a:moveTo>
                    <a:pt x="159258" y="0"/>
                  </a:moveTo>
                  <a:lnTo>
                    <a:pt x="0" y="159258"/>
                  </a:lnTo>
                  <a:lnTo>
                    <a:pt x="0" y="657555"/>
                  </a:lnTo>
                  <a:lnTo>
                    <a:pt x="159258" y="498297"/>
                  </a:lnTo>
                  <a:lnTo>
                    <a:pt x="159258" y="0"/>
                  </a:lnTo>
                  <a:close/>
                </a:path>
              </a:pathLst>
            </a:custGeom>
            <a:solidFill>
              <a:srgbClr val="375C9E"/>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56" name="Google Shape;1056;p81"/>
            <p:cNvSpPr/>
            <p:nvPr/>
          </p:nvSpPr>
          <p:spPr>
            <a:xfrm>
              <a:off x="4449101" y="1876958"/>
              <a:ext cx="637540" cy="159385"/>
            </a:xfrm>
            <a:custGeom>
              <a:avLst/>
              <a:gdLst/>
              <a:ahLst/>
              <a:cxnLst/>
              <a:rect l="l" t="t" r="r" b="b"/>
              <a:pathLst>
                <a:path w="637539" h="159385" extrusionOk="0">
                  <a:moveTo>
                    <a:pt x="637006" y="0"/>
                  </a:moveTo>
                  <a:lnTo>
                    <a:pt x="159258" y="0"/>
                  </a:lnTo>
                  <a:lnTo>
                    <a:pt x="0" y="159258"/>
                  </a:lnTo>
                  <a:lnTo>
                    <a:pt x="477748" y="159258"/>
                  </a:lnTo>
                  <a:lnTo>
                    <a:pt x="637006" y="0"/>
                  </a:lnTo>
                  <a:close/>
                </a:path>
              </a:pathLst>
            </a:custGeom>
            <a:solidFill>
              <a:srgbClr val="698ED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57" name="Google Shape;1057;p81"/>
            <p:cNvSpPr/>
            <p:nvPr/>
          </p:nvSpPr>
          <p:spPr>
            <a:xfrm>
              <a:off x="4449101" y="1876958"/>
              <a:ext cx="636905" cy="657225"/>
            </a:xfrm>
            <a:custGeom>
              <a:avLst/>
              <a:gdLst/>
              <a:ahLst/>
              <a:cxnLst/>
              <a:rect l="l" t="t" r="r" b="b"/>
              <a:pathLst>
                <a:path w="636904" h="657225" extrusionOk="0">
                  <a:moveTo>
                    <a:pt x="0" y="159167"/>
                  </a:moveTo>
                  <a:lnTo>
                    <a:pt x="159167" y="0"/>
                  </a:lnTo>
                  <a:lnTo>
                    <a:pt x="636672" y="0"/>
                  </a:lnTo>
                  <a:lnTo>
                    <a:pt x="636672" y="498042"/>
                  </a:lnTo>
                  <a:lnTo>
                    <a:pt x="477504" y="657210"/>
                  </a:lnTo>
                  <a:lnTo>
                    <a:pt x="0" y="657210"/>
                  </a:lnTo>
                  <a:lnTo>
                    <a:pt x="0" y="159167"/>
                  </a:lnTo>
                  <a:close/>
                </a:path>
                <a:path w="636904" h="657225" extrusionOk="0">
                  <a:moveTo>
                    <a:pt x="0" y="159167"/>
                  </a:moveTo>
                  <a:lnTo>
                    <a:pt x="477504" y="159167"/>
                  </a:lnTo>
                  <a:lnTo>
                    <a:pt x="636672" y="0"/>
                  </a:lnTo>
                </a:path>
                <a:path w="636904" h="657225" extrusionOk="0">
                  <a:moveTo>
                    <a:pt x="477504" y="159167"/>
                  </a:moveTo>
                  <a:lnTo>
                    <a:pt x="477504" y="657210"/>
                  </a:lnTo>
                </a:path>
              </a:pathLst>
            </a:custGeom>
            <a:noFill/>
            <a:ln w="12675" cap="flat" cmpd="sng">
              <a:solidFill>
                <a:srgbClr val="2F528F"/>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sp>
        <p:nvSpPr>
          <p:cNvPr id="1058" name="Google Shape;1058;p81"/>
          <p:cNvSpPr txBox="1"/>
          <p:nvPr/>
        </p:nvSpPr>
        <p:spPr>
          <a:xfrm>
            <a:off x="1212466" y="1838858"/>
            <a:ext cx="4156075" cy="1883410"/>
          </a:xfrm>
          <a:prstGeom prst="rect">
            <a:avLst/>
          </a:prstGeom>
          <a:noFill/>
          <a:ln>
            <a:noFill/>
          </a:ln>
        </p:spPr>
        <p:txBody>
          <a:bodyPr spcFirstLastPara="1" wrap="square" lIns="0" tIns="12700" rIns="0" bIns="0" anchor="t" anchorCtr="0">
            <a:spAutoFit/>
          </a:bodyPr>
          <a:lstStyle/>
          <a:p>
            <a:pPr marL="1122680" marR="0" lvl="0" indent="0" algn="ctr" rtl="0">
              <a:lnSpc>
                <a:spcPct val="100000"/>
              </a:lnSpc>
              <a:spcBef>
                <a:spcPts val="0"/>
              </a:spcBef>
              <a:spcAft>
                <a:spcPts val="0"/>
              </a:spcAft>
              <a:buClr>
                <a:srgbClr val="000000"/>
              </a:buClr>
              <a:buSzPts val="3200"/>
              <a:buFont typeface="Arial"/>
              <a:buNone/>
            </a:pPr>
            <a:r>
              <a:rPr lang="en-US" sz="3200" b="0" i="0" u="none" strike="noStrike" cap="none">
                <a:solidFill>
                  <a:srgbClr val="000000"/>
                </a:solidFill>
                <a:latin typeface="Cambria Math"/>
                <a:ea typeface="Cambria Math"/>
                <a:cs typeface="Cambria Math"/>
                <a:sym typeface="Cambria Math"/>
              </a:rPr>
              <a:t>∗</a:t>
            </a:r>
            <a:endParaRPr sz="3200" b="0" i="0" u="none" strike="noStrike" cap="none">
              <a:solidFill>
                <a:srgbClr val="000000"/>
              </a:solidFill>
              <a:latin typeface="Cambria Math"/>
              <a:ea typeface="Cambria Math"/>
              <a:cs typeface="Cambria Math"/>
              <a:sym typeface="Cambria Math"/>
            </a:endParaRPr>
          </a:p>
          <a:p>
            <a:pPr marL="0" marR="5080" lvl="0" indent="0" algn="r" rtl="0">
              <a:lnSpc>
                <a:spcPct val="100000"/>
              </a:lnSpc>
              <a:spcBef>
                <a:spcPts val="2980"/>
              </a:spcBef>
              <a:spcAft>
                <a:spcPts val="0"/>
              </a:spcAft>
              <a:buClr>
                <a:srgbClr val="000000"/>
              </a:buClr>
              <a:buSzPts val="2400"/>
              <a:buFont typeface="Arial"/>
              <a:buNone/>
            </a:pPr>
            <a:r>
              <a:rPr lang="en-US" sz="2400" b="0" i="0" u="none" strike="noStrike" cap="none">
                <a:solidFill>
                  <a:srgbClr val="000000"/>
                </a:solidFill>
                <a:latin typeface="Cambria"/>
                <a:ea typeface="Cambria"/>
                <a:cs typeface="Cambria"/>
                <a:sym typeface="Cambria"/>
              </a:rPr>
              <a:t>3D filter</a:t>
            </a:r>
            <a:endParaRPr sz="2400" b="0" i="0" u="none" strike="noStrike" cap="none">
              <a:solidFill>
                <a:srgbClr val="000000"/>
              </a:solidFill>
              <a:latin typeface="Cambria"/>
              <a:ea typeface="Cambria"/>
              <a:cs typeface="Cambria"/>
              <a:sym typeface="Cambria"/>
            </a:endParaRPr>
          </a:p>
          <a:p>
            <a:pPr marL="12700" marR="0" lvl="0" indent="0" algn="l" rtl="0">
              <a:lnSpc>
                <a:spcPct val="100000"/>
              </a:lnSpc>
              <a:spcBef>
                <a:spcPts val="2045"/>
              </a:spcBef>
              <a:spcAft>
                <a:spcPts val="0"/>
              </a:spcAft>
              <a:buClr>
                <a:srgbClr val="000000"/>
              </a:buClr>
              <a:buSzPts val="2400"/>
              <a:buFont typeface="Arial"/>
              <a:buNone/>
            </a:pPr>
            <a:r>
              <a:rPr lang="en-US" sz="2400" b="0" i="0" u="none" strike="noStrike" cap="none">
                <a:solidFill>
                  <a:srgbClr val="000000"/>
                </a:solidFill>
                <a:latin typeface="Cambria"/>
                <a:ea typeface="Cambria"/>
                <a:cs typeface="Cambria"/>
                <a:sym typeface="Cambria"/>
              </a:rPr>
              <a:t>3D volume</a:t>
            </a:r>
            <a:endParaRPr sz="2400" b="0" i="0" u="none" strike="noStrike" cap="none">
              <a:solidFill>
                <a:srgbClr val="000000"/>
              </a:solidFill>
              <a:latin typeface="Cambria"/>
              <a:ea typeface="Cambria"/>
              <a:cs typeface="Cambria"/>
              <a:sym typeface="Cambria"/>
            </a:endParaRPr>
          </a:p>
        </p:txBody>
      </p:sp>
      <p:grpSp>
        <p:nvGrpSpPr>
          <p:cNvPr id="1059" name="Google Shape;1059;p81"/>
          <p:cNvGrpSpPr/>
          <p:nvPr/>
        </p:nvGrpSpPr>
        <p:grpSpPr>
          <a:xfrm>
            <a:off x="1149756" y="1343342"/>
            <a:ext cx="1984379" cy="1790700"/>
            <a:chOff x="1149756" y="1343342"/>
            <a:chExt cx="1984379" cy="1790700"/>
          </a:xfrm>
        </p:grpSpPr>
        <p:sp>
          <p:nvSpPr>
            <p:cNvPr id="1060" name="Google Shape;1060;p81"/>
            <p:cNvSpPr/>
            <p:nvPr/>
          </p:nvSpPr>
          <p:spPr>
            <a:xfrm>
              <a:off x="1149756" y="1790966"/>
              <a:ext cx="1536700" cy="1343025"/>
            </a:xfrm>
            <a:custGeom>
              <a:avLst/>
              <a:gdLst/>
              <a:ahLst/>
              <a:cxnLst/>
              <a:rect l="l" t="t" r="r" b="b"/>
              <a:pathLst>
                <a:path w="1536700" h="1343025" extrusionOk="0">
                  <a:moveTo>
                    <a:pt x="1536585" y="0"/>
                  </a:moveTo>
                  <a:lnTo>
                    <a:pt x="0" y="0"/>
                  </a:lnTo>
                  <a:lnTo>
                    <a:pt x="0" y="1342885"/>
                  </a:lnTo>
                  <a:lnTo>
                    <a:pt x="1536585" y="1342885"/>
                  </a:lnTo>
                  <a:lnTo>
                    <a:pt x="1536585" y="0"/>
                  </a:lnTo>
                  <a:close/>
                </a:path>
              </a:pathLst>
            </a:custGeom>
            <a:solidFill>
              <a:srgbClr val="4472C4"/>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61" name="Google Shape;1061;p81"/>
            <p:cNvSpPr/>
            <p:nvPr/>
          </p:nvSpPr>
          <p:spPr>
            <a:xfrm>
              <a:off x="2686342" y="1343342"/>
              <a:ext cx="447675" cy="1790700"/>
            </a:xfrm>
            <a:custGeom>
              <a:avLst/>
              <a:gdLst/>
              <a:ahLst/>
              <a:cxnLst/>
              <a:rect l="l" t="t" r="r" b="b"/>
              <a:pathLst>
                <a:path w="447675" h="1790700" extrusionOk="0">
                  <a:moveTo>
                    <a:pt x="447624" y="0"/>
                  </a:moveTo>
                  <a:lnTo>
                    <a:pt x="0" y="447624"/>
                  </a:lnTo>
                  <a:lnTo>
                    <a:pt x="0" y="1790509"/>
                  </a:lnTo>
                  <a:lnTo>
                    <a:pt x="447624" y="1342885"/>
                  </a:lnTo>
                  <a:lnTo>
                    <a:pt x="447624" y="0"/>
                  </a:lnTo>
                  <a:close/>
                </a:path>
              </a:pathLst>
            </a:custGeom>
            <a:solidFill>
              <a:srgbClr val="375C9E"/>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62" name="Google Shape;1062;p81"/>
            <p:cNvSpPr/>
            <p:nvPr/>
          </p:nvSpPr>
          <p:spPr>
            <a:xfrm>
              <a:off x="1149760" y="1343342"/>
              <a:ext cx="1984375" cy="447675"/>
            </a:xfrm>
            <a:custGeom>
              <a:avLst/>
              <a:gdLst/>
              <a:ahLst/>
              <a:cxnLst/>
              <a:rect l="l" t="t" r="r" b="b"/>
              <a:pathLst>
                <a:path w="1984375" h="447675" extrusionOk="0">
                  <a:moveTo>
                    <a:pt x="1984209" y="0"/>
                  </a:moveTo>
                  <a:lnTo>
                    <a:pt x="447636" y="0"/>
                  </a:lnTo>
                  <a:lnTo>
                    <a:pt x="0" y="447624"/>
                  </a:lnTo>
                  <a:lnTo>
                    <a:pt x="1536585" y="447624"/>
                  </a:lnTo>
                  <a:lnTo>
                    <a:pt x="1984209" y="0"/>
                  </a:lnTo>
                  <a:close/>
                </a:path>
              </a:pathLst>
            </a:custGeom>
            <a:solidFill>
              <a:srgbClr val="698ED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63" name="Google Shape;1063;p81"/>
            <p:cNvSpPr/>
            <p:nvPr/>
          </p:nvSpPr>
          <p:spPr>
            <a:xfrm>
              <a:off x="1149760" y="1343342"/>
              <a:ext cx="1983739" cy="1790064"/>
            </a:xfrm>
            <a:custGeom>
              <a:avLst/>
              <a:gdLst/>
              <a:ahLst/>
              <a:cxnLst/>
              <a:rect l="l" t="t" r="r" b="b"/>
              <a:pathLst>
                <a:path w="1983739" h="1790064" extrusionOk="0">
                  <a:moveTo>
                    <a:pt x="0" y="447401"/>
                  </a:moveTo>
                  <a:lnTo>
                    <a:pt x="447401" y="0"/>
                  </a:lnTo>
                  <a:lnTo>
                    <a:pt x="1983198" y="0"/>
                  </a:lnTo>
                  <a:lnTo>
                    <a:pt x="1983198" y="1342205"/>
                  </a:lnTo>
                  <a:lnTo>
                    <a:pt x="1535796" y="1789606"/>
                  </a:lnTo>
                  <a:lnTo>
                    <a:pt x="0" y="1789606"/>
                  </a:lnTo>
                  <a:lnTo>
                    <a:pt x="0" y="447401"/>
                  </a:lnTo>
                  <a:close/>
                </a:path>
                <a:path w="1983739" h="1790064" extrusionOk="0">
                  <a:moveTo>
                    <a:pt x="0" y="447401"/>
                  </a:moveTo>
                  <a:lnTo>
                    <a:pt x="1535796" y="447401"/>
                  </a:lnTo>
                  <a:lnTo>
                    <a:pt x="1983198" y="0"/>
                  </a:lnTo>
                </a:path>
                <a:path w="1983739" h="1790064" extrusionOk="0">
                  <a:moveTo>
                    <a:pt x="1535796" y="447401"/>
                  </a:moveTo>
                  <a:lnTo>
                    <a:pt x="1535796" y="1789606"/>
                  </a:lnTo>
                </a:path>
              </a:pathLst>
            </a:custGeom>
            <a:noFill/>
            <a:ln w="12675" cap="flat" cmpd="sng">
              <a:solidFill>
                <a:srgbClr val="2F528F"/>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pic>
        <p:nvPicPr>
          <p:cNvPr id="1064" name="Google Shape;1064;p81"/>
          <p:cNvPicPr preferRelativeResize="0"/>
          <p:nvPr/>
        </p:nvPicPr>
        <p:blipFill rotWithShape="1">
          <a:blip r:embed="rId3">
            <a:alphaModFix/>
          </a:blip>
          <a:srcRect/>
          <a:stretch/>
        </p:blipFill>
        <p:spPr>
          <a:xfrm>
            <a:off x="10734473" y="0"/>
            <a:ext cx="1448025" cy="796414"/>
          </a:xfrm>
          <a:prstGeom prst="rect">
            <a:avLst/>
          </a:prstGeom>
          <a:noFill/>
          <a:ln>
            <a:noFill/>
          </a:ln>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80</a:t>
            </a:fld>
            <a:endParaRPr lang="en-US"/>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Shape 446"/>
        <p:cNvGrpSpPr/>
        <p:nvPr/>
      </p:nvGrpSpPr>
      <p:grpSpPr>
        <a:xfrm>
          <a:off x="0" y="0"/>
          <a:ext cx="0" cy="0"/>
          <a:chOff x="0" y="0"/>
          <a:chExt cx="0" cy="0"/>
        </a:xfrm>
      </p:grpSpPr>
      <p:pic>
        <p:nvPicPr>
          <p:cNvPr id="449" name="Google Shape;449;p49"/>
          <p:cNvPicPr preferRelativeResize="0"/>
          <p:nvPr/>
        </p:nvPicPr>
        <p:blipFill rotWithShape="1">
          <a:blip r:embed="rId3">
            <a:alphaModFix/>
          </a:blip>
          <a:srcRect/>
          <a:stretch/>
        </p:blipFill>
        <p:spPr>
          <a:xfrm>
            <a:off x="10188772" y="403412"/>
            <a:ext cx="1277669" cy="702718"/>
          </a:xfrm>
          <a:prstGeom prst="rect">
            <a:avLst/>
          </a:prstGeom>
          <a:noFill/>
          <a:ln>
            <a:noFill/>
          </a:ln>
        </p:spPr>
      </p:pic>
      <p:sp>
        <p:nvSpPr>
          <p:cNvPr id="5" name="Google Shape;49;g2019cdaf7c5_1_4"/>
          <p:cNvSpPr txBox="1">
            <a:spLocks/>
          </p:cNvSpPr>
          <p:nvPr/>
        </p:nvSpPr>
        <p:spPr>
          <a:xfrm>
            <a:off x="1648562" y="521655"/>
            <a:ext cx="9376941" cy="645369"/>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60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marL="96376" marR="24654" indent="-85730" algn="ctr">
              <a:lnSpc>
                <a:spcPct val="108333"/>
              </a:lnSpc>
              <a:defRPr/>
            </a:pPr>
            <a:r>
              <a:rPr lang="en-US" sz="3883" dirty="0">
                <a:solidFill>
                  <a:srgbClr val="000000"/>
                </a:solidFill>
                <a:latin typeface="Arial"/>
                <a:sym typeface="Trebuchet MS"/>
              </a:rPr>
              <a:t>Summarization</a:t>
            </a:r>
            <a:endParaRPr lang="en-US" sz="3883" dirty="0">
              <a:solidFill>
                <a:srgbClr val="000000"/>
              </a:solidFill>
              <a:latin typeface="Arial"/>
            </a:endParaRPr>
          </a:p>
        </p:txBody>
      </p:sp>
      <p:sp>
        <p:nvSpPr>
          <p:cNvPr id="8" name="Google Shape;316;p36"/>
          <p:cNvSpPr txBox="1"/>
          <p:nvPr/>
        </p:nvSpPr>
        <p:spPr>
          <a:xfrm>
            <a:off x="1002152" y="1285267"/>
            <a:ext cx="10248209" cy="5278958"/>
          </a:xfrm>
          <a:prstGeom prst="rect">
            <a:avLst/>
          </a:prstGeom>
          <a:noFill/>
          <a:ln>
            <a:noFill/>
          </a:ln>
        </p:spPr>
        <p:txBody>
          <a:bodyPr spcFirstLastPara="1" wrap="square" lIns="0" tIns="5029" rIns="0" bIns="0" anchor="t" anchorCtr="0">
            <a:spAutoFit/>
          </a:bodyPr>
          <a:lstStyle/>
          <a:p>
            <a:pPr marL="313781" marR="4483" indent="-302575">
              <a:lnSpc>
                <a:spcPct val="101800"/>
              </a:lnSpc>
              <a:buSzPts val="2400"/>
              <a:buFont typeface="Arial" panose="020B0604020202020204" pitchFamily="34" charset="0"/>
              <a:buChar char="•"/>
            </a:pPr>
            <a:r>
              <a:rPr lang="en-US" sz="2400" dirty="0">
                <a:ea typeface="Century Schoolbook"/>
                <a:cs typeface="Century Schoolbook"/>
                <a:sym typeface="Century Schoolbook"/>
              </a:rPr>
              <a:t>Face recognition identifies individuals based on facial features. </a:t>
            </a:r>
            <a:endParaRPr lang="en-US" sz="2400" dirty="0" smtClean="0">
              <a:ea typeface="Century Schoolbook"/>
              <a:cs typeface="Century Schoolbook"/>
              <a:sym typeface="Century Schoolbook"/>
            </a:endParaRPr>
          </a:p>
          <a:p>
            <a:pPr marL="313781" marR="4483" indent="-302575">
              <a:lnSpc>
                <a:spcPct val="101800"/>
              </a:lnSpc>
              <a:buSzPts val="2400"/>
              <a:buFont typeface="Arial" panose="020B0604020202020204" pitchFamily="34" charset="0"/>
              <a:buChar char="•"/>
            </a:pPr>
            <a:r>
              <a:rPr lang="en-US" sz="2400" dirty="0" smtClean="0">
                <a:ea typeface="Century Schoolbook"/>
                <a:cs typeface="Century Schoolbook"/>
                <a:sym typeface="Century Schoolbook"/>
              </a:rPr>
              <a:t>One-shot </a:t>
            </a:r>
            <a:r>
              <a:rPr lang="en-US" sz="2400" dirty="0">
                <a:ea typeface="Century Schoolbook"/>
                <a:cs typeface="Century Schoolbook"/>
                <a:sym typeface="Century Schoolbook"/>
              </a:rPr>
              <a:t>learning classifies objects with minimal examples. </a:t>
            </a:r>
            <a:endParaRPr lang="en-US" sz="2400" dirty="0" smtClean="0">
              <a:ea typeface="Century Schoolbook"/>
              <a:cs typeface="Century Schoolbook"/>
              <a:sym typeface="Century Schoolbook"/>
            </a:endParaRPr>
          </a:p>
          <a:p>
            <a:pPr marL="313781" marR="4483" indent="-302575">
              <a:lnSpc>
                <a:spcPct val="101800"/>
              </a:lnSpc>
              <a:buSzPts val="2400"/>
              <a:buFont typeface="Arial" panose="020B0604020202020204" pitchFamily="34" charset="0"/>
              <a:buChar char="•"/>
            </a:pPr>
            <a:r>
              <a:rPr lang="en-US" sz="2400" dirty="0" smtClean="0">
                <a:ea typeface="Century Schoolbook"/>
                <a:cs typeface="Century Schoolbook"/>
                <a:sym typeface="Century Schoolbook"/>
              </a:rPr>
              <a:t>Siamese </a:t>
            </a:r>
            <a:r>
              <a:rPr lang="en-US" sz="2400" dirty="0">
                <a:ea typeface="Century Schoolbook"/>
                <a:cs typeface="Century Schoolbook"/>
                <a:sym typeface="Century Schoolbook"/>
              </a:rPr>
              <a:t>networks learn similarity metrics, often used in face verification and one-shot learning. </a:t>
            </a:r>
            <a:endParaRPr lang="en-US" sz="2400" dirty="0" smtClean="0">
              <a:ea typeface="Century Schoolbook"/>
              <a:cs typeface="Century Schoolbook"/>
              <a:sym typeface="Century Schoolbook"/>
            </a:endParaRPr>
          </a:p>
          <a:p>
            <a:pPr marL="313781" marR="4483" indent="-302575">
              <a:lnSpc>
                <a:spcPct val="101800"/>
              </a:lnSpc>
              <a:buSzPts val="2400"/>
              <a:buFont typeface="Arial" panose="020B0604020202020204" pitchFamily="34" charset="0"/>
              <a:buChar char="•"/>
            </a:pPr>
            <a:r>
              <a:rPr lang="en-US" sz="2400" dirty="0" smtClean="0">
                <a:ea typeface="Century Schoolbook"/>
                <a:cs typeface="Century Schoolbook"/>
                <a:sym typeface="Century Schoolbook"/>
              </a:rPr>
              <a:t>Triplet </a:t>
            </a:r>
            <a:r>
              <a:rPr lang="en-US" sz="2400" dirty="0">
                <a:ea typeface="Century Schoolbook"/>
                <a:cs typeface="Century Schoolbook"/>
                <a:sym typeface="Century Schoolbook"/>
              </a:rPr>
              <a:t>loss minimizes distances between similar pairs and maximizes distances between dissimilar pairs in Siamese networks. </a:t>
            </a:r>
            <a:endParaRPr lang="en-US" sz="2400" dirty="0" smtClean="0">
              <a:ea typeface="Century Schoolbook"/>
              <a:cs typeface="Century Schoolbook"/>
              <a:sym typeface="Century Schoolbook"/>
            </a:endParaRPr>
          </a:p>
          <a:p>
            <a:pPr marL="313781" marR="4483" indent="-302575">
              <a:lnSpc>
                <a:spcPct val="101800"/>
              </a:lnSpc>
              <a:buSzPts val="2400"/>
              <a:buFont typeface="Arial" panose="020B0604020202020204" pitchFamily="34" charset="0"/>
              <a:buChar char="•"/>
            </a:pPr>
            <a:r>
              <a:rPr lang="en-US" sz="2400" dirty="0" smtClean="0">
                <a:ea typeface="Century Schoolbook"/>
                <a:cs typeface="Century Schoolbook"/>
                <a:sym typeface="Century Schoolbook"/>
              </a:rPr>
              <a:t>Neural </a:t>
            </a:r>
            <a:r>
              <a:rPr lang="en-US" sz="2400" dirty="0">
                <a:ea typeface="Century Schoolbook"/>
                <a:cs typeface="Century Schoolbook"/>
                <a:sym typeface="Century Schoolbook"/>
              </a:rPr>
              <a:t>style transfer merges content and style for artistic images. </a:t>
            </a:r>
            <a:endParaRPr lang="en-US" sz="2400" dirty="0" smtClean="0">
              <a:ea typeface="Century Schoolbook"/>
              <a:cs typeface="Century Schoolbook"/>
              <a:sym typeface="Century Schoolbook"/>
            </a:endParaRPr>
          </a:p>
          <a:p>
            <a:pPr marL="313781" marR="4483" indent="-302575">
              <a:lnSpc>
                <a:spcPct val="101800"/>
              </a:lnSpc>
              <a:buSzPts val="2400"/>
              <a:buFont typeface="Arial" panose="020B0604020202020204" pitchFamily="34" charset="0"/>
              <a:buChar char="•"/>
            </a:pPr>
            <a:r>
              <a:rPr lang="en-US" sz="2400" dirty="0" smtClean="0">
                <a:ea typeface="Century Schoolbook"/>
                <a:cs typeface="Century Schoolbook"/>
                <a:sym typeface="Century Schoolbook"/>
              </a:rPr>
              <a:t>Deep </a:t>
            </a:r>
            <a:r>
              <a:rPr lang="en-US" sz="2400" dirty="0" err="1">
                <a:ea typeface="Century Schoolbook"/>
                <a:cs typeface="Century Schoolbook"/>
                <a:sym typeface="Century Schoolbook"/>
              </a:rPr>
              <a:t>ConvNets</a:t>
            </a:r>
            <a:r>
              <a:rPr lang="en-US" sz="2400" dirty="0">
                <a:ea typeface="Century Schoolbook"/>
                <a:cs typeface="Century Schoolbook"/>
                <a:sym typeface="Century Schoolbook"/>
              </a:rPr>
              <a:t> learn hierarchical features, capturing basic to abstract features. </a:t>
            </a:r>
            <a:endParaRPr lang="en-US" sz="2400" dirty="0" smtClean="0">
              <a:ea typeface="Century Schoolbook"/>
              <a:cs typeface="Century Schoolbook"/>
              <a:sym typeface="Century Schoolbook"/>
            </a:endParaRPr>
          </a:p>
          <a:p>
            <a:pPr marL="313781" marR="4483" indent="-302575">
              <a:lnSpc>
                <a:spcPct val="101800"/>
              </a:lnSpc>
              <a:buSzPts val="2400"/>
              <a:buFont typeface="Arial" panose="020B0604020202020204" pitchFamily="34" charset="0"/>
              <a:buChar char="•"/>
            </a:pPr>
            <a:r>
              <a:rPr lang="en-US" sz="2400" dirty="0" smtClean="0">
                <a:ea typeface="Century Schoolbook"/>
                <a:cs typeface="Century Schoolbook"/>
                <a:sym typeface="Century Schoolbook"/>
              </a:rPr>
              <a:t>Cost </a:t>
            </a:r>
            <a:r>
              <a:rPr lang="en-US" sz="2400" dirty="0">
                <a:ea typeface="Century Schoolbook"/>
                <a:cs typeface="Century Schoolbook"/>
                <a:sym typeface="Century Schoolbook"/>
              </a:rPr>
              <a:t>functions measure dissimilarity during neural network training. Content cost preserves content features in style transfer. Style cost transfers artistic styles to generated images. </a:t>
            </a:r>
            <a:endParaRPr lang="en-US" sz="2400" dirty="0" smtClean="0">
              <a:ea typeface="Century Schoolbook"/>
              <a:cs typeface="Century Schoolbook"/>
              <a:sym typeface="Century Schoolbook"/>
            </a:endParaRPr>
          </a:p>
          <a:p>
            <a:pPr marL="313781" marR="4483" indent="-302575">
              <a:lnSpc>
                <a:spcPct val="101800"/>
              </a:lnSpc>
              <a:buSzPts val="2400"/>
              <a:buFont typeface="Arial" panose="020B0604020202020204" pitchFamily="34" charset="0"/>
              <a:buChar char="•"/>
            </a:pPr>
            <a:r>
              <a:rPr lang="en-US" sz="2400" dirty="0" smtClean="0">
                <a:ea typeface="Century Schoolbook"/>
                <a:cs typeface="Century Schoolbook"/>
                <a:sym typeface="Century Schoolbook"/>
              </a:rPr>
              <a:t>Neural </a:t>
            </a:r>
            <a:r>
              <a:rPr lang="en-US" sz="2400" dirty="0">
                <a:ea typeface="Century Schoolbook"/>
                <a:cs typeface="Century Schoolbook"/>
                <a:sym typeface="Century Schoolbook"/>
              </a:rPr>
              <a:t>network architectures can generalize to 1D sequences or 3D data, enabling diverse applications.</a:t>
            </a:r>
            <a:endParaRPr lang="en-US" sz="2000" dirty="0">
              <a:ea typeface="Century Schoolbook"/>
              <a:cs typeface="Century Schoolbook"/>
              <a:sym typeface="Century Schoolbook"/>
            </a:endParaRPr>
          </a:p>
        </p:txBody>
      </p:sp>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81</a:t>
            </a:fld>
            <a:endParaRPr lang="en-US"/>
          </a:p>
        </p:txBody>
      </p:sp>
    </p:spTree>
    <p:extLst>
      <p:ext uri="{BB962C8B-B14F-4D97-AF65-F5344CB8AC3E}">
        <p14:creationId xmlns:p14="http://schemas.microsoft.com/office/powerpoint/2010/main" val="304901909"/>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186</TotalTime>
  <Words>4064</Words>
  <Application>Microsoft Office PowerPoint</Application>
  <PresentationFormat>Widescreen</PresentationFormat>
  <Paragraphs>467</Paragraphs>
  <Slides>81</Slides>
  <Notes>81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81</vt:i4>
      </vt:variant>
    </vt:vector>
  </HeadingPairs>
  <TitlesOfParts>
    <vt:vector size="90" baseType="lpstr">
      <vt:lpstr>Roboto</vt:lpstr>
      <vt:lpstr>Century Schoolbook</vt:lpstr>
      <vt:lpstr>Trebuchet MS</vt:lpstr>
      <vt:lpstr>Calibri</vt:lpstr>
      <vt:lpstr>Cambria</vt:lpstr>
      <vt:lpstr>Cambria Math</vt:lpstr>
      <vt:lpstr>Arial</vt:lpstr>
      <vt:lpstr>Times New Roman</vt:lpstr>
      <vt:lpstr>Office Theme</vt:lpstr>
      <vt:lpstr>Face recognition</vt:lpstr>
      <vt:lpstr>Face recognition</vt:lpstr>
      <vt:lpstr>Face recognition</vt:lpstr>
      <vt:lpstr>Face recognition</vt:lpstr>
      <vt:lpstr>Face recognition</vt:lpstr>
      <vt:lpstr>Face recognition</vt:lpstr>
      <vt:lpstr>Face verification vs. face recognition</vt:lpstr>
      <vt:lpstr>Face recognition</vt:lpstr>
      <vt:lpstr>PowerPoint Presentation</vt:lpstr>
      <vt:lpstr>PowerPoint Presentation</vt:lpstr>
      <vt:lpstr>Learning a “similarity” function</vt:lpstr>
      <vt:lpstr>Face recognition</vt:lpstr>
      <vt:lpstr>Siamese network</vt:lpstr>
      <vt:lpstr>Siamese network</vt:lpstr>
      <vt:lpstr>Siamese network</vt:lpstr>
      <vt:lpstr>PowerPoint Presentation</vt:lpstr>
      <vt:lpstr>Face recognition </vt:lpstr>
      <vt:lpstr>Triplet loss </vt:lpstr>
      <vt:lpstr>Learning Objective  </vt:lpstr>
      <vt:lpstr>Learning Objective</vt:lpstr>
      <vt:lpstr>Loss function   </vt:lpstr>
      <vt:lpstr>Loss function</vt:lpstr>
      <vt:lpstr>Choosing the triplets A,P,N</vt:lpstr>
      <vt:lpstr>Training set using triplet loss</vt:lpstr>
      <vt:lpstr>Training set using triplet loss</vt:lpstr>
      <vt:lpstr>Face recognition</vt:lpstr>
      <vt:lpstr>Face verification and binary classification</vt:lpstr>
      <vt:lpstr>Learning the similarity function   </vt:lpstr>
      <vt:lpstr>PowerPoint Presentation</vt:lpstr>
      <vt:lpstr>Face verification supervised learning </vt:lpstr>
      <vt:lpstr>PowerPoint Presentation</vt:lpstr>
      <vt:lpstr>Neural Style Transfer</vt:lpstr>
      <vt:lpstr>What is neural style transfer? </vt:lpstr>
      <vt:lpstr>Neural style transfer   </vt:lpstr>
      <vt:lpstr>Neural style transfer   </vt:lpstr>
      <vt:lpstr>Neural style transfer</vt:lpstr>
      <vt:lpstr>Neural Style Transfer</vt:lpstr>
      <vt:lpstr>What are deep ConvNets learning? </vt:lpstr>
      <vt:lpstr>Visualizing what a deep network is  learning</vt:lpstr>
      <vt:lpstr>Visualizing what a deep network is  learning</vt:lpstr>
      <vt:lpstr>Visualizing deep layers</vt:lpstr>
      <vt:lpstr>Visualizing deep layers: Layer 1</vt:lpstr>
      <vt:lpstr>Visualizing deep layers: Layer 2</vt:lpstr>
      <vt:lpstr>Visualizing deep layers: Layer 3</vt:lpstr>
      <vt:lpstr>Visualizing deep layers: Layer 3</vt:lpstr>
      <vt:lpstr>Visualizing deep layers: Layer 4</vt:lpstr>
      <vt:lpstr>Visualizing deep layers: Layer 5</vt:lpstr>
      <vt:lpstr>Neural Style Transfer</vt:lpstr>
      <vt:lpstr>Cost function </vt:lpstr>
      <vt:lpstr>Cost function </vt:lpstr>
      <vt:lpstr>Cost function</vt:lpstr>
      <vt:lpstr>Find the generated image G  </vt:lpstr>
      <vt:lpstr>Find the generated image G</vt:lpstr>
      <vt:lpstr>Neural Style Transfer</vt:lpstr>
      <vt:lpstr>Content cost function </vt:lpstr>
      <vt:lpstr>Content cost function   </vt:lpstr>
      <vt:lpstr>Neural Style Transfer</vt:lpstr>
      <vt:lpstr>Meaning of the “style” of an image</vt:lpstr>
      <vt:lpstr>Meaning of the “style” of an image</vt:lpstr>
      <vt:lpstr>Intuition about style of an image</vt:lpstr>
      <vt:lpstr>Intuition about style of an image</vt:lpstr>
      <vt:lpstr>Style cost function </vt:lpstr>
      <vt:lpstr>Style cost function </vt:lpstr>
      <vt:lpstr>Convolutional Networks in 1D or 3D</vt:lpstr>
      <vt:lpstr>1D and 3D generalizations of models </vt:lpstr>
      <vt:lpstr>Convolutions in 2D and 1D</vt:lpstr>
      <vt:lpstr>3D data  </vt:lpstr>
      <vt:lpstr>3D data</vt:lpstr>
      <vt:lpstr>3D data</vt:lpstr>
      <vt:lpstr>3D data</vt:lpstr>
      <vt:lpstr>3D data</vt:lpstr>
      <vt:lpstr>3D data</vt:lpstr>
      <vt:lpstr>3D data</vt:lpstr>
      <vt:lpstr>3D data</vt:lpstr>
      <vt:lpstr>3D data</vt:lpstr>
      <vt:lpstr>3D data</vt:lpstr>
      <vt:lpstr>3D data</vt:lpstr>
      <vt:lpstr>3D data</vt:lpstr>
      <vt:lpstr>3D convolution  </vt:lpstr>
      <vt:lpstr>3D convolution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Face recognition </dc:title>
  <cp:lastModifiedBy>Phạm Trọng Nghĩa</cp:lastModifiedBy>
  <cp:revision>36</cp:revision>
  <dcterms:modified xsi:type="dcterms:W3CDTF">2023-12-14T07:48:57Z</dcterms:modified>
</cp:coreProperties>
</file>