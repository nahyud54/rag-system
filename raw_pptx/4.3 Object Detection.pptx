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Override PartName="/ppt/comments/modernComment_132_74DF96D7.xml" ContentType="application/vnd.ms-powerpoint.comments+xml"/>
  <Override PartName="/ppt/comments/modernComment_13F_7D9EE331.xml" ContentType="application/vnd.ms-powerpoint.comments+xml"/>
  <Override PartName="/ppt/comments/modernComment_12A_0.xml" ContentType="application/vnd.ms-powerpoint.comments+xml"/>
  <Override PartName="/ppt/authors.xml" ContentType="application/vnd.ms-powerpoint.author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6"/>
  </p:notesMasterIdLst>
  <p:sldIdLst>
    <p:sldId id="256" r:id="rId2"/>
    <p:sldId id="333" r:id="rId3"/>
    <p:sldId id="257" r:id="rId4"/>
    <p:sldId id="258" r:id="rId5"/>
    <p:sldId id="302" r:id="rId6"/>
    <p:sldId id="259" r:id="rId7"/>
    <p:sldId id="260" r:id="rId8"/>
    <p:sldId id="261" r:id="rId9"/>
    <p:sldId id="304" r:id="rId10"/>
    <p:sldId id="262" r:id="rId11"/>
    <p:sldId id="263" r:id="rId12"/>
    <p:sldId id="306" r:id="rId13"/>
    <p:sldId id="264" r:id="rId14"/>
    <p:sldId id="265" r:id="rId15"/>
    <p:sldId id="266" r:id="rId16"/>
    <p:sldId id="308" r:id="rId17"/>
    <p:sldId id="267" r:id="rId18"/>
    <p:sldId id="269" r:id="rId19"/>
    <p:sldId id="268" r:id="rId20"/>
    <p:sldId id="270" r:id="rId21"/>
    <p:sldId id="310" r:id="rId22"/>
    <p:sldId id="271" r:id="rId23"/>
    <p:sldId id="272" r:id="rId24"/>
    <p:sldId id="273" r:id="rId25"/>
    <p:sldId id="312" r:id="rId26"/>
    <p:sldId id="274" r:id="rId27"/>
    <p:sldId id="275" r:id="rId28"/>
    <p:sldId id="314" r:id="rId29"/>
    <p:sldId id="276" r:id="rId30"/>
    <p:sldId id="277" r:id="rId31"/>
    <p:sldId id="278" r:id="rId32"/>
    <p:sldId id="279" r:id="rId33"/>
    <p:sldId id="280" r:id="rId34"/>
    <p:sldId id="315" r:id="rId35"/>
    <p:sldId id="281" r:id="rId36"/>
    <p:sldId id="282" r:id="rId37"/>
    <p:sldId id="288" r:id="rId38"/>
    <p:sldId id="319" r:id="rId39"/>
    <p:sldId id="289" r:id="rId40"/>
    <p:sldId id="283" r:id="rId41"/>
    <p:sldId id="284" r:id="rId42"/>
    <p:sldId id="317" r:id="rId43"/>
    <p:sldId id="318" r:id="rId44"/>
    <p:sldId id="285" r:id="rId45"/>
    <p:sldId id="286" r:id="rId46"/>
    <p:sldId id="287" r:id="rId47"/>
    <p:sldId id="290" r:id="rId48"/>
    <p:sldId id="291" r:id="rId49"/>
    <p:sldId id="321" r:id="rId50"/>
    <p:sldId id="292" r:id="rId51"/>
    <p:sldId id="293" r:id="rId52"/>
    <p:sldId id="294" r:id="rId53"/>
    <p:sldId id="295" r:id="rId54"/>
    <p:sldId id="296" r:id="rId55"/>
    <p:sldId id="325" r:id="rId56"/>
    <p:sldId id="323" r:id="rId57"/>
    <p:sldId id="297" r:id="rId58"/>
    <p:sldId id="298" r:id="rId59"/>
    <p:sldId id="299" r:id="rId60"/>
    <p:sldId id="326" r:id="rId61"/>
    <p:sldId id="327" r:id="rId62"/>
    <p:sldId id="300" r:id="rId63"/>
    <p:sldId id="301" r:id="rId64"/>
    <p:sldId id="334" r:id="rId65"/>
  </p:sldIdLst>
  <p:sldSz cx="12192000" cy="6858000"/>
  <p:notesSz cx="12192000" cy="6858000"/>
  <p:embeddedFontLst>
    <p:embeddedFont>
      <p:font typeface="Trebuchet MS" panose="020B0603020202020204" pitchFamily="34" charset="0"/>
      <p:regular r:id="rId67"/>
      <p:bold r:id="rId68"/>
      <p:italic r:id="rId69"/>
      <p:boldItalic r:id="rId70"/>
    </p:embeddedFont>
    <p:embeddedFont>
      <p:font typeface="Century Schoolbook" panose="02040604050505020304" pitchFamily="18" charset="0"/>
      <p:regular r:id="rId71"/>
      <p:bold r:id="rId72"/>
      <p:italic r:id="rId73"/>
      <p:boldItalic r:id="rId74"/>
    </p:embeddedFont>
    <p:embeddedFont>
      <p:font typeface="Calibri" panose="020F0502020204030204" pitchFamily="34" charset="0"/>
      <p:regular r:id="rId75"/>
      <p:bold r:id="rId76"/>
      <p:italic r:id="rId77"/>
      <p:boldItalic r:id="rId78"/>
    </p:embeddedFont>
    <p:embeddedFont>
      <p:font typeface="Cambria" panose="02040503050406030204" pitchFamily="18" charset="0"/>
      <p:regular r:id="rId79"/>
      <p:bold r:id="rId80"/>
      <p:italic r:id="rId81"/>
      <p:boldItalic r:id="rId82"/>
    </p:embeddedFont>
    <p:embeddedFont>
      <p:font typeface="Quattrocento Sans" panose="020B0604020202020204" charset="0"/>
      <p:regular r:id="rId83"/>
      <p:bold r:id="rId84"/>
      <p:italic r:id="rId85"/>
      <p:boldItalic r:id="rId86"/>
    </p:embeddedFont>
    <p:embeddedFont>
      <p:font typeface="Roboto" panose="020B0604020202020204" charset="0"/>
      <p:regular r:id="rId87"/>
      <p:bold r:id="rId88"/>
      <p:italic r:id="rId89"/>
      <p:boldItalic r:id="rId90"/>
    </p:embeddedFont>
    <p:embeddedFont>
      <p:font typeface="Cambria Math" panose="02040503050406030204" pitchFamily="18" charset="0"/>
      <p:regular r:id="rId9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4" roundtripDataSignature="AMtx7misbTyvCF+7ES0oRwFh1FHBgNm7+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8535274-4E36-3D15-E557-7165117FA293}" name="Tùng Thanh" initials="TT" userId="7cf5fc9c47e13e7b" providerId="Windows Live"/>
  <p188:author id="{F2615FEF-C003-BDE4-A30D-DBA9560B8F91}" name="Phan Thi Thu Hong (FE FPTU DN)" initials="PD" userId="S::hongptt11@fe.edu.vn::4d36b424-e1a9-4834-b8a6-b266a7cdd1c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343A75-BCAF-3568-B1F5-B927578BB6C7}" v="51" dt="2023-12-12T14:34:05.727"/>
    <p1510:client id="{6473B9F5-5C98-35B2-F2A8-354F4780C7DA}" v="1" dt="2023-05-03T10:39:34.847"/>
    <p1510:client id="{9B7C8B63-5950-13C0-BA31-5BC2E8020796}" v="3" dt="2023-05-03T22:30:28.114"/>
  </p1510:revLst>
</p1510:revInfo>
</file>

<file path=ppt/tableStyles.xml><?xml version="1.0" encoding="utf-8"?>
<a:tblStyleLst xmlns:a="http://schemas.openxmlformats.org/drawingml/2006/main" def="{212714E9-6B82-488D-B99E-6F814BD6195D}">
  <a:tblStyle styleId="{212714E9-6B82-488D-B99E-6F814BD6195D}"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698" autoAdjust="0"/>
  </p:normalViewPr>
  <p:slideViewPr>
    <p:cSldViewPr snapToGrid="0">
      <p:cViewPr varScale="1">
        <p:scale>
          <a:sx n="92" d="100"/>
          <a:sy n="92" d="100"/>
        </p:scale>
        <p:origin x="1278" y="84"/>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2.fntdata"/><Relationship Id="rId84" Type="http://schemas.openxmlformats.org/officeDocument/2006/relationships/font" Target="fonts/font18.fntdata"/><Relationship Id="rId89" Type="http://schemas.openxmlformats.org/officeDocument/2006/relationships/font" Target="fonts/font23.fntdata"/><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font" Target="fonts/font8.fntdata"/><Relationship Id="rId79" Type="http://schemas.openxmlformats.org/officeDocument/2006/relationships/font" Target="fonts/font13.fntdata"/><Relationship Id="rId5" Type="http://schemas.openxmlformats.org/officeDocument/2006/relationships/slide" Target="slides/slide4.xml"/><Relationship Id="rId90" Type="http://schemas.openxmlformats.org/officeDocument/2006/relationships/font" Target="fonts/font24.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font" Target="fonts/font3.fntdata"/><Relationship Id="rId80" Type="http://schemas.openxmlformats.org/officeDocument/2006/relationships/font" Target="fonts/font14.fntdata"/><Relationship Id="rId85" Type="http://schemas.openxmlformats.org/officeDocument/2006/relationships/font" Target="fonts/font19.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1.fntdata"/><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4.fntdata"/><Relationship Id="rId75" Type="http://schemas.openxmlformats.org/officeDocument/2006/relationships/font" Target="fonts/font9.fntdata"/><Relationship Id="rId83" Type="http://schemas.openxmlformats.org/officeDocument/2006/relationships/font" Target="fonts/font17.fntdata"/><Relationship Id="rId88" Type="http://schemas.openxmlformats.org/officeDocument/2006/relationships/font" Target="fonts/font22.fntdata"/><Relationship Id="rId91" Type="http://schemas.openxmlformats.org/officeDocument/2006/relationships/font" Target="fonts/font25.fntdata"/><Relationship Id="rId11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7.fntdata"/><Relationship Id="rId78" Type="http://schemas.openxmlformats.org/officeDocument/2006/relationships/font" Target="fonts/font12.fntdata"/><Relationship Id="rId81" Type="http://schemas.openxmlformats.org/officeDocument/2006/relationships/font" Target="fonts/font15.fntdata"/><Relationship Id="rId86" Type="http://schemas.openxmlformats.org/officeDocument/2006/relationships/font" Target="fonts/font20.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6/11/relationships/changesInfo" Target="changesInfos/changesInfo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font" Target="fonts/font10.fntdata"/><Relationship Id="rId104" Type="http://customschemas.google.com/relationships/presentationmetadata" Target="metadata"/><Relationship Id="rId7" Type="http://schemas.openxmlformats.org/officeDocument/2006/relationships/slide" Target="slides/slide6.xml"/><Relationship Id="rId71"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notesMaster" Target="notesMasters/notesMaster1.xml"/><Relationship Id="rId87" Type="http://schemas.openxmlformats.org/officeDocument/2006/relationships/font" Target="fonts/font21.fntdata"/><Relationship Id="rId110" Type="http://schemas.microsoft.com/office/2015/10/relationships/revisionInfo" Target="revisionInfo.xml"/><Relationship Id="rId61" Type="http://schemas.openxmlformats.org/officeDocument/2006/relationships/slide" Target="slides/slide60.xml"/><Relationship Id="rId82" Type="http://schemas.openxmlformats.org/officeDocument/2006/relationships/font" Target="fonts/font16.fntdata"/><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font" Target="fonts/font11.fntdata"/><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6.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ong Phan Thi Thu" userId="S::hongptt11@fe.edu.vn::4d36b424-e1a9-4834-b8a6-b266a7cdd1c0" providerId="AD" clId="Web-{30343A75-BCAF-3568-B1F5-B927578BB6C7}"/>
    <pc:docChg chg="modSld sldOrd">
      <pc:chgData name="Hong Phan Thi Thu" userId="S::hongptt11@fe.edu.vn::4d36b424-e1a9-4834-b8a6-b266a7cdd1c0" providerId="AD" clId="Web-{30343A75-BCAF-3568-B1F5-B927578BB6C7}" dt="2023-12-12T14:34:05.727" v="25"/>
      <pc:docMkLst>
        <pc:docMk/>
      </pc:docMkLst>
      <pc:sldChg chg="ord">
        <pc:chgData name="Hong Phan Thi Thu" userId="S::hongptt11@fe.edu.vn::4d36b424-e1a9-4834-b8a6-b266a7cdd1c0" providerId="AD" clId="Web-{30343A75-BCAF-3568-B1F5-B927578BB6C7}" dt="2023-12-12T14:28:11.436" v="0"/>
        <pc:sldMkLst>
          <pc:docMk/>
          <pc:sldMk cId="0" sldId="268"/>
        </pc:sldMkLst>
      </pc:sldChg>
      <pc:sldChg chg="modSp">
        <pc:chgData name="Hong Phan Thi Thu" userId="S::hongptt11@fe.edu.vn::4d36b424-e1a9-4834-b8a6-b266a7cdd1c0" providerId="AD" clId="Web-{30343A75-BCAF-3568-B1F5-B927578BB6C7}" dt="2023-12-12T14:30:52.440" v="24" actId="20577"/>
        <pc:sldMkLst>
          <pc:docMk/>
          <pc:sldMk cId="1093637529" sldId="318"/>
        </pc:sldMkLst>
        <pc:spChg chg="mod">
          <ac:chgData name="Hong Phan Thi Thu" userId="S::hongptt11@fe.edu.vn::4d36b424-e1a9-4834-b8a6-b266a7cdd1c0" providerId="AD" clId="Web-{30343A75-BCAF-3568-B1F5-B927578BB6C7}" dt="2023-12-12T14:30:52.440" v="24" actId="20577"/>
          <ac:spMkLst>
            <pc:docMk/>
            <pc:sldMk cId="1093637529" sldId="318"/>
            <ac:spMk id="2" creationId="{166CF08F-B19C-DD61-8F9A-C95B0DF36786}"/>
          </ac:spMkLst>
        </pc:spChg>
      </pc:sldChg>
      <pc:sldChg chg="addCm">
        <pc:chgData name="Hong Phan Thi Thu" userId="S::hongptt11@fe.edu.vn::4d36b424-e1a9-4834-b8a6-b266a7cdd1c0" providerId="AD" clId="Web-{30343A75-BCAF-3568-B1F5-B927578BB6C7}" dt="2023-12-12T14:34:05.727" v="25"/>
        <pc:sldMkLst>
          <pc:docMk/>
          <pc:sldMk cId="2107564849" sldId="319"/>
        </pc:sldMkLst>
        <pc:extLst>
          <p:ext xmlns:p="http://schemas.openxmlformats.org/presentationml/2006/main" uri="{D6D511B9-2390-475A-947B-AFAB55BFBCF1}">
            <pc226:cmChg xmlns:pc226="http://schemas.microsoft.com/office/powerpoint/2022/06/main/command" chg="add">
              <pc226:chgData name="Hong Phan Thi Thu" userId="S::hongptt11@fe.edu.vn::4d36b424-e1a9-4834-b8a6-b266a7cdd1c0" providerId="AD" clId="Web-{30343A75-BCAF-3568-B1F5-B927578BB6C7}" dt="2023-12-12T14:34:05.727" v="25"/>
              <pc2:cmMkLst xmlns:pc2="http://schemas.microsoft.com/office/powerpoint/2019/9/main/command">
                <pc:docMk/>
                <pc:sldMk cId="2107564849" sldId="319"/>
                <pc2:cmMk id="{D4E27BE3-DD97-4D4E-946C-6E1F59B61EA0}"/>
              </pc2:cmMkLst>
            </pc226:cmChg>
          </p:ext>
        </pc:extLst>
      </pc:sldChg>
    </pc:docChg>
  </pc:docChgLst>
  <pc:docChgLst>
    <pc:chgData name="Phan Thi Thu Hong (FE FPTU DN)" userId="S::hongptt11@fe.edu.vn::4d36b424-e1a9-4834-b8a6-b266a7cdd1c0" providerId="AD" clId="Web-{6473B9F5-5C98-35B2-F2A8-354F4780C7DA}"/>
    <pc:docChg chg="modSld">
      <pc:chgData name="Phan Thi Thu Hong (FE FPTU DN)" userId="S::hongptt11@fe.edu.vn::4d36b424-e1a9-4834-b8a6-b266a7cdd1c0" providerId="AD" clId="Web-{6473B9F5-5C98-35B2-F2A8-354F4780C7DA}" dt="2023-05-03T10:39:34.847" v="0" actId="20577"/>
      <pc:docMkLst>
        <pc:docMk/>
      </pc:docMkLst>
      <pc:sldChg chg="modSp">
        <pc:chgData name="Phan Thi Thu Hong (FE FPTU DN)" userId="S::hongptt11@fe.edu.vn::4d36b424-e1a9-4834-b8a6-b266a7cdd1c0" providerId="AD" clId="Web-{6473B9F5-5C98-35B2-F2A8-354F4780C7DA}" dt="2023-05-03T10:39:34.847" v="0" actId="20577"/>
        <pc:sldMkLst>
          <pc:docMk/>
          <pc:sldMk cId="0" sldId="256"/>
        </pc:sldMkLst>
        <pc:spChg chg="mod">
          <ac:chgData name="Phan Thi Thu Hong (FE FPTU DN)" userId="S::hongptt11@fe.edu.vn::4d36b424-e1a9-4834-b8a6-b266a7cdd1c0" providerId="AD" clId="Web-{6473B9F5-5C98-35B2-F2A8-354F4780C7DA}" dt="2023-05-03T10:39:34.847" v="0" actId="20577"/>
          <ac:spMkLst>
            <pc:docMk/>
            <pc:sldMk cId="0" sldId="256"/>
            <ac:spMk id="45" creationId="{00000000-0000-0000-0000-000000000000}"/>
          </ac:spMkLst>
        </pc:spChg>
      </pc:sldChg>
    </pc:docChg>
  </pc:docChgLst>
  <pc:docChgLst>
    <pc:chgData name="Phan Thi Thu Hong (FE FPTU DN)" userId="S::hongptt11@fe.edu.vn::4d36b424-e1a9-4834-b8a6-b266a7cdd1c0" providerId="AD" clId="Web-{9B7C8B63-5950-13C0-BA31-5BC2E8020796}"/>
    <pc:docChg chg="mod">
      <pc:chgData name="Phan Thi Thu Hong (FE FPTU DN)" userId="S::hongptt11@fe.edu.vn::4d36b424-e1a9-4834-b8a6-b266a7cdd1c0" providerId="AD" clId="Web-{9B7C8B63-5950-13C0-BA31-5BC2E8020796}" dt="2023-05-03T22:30:28.114" v="2"/>
      <pc:docMkLst>
        <pc:docMk/>
      </pc:docMkLst>
      <pc:sldChg chg="addCm">
        <pc:chgData name="Phan Thi Thu Hong (FE FPTU DN)" userId="S::hongptt11@fe.edu.vn::4d36b424-e1a9-4834-b8a6-b266a7cdd1c0" providerId="AD" clId="Web-{9B7C8B63-5950-13C0-BA31-5BC2E8020796}" dt="2023-05-03T22:29:28.190" v="1"/>
        <pc:sldMkLst>
          <pc:docMk/>
          <pc:sldMk cId="1960810199" sldId="306"/>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C8B63-5950-13C0-BA31-5BC2E8020796}" dt="2023-05-03T22:29:28.190" v="1"/>
              <pc2:cmMkLst xmlns:pc2="http://schemas.microsoft.com/office/powerpoint/2019/9/main/command">
                <pc:docMk/>
                <pc:sldMk cId="1960810199" sldId="306"/>
                <pc2:cmMk id="{15805688-D9F4-42B4-9DFF-64AAA9A3D2EC}"/>
              </pc2:cmMkLst>
            </pc226:cmChg>
          </p:ext>
        </pc:extLst>
      </pc:sldChg>
      <pc:sldChg chg="addCm">
        <pc:chgData name="Phan Thi Thu Hong (FE FPTU DN)" userId="S::hongptt11@fe.edu.vn::4d36b424-e1a9-4834-b8a6-b266a7cdd1c0" providerId="AD" clId="Web-{9B7C8B63-5950-13C0-BA31-5BC2E8020796}" dt="2023-05-03T22:30:28.114" v="2"/>
        <pc:sldMkLst>
          <pc:docMk/>
          <pc:sldMk cId="1905017097" sldId="307"/>
        </pc:sldMkLst>
        <pc:extLst>
          <p:ext xmlns:p="http://schemas.openxmlformats.org/presentationml/2006/main" uri="{D6D511B9-2390-475A-947B-AFAB55BFBCF1}">
            <pc226:cmChg xmlns:pc226="http://schemas.microsoft.com/office/powerpoint/2022/06/main/command" chg="add">
              <pc226:chgData name="Phan Thi Thu Hong (FE FPTU DN)" userId="S::hongptt11@fe.edu.vn::4d36b424-e1a9-4834-b8a6-b266a7cdd1c0" providerId="AD" clId="Web-{9B7C8B63-5950-13C0-BA31-5BC2E8020796}" dt="2023-05-03T22:30:28.114" v="2"/>
              <pc2:cmMkLst xmlns:pc2="http://schemas.microsoft.com/office/powerpoint/2019/9/main/command">
                <pc:docMk/>
                <pc:sldMk cId="1905017097" sldId="307"/>
                <pc2:cmMk id="{3CC12A1B-AD31-4E02-96DD-BC14955FF816}"/>
              </pc2:cmMkLst>
            </pc226:cmChg>
          </p:ext>
        </pc:extLst>
      </pc:sldChg>
    </pc:docChg>
  </pc:docChgLst>
</pc:chgInfo>
</file>

<file path=ppt/comments/modernComment_12A_0.xml><?xml version="1.0" encoding="utf-8"?>
<p188:cmLst xmlns:a="http://schemas.openxmlformats.org/drawingml/2006/main" xmlns:r="http://schemas.openxmlformats.org/officeDocument/2006/relationships" xmlns:p188="http://schemas.microsoft.com/office/powerpoint/2018/8/main">
  <p188:cm id="{4FED94A6-1D1F-444C-9F8B-E228FC94788A}" authorId="{A8535274-4E36-3D15-E557-7165117FA293}" created="2023-04-29T05:47:53.587">
    <pc:sldMkLst xmlns:pc="http://schemas.microsoft.com/office/powerpoint/2013/main/command">
      <pc:docMk/>
      <pc:sldMk cId="0" sldId="298"/>
    </pc:sldMkLst>
    <p188:txBody>
      <a:bodyPr/>
      <a:lstStyle/>
      <a:p>
        <a:r>
          <a:rPr lang="en-US"/>
          <a:t>Không giống với slide mẫu</a:t>
        </a:r>
      </a:p>
    </p188:txBody>
  </p188:cm>
</p188:cmLst>
</file>

<file path=ppt/comments/modernComment_13F_7D9EE331.xml><?xml version="1.0" encoding="utf-8"?>
<p188:cmLst xmlns:a="http://schemas.openxmlformats.org/drawingml/2006/main" xmlns:r="http://schemas.openxmlformats.org/officeDocument/2006/relationships" xmlns:p188="http://schemas.microsoft.com/office/powerpoint/2018/8/main">
  <p188:cm id="{D4E27BE3-DD97-4D4E-946C-6E1F59B61EA0}" authorId="{F2615FEF-C003-BDE4-A30D-DBA9560B8F91}" created="2023-12-12T14:34:05.727">
    <ac:deMkLst xmlns:ac="http://schemas.microsoft.com/office/drawing/2013/main/command">
      <pc:docMk xmlns:pc="http://schemas.microsoft.com/office/powerpoint/2013/main/command"/>
      <pc:sldMk xmlns:pc="http://schemas.microsoft.com/office/powerpoint/2013/main/command" cId="2107564849" sldId="319"/>
      <ac:spMk id="2" creationId="{166CF08F-B19C-DD61-8F9A-C95B0DF36786}"/>
    </ac:deMkLst>
    <p188:txBody>
      <a:bodyPr/>
      <a:lstStyle/>
      <a:p>
        <a:r>
          <a:rPr lang="vi-VN"/>
          <a:t>Theo thời gian thì phần này cần nói trước yolo</a:t>
        </a:r>
      </a:p>
    </p188:txBody>
  </p188:cm>
</p188:cmLst>
</file>

<file path=ppt/comments/modernComment_132_74DF96D7.xml><?xml version="1.0" encoding="utf-8"?>
<p188:cmLst xmlns:a="http://schemas.openxmlformats.org/drawingml/2006/main" xmlns:r="http://schemas.openxmlformats.org/officeDocument/2006/relationships" xmlns:p188="http://schemas.microsoft.com/office/powerpoint/2018/8/main">
  <p188:cm id="{15805688-D9F4-42B4-9DFF-64AAA9A3D2EC}" authorId="{F2615FEF-C003-BDE4-A30D-DBA9560B8F91}" created="2023-05-03T22:29:28.190">
    <pc:sldMkLst xmlns:pc="http://schemas.microsoft.com/office/powerpoint/2013/main/command">
      <pc:docMk/>
      <pc:sldMk cId="1960810199" sldId="306"/>
    </pc:sldMkLst>
    <p188:txBody>
      <a:bodyPr/>
      <a:lstStyle/>
      <a:p>
        <a:r>
          <a:rPr lang="vi-VN"/>
          <a:t>[@Nguyen Dinh Chi (FE Ban NCPT)] [@Ngo Dang Ha An (FE FPTU HCM)] đang nói về object detection nhưng anh lại nêu bài toán car detection. Trong trường hợp này anh nên trình bày  bài toán này thông qua 1 ví dụ cụ thể là car detection rồi tổng quát lên</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21ca5d86668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21ca5d86668_0_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21ca5d86668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21ca5d86668_0_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5915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0" name="Google Shape;50;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lvl="0"/>
            <a:r>
              <a:rPr lang="en-GB" sz="1100" b="0" i="0" u="none" strike="noStrike" cap="none" dirty="0">
                <a:solidFill>
                  <a:srgbClr val="000000"/>
                </a:solidFill>
                <a:effectLst/>
                <a:latin typeface="Arial"/>
                <a:ea typeface="Arial"/>
                <a:cs typeface="Arial"/>
                <a:sym typeface="Arial"/>
              </a:rPr>
              <a:t>The section will cover object detection, which is a subfield of computer vision that involves identifying and localizing objects within an image.</a:t>
            </a:r>
            <a:endParaRPr lang="en-US" sz="1100" b="0" i="0" u="none" strike="noStrike" cap="none" dirty="0">
              <a:solidFill>
                <a:srgbClr val="000000"/>
              </a:solidFill>
              <a:effectLst/>
              <a:latin typeface="Arial"/>
              <a:ea typeface="Arial"/>
              <a:cs typeface="Arial"/>
              <a:sym typeface="Arial"/>
            </a:endParaRPr>
          </a:p>
          <a:p>
            <a:r>
              <a:rPr lang="en-GB" sz="1100" b="0" i="0" u="none" strike="noStrike" cap="none" dirty="0">
                <a:solidFill>
                  <a:srgbClr val="000000"/>
                </a:solidFill>
                <a:effectLst/>
                <a:latin typeface="Arial"/>
                <a:ea typeface="Arial"/>
                <a:cs typeface="Arial"/>
                <a:sym typeface="Arial"/>
              </a:rPr>
              <a:t>	- The first step in this process is object localization, where the algorithm not 	only identifies the object but also draws a bounding box around its location. </a:t>
            </a:r>
            <a:endParaRPr lang="en-US" sz="1100" b="0" i="0" u="none" strike="noStrike" cap="none" dirty="0">
              <a:solidFill>
                <a:srgbClr val="000000"/>
              </a:solidFill>
              <a:effectLst/>
              <a:latin typeface="Arial"/>
              <a:ea typeface="Arial"/>
              <a:cs typeface="Arial"/>
              <a:sym typeface="Arial"/>
            </a:endParaRPr>
          </a:p>
          <a:p>
            <a:r>
              <a:rPr lang="en-GB" sz="1100" b="0" i="0" u="none" strike="noStrike" cap="none" dirty="0">
                <a:solidFill>
                  <a:srgbClr val="000000"/>
                </a:solidFill>
                <a:effectLst/>
                <a:latin typeface="Arial"/>
                <a:ea typeface="Arial"/>
                <a:cs typeface="Arial"/>
                <a:sym typeface="Arial"/>
              </a:rPr>
              <a:t>	- While image classification (where the algorithm identifies an object without 	specifying its location) has been around for some time, object detection is a 	newer and rapidly developing field.</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The difference between classification with localization and object detection:</a:t>
            </a:r>
            <a:endParaRPr lang="en-US" sz="1100" b="0" i="0" u="none" strike="noStrike" cap="none" dirty="0">
              <a:solidFill>
                <a:srgbClr val="000000"/>
              </a:solidFill>
              <a:effectLst/>
              <a:latin typeface="Arial"/>
              <a:ea typeface="Arial"/>
              <a:cs typeface="Arial"/>
              <a:sym typeface="Arial"/>
            </a:endParaRPr>
          </a:p>
          <a:p>
            <a:r>
              <a:rPr lang="en-GB" sz="1100" b="0" i="0" u="none" strike="noStrike" cap="none" dirty="0">
                <a:solidFill>
                  <a:srgbClr val="000000"/>
                </a:solidFill>
                <a:effectLst/>
                <a:latin typeface="Arial"/>
                <a:ea typeface="Arial"/>
                <a:cs typeface="Arial"/>
                <a:sym typeface="Arial"/>
              </a:rPr>
              <a:t>	- Classification with localization is typically used when there is only one object  	in an image that needs to be identified and localized.</a:t>
            </a:r>
            <a:endParaRPr lang="en-US" sz="1100" b="0" i="0" u="none" strike="noStrike" cap="none" dirty="0">
              <a:solidFill>
                <a:srgbClr val="000000"/>
              </a:solidFill>
              <a:effectLst/>
              <a:latin typeface="Arial"/>
              <a:ea typeface="Arial"/>
              <a:cs typeface="Arial"/>
              <a:sym typeface="Arial"/>
            </a:endParaRPr>
          </a:p>
          <a:p>
            <a:r>
              <a:rPr lang="en-GB" sz="1100" b="0" i="0" u="none" strike="noStrike" cap="none" dirty="0">
                <a:solidFill>
                  <a:srgbClr val="000000"/>
                </a:solidFill>
                <a:effectLst/>
                <a:latin typeface="Arial"/>
                <a:ea typeface="Arial"/>
                <a:cs typeface="Arial"/>
                <a:sym typeface="Arial"/>
              </a:rPr>
              <a:t>	- Object detection, on the other hand, involves detecting and localizing 	multiple objects within a single image, often of different categories.</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To accomplish classification with localization, the neural network must be modified to output four additional numbers that parameterize the bounding box of the detected object. The target label y for this supervised learning task includes not only the object class label but also the four parameters that specify the bounding box. If there is no object in the image, the target label y will have a pc (probability of an object) value of 0 and the other components will be don't cares.</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The loss function used to train the neural network is typically a squared error loss, where the loss is the sum of the squares of the difference between the predicted and actual output values for all eight components if pc=1. If pc=0, then the loss is just the squared difference between the predicted and actual output for pc.</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Having the neural network output a set of real numbers to localize objects is a powerful idea that can be applied in many other areas of computer vision.</a:t>
            </a:r>
            <a:endParaRPr lang="en-US" sz="1100" b="0" i="0" u="none" strike="noStrike" cap="none" dirty="0">
              <a:solidFill>
                <a:srgbClr val="000000"/>
              </a:solidFill>
              <a:effectLst/>
              <a:latin typeface="Arial"/>
              <a:ea typeface="Arial"/>
              <a:cs typeface="Arial"/>
              <a:sym typeface="Arial"/>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954148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 name="Google Shape;80;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lvl="0"/>
            <a:r>
              <a:rPr lang="en-GB" sz="1100" b="0" i="0" u="none" strike="noStrike" cap="none" dirty="0">
                <a:solidFill>
                  <a:srgbClr val="000000"/>
                </a:solidFill>
                <a:effectLst/>
                <a:latin typeface="Arial"/>
                <a:ea typeface="Arial"/>
                <a:cs typeface="Arial"/>
                <a:sym typeface="Arial"/>
              </a:rPr>
              <a:t>Landmark detection is a technique used in computer vision to recognize and locate key points or landmarks on an object or image. In the case of facial landmark detection, the key points are typically features such as the corners of the eyes, the tip of the nose, and the edges of the mouth, which can be used to recognize facial expressions and emotions.</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In order to perform landmark detection, a neural network is trained to output the X and Y coordinates of each landmark point. The number of landmarks can vary depending on the application and can range from just a few points to several dozen.</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To train a neural network for landmark detection, a </a:t>
            </a:r>
            <a:r>
              <a:rPr lang="en-GB" sz="1100" b="0" i="0" u="none" strike="noStrike" cap="none" dirty="0" err="1">
                <a:solidFill>
                  <a:srgbClr val="000000"/>
                </a:solidFill>
                <a:effectLst/>
                <a:latin typeface="Arial"/>
                <a:ea typeface="Arial"/>
                <a:cs typeface="Arial"/>
                <a:sym typeface="Arial"/>
              </a:rPr>
              <a:t>labeled</a:t>
            </a:r>
            <a:r>
              <a:rPr lang="en-GB" sz="1100" b="0" i="0" u="none" strike="noStrike" cap="none" dirty="0">
                <a:solidFill>
                  <a:srgbClr val="000000"/>
                </a:solidFill>
                <a:effectLst/>
                <a:latin typeface="Arial"/>
                <a:ea typeface="Arial"/>
                <a:cs typeface="Arial"/>
                <a:sym typeface="Arial"/>
              </a:rPr>
              <a:t> training set is needed. In this set, each image is </a:t>
            </a:r>
            <a:r>
              <a:rPr lang="en-GB" sz="1100" b="0" i="0" u="none" strike="noStrike" cap="none" dirty="0" err="1">
                <a:solidFill>
                  <a:srgbClr val="000000"/>
                </a:solidFill>
                <a:effectLst/>
                <a:latin typeface="Arial"/>
                <a:ea typeface="Arial"/>
                <a:cs typeface="Arial"/>
                <a:sym typeface="Arial"/>
              </a:rPr>
              <a:t>labeled</a:t>
            </a:r>
            <a:r>
              <a:rPr lang="en-GB" sz="1100" b="0" i="0" u="none" strike="noStrike" cap="none" dirty="0">
                <a:solidFill>
                  <a:srgbClr val="000000"/>
                </a:solidFill>
                <a:effectLst/>
                <a:latin typeface="Arial"/>
                <a:ea typeface="Arial"/>
                <a:cs typeface="Arial"/>
                <a:sym typeface="Arial"/>
              </a:rPr>
              <a:t> with the coordinates of each landmark point. The labels must be consistent across different images, meaning that the same point must always have the same label in every image.</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Once the neural network is trained, it can be used to detect the landmarks on new images. This technique is used in a variety of applications, including face recognition, pose detection, and special effects in augmented reality.</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Landmark detection is also an important building block for object detection. In object detection, a neural network is trained to not only recognize the presence of an object in an image but also to localize it by predicting its bounding box. Landmark detection can be used to improve the accuracy of object detection by providing additional information about the object's shape and position. </a:t>
            </a:r>
            <a:endParaRPr lang="en-US" sz="1100" b="0" i="0" u="none" strike="noStrike" cap="none" dirty="0">
              <a:solidFill>
                <a:srgbClr val="000000"/>
              </a:solidFill>
              <a:effectLst/>
              <a:latin typeface="Arial"/>
              <a:ea typeface="Arial"/>
              <a:cs typeface="Arial"/>
              <a:sym typeface="Arial"/>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683259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p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7" name="Google Shape;127;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171450" marR="0" lvl="0" indent="-171450" algn="l" defTabSz="914400" rtl="0" eaLnBrk="1" fontAlgn="auto" latinLnBrk="0" hangingPunct="1">
              <a:lnSpc>
                <a:spcPct val="100000"/>
              </a:lnSpc>
              <a:spcBef>
                <a:spcPts val="0"/>
              </a:spcBef>
              <a:spcAft>
                <a:spcPts val="0"/>
              </a:spcAft>
              <a:buClr>
                <a:srgbClr val="000000"/>
              </a:buClr>
              <a:buSzPts val="1100"/>
              <a:tabLst/>
              <a:defRPr/>
            </a:pPr>
            <a:r>
              <a:rPr lang="en-US" sz="1100" dirty="0"/>
              <a:t>The Sliding Windows Detection Algorithm is a way to perform object detection using a </a:t>
            </a:r>
            <a:r>
              <a:rPr lang="en-US" sz="1100" dirty="0" err="1"/>
              <a:t>ConvNet</a:t>
            </a:r>
            <a:r>
              <a:rPr lang="en-US" sz="1100" dirty="0"/>
              <a:t>. The algorithm involves creating a label training set with closely cropped examples of the object you want to detect, training a </a:t>
            </a:r>
            <a:r>
              <a:rPr lang="en-US" sz="1100" dirty="0" err="1"/>
              <a:t>ConvNet</a:t>
            </a:r>
            <a:r>
              <a:rPr lang="en-US" sz="1100" dirty="0"/>
              <a:t> to output whether there is an object present or not, and then using sliding windows to pass small rectangular regions of an input image into the </a:t>
            </a:r>
            <a:r>
              <a:rPr lang="en-US" sz="1100" dirty="0" err="1"/>
              <a:t>ConvNet</a:t>
            </a:r>
            <a:r>
              <a:rPr lang="en-US" sz="1100" dirty="0"/>
              <a:t> and classify them as containing the object or not. </a:t>
            </a:r>
          </a:p>
          <a:p>
            <a:pPr marL="285750" indent="-285750">
              <a:buFont typeface="Arial" panose="020B0604020202020204" pitchFamily="34" charset="0"/>
              <a:buChar char="•"/>
            </a:pPr>
            <a:r>
              <a:rPr lang="en-GB" sz="1100" dirty="0"/>
              <a:t>The Sliding Windows Detection Algorithm involves dividing the test image into small rectangular regions of a fixed size and feeding each region into the </a:t>
            </a:r>
            <a:r>
              <a:rPr lang="en-GB" sz="1100" dirty="0" err="1"/>
              <a:t>ConvNet</a:t>
            </a:r>
            <a:r>
              <a:rPr lang="en-GB" sz="1100" dirty="0"/>
              <a:t> to make a prediction. The regions are then shifted by a fixed stride, and the process is repeated until the entire image is covered. This is done with windows of increasing sizes to detect objects of different scales. The hope is that if there is a car somewhere in the image, there will be a region where the </a:t>
            </a:r>
            <a:r>
              <a:rPr lang="en-GB" sz="1100" dirty="0" err="1"/>
              <a:t>ConvNet</a:t>
            </a:r>
            <a:r>
              <a:rPr lang="en-GB" sz="1100" dirty="0"/>
              <a:t> outputs a positive prediction.</a:t>
            </a:r>
          </a:p>
          <a:p>
            <a:pPr marL="285750" indent="-285750">
              <a:buFont typeface="Arial" panose="020B0604020202020204" pitchFamily="34" charset="0"/>
              <a:buChar char="•"/>
            </a:pPr>
            <a:endParaRPr lang="en-GB" sz="1100" dirty="0"/>
          </a:p>
          <a:p>
            <a:pPr marL="285750" indent="-285750">
              <a:buFont typeface="Arial" panose="020B0604020202020204" pitchFamily="34" charset="0"/>
              <a:buChar char="•"/>
            </a:pPr>
            <a:r>
              <a:rPr lang="en-US" sz="1100" dirty="0"/>
              <a:t>However, the Sliding Windows Detection Algorithm has a significant computational cost because of the large number of regions that need to be processed. This becomes more challenging with the use of a </a:t>
            </a:r>
            <a:r>
              <a:rPr lang="en-US" sz="1100" dirty="0" err="1"/>
              <a:t>ConvNet</a:t>
            </a:r>
            <a:r>
              <a:rPr lang="en-US" sz="1100" dirty="0"/>
              <a:t> since each classification task is more expensive. </a:t>
            </a: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77814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1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1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9" name="Google Shape;279;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a:t>The previous section introduced the concept of sliding windows object detection algorithm. This algorithm inputs an image, crops out small regions from it, and feeds each region to a </a:t>
            </a:r>
            <a:r>
              <a:rPr lang="en-GB" sz="1100" dirty="0" err="1"/>
              <a:t>ConvNet</a:t>
            </a:r>
            <a:r>
              <a:rPr lang="en-GB" sz="1100" dirty="0"/>
              <a:t> that makes a prediction of whether the region contains the object of interest or not.</a:t>
            </a:r>
          </a:p>
          <a:p>
            <a:pPr marL="285750" indent="-285750">
              <a:buFont typeface="Arial" panose="020B0604020202020204" pitchFamily="34" charset="0"/>
              <a:buChar char="•"/>
            </a:pPr>
            <a:r>
              <a:rPr lang="en-GB" sz="1100" dirty="0"/>
              <a:t>However, the computational cost of this approach was found to be too high when using a </a:t>
            </a:r>
            <a:r>
              <a:rPr lang="en-GB" sz="1100" dirty="0" err="1"/>
              <a:t>ConvNet</a:t>
            </a:r>
            <a:r>
              <a:rPr lang="en-GB" sz="1100" dirty="0"/>
              <a:t>, especially when using a fine granularity.</a:t>
            </a:r>
          </a:p>
          <a:p>
            <a:pPr marL="285750" indent="-285750">
              <a:buFont typeface="Arial" panose="020B0604020202020204" pitchFamily="34" charset="0"/>
              <a:buChar char="•"/>
            </a:pPr>
            <a:r>
              <a:rPr lang="en-GB" sz="1100" dirty="0"/>
              <a:t>To solve this problem, the fully connected layers in the neural network can be converted into convolutional layers. This can be achieved by using 5x5 filters, with each filter looking across all channels of the input volume. By implementing fully connected layers as 5x5 filters, each output value in the next layer becomes a linear function of the activations from the previous layer. This enables the use of convolutional layers in place of fully connected layers, which are more computationally efficient.</a:t>
            </a:r>
          </a:p>
          <a:p>
            <a:pPr marL="285750" indent="-285750">
              <a:buFont typeface="Arial" panose="020B0604020202020204" pitchFamily="34" charset="0"/>
              <a:buChar char="•"/>
            </a:pPr>
            <a:r>
              <a:rPr lang="en-GB" sz="1100" dirty="0"/>
              <a:t>The convolutional implementation of the sliding windows algorithm involves sharing computation between different regions of the input image. Instead of running the </a:t>
            </a:r>
            <a:r>
              <a:rPr lang="en-GB" sz="1100" dirty="0" err="1"/>
              <a:t>ConvNet</a:t>
            </a:r>
            <a:r>
              <a:rPr lang="en-GB" sz="1100" dirty="0"/>
              <a:t> sequentially on each cropped region, the entire image can be passed through the </a:t>
            </a:r>
            <a:r>
              <a:rPr lang="en-GB" sz="1100" dirty="0" err="1"/>
              <a:t>ConvNet</a:t>
            </a:r>
            <a:r>
              <a:rPr lang="en-GB" sz="1100" dirty="0"/>
              <a:t> at once, which makes the prediction of all regions more efficient. The 14x14 image is run through the </a:t>
            </a:r>
            <a:r>
              <a:rPr lang="en-GB" sz="1100" dirty="0" err="1"/>
              <a:t>ConvNet</a:t>
            </a:r>
            <a:r>
              <a:rPr lang="en-GB" sz="1100" dirty="0"/>
              <a:t> with 5x5 filters, followed by max pooling and then fully connected layers, before being passed through a </a:t>
            </a:r>
            <a:r>
              <a:rPr lang="en-GB" sz="1100" dirty="0" err="1"/>
              <a:t>softmax</a:t>
            </a:r>
            <a:r>
              <a:rPr lang="en-GB" sz="1100" dirty="0"/>
              <a:t> activation function to get the final output of the </a:t>
            </a:r>
            <a:r>
              <a:rPr lang="en-GB" sz="1100" dirty="0" err="1"/>
              <a:t>ConvNet</a:t>
            </a:r>
            <a:r>
              <a:rPr lang="en-GB" sz="1100" dirty="0"/>
              <a:t>. This output is a 1x1x4 volume. By using 5x5 filters in the </a:t>
            </a:r>
            <a:r>
              <a:rPr lang="en-GB" sz="1100" dirty="0" err="1"/>
              <a:t>ConvNet</a:t>
            </a:r>
            <a:r>
              <a:rPr lang="en-GB" sz="1100" dirty="0"/>
              <a:t>, the output volume becomes a 2x2x4 volume after applying the 1x1 filters. The four outputs of this volume correspond to the output of running the </a:t>
            </a:r>
            <a:r>
              <a:rPr lang="en-GB" sz="1100" dirty="0" err="1"/>
              <a:t>ConvNet</a:t>
            </a:r>
            <a:r>
              <a:rPr lang="en-GB" sz="1100" dirty="0"/>
              <a:t> on each of the four 14x14 regions of the input image.</a:t>
            </a:r>
          </a:p>
          <a:p>
            <a:pPr marL="285750" indent="-285750">
              <a:buFont typeface="Arial" panose="020B0604020202020204" pitchFamily="34" charset="0"/>
              <a:buChar char="•"/>
            </a:pPr>
            <a:r>
              <a:rPr lang="en-GB" sz="1100" dirty="0"/>
              <a:t>The weakness of this algorithm is that the position of the bounding boxes is not very accurate. This problem will be addressed in the next section.</a:t>
            </a:r>
            <a:endParaRPr lang="en-US" sz="1100"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95495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7" name="Google Shape;287;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1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0" name="Google Shape;540;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4"/>
        <p:cNvGrpSpPr/>
        <p:nvPr/>
      </p:nvGrpSpPr>
      <p:grpSpPr>
        <a:xfrm>
          <a:off x="0" y="0"/>
          <a:ext cx="0" cy="0"/>
          <a:chOff x="0" y="0"/>
          <a:chExt cx="0" cy="0"/>
        </a:xfrm>
      </p:grpSpPr>
      <p:sp>
        <p:nvSpPr>
          <p:cNvPr id="385" name="Google Shape;385;p1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386" name="Google Shape;386;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1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a:t>The YOLO (You Only Look Once) algorithm is an object detection algorithm that is more accurate in predicting bounding boxes compared to sliding window methods. The basic idea of YOLO is to divide the input image into a grid and apply an image classification and localization algorithm to each of the cells in the grid. For each cell, a label Y is specified, which is an 8-dimensional vector that includes the probability of an object being present, the bounding box coordinates (BX, BY, BH, BW), and class probabilities (C1, C2, C3, etc.). The midpoint of each object is used to assign the object to a particular grid cell.</a:t>
            </a:r>
          </a:p>
          <a:p>
            <a:pPr marL="285750" indent="-285750">
              <a:buFont typeface="Arial" panose="020B0604020202020204" pitchFamily="34" charset="0"/>
              <a:buChar char="•"/>
            </a:pPr>
            <a:r>
              <a:rPr lang="en-GB" sz="1100" dirty="0"/>
              <a:t>To train the neural network, an input image X is passed through the network, which consists of convolutional and max pool layers, to produce a 3 by 3 by 8 output volume. The target labels Y are also 3 by 3 by 8, and the neural network is trained to map from the input image to the target output volume using backpropagation. At test time, the neural network outputs precise bounding boxes for each of the objects in the image.</a:t>
            </a:r>
          </a:p>
          <a:p>
            <a:pPr marL="285750" indent="-285750">
              <a:buFont typeface="Arial" panose="020B0604020202020204" pitchFamily="34" charset="0"/>
              <a:buChar char="•"/>
            </a:pPr>
            <a:r>
              <a:rPr lang="en-GB" sz="1100" dirty="0"/>
              <a:t>To encode the bounding box coordinates, YOLO uses a convention that specifies the position of the bounding box relative to the grid cell. BX and BY are between 0 and 1 and specify the position of the midpoint of the bounding box, while BH and BW are fractions that specify the height and width of the bounding box relative to the grid cell. There are multiple ways to specify the bounding boxes, and YOLO uses a convention that works reasonably well.</a:t>
            </a:r>
          </a:p>
          <a:p>
            <a:pPr marL="285750" indent="-285750">
              <a:buFont typeface="Arial" panose="020B0604020202020204" pitchFamily="34" charset="0"/>
              <a:buChar char="•"/>
            </a:pPr>
            <a:r>
              <a:rPr lang="en-GB" sz="1100" dirty="0"/>
              <a:t>The YOLO algorithm is efficient because it is a convolutional implementation, which allows for shared computation between all the computations needed for the cells in the grid. This makes it suitable for real-time object detection. However, the YOLO paper can be difficult to understand, and there are other parameterizations that work better than the one presented in the paper. The next few section will show additional ideas to make the YOLO algorithm even better.</a:t>
            </a:r>
            <a:endParaRPr lang="en-US" sz="1100"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465205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p1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1" name="Google Shape;581;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1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1" name="Google Shape;591;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p1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0" name="Google Shape;600;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a:t>Intersection over Union (</a:t>
            </a:r>
            <a:r>
              <a:rPr lang="en-GB" sz="1100" dirty="0" err="1"/>
              <a:t>IoU</a:t>
            </a:r>
            <a:r>
              <a:rPr lang="en-GB" sz="1100" dirty="0"/>
              <a:t>) is a function used to evaluate the accuracy of an object detection algorithm. In object detection, you are not only expected to identify the object but also to localize it. </a:t>
            </a:r>
          </a:p>
          <a:p>
            <a:pPr marL="285750" indent="-285750">
              <a:buFont typeface="Arial" panose="020B0604020202020204" pitchFamily="34" charset="0"/>
              <a:buChar char="•"/>
            </a:pPr>
            <a:r>
              <a:rPr lang="en-GB" sz="1100" dirty="0"/>
              <a:t>The ground-truth bounding box is the actual location of the object, and the algorithm should output a bounding box that overlaps with it. </a:t>
            </a:r>
          </a:p>
          <a:p>
            <a:pPr marL="285750" indent="-285750">
              <a:buFont typeface="Arial" panose="020B0604020202020204" pitchFamily="34" charset="0"/>
              <a:buChar char="•"/>
            </a:pPr>
            <a:r>
              <a:rPr lang="en-GB" sz="1100" dirty="0"/>
              <a:t>The </a:t>
            </a:r>
            <a:r>
              <a:rPr lang="en-GB" sz="1100" dirty="0" err="1"/>
              <a:t>IoU</a:t>
            </a:r>
            <a:r>
              <a:rPr lang="en-GB" sz="1100" dirty="0"/>
              <a:t> function computes the intersection over union of these two bounding boxes, where the intersection is the common region between the two boxes, and the union is the total area covered by both boxes. The </a:t>
            </a:r>
            <a:r>
              <a:rPr lang="en-GB" sz="1100" dirty="0" err="1"/>
              <a:t>IoU</a:t>
            </a:r>
            <a:r>
              <a:rPr lang="en-GB" sz="1100" dirty="0"/>
              <a:t> is calculated by dividing the intersection area by the union area. The </a:t>
            </a:r>
            <a:r>
              <a:rPr lang="en-GB" sz="1100" dirty="0" err="1"/>
              <a:t>IoU</a:t>
            </a:r>
            <a:r>
              <a:rPr lang="en-GB" sz="1100" dirty="0"/>
              <a:t> value ranges from 0 to 1, where 1 indicates a perfect overlap, and 0 means no overlap.</a:t>
            </a:r>
          </a:p>
          <a:p>
            <a:pPr marL="285750" indent="-285750">
              <a:buFont typeface="Arial" panose="020B0604020202020204" pitchFamily="34" charset="0"/>
              <a:buChar char="•"/>
            </a:pPr>
            <a:r>
              <a:rPr lang="en-GB" sz="1100" dirty="0"/>
              <a:t>By convention, a threshold of 0.5 is used to judge whether the predicted bounding box is correct or not. If the </a:t>
            </a:r>
            <a:r>
              <a:rPr lang="en-GB" sz="1100" dirty="0" err="1"/>
              <a:t>IoU</a:t>
            </a:r>
            <a:r>
              <a:rPr lang="en-GB" sz="1100" dirty="0"/>
              <a:t> is greater than or equal to 0.5, the answer is considered correct. However, you can use a different threshold, such as 0.6 or 0.7, to be more stringent. The higher the </a:t>
            </a:r>
            <a:r>
              <a:rPr lang="en-GB" sz="1100" dirty="0" err="1"/>
              <a:t>IoU</a:t>
            </a:r>
            <a:r>
              <a:rPr lang="en-GB" sz="1100" dirty="0"/>
              <a:t>, the more accurate the bounding box.</a:t>
            </a:r>
          </a:p>
          <a:p>
            <a:pPr marL="285750" indent="-285750">
              <a:buFont typeface="Arial" panose="020B0604020202020204" pitchFamily="34" charset="0"/>
              <a:buChar char="•"/>
            </a:pPr>
            <a:r>
              <a:rPr lang="en-GB" sz="1100" dirty="0" err="1"/>
              <a:t>IoU</a:t>
            </a:r>
            <a:r>
              <a:rPr lang="en-GB" sz="1100" dirty="0"/>
              <a:t> is not only used to evaluate object detection algorithms but also to measure the similarity between two bounding boxes. The next section will cover non-max suppression, which is a tool used to improve the outputs of YOLO (You Only Look Once) object detection algorithm.</a:t>
            </a:r>
            <a:endParaRPr lang="en-US" sz="1100"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26941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1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8" name="Google Shape;608;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2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2" name="Google Shape;622;p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a:t>Non-max suppression is a technique used to ensure that an object detection algorithm detects each object only once, even if it detects the same object multiple times. The first step in non-max suppression is to assign a probability, Pc, to each bounding box predicted by the algorithm. Then, the boxes with Pc less than or equal to a certain threshold are discarded.</a:t>
            </a:r>
          </a:p>
          <a:p>
            <a:pPr marL="285750" indent="-285750">
              <a:buFont typeface="Arial" panose="020B0604020202020204" pitchFamily="34" charset="0"/>
              <a:buChar char="•"/>
            </a:pPr>
            <a:r>
              <a:rPr lang="en-GB" sz="1100" dirty="0"/>
              <a:t>Next, the boxes with the highest Pc values are repeatedly selected and highlighted as predicted object detections. Any remaining boxes with high overlap, measured by </a:t>
            </a:r>
            <a:r>
              <a:rPr lang="en-GB" sz="1100" dirty="0" err="1"/>
              <a:t>IoU</a:t>
            </a:r>
            <a:r>
              <a:rPr lang="en-GB" sz="1100" dirty="0"/>
              <a:t>, with the highlighted boxes are suppressed and darkened. This process continues until all boxes have either been highlighted as a predicted detection or darkened as a suppressed detection.</a:t>
            </a:r>
          </a:p>
          <a:p>
            <a:pPr marL="285750" indent="-285750">
              <a:buFont typeface="Arial" panose="020B0604020202020204" pitchFamily="34" charset="0"/>
              <a:buChar char="•"/>
            </a:pPr>
            <a:r>
              <a:rPr lang="en-GB" sz="1100" dirty="0"/>
              <a:t>If multiple objects are being detected, non-max suppression is carried out independently on each class's output. The technique can be applied using a simple grid or with anchor boxes, which will be discussed in the next section.</a:t>
            </a:r>
          </a:p>
          <a:p>
            <a:pPr marL="285750" indent="-285750">
              <a:buFont typeface="Arial" panose="020B0604020202020204" pitchFamily="34" charset="0"/>
              <a:buChar char="•"/>
            </a:pPr>
            <a:r>
              <a:rPr lang="en-GB" sz="1100" dirty="0"/>
              <a:t>Overall, non-max suppression helps ensure that object detection algorithms produce more accurate results by eliminating duplicate detections and reducing false positives.</a:t>
            </a:r>
            <a:endParaRPr lang="en-US" sz="1100" dirty="0"/>
          </a:p>
          <a:p>
            <a:pPr marL="0" lvl="0" indent="0" algn="l" rtl="0">
              <a:spcBef>
                <a:spcPts val="0"/>
              </a:spcBef>
              <a:spcAft>
                <a:spcPts val="0"/>
              </a:spcAft>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008922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p2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0" name="Google Shape;630;p2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p2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8" name="Google Shape;638;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2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8" name="Google Shape;648;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2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70" name="Google Shape;670;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2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7" name="Google Shape;687;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a:t>Anchor boxes are a technique used in object detection to allow each grid cell to detect multiple objects.</a:t>
            </a:r>
          </a:p>
          <a:p>
            <a:pPr marL="285750" indent="-285750">
              <a:buFont typeface="Arial" panose="020B0604020202020204" pitchFamily="34" charset="0"/>
              <a:buChar char="•"/>
            </a:pPr>
            <a:r>
              <a:rPr lang="en-GB" sz="1100" dirty="0"/>
              <a:t>The problem with object detection using grid cells alone is that each grid cell can only detect one object. Anchor boxes solve this problem by pre-defining two or more shapes called anchor box shapes. These shapes can be used to associate two predictions with two anchor boxes. Each object is assigned to the same grid cell as before but is assigned to a grid cell and anchor box pair with the highest </a:t>
            </a:r>
            <a:r>
              <a:rPr lang="en-GB" sz="1100" dirty="0" err="1"/>
              <a:t>IoU</a:t>
            </a:r>
            <a:r>
              <a:rPr lang="en-GB" sz="1100" dirty="0"/>
              <a:t> with the object's shape. This way, the object gets encoded in the target label with a 16-dimensional vector, or an 8-dimensional vector with two anchor boxes.</a:t>
            </a:r>
          </a:p>
          <a:p>
            <a:pPr marL="285750" indent="-285750">
              <a:buFont typeface="Arial" panose="020B0604020202020204" pitchFamily="34" charset="0"/>
              <a:buChar char="•"/>
            </a:pPr>
            <a:r>
              <a:rPr lang="en-GB" sz="1100" dirty="0"/>
              <a:t>The YOLO algorithm assigns the object to a grid cell and anchor box pair that contains the object's midpoint. If there are two objects with the same midpoint, this algorithm may have a tiebreaker to resolve the conflict. However, this is not a common occurrence, especially with larger grids like 19 by 19. Anchor boxes allow the learning algorithm to specialize better and detect different types of objects like tall, skinny objects and white, fat objects.</a:t>
            </a:r>
          </a:p>
          <a:p>
            <a:pPr marL="285750" indent="-285750">
              <a:buFont typeface="Arial" panose="020B0604020202020204" pitchFamily="34" charset="0"/>
              <a:buChar char="•"/>
            </a:pPr>
            <a:r>
              <a:rPr lang="en-GB" sz="1100" dirty="0"/>
              <a:t>Choosing anchor boxes can be done by hand, selecting a variety of shapes that reasonably expands the set of object shapes you expect to detect. Another way is to use a K-means algorithm to group together two types of object shapes you tend to get and select a set of anchor boxes that are most stereotypically representative of the object causes you're trying to detect.</a:t>
            </a:r>
            <a:endParaRPr lang="en-US" sz="1100"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274424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2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95" name="Google Shape;695;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p2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1" name="Google Shape;731;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3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7" name="Google Shape;857;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a:t>In the context of object detection, region proposals are a set of ideas that have been influential in computer vision. The idea behind region proposals is to select just a few windows, or regions, on which to run the object detection algorithm, instead of running it on every single window in the image. The R-CNN (Regions with Convolutional Neural Networks) algorithm is an example of a region proposal algorithm that uses a segmentation algorithm to identify potential objects in the image and then selects those regions for further processing.</a:t>
            </a:r>
          </a:p>
          <a:p>
            <a:pPr marL="285750" indent="-285750">
              <a:buFont typeface="Arial" panose="020B0604020202020204" pitchFamily="34" charset="0"/>
              <a:buChar char="•"/>
            </a:pPr>
            <a:r>
              <a:rPr lang="en-GB" sz="1100" dirty="0"/>
              <a:t>However, the R-CNN algorithm is slow because it processes each proposed region independently. To address this issue, there have been improvements to the R-CNN algorithm, such as the Fast R-CNN algorithm, which uses a convolutional implementation of sliding windows, and the Faster R-CNN algorithm, which uses a convolutional neural network to propose regions.</a:t>
            </a:r>
          </a:p>
          <a:p>
            <a:pPr marL="285750" indent="-285750">
              <a:buFont typeface="Arial" panose="020B0604020202020204" pitchFamily="34" charset="0"/>
              <a:buChar char="•"/>
            </a:pPr>
            <a:r>
              <a:rPr lang="en-GB" sz="1100" dirty="0"/>
              <a:t>While region proposals have been influential in computer vision, some researchers believe that a more promising direction for object detection is to be able to do everything at the same time, without having to propose regions first. This is the approach taken by the YOLO (You Only Look Once) algorithm, which processes the entire image at once and generates object detections directly.</a:t>
            </a:r>
          </a:p>
          <a:p>
            <a:pPr marL="285750" indent="-285750">
              <a:buFont typeface="Arial" panose="020B0604020202020204" pitchFamily="34" charset="0"/>
              <a:buChar char="•"/>
            </a:pPr>
            <a:r>
              <a:rPr lang="en-GB" sz="1100" dirty="0"/>
              <a:t>Overall, understanding region proposals is important for understanding other object detection algorithms that may use this idea. However, there is ongoing research into developing more efficient and effective algorithms that can perform object detection without the need for region proposals.</a:t>
            </a:r>
            <a:endParaRPr lang="en-US" sz="1100"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4490784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p3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65" name="Google Shape;865;p3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2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9" name="Google Shape;739;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2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79" name="Google Shape;779;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133063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63606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3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7" name="Google Shape;787;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3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00" name="Google Shape;800;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0"/>
        <p:cNvGrpSpPr/>
        <p:nvPr/>
      </p:nvGrpSpPr>
      <p:grpSpPr>
        <a:xfrm>
          <a:off x="0" y="0"/>
          <a:ext cx="0" cy="0"/>
          <a:chOff x="0" y="0"/>
          <a:chExt cx="0" cy="0"/>
        </a:xfrm>
      </p:grpSpPr>
      <p:sp>
        <p:nvSpPr>
          <p:cNvPr id="821" name="Google Shape;821;p3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2" name="Google Shape;822;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p3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7" name="Google Shape;877;p3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p3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8" name="Google Shape;888;p3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a:t>While object detection identifies the position of objects in an image, semantic segmentation aims to label every single pixel in the image, determining which pixels belong to the object and which ones do not.</a:t>
            </a:r>
          </a:p>
          <a:p>
            <a:pPr marL="285750" indent="-285750">
              <a:buFont typeface="Arial" panose="020B0604020202020204" pitchFamily="34" charset="0"/>
              <a:buChar char="•"/>
            </a:pPr>
            <a:r>
              <a:rPr lang="en-GB" sz="1100" dirty="0"/>
              <a:t>Semantic segmentation can be used in many commercial applications, such as self-driving cars, medical imaging, and brain </a:t>
            </a:r>
            <a:r>
              <a:rPr lang="en-GB" sz="1100" dirty="0" err="1"/>
              <a:t>tumor</a:t>
            </a:r>
            <a:r>
              <a:rPr lang="en-GB" sz="1100" dirty="0"/>
              <a:t> detection. </a:t>
            </a:r>
          </a:p>
          <a:p>
            <a:pPr marL="285750" indent="-285750">
              <a:buFont typeface="Arial" panose="020B0604020202020204" pitchFamily="34" charset="0"/>
              <a:buChar char="•"/>
            </a:pPr>
            <a:r>
              <a:rPr lang="en-GB" sz="1100" dirty="0"/>
              <a:t>In order to label every pixel in an image, a learning algorithm needs to output a whole matrix of class labels, which is quite different from the class label or the class label with bounding box coordinates typically generated by object detection algorithms.</a:t>
            </a:r>
          </a:p>
          <a:p>
            <a:pPr marL="285750" indent="-285750">
              <a:buFont typeface="Arial" panose="020B0604020202020204" pitchFamily="34" charset="0"/>
              <a:buChar char="•"/>
            </a:pPr>
            <a:r>
              <a:rPr lang="en-GB" sz="1100" dirty="0"/>
              <a:t>The unit architecture is a convolutional neural network architecture that can be used for semantic segmentation. This architecture gradually blows up a small set of activations to a bigger set of activations, </a:t>
            </a:r>
            <a:r>
              <a:rPr lang="en-GB" sz="1100" dirty="0" err="1"/>
              <a:t>labeling</a:t>
            </a:r>
            <a:r>
              <a:rPr lang="en-GB" sz="1100" dirty="0"/>
              <a:t> every single pixel in the image. To achieve this, the unit architecture uses an operation called the transpose convolution, which is a key step in making the image bigger.</a:t>
            </a:r>
          </a:p>
          <a:p>
            <a:pPr marL="285750" indent="-285750">
              <a:buFont typeface="Arial" panose="020B0604020202020204" pitchFamily="34" charset="0"/>
              <a:buChar char="•"/>
            </a:pPr>
            <a:r>
              <a:rPr lang="en-GB" sz="1100" dirty="0"/>
              <a:t>Overall, semantic segmentation is a very useful algorithm for many computer vision applications where it is important to identify every single pixel in the image, such as in medical imaging, self-driving cars, and object recognition.</a:t>
            </a:r>
            <a:endParaRPr lang="en-US" sz="1100" dirty="0"/>
          </a:p>
          <a:p>
            <a:pPr marL="0" lvl="0" indent="0" algn="l" rtl="0">
              <a:spcBef>
                <a:spcPts val="0"/>
              </a:spcBef>
              <a:spcAft>
                <a:spcPts val="0"/>
              </a:spcAft>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055448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4"/>
        <p:cNvGrpSpPr/>
        <p:nvPr/>
      </p:nvGrpSpPr>
      <p:grpSpPr>
        <a:xfrm>
          <a:off x="0" y="0"/>
          <a:ext cx="0" cy="0"/>
          <a:chOff x="0" y="0"/>
          <a:chExt cx="0" cy="0"/>
        </a:xfrm>
      </p:grpSpPr>
      <p:sp>
        <p:nvSpPr>
          <p:cNvPr id="895" name="Google Shape;895;p37: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6" name="Google Shape;896;p3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p38: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0" name="Google Shape;910;p3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0"/>
        <p:cNvGrpSpPr/>
        <p:nvPr/>
      </p:nvGrpSpPr>
      <p:grpSpPr>
        <a:xfrm>
          <a:off x="0" y="0"/>
          <a:ext cx="0" cy="0"/>
          <a:chOff x="0" y="0"/>
          <a:chExt cx="0" cy="0"/>
        </a:xfrm>
      </p:grpSpPr>
      <p:sp>
        <p:nvSpPr>
          <p:cNvPr id="921" name="Google Shape;921;p39: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2" name="Google Shape;922;p3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p40: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1" name="Google Shape;931;p4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p41: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37" name="Google Shape;937;p4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p3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8" name="Google Shape;888;p3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8468055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lvl="0"/>
            <a:r>
              <a:rPr lang="en-GB" sz="1100" b="0" i="0" u="none" strike="noStrike" cap="none" dirty="0">
                <a:solidFill>
                  <a:srgbClr val="000000"/>
                </a:solidFill>
                <a:effectLst/>
                <a:latin typeface="Arial"/>
                <a:ea typeface="Arial"/>
                <a:cs typeface="Arial"/>
                <a:sym typeface="Arial"/>
              </a:rPr>
              <a:t>The concept of transpose convolution is a key part of the unit architecture used in semantic segmentation. Transpose convolution is used to take a small input and blow it up into a larger output.</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Compare regular convolution and transpose convolution:</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	- In regular convolution, a filter is placed on top of the inputs and is convolved 	to generate an output.</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	- In transpose convolution, instead of placing the filter on the input, a filter is 	placed on the output.</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To illustrate how transpose convolution works, consider an example of taking a 2x2 input and blowing it up into a 4x4 output. A 3x3 filter is chosen with padding p=1 and stride s=2. The input is then multiplied by the filter and the output is pasted in the appropriate position.</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a:solidFill>
                  <a:srgbClr val="000000"/>
                </a:solidFill>
                <a:effectLst/>
                <a:latin typeface="Arial"/>
                <a:ea typeface="Arial"/>
                <a:cs typeface="Arial"/>
                <a:sym typeface="Arial"/>
              </a:rPr>
              <a:t>Each entry in the input matrix, showing how the filter is applied and how the output is generated. The result is a 4x4 output matrix that is the result of the transpose convolution operation.</a:t>
            </a:r>
            <a:endParaRPr lang="en-US" sz="1100" b="0" i="0" u="none" strike="noStrike" cap="none" dirty="0">
              <a:solidFill>
                <a:srgbClr val="000000"/>
              </a:solidFill>
              <a:effectLst/>
              <a:latin typeface="Arial"/>
              <a:ea typeface="Arial"/>
              <a:cs typeface="Arial"/>
              <a:sym typeface="Arial"/>
            </a:endParaRPr>
          </a:p>
          <a:p>
            <a:pPr lvl="0"/>
            <a:r>
              <a:rPr lang="en-GB" sz="1100" b="0" i="0" u="none" strike="noStrike" cap="none" dirty="0" err="1">
                <a:solidFill>
                  <a:srgbClr val="000000"/>
                </a:solidFill>
                <a:effectLst/>
                <a:latin typeface="Arial"/>
                <a:ea typeface="Arial"/>
                <a:cs typeface="Arial"/>
                <a:sym typeface="Arial"/>
              </a:rPr>
              <a:t>ranspose</a:t>
            </a:r>
            <a:r>
              <a:rPr lang="en-GB" sz="1100" b="0" i="0" u="none" strike="noStrike" cap="none" dirty="0">
                <a:solidFill>
                  <a:srgbClr val="000000"/>
                </a:solidFill>
                <a:effectLst/>
                <a:latin typeface="Arial"/>
                <a:ea typeface="Arial"/>
                <a:cs typeface="Arial"/>
                <a:sym typeface="Arial"/>
              </a:rPr>
              <a:t> convolution is a key building block of the unit architecture used in semantic segmentation. The unit architecture uses transpose convolution to gradually blow up the feature maps until the final segmentation map is generated.</a:t>
            </a:r>
            <a:endParaRPr lang="en-US" sz="1100" b="0" i="0" u="none" strike="noStrike" cap="none"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122924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p42: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0" name="Google Shape;980;p4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p4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71" name="Google Shape;1071;p4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p44: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82" name="Google Shape;1082;p4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a:t>The architecture of the neural network used for semantic segmentation involves normal convolutions in the first half of the network to compress the image and reduce spatial information. The second half of the network then uses transpose convolutions to blow the representation size back up to the size of the original input image. </a:t>
            </a:r>
          </a:p>
          <a:p>
            <a:pPr marL="285750" indent="-285750">
              <a:buFont typeface="Arial" panose="020B0604020202020204" pitchFamily="34" charset="0"/>
              <a:buChar char="•"/>
            </a:pPr>
            <a:r>
              <a:rPr lang="en-GB" sz="1100" dirty="0"/>
              <a:t>However, adding skip connections from the earlier layers to the later layers, as in the unit architecture, can significantly improve the performance of the network.</a:t>
            </a:r>
          </a:p>
          <a:p>
            <a:pPr marL="285750" indent="-285750">
              <a:buFont typeface="Arial" panose="020B0604020202020204" pitchFamily="34" charset="0"/>
              <a:buChar char="•"/>
            </a:pPr>
            <a:r>
              <a:rPr lang="en-GB" sz="1100" dirty="0"/>
              <a:t>The reason for this is that the final layer of the network needs both high-level, spatial, and contextual information (which is obtained from the earlier layers) as well as low-level, fine-grained, texture-like information (which is lost in the earlier layers due to compression). By adding skip connections, the neural network can take advantage of both the high-level and low-level information to make more accurate decisions about whether a certain pixel is part of a cat or not, for example.</a:t>
            </a:r>
            <a:endParaRPr lang="en-US" sz="1100" dirty="0"/>
          </a:p>
          <a:p>
            <a:pPr marL="0" lvl="0" indent="0" algn="l" rtl="0">
              <a:spcBef>
                <a:spcPts val="0"/>
              </a:spcBef>
              <a:spcAft>
                <a:spcPts val="0"/>
              </a:spcAft>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214446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3: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285750" indent="-285750">
              <a:buFont typeface="Arial" panose="020B0604020202020204" pitchFamily="34" charset="0"/>
              <a:buChar char="•"/>
            </a:pPr>
            <a:r>
              <a:rPr lang="en-GB" sz="1100" dirty="0"/>
              <a:t>The U-Net architecture is a type of convolutional neural network that is commonly used for semantic segmentation tasks in computer vision. The architecture consists of two parts: an encoder and a decoder. The encoder part of the network is made up of several convolutional layers that reduce the spatial dimensionality of the input image while increasing the number of channels. The decoder part of the network consists of several transposed convolutional layers that increase the spatial dimensionality of the image while decreasing the number of channels.</a:t>
            </a:r>
          </a:p>
          <a:p>
            <a:pPr marL="285750" indent="-285750">
              <a:buFont typeface="Arial" panose="020B0604020202020204" pitchFamily="34" charset="0"/>
              <a:buChar char="•"/>
            </a:pPr>
            <a:r>
              <a:rPr lang="en-GB" sz="1100" dirty="0"/>
              <a:t>The skip connections between the encoder and decoder parts of the network are what make the U-Net architecture unique. These connections allow the network to use both high-level and low-level information when making segmentation decisions. The skip connections copy the output from an earlier layer of the encoder and concatenate it with the output from the corresponding decoder layer. This provides the decoder with high-resolution features and low-resolution contextual information, allowing the network to make more accurate segmentation decisions.</a:t>
            </a:r>
          </a:p>
          <a:p>
            <a:pPr marL="285750" marR="0" indent="-285750" algn="l" defTabSz="914400" rtl="0" eaLnBrk="1" fontAlgn="auto" latinLnBrk="0" hangingPunct="1">
              <a:lnSpc>
                <a:spcPct val="100000"/>
              </a:lnSpc>
              <a:spcBef>
                <a:spcPts val="0"/>
              </a:spcBef>
              <a:spcAft>
                <a:spcPts val="0"/>
              </a:spcAft>
              <a:buClr>
                <a:srgbClr val="000000"/>
              </a:buClr>
              <a:buSzPts val="1100"/>
              <a:buFont typeface="Arial" panose="020B0604020202020204" pitchFamily="34" charset="0"/>
              <a:buChar char="•"/>
              <a:tabLst/>
              <a:defRPr/>
            </a:pPr>
            <a:r>
              <a:rPr lang="en-GB" sz="1100" dirty="0"/>
              <a:t>The U-Net architecture is commonly used for biomedical image segmentation, but it has also been applied to other types of image segmentation tasks, such as road segmentation and object detection. The U-Net architecture is named for its U-shaped architecture, which resembles a U when visualized.</a:t>
            </a:r>
          </a:p>
          <a:p>
            <a:pPr marL="0" indent="0">
              <a:buFont typeface="Arial" panose="020B0604020202020204" pitchFamily="34" charset="0"/>
              <a:buNone/>
            </a:pPr>
            <a:endParaRPr lang="en-GB" sz="1100" dirty="0"/>
          </a:p>
          <a:p>
            <a:pPr marL="0" lvl="0" indent="0" algn="l" rtl="0">
              <a:spcBef>
                <a:spcPts val="0"/>
              </a:spcBef>
              <a:spcAft>
                <a:spcPts val="0"/>
              </a:spcAft>
              <a:buNone/>
            </a:pPr>
            <a:endParaRPr dirty="0"/>
          </a:p>
        </p:txBody>
      </p:sp>
      <p:sp>
        <p:nvSpPr>
          <p:cNvPr id="58" name="Google Shape;58;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508060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4"/>
        <p:cNvGrpSpPr/>
        <p:nvPr/>
      </p:nvGrpSpPr>
      <p:grpSpPr>
        <a:xfrm>
          <a:off x="0" y="0"/>
          <a:ext cx="0" cy="0"/>
          <a:chOff x="0" y="0"/>
          <a:chExt cx="0" cy="0"/>
        </a:xfrm>
      </p:grpSpPr>
      <p:sp>
        <p:nvSpPr>
          <p:cNvPr id="1125" name="Google Shape;1125;p45: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6" name="Google Shape;1126;p4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p46:notes"/>
          <p:cNvSpPr txBox="1">
            <a:spLocks noGrp="1"/>
          </p:cNvSpPr>
          <p:nvPr>
            <p:ph type="body" idx="1"/>
          </p:nvPr>
        </p:nvSpPr>
        <p:spPr>
          <a:xfrm>
            <a:off x="1219200" y="3257550"/>
            <a:ext cx="97536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1" name="Google Shape;1281;p4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43: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4" name="Google Shape;444;p43:notes"/>
          <p:cNvSpPr txBox="1">
            <a:spLocks noGrp="1"/>
          </p:cNvSpPr>
          <p:nvPr>
            <p:ph type="body" idx="1"/>
          </p:nvPr>
        </p:nvSpPr>
        <p:spPr>
          <a:xfrm>
            <a:off x="1219200" y="3300413"/>
            <a:ext cx="9753600" cy="2700337"/>
          </a:xfrm>
          <a:prstGeom prst="rect">
            <a:avLst/>
          </a:prstGeom>
          <a:noFill/>
          <a:ln>
            <a:noFill/>
          </a:ln>
        </p:spPr>
        <p:txBody>
          <a:bodyPr spcFirstLastPara="1" wrap="square" lIns="91425" tIns="45700" rIns="91425" bIns="45700" anchor="t" anchorCtr="0">
            <a:noAutofit/>
          </a:bodyPr>
          <a:lstStyle/>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Object Localization</a:t>
            </a:r>
            <a:r>
              <a:rPr lang="en-US" sz="1100" dirty="0" smtClean="0">
                <a:ea typeface="Century Schoolbook"/>
                <a:cs typeface="Century Schoolbook"/>
                <a:sym typeface="Century Schoolbook"/>
              </a:rPr>
              <a:t>: Locating an object in an image by predicting a bounding box.</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Landmark Detection</a:t>
            </a:r>
            <a:r>
              <a:rPr lang="en-US" sz="1100" dirty="0" smtClean="0">
                <a:ea typeface="Century Schoolbook"/>
                <a:cs typeface="Century Schoolbook"/>
                <a:sym typeface="Century Schoolbook"/>
              </a:rPr>
              <a:t>: Identifying specific points on an object, such as facial features.</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Object Detection</a:t>
            </a:r>
            <a:r>
              <a:rPr lang="en-US" sz="1100" dirty="0" smtClean="0">
                <a:ea typeface="Century Schoolbook"/>
                <a:cs typeface="Century Schoolbook"/>
                <a:sym typeface="Century Schoolbook"/>
              </a:rPr>
              <a:t>: Combining localization and classification for multiple objects in an image.</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Convolutional Sliding Windows</a:t>
            </a:r>
            <a:r>
              <a:rPr lang="en-US" sz="1100" dirty="0" smtClean="0">
                <a:ea typeface="Century Schoolbook"/>
                <a:cs typeface="Century Schoolbook"/>
                <a:sym typeface="Century Schoolbook"/>
              </a:rPr>
              <a:t>: Efficiently implementing sliding windows using convolutional neural networks.</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Bounding Box Predictions</a:t>
            </a:r>
            <a:r>
              <a:rPr lang="en-US" sz="1100" dirty="0" smtClean="0">
                <a:ea typeface="Century Schoolbook"/>
                <a:cs typeface="Century Schoolbook"/>
                <a:sym typeface="Century Schoolbook"/>
              </a:rPr>
              <a:t>: Using regression techniques to predict bounding box coordinates.</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Intersection over Union (</a:t>
            </a:r>
            <a:r>
              <a:rPr lang="en-US" sz="1100" b="1" dirty="0" err="1" smtClean="0">
                <a:ea typeface="Century Schoolbook"/>
                <a:cs typeface="Century Schoolbook"/>
                <a:sym typeface="Century Schoolbook"/>
              </a:rPr>
              <a:t>IoU</a:t>
            </a:r>
            <a:r>
              <a:rPr lang="en-US" sz="1100" b="1" dirty="0" smtClean="0">
                <a:ea typeface="Century Schoolbook"/>
                <a:cs typeface="Century Schoolbook"/>
                <a:sym typeface="Century Schoolbook"/>
              </a:rPr>
              <a:t>):</a:t>
            </a:r>
            <a:r>
              <a:rPr lang="en-US" sz="1100" dirty="0" smtClean="0">
                <a:ea typeface="Century Schoolbook"/>
                <a:cs typeface="Century Schoolbook"/>
                <a:sym typeface="Century Schoolbook"/>
              </a:rPr>
              <a:t> Evaluating object detection accuracy by measuring overlap.</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Non-Max Suppression</a:t>
            </a:r>
            <a:r>
              <a:rPr lang="en-US" sz="1100" dirty="0" smtClean="0">
                <a:ea typeface="Century Schoolbook"/>
                <a:cs typeface="Century Schoolbook"/>
                <a:sym typeface="Century Schoolbook"/>
              </a:rPr>
              <a:t>: Removing redundant and low-confidence bounding boxes.</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Anchor Boxes</a:t>
            </a:r>
            <a:r>
              <a:rPr lang="en-US" sz="1100" dirty="0" smtClean="0">
                <a:ea typeface="Century Schoolbook"/>
                <a:cs typeface="Century Schoolbook"/>
                <a:sym typeface="Century Schoolbook"/>
              </a:rPr>
              <a:t>: Pre-defined bounding boxes improving object detection accuracy.</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YOLO Algorithm (You Only Look Once):</a:t>
            </a:r>
            <a:r>
              <a:rPr lang="en-US" sz="1100" dirty="0" smtClean="0">
                <a:ea typeface="Century Schoolbook"/>
                <a:cs typeface="Century Schoolbook"/>
                <a:sym typeface="Century Schoolbook"/>
              </a:rPr>
              <a:t> Real-time object detection predicting boxes and class probabilities in a single pass.</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Semantic Segmentation with U-Net</a:t>
            </a:r>
            <a:r>
              <a:rPr lang="en-US" sz="1100" dirty="0" smtClean="0">
                <a:ea typeface="Century Schoolbook"/>
                <a:cs typeface="Century Schoolbook"/>
                <a:sym typeface="Century Schoolbook"/>
              </a:rPr>
              <a:t>: Classifying each pixel in an image using the U-Net architecture.</a:t>
            </a:r>
          </a:p>
          <a:p>
            <a:pPr marL="313781" marR="4483" indent="-302575">
              <a:lnSpc>
                <a:spcPct val="101800"/>
              </a:lnSpc>
              <a:buSzPts val="2400"/>
              <a:buFont typeface="Arial" panose="020B0604020202020204" pitchFamily="34" charset="0"/>
              <a:buChar char="•"/>
            </a:pPr>
            <a:r>
              <a:rPr lang="en-US" sz="1100" b="1" dirty="0" smtClean="0">
                <a:ea typeface="Century Schoolbook"/>
                <a:cs typeface="Century Schoolbook"/>
                <a:sym typeface="Century Schoolbook"/>
              </a:rPr>
              <a:t>Region Proposals (Optional)</a:t>
            </a:r>
            <a:r>
              <a:rPr lang="en-US" sz="1100" dirty="0" smtClean="0">
                <a:ea typeface="Century Schoolbook"/>
                <a:cs typeface="Century Schoolbook"/>
                <a:sym typeface="Century Schoolbook"/>
              </a:rPr>
              <a:t>: Generating potential object locations for subsequent detection refinement.</a:t>
            </a:r>
            <a:endParaRPr lang="en-US" sz="1050" dirty="0" smtClean="0">
              <a:ea typeface="Century Schoolbook"/>
              <a:cs typeface="Century Schoolbook"/>
              <a:sym typeface="Century Schoolbook"/>
            </a:endParaRPr>
          </a:p>
          <a:p>
            <a:pPr marL="0" lvl="0" indent="0" algn="l" rtl="0">
              <a:lnSpc>
                <a:spcPct val="100000"/>
              </a:lnSpc>
              <a:spcBef>
                <a:spcPts val="0"/>
              </a:spcBef>
              <a:spcAft>
                <a:spcPts val="0"/>
              </a:spcAft>
              <a:buSzPts val="1400"/>
              <a:buNone/>
            </a:pPr>
            <a:endParaRPr dirty="0"/>
          </a:p>
        </p:txBody>
      </p:sp>
      <p:sp>
        <p:nvSpPr>
          <p:cNvPr id="445" name="Google Shape;445;p43:notes"/>
          <p:cNvSpPr txBox="1">
            <a:spLocks noGrp="1"/>
          </p:cNvSpPr>
          <p:nvPr>
            <p:ph type="sldNum" idx="12"/>
          </p:nvPr>
        </p:nvSpPr>
        <p:spPr>
          <a:xfrm>
            <a:off x="6905625" y="6513513"/>
            <a:ext cx="5283200" cy="3444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64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049139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
        <p:cNvGrpSpPr/>
        <p:nvPr/>
      </p:nvGrpSpPr>
      <p:grpSpPr>
        <a:xfrm>
          <a:off x="0" y="0"/>
          <a:ext cx="0" cy="0"/>
          <a:chOff x="0" y="0"/>
          <a:chExt cx="0" cy="0"/>
        </a:xfrm>
      </p:grpSpPr>
      <p:sp>
        <p:nvSpPr>
          <p:cNvPr id="12" name="Google Shape;12;p48"/>
          <p:cNvSpPr txBox="1">
            <a:spLocks noGrp="1"/>
          </p:cNvSpPr>
          <p:nvPr>
            <p:ph type="title"/>
          </p:nvPr>
        </p:nvSpPr>
        <p:spPr>
          <a:xfrm>
            <a:off x="1037259" y="1696300"/>
            <a:ext cx="10117480" cy="103123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48"/>
          <p:cNvSpPr txBox="1">
            <a:spLocks noGrp="1"/>
          </p:cNvSpPr>
          <p:nvPr>
            <p:ph type="body" idx="1"/>
          </p:nvPr>
        </p:nvSpPr>
        <p:spPr>
          <a:xfrm>
            <a:off x="661606" y="2018538"/>
            <a:ext cx="10868786" cy="2794635"/>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2400" b="0" i="0">
                <a:solidFill>
                  <a:schemeClr val="dk1"/>
                </a:solidFill>
                <a:latin typeface="Cambria"/>
                <a:ea typeface="Cambria"/>
                <a:cs typeface="Cambria"/>
                <a:sym typeface="Cambri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14" name="Google Shape;14;p4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 name="Google Shape;15;p4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 name="Google Shape;16;p48"/>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7"/>
        <p:cNvGrpSpPr/>
        <p:nvPr/>
      </p:nvGrpSpPr>
      <p:grpSpPr>
        <a:xfrm>
          <a:off x="0" y="0"/>
          <a:ext cx="0" cy="0"/>
          <a:chOff x="0" y="0"/>
          <a:chExt cx="0" cy="0"/>
        </a:xfrm>
      </p:grpSpPr>
      <p:sp>
        <p:nvSpPr>
          <p:cNvPr id="18" name="Google Shape;18;p49"/>
          <p:cNvSpPr txBox="1">
            <a:spLocks noGrp="1"/>
          </p:cNvSpPr>
          <p:nvPr>
            <p:ph type="title"/>
          </p:nvPr>
        </p:nvSpPr>
        <p:spPr>
          <a:xfrm>
            <a:off x="1037259" y="1696300"/>
            <a:ext cx="10117480" cy="103123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4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4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49"/>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2"/>
        <p:cNvGrpSpPr/>
        <p:nvPr/>
      </p:nvGrpSpPr>
      <p:grpSpPr>
        <a:xfrm>
          <a:off x="0" y="0"/>
          <a:ext cx="0" cy="0"/>
          <a:chOff x="0" y="0"/>
          <a:chExt cx="0" cy="0"/>
        </a:xfrm>
      </p:grpSpPr>
      <p:sp>
        <p:nvSpPr>
          <p:cNvPr id="23" name="Google Shape;23;p50"/>
          <p:cNvSpPr txBox="1">
            <a:spLocks noGrp="1"/>
          </p:cNvSpPr>
          <p:nvPr>
            <p:ph type="title"/>
          </p:nvPr>
        </p:nvSpPr>
        <p:spPr>
          <a:xfrm>
            <a:off x="1037259" y="1696300"/>
            <a:ext cx="10117480" cy="1031239"/>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6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50"/>
          <p:cNvSpPr txBox="1">
            <a:spLocks noGrp="1"/>
          </p:cNvSpPr>
          <p:nvPr>
            <p:ph type="body" idx="1"/>
          </p:nvPr>
        </p:nvSpPr>
        <p:spPr>
          <a:xfrm>
            <a:off x="609600" y="1577340"/>
            <a:ext cx="5303520" cy="452628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5" name="Google Shape;25;p50"/>
          <p:cNvSpPr txBox="1">
            <a:spLocks noGrp="1"/>
          </p:cNvSpPr>
          <p:nvPr>
            <p:ph type="body" idx="2"/>
          </p:nvPr>
        </p:nvSpPr>
        <p:spPr>
          <a:xfrm>
            <a:off x="6296952" y="1047378"/>
            <a:ext cx="5380355" cy="3798570"/>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400"/>
              <a:buNone/>
              <a:defRPr sz="3600" b="0" i="0">
                <a:solidFill>
                  <a:schemeClr val="dk1"/>
                </a:solidFill>
                <a:latin typeface="Cambria"/>
                <a:ea typeface="Cambria"/>
                <a:cs typeface="Cambria"/>
                <a:sym typeface="Cambria"/>
              </a:defRPr>
            </a:lvl1pPr>
            <a:lvl2pPr marL="914400" lvl="1" indent="-228600" algn="l">
              <a:spcBef>
                <a:spcPts val="0"/>
              </a:spcBef>
              <a:spcAft>
                <a:spcPts val="0"/>
              </a:spcAft>
              <a:buSzPts val="1400"/>
              <a:buNone/>
              <a:defRPr/>
            </a:lvl2pPr>
            <a:lvl3pPr marL="1371600" lvl="2" indent="-228600" algn="l">
              <a:spcBef>
                <a:spcPts val="0"/>
              </a:spcBef>
              <a:spcAft>
                <a:spcPts val="0"/>
              </a:spcAft>
              <a:buSzPts val="1400"/>
              <a:buNone/>
              <a:defRPr/>
            </a:lvl3pPr>
            <a:lvl4pPr marL="1828800" lvl="3" indent="-228600" algn="l">
              <a:spcBef>
                <a:spcPts val="0"/>
              </a:spcBef>
              <a:spcAft>
                <a:spcPts val="0"/>
              </a:spcAft>
              <a:buSzPts val="1400"/>
              <a:buNone/>
              <a:defRPr/>
            </a:lvl4pPr>
            <a:lvl5pPr marL="2286000" lvl="4" indent="-228600" algn="l">
              <a:spcBef>
                <a:spcPts val="0"/>
              </a:spcBef>
              <a:spcAft>
                <a:spcPts val="0"/>
              </a:spcAft>
              <a:buSzPts val="1400"/>
              <a:buNone/>
              <a:defRPr/>
            </a:lvl5pPr>
            <a:lvl6pPr marL="2743200" lvl="5" indent="-228600" algn="l">
              <a:spcBef>
                <a:spcPts val="0"/>
              </a:spcBef>
              <a:spcAft>
                <a:spcPts val="0"/>
              </a:spcAft>
              <a:buSzPts val="1400"/>
              <a:buNone/>
              <a:defRPr/>
            </a:lvl6pPr>
            <a:lvl7pPr marL="3200400" lvl="6" indent="-228600" algn="l">
              <a:spcBef>
                <a:spcPts val="0"/>
              </a:spcBef>
              <a:spcAft>
                <a:spcPts val="0"/>
              </a:spcAft>
              <a:buSzPts val="1400"/>
              <a:buNone/>
              <a:defRPr/>
            </a:lvl7pPr>
            <a:lvl8pPr marL="3657600" lvl="7" indent="-228600" algn="l">
              <a:spcBef>
                <a:spcPts val="0"/>
              </a:spcBef>
              <a:spcAft>
                <a:spcPts val="0"/>
              </a:spcAft>
              <a:buSzPts val="1400"/>
              <a:buNone/>
              <a:defRPr/>
            </a:lvl8pPr>
            <a:lvl9pPr marL="4114800" lvl="8" indent="-228600" algn="l">
              <a:spcBef>
                <a:spcPts val="0"/>
              </a:spcBef>
              <a:spcAft>
                <a:spcPts val="0"/>
              </a:spcAft>
              <a:buSzPts val="1400"/>
              <a:buNone/>
              <a:defRPr/>
            </a:lvl9pPr>
          </a:lstStyle>
          <a:p>
            <a:endParaRPr/>
          </a:p>
        </p:txBody>
      </p:sp>
      <p:sp>
        <p:nvSpPr>
          <p:cNvPr id="26" name="Google Shape;26;p5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5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9"/>
        <p:cNvGrpSpPr/>
        <p:nvPr/>
      </p:nvGrpSpPr>
      <p:grpSpPr>
        <a:xfrm>
          <a:off x="0" y="0"/>
          <a:ext cx="0" cy="0"/>
          <a:chOff x="0" y="0"/>
          <a:chExt cx="0" cy="0"/>
        </a:xfrm>
      </p:grpSpPr>
      <p:sp>
        <p:nvSpPr>
          <p:cNvPr id="30" name="Google Shape;30;p51"/>
          <p:cNvSpPr txBox="1">
            <a:spLocks noGrp="1"/>
          </p:cNvSpPr>
          <p:nvPr>
            <p:ph type="ctrTitle"/>
          </p:nvPr>
        </p:nvSpPr>
        <p:spPr>
          <a:xfrm>
            <a:off x="1102614" y="890473"/>
            <a:ext cx="9986771" cy="1763395"/>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6000" b="0" i="0">
                <a:solidFill>
                  <a:schemeClr val="dk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51"/>
          <p:cNvSpPr txBox="1">
            <a:spLocks noGrp="1"/>
          </p:cNvSpPr>
          <p:nvPr>
            <p:ph type="subTitle" idx="1"/>
          </p:nvPr>
        </p:nvSpPr>
        <p:spPr>
          <a:xfrm>
            <a:off x="619125" y="4067936"/>
            <a:ext cx="10953749" cy="1589404"/>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5400" b="0" i="0">
                <a:solidFill>
                  <a:schemeClr val="dk1"/>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1"/>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51"/>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1"/>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Blank">
  <p:cSld name="Blank">
    <p:bg>
      <p:bgPr>
        <a:solidFill>
          <a:schemeClr val="lt1"/>
        </a:solidFill>
        <a:effectLst/>
      </p:bgPr>
    </p:bg>
    <p:spTree>
      <p:nvGrpSpPr>
        <p:cNvPr id="1" name="Shape 35"/>
        <p:cNvGrpSpPr/>
        <p:nvPr/>
      </p:nvGrpSpPr>
      <p:grpSpPr>
        <a:xfrm>
          <a:off x="0" y="0"/>
          <a:ext cx="0" cy="0"/>
          <a:chOff x="0" y="0"/>
          <a:chExt cx="0" cy="0"/>
        </a:xfrm>
      </p:grpSpPr>
      <p:pic>
        <p:nvPicPr>
          <p:cNvPr id="36" name="Google Shape;36;p52"/>
          <p:cNvPicPr preferRelativeResize="0"/>
          <p:nvPr/>
        </p:nvPicPr>
        <p:blipFill rotWithShape="1">
          <a:blip r:embed="rId2">
            <a:alphaModFix/>
          </a:blip>
          <a:srcRect/>
          <a:stretch/>
        </p:blipFill>
        <p:spPr>
          <a:xfrm>
            <a:off x="870203" y="1740407"/>
            <a:ext cx="4165091" cy="4163567"/>
          </a:xfrm>
          <a:prstGeom prst="rect">
            <a:avLst/>
          </a:prstGeom>
          <a:noFill/>
          <a:ln>
            <a:noFill/>
          </a:ln>
        </p:spPr>
      </p:pic>
      <p:sp>
        <p:nvSpPr>
          <p:cNvPr id="37" name="Google Shape;37;p52"/>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52"/>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a:solidFill>
                  <a:srgbClr val="888888"/>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a:solidFill>
                  <a:srgbClr val="888888"/>
                </a:solidFill>
              </a:defRPr>
            </a:lvl1pPr>
            <a:lvl2pPr lvl="1" indent="0" algn="r">
              <a:spcBef>
                <a:spcPts val="0"/>
              </a:spcBef>
              <a:buNone/>
              <a:defRPr>
                <a:solidFill>
                  <a:srgbClr val="888888"/>
                </a:solidFill>
              </a:defRPr>
            </a:lvl2pPr>
            <a:lvl3pPr lvl="2" indent="0" algn="r">
              <a:spcBef>
                <a:spcPts val="0"/>
              </a:spcBef>
              <a:buNone/>
              <a:defRPr>
                <a:solidFill>
                  <a:srgbClr val="888888"/>
                </a:solidFill>
              </a:defRPr>
            </a:lvl3pPr>
            <a:lvl4pPr lvl="3" indent="0" algn="r">
              <a:spcBef>
                <a:spcPts val="0"/>
              </a:spcBef>
              <a:buNone/>
              <a:defRPr>
                <a:solidFill>
                  <a:srgbClr val="888888"/>
                </a:solidFill>
              </a:defRPr>
            </a:lvl4pPr>
            <a:lvl5pPr lvl="4" indent="0" algn="r">
              <a:spcBef>
                <a:spcPts val="0"/>
              </a:spcBef>
              <a:buNone/>
              <a:defRPr>
                <a:solidFill>
                  <a:srgbClr val="888888"/>
                </a:solidFill>
              </a:defRPr>
            </a:lvl5pPr>
            <a:lvl6pPr lvl="5" indent="0" algn="r">
              <a:spcBef>
                <a:spcPts val="0"/>
              </a:spcBef>
              <a:buNone/>
              <a:defRPr>
                <a:solidFill>
                  <a:srgbClr val="888888"/>
                </a:solidFill>
              </a:defRPr>
            </a:lvl6pPr>
            <a:lvl7pPr lvl="6" indent="0" algn="r">
              <a:spcBef>
                <a:spcPts val="0"/>
              </a:spcBef>
              <a:buNone/>
              <a:defRPr>
                <a:solidFill>
                  <a:srgbClr val="888888"/>
                </a:solidFill>
              </a:defRPr>
            </a:lvl7pPr>
            <a:lvl8pPr lvl="7" indent="0" algn="r">
              <a:spcBef>
                <a:spcPts val="0"/>
              </a:spcBef>
              <a:buNone/>
              <a:defRPr>
                <a:solidFill>
                  <a:srgbClr val="888888"/>
                </a:solidFill>
              </a:defRPr>
            </a:lvl8pPr>
            <a:lvl9pPr lvl="8" indent="0" algn="r">
              <a:spcBef>
                <a:spcPts val="0"/>
              </a:spcBef>
              <a:buNone/>
              <a:defRPr>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7"/>
          <p:cNvSpPr txBox="1">
            <a:spLocks noGrp="1"/>
          </p:cNvSpPr>
          <p:nvPr>
            <p:ph type="title"/>
          </p:nvPr>
        </p:nvSpPr>
        <p:spPr>
          <a:xfrm>
            <a:off x="1037259" y="1696300"/>
            <a:ext cx="10117480" cy="1031239"/>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SzPts val="1400"/>
              <a:buNone/>
              <a:defRPr sz="6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47"/>
          <p:cNvSpPr txBox="1">
            <a:spLocks noGrp="1"/>
          </p:cNvSpPr>
          <p:nvPr>
            <p:ph type="body" idx="1"/>
          </p:nvPr>
        </p:nvSpPr>
        <p:spPr>
          <a:xfrm>
            <a:off x="661606" y="2018538"/>
            <a:ext cx="10868786" cy="2794635"/>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SzPts val="1400"/>
              <a:buNone/>
              <a:defRPr sz="2400" b="0" i="0" u="none" strike="noStrike" cap="none">
                <a:solidFill>
                  <a:schemeClr val="dk1"/>
                </a:solidFill>
                <a:latin typeface="Cambria"/>
                <a:ea typeface="Cambria"/>
                <a:cs typeface="Cambria"/>
                <a:sym typeface="Cambria"/>
              </a:defRPr>
            </a:lvl1pPr>
            <a:lvl2pPr marL="914400" marR="0" lvl="1" indent="-228600" algn="l" rtl="0">
              <a:spcBef>
                <a:spcPts val="0"/>
              </a:spcBef>
              <a:spcAft>
                <a:spcPts val="0"/>
              </a:spcAft>
              <a:buSzPts val="1400"/>
              <a:buNone/>
              <a:defRPr sz="1800" b="0" i="0" u="none" strike="noStrike" cap="none">
                <a:latin typeface="Calibri"/>
                <a:ea typeface="Calibri"/>
                <a:cs typeface="Calibri"/>
                <a:sym typeface="Calibri"/>
              </a:defRPr>
            </a:lvl2pPr>
            <a:lvl3pPr marL="1371600" marR="0" lvl="2" indent="-228600" algn="l" rtl="0">
              <a:spcBef>
                <a:spcPts val="0"/>
              </a:spcBef>
              <a:spcAft>
                <a:spcPts val="0"/>
              </a:spcAft>
              <a:buSzPts val="1400"/>
              <a:buNone/>
              <a:defRPr sz="1800" b="0" i="0" u="none" strike="noStrike" cap="none">
                <a:latin typeface="Calibri"/>
                <a:ea typeface="Calibri"/>
                <a:cs typeface="Calibri"/>
                <a:sym typeface="Calibri"/>
              </a:defRPr>
            </a:lvl3pPr>
            <a:lvl4pPr marL="1828800" marR="0" lvl="3" indent="-228600" algn="l" rtl="0">
              <a:spcBef>
                <a:spcPts val="0"/>
              </a:spcBef>
              <a:spcAft>
                <a:spcPts val="0"/>
              </a:spcAft>
              <a:buSzPts val="1400"/>
              <a:buNone/>
              <a:defRPr sz="1800" b="0" i="0" u="none" strike="noStrike" cap="none">
                <a:latin typeface="Calibri"/>
                <a:ea typeface="Calibri"/>
                <a:cs typeface="Calibri"/>
                <a:sym typeface="Calibri"/>
              </a:defRPr>
            </a:lvl4pPr>
            <a:lvl5pPr marL="2286000" marR="0" lvl="4" indent="-228600" algn="l" rtl="0">
              <a:spcBef>
                <a:spcPts val="0"/>
              </a:spcBef>
              <a:spcAft>
                <a:spcPts val="0"/>
              </a:spcAft>
              <a:buSzPts val="1400"/>
              <a:buNone/>
              <a:defRPr sz="1800" b="0" i="0" u="none" strike="noStrike" cap="none">
                <a:latin typeface="Calibri"/>
                <a:ea typeface="Calibri"/>
                <a:cs typeface="Calibri"/>
                <a:sym typeface="Calibri"/>
              </a:defRPr>
            </a:lvl5pPr>
            <a:lvl6pPr marL="2743200" marR="0" lvl="5" indent="-228600" algn="l" rtl="0">
              <a:spcBef>
                <a:spcPts val="0"/>
              </a:spcBef>
              <a:spcAft>
                <a:spcPts val="0"/>
              </a:spcAft>
              <a:buSzPts val="1400"/>
              <a:buNone/>
              <a:defRPr sz="1800" b="0" i="0" u="none" strike="noStrike" cap="none">
                <a:latin typeface="Calibri"/>
                <a:ea typeface="Calibri"/>
                <a:cs typeface="Calibri"/>
                <a:sym typeface="Calibri"/>
              </a:defRPr>
            </a:lvl6pPr>
            <a:lvl7pPr marL="3200400" marR="0" lvl="6" indent="-228600" algn="l" rtl="0">
              <a:spcBef>
                <a:spcPts val="0"/>
              </a:spcBef>
              <a:spcAft>
                <a:spcPts val="0"/>
              </a:spcAft>
              <a:buSzPts val="1400"/>
              <a:buNone/>
              <a:defRPr sz="1800" b="0" i="0" u="none" strike="noStrike" cap="none">
                <a:latin typeface="Calibri"/>
                <a:ea typeface="Calibri"/>
                <a:cs typeface="Calibri"/>
                <a:sym typeface="Calibri"/>
              </a:defRPr>
            </a:lvl7pPr>
            <a:lvl8pPr marL="3657600" marR="0" lvl="7" indent="-228600" algn="l" rtl="0">
              <a:spcBef>
                <a:spcPts val="0"/>
              </a:spcBef>
              <a:spcAft>
                <a:spcPts val="0"/>
              </a:spcAft>
              <a:buSzPts val="1400"/>
              <a:buNone/>
              <a:defRPr sz="1800" b="0" i="0" u="none" strike="noStrike" cap="none">
                <a:latin typeface="Calibri"/>
                <a:ea typeface="Calibri"/>
                <a:cs typeface="Calibri"/>
                <a:sym typeface="Calibri"/>
              </a:defRPr>
            </a:lvl8pPr>
            <a:lvl9pPr marL="4114800" marR="0" lvl="8" indent="-228600" algn="l" rtl="0">
              <a:spcBef>
                <a:spcPts val="0"/>
              </a:spcBef>
              <a:spcAft>
                <a:spcPts val="0"/>
              </a:spcAft>
              <a:buSzPts val="1400"/>
              <a:buNone/>
              <a:defRPr sz="1800" b="0" i="0" u="none" strike="noStrike" cap="none">
                <a:latin typeface="Calibri"/>
                <a:ea typeface="Calibri"/>
                <a:cs typeface="Calibri"/>
                <a:sym typeface="Calibri"/>
              </a:defRPr>
            </a:lvl9pPr>
          </a:lstStyle>
          <a:p>
            <a:endParaRPr/>
          </a:p>
        </p:txBody>
      </p:sp>
      <p:sp>
        <p:nvSpPr>
          <p:cNvPr id="8" name="Google Shape;8;p47"/>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9" name="Google Shape;9;p47"/>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spcBef>
                <a:spcPts val="0"/>
              </a:spcBef>
              <a:spcAft>
                <a:spcPts val="0"/>
              </a:spcAft>
              <a:buSzPts val="1400"/>
              <a:buNone/>
              <a:defRPr sz="1800">
                <a:solidFill>
                  <a:srgbClr val="888888"/>
                </a:solidFil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 name="Google Shape;10;p47"/>
          <p:cNvSpPr txBox="1">
            <a:spLocks noGrp="1"/>
          </p:cNvSpPr>
          <p:nvPr>
            <p:ph type="sldNum" idx="12"/>
          </p:nvPr>
        </p:nvSpPr>
        <p:spPr>
          <a:xfrm>
            <a:off x="8778240" y="6377940"/>
            <a:ext cx="2804160" cy="342900"/>
          </a:xfrm>
          <a:prstGeom prst="rect">
            <a:avLst/>
          </a:prstGeom>
          <a:noFill/>
          <a:ln>
            <a:noFill/>
          </a:ln>
        </p:spPr>
        <p:txBody>
          <a:bodyPr spcFirstLastPara="1" wrap="square" lIns="0" tIns="0" rIns="0" bIns="0" anchor="t" anchorCtr="0">
            <a:spAutoFit/>
          </a:bodyPr>
          <a:lstStyle>
            <a:lvl1pPr lvl="0" indent="0" algn="r">
              <a:spcBef>
                <a:spcPts val="0"/>
              </a:spcBef>
              <a:buNone/>
              <a:defRPr sz="1800">
                <a:solidFill>
                  <a:srgbClr val="888888"/>
                </a:solidFill>
              </a:defRPr>
            </a:lvl1pPr>
            <a:lvl2pPr lvl="1" indent="0" algn="r">
              <a:spcBef>
                <a:spcPts val="0"/>
              </a:spcBef>
              <a:buNone/>
              <a:defRPr sz="1800">
                <a:solidFill>
                  <a:srgbClr val="888888"/>
                </a:solidFill>
              </a:defRPr>
            </a:lvl2pPr>
            <a:lvl3pPr lvl="2" indent="0" algn="r">
              <a:spcBef>
                <a:spcPts val="0"/>
              </a:spcBef>
              <a:buNone/>
              <a:defRPr sz="1800">
                <a:solidFill>
                  <a:srgbClr val="888888"/>
                </a:solidFill>
              </a:defRPr>
            </a:lvl3pPr>
            <a:lvl4pPr lvl="3" indent="0" algn="r">
              <a:spcBef>
                <a:spcPts val="0"/>
              </a:spcBef>
              <a:buNone/>
              <a:defRPr sz="1800">
                <a:solidFill>
                  <a:srgbClr val="888888"/>
                </a:solidFill>
              </a:defRPr>
            </a:lvl4pPr>
            <a:lvl5pPr lvl="4" indent="0" algn="r">
              <a:spcBef>
                <a:spcPts val="0"/>
              </a:spcBef>
              <a:buNone/>
              <a:defRPr sz="1800">
                <a:solidFill>
                  <a:srgbClr val="888888"/>
                </a:solidFill>
              </a:defRPr>
            </a:lvl5pPr>
            <a:lvl6pPr lvl="5" indent="0" algn="r">
              <a:spcBef>
                <a:spcPts val="0"/>
              </a:spcBef>
              <a:buNone/>
              <a:defRPr sz="1800">
                <a:solidFill>
                  <a:srgbClr val="888888"/>
                </a:solidFill>
              </a:defRPr>
            </a:lvl6pPr>
            <a:lvl7pPr lvl="6" indent="0" algn="r">
              <a:spcBef>
                <a:spcPts val="0"/>
              </a:spcBef>
              <a:buNone/>
              <a:defRPr sz="1800">
                <a:solidFill>
                  <a:srgbClr val="888888"/>
                </a:solidFill>
              </a:defRPr>
            </a:lvl7pPr>
            <a:lvl8pPr lvl="7" indent="0" algn="r">
              <a:spcBef>
                <a:spcPts val="0"/>
              </a:spcBef>
              <a:buNone/>
              <a:defRPr sz="1800">
                <a:solidFill>
                  <a:srgbClr val="888888"/>
                </a:solidFill>
              </a:defRPr>
            </a:lvl8pPr>
            <a:lvl9pPr lvl="8" indent="0" algn="r">
              <a:spcBef>
                <a:spcPts val="0"/>
              </a:spcBef>
              <a:buNone/>
              <a:defRPr sz="1800">
                <a:solidFill>
                  <a:srgbClr val="888888"/>
                </a:solidFil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3.png"/><Relationship Id="rId7"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3.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2.png"/><Relationship Id="rId2" Type="http://schemas.openxmlformats.org/officeDocument/2006/relationships/notesSlide" Target="../notesSlides/notesSlide10.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7.png"/><Relationship Id="rId11" Type="http://schemas.openxmlformats.org/officeDocument/2006/relationships/image" Target="../media/image21.png"/><Relationship Id="rId5" Type="http://schemas.openxmlformats.org/officeDocument/2006/relationships/image" Target="../media/image16.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5.png"/><Relationship Id="rId9" Type="http://schemas.openxmlformats.org/officeDocument/2006/relationships/image" Target="../media/image3.png"/><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microsoft.com/office/2018/10/relationships/comments" Target="../comments/modernComment_132_74DF96D7.xml"/></Relationships>
</file>

<file path=ppt/slides/_rels/slide13.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9.png"/><Relationship Id="rId11" Type="http://schemas.openxmlformats.org/officeDocument/2006/relationships/image" Target="../media/image33.png"/><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image" Target="../media/image27.png"/><Relationship Id="rId9" Type="http://schemas.openxmlformats.org/officeDocument/2006/relationships/image" Target="../media/image4.jpg"/></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9.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2.pn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46.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4.png"/><Relationship Id="rId11" Type="http://schemas.openxmlformats.org/officeDocument/2006/relationships/image" Target="../media/image39.png"/><Relationship Id="rId5" Type="http://schemas.openxmlformats.org/officeDocument/2006/relationships/image" Target="../media/image43.png"/><Relationship Id="rId10" Type="http://schemas.openxmlformats.org/officeDocument/2006/relationships/image" Target="../media/image38.png"/><Relationship Id="rId4" Type="http://schemas.openxmlformats.org/officeDocument/2006/relationships/image" Target="../media/image42.png"/><Relationship Id="rId9" Type="http://schemas.openxmlformats.org/officeDocument/2006/relationships/image" Target="../media/image37.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0.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3.png"/><Relationship Id="rId4" Type="http://schemas.openxmlformats.org/officeDocument/2006/relationships/image" Target="../media/image5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image" Target="../media/image59.png"/><Relationship Id="rId13" Type="http://schemas.openxmlformats.org/officeDocument/2006/relationships/image" Target="../media/image2.pn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7.png"/><Relationship Id="rId11" Type="http://schemas.openxmlformats.org/officeDocument/2006/relationships/image" Target="../media/image62.png"/><Relationship Id="rId5" Type="http://schemas.openxmlformats.org/officeDocument/2006/relationships/image" Target="../media/image56.png"/><Relationship Id="rId10" Type="http://schemas.openxmlformats.org/officeDocument/2006/relationships/image" Target="../media/image61.png"/><Relationship Id="rId4" Type="http://schemas.openxmlformats.org/officeDocument/2006/relationships/image" Target="../media/image55.png"/><Relationship Id="rId9"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microsoft.com/office/2018/10/relationships/comments" Target="../comments/modernComment_13F_7D9EE331.xml"/></Relationships>
</file>

<file path=ppt/slides/_rels/slide39.xml.rels><?xml version="1.0" encoding="UTF-8" standalone="yes"?>
<Relationships xmlns="http://schemas.openxmlformats.org/package/2006/relationships"><Relationship Id="rId3" Type="http://schemas.openxmlformats.org/officeDocument/2006/relationships/image" Target="../media/image64.jp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66.png"/><Relationship Id="rId4" Type="http://schemas.openxmlformats.org/officeDocument/2006/relationships/image" Target="../media/image65.png"/></Relationships>
</file>

<file path=ppt/slides/_rels/slide40.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7.png"/><Relationship Id="rId7"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8.png"/><Relationship Id="rId11" Type="http://schemas.openxmlformats.org/officeDocument/2006/relationships/image" Target="../media/image2.png"/><Relationship Id="rId5" Type="http://schemas.openxmlformats.org/officeDocument/2006/relationships/image" Target="../media/image57.png"/><Relationship Id="rId10" Type="http://schemas.openxmlformats.org/officeDocument/2006/relationships/image" Target="../media/image70.png"/><Relationship Id="rId4" Type="http://schemas.openxmlformats.org/officeDocument/2006/relationships/image" Target="../media/image56.png"/><Relationship Id="rId9" Type="http://schemas.openxmlformats.org/officeDocument/2006/relationships/image" Target="../media/image69.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4.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72.png"/></Relationships>
</file>

<file path=ppt/slides/_rels/slide45.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72.png"/></Relationships>
</file>

<file path=ppt/slides/_rels/slide46.xml.rels><?xml version="1.0" encoding="UTF-8" standalone="yes"?>
<Relationships xmlns="http://schemas.openxmlformats.org/package/2006/relationships"><Relationship Id="rId3" Type="http://schemas.openxmlformats.org/officeDocument/2006/relationships/image" Target="../media/image73.jp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74.jp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75.jpg"/></Relationships>
</file>

<file path=ppt/slides/_rels/slide51.xml.rels><?xml version="1.0" encoding="UTF-8" standalone="yes"?>
<Relationships xmlns="http://schemas.openxmlformats.org/package/2006/relationships"><Relationship Id="rId3" Type="http://schemas.openxmlformats.org/officeDocument/2006/relationships/image" Target="../media/image76.jp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78.png"/><Relationship Id="rId4" Type="http://schemas.openxmlformats.org/officeDocument/2006/relationships/image" Target="../media/image77.jpg"/></Relationships>
</file>

<file path=ppt/slides/_rels/slide5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5.xml"/><Relationship Id="rId4" Type="http://schemas.openxmlformats.org/officeDocument/2006/relationships/image" Target="../media/image79.png"/></Relationships>
</file>

<file path=ppt/slides/_rels/slide54.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81.jp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58.xml"/><Relationship Id="rId1" Type="http://schemas.openxmlformats.org/officeDocument/2006/relationships/slideLayout" Target="../slideLayouts/slideLayout1.xml"/><Relationship Id="rId5" Type="http://schemas.microsoft.com/office/2018/10/relationships/comments" Target="../comments/modernComment_12A_0.xml"/><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80.jpg"/><Relationship Id="rId2" Type="http://schemas.openxmlformats.org/officeDocument/2006/relationships/notesSlide" Target="../notesSlides/notesSlide59.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81.jp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image" Target="../media/image2.png"/><Relationship Id="rId2" Type="http://schemas.openxmlformats.org/officeDocument/2006/relationships/notesSlide" Target="../notesSlides/notesSlide62.xml"/><Relationship Id="rId16" Type="http://schemas.openxmlformats.org/officeDocument/2006/relationships/image" Target="../media/image96.png"/><Relationship Id="rId1" Type="http://schemas.openxmlformats.org/officeDocument/2006/relationships/slideLayout" Target="../slideLayouts/slideLayout1.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jpg"/><Relationship Id="rId15" Type="http://schemas.openxmlformats.org/officeDocument/2006/relationships/image" Target="../media/image95.png"/><Relationship Id="rId10" Type="http://schemas.openxmlformats.org/officeDocument/2006/relationships/image" Target="../media/image90.png"/><Relationship Id="rId4" Type="http://schemas.openxmlformats.org/officeDocument/2006/relationships/image" Target="../media/image84.jpg"/><Relationship Id="rId9" Type="http://schemas.openxmlformats.org/officeDocument/2006/relationships/image" Target="../media/image89.png"/><Relationship Id="rId14" Type="http://schemas.openxmlformats.org/officeDocument/2006/relationships/image" Target="../media/image94.png"/></Relationships>
</file>

<file path=ppt/slides/_rels/slide63.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2.png"/><Relationship Id="rId17" Type="http://schemas.openxmlformats.org/officeDocument/2006/relationships/image" Target="../media/image2.png"/><Relationship Id="rId2" Type="http://schemas.openxmlformats.org/officeDocument/2006/relationships/notesSlide" Target="../notesSlides/notesSlide63.xml"/><Relationship Id="rId16" Type="http://schemas.openxmlformats.org/officeDocument/2006/relationships/image" Target="../media/image96.png"/><Relationship Id="rId1" Type="http://schemas.openxmlformats.org/officeDocument/2006/relationships/slideLayout" Target="../slideLayouts/slideLayout1.xml"/><Relationship Id="rId6" Type="http://schemas.openxmlformats.org/officeDocument/2006/relationships/image" Target="../media/image86.png"/><Relationship Id="rId11" Type="http://schemas.openxmlformats.org/officeDocument/2006/relationships/image" Target="../media/image91.png"/><Relationship Id="rId5" Type="http://schemas.openxmlformats.org/officeDocument/2006/relationships/image" Target="../media/image85.jpg"/><Relationship Id="rId15" Type="http://schemas.openxmlformats.org/officeDocument/2006/relationships/image" Target="../media/image95.png"/><Relationship Id="rId10" Type="http://schemas.openxmlformats.org/officeDocument/2006/relationships/image" Target="../media/image90.png"/><Relationship Id="rId4" Type="http://schemas.openxmlformats.org/officeDocument/2006/relationships/image" Target="../media/image84.jpg"/><Relationship Id="rId9" Type="http://schemas.openxmlformats.org/officeDocument/2006/relationships/image" Target="../media/image89.png"/><Relationship Id="rId14" Type="http://schemas.openxmlformats.org/officeDocument/2006/relationships/image" Target="../media/image94.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g21ca5d86668_0_0"/>
          <p:cNvSpPr txBox="1">
            <a:spLocks noGrp="1"/>
          </p:cNvSpPr>
          <p:nvPr>
            <p:ph type="title"/>
          </p:nvPr>
        </p:nvSpPr>
        <p:spPr>
          <a:xfrm>
            <a:off x="2552059" y="178425"/>
            <a:ext cx="5958096" cy="1061829"/>
          </a:xfrm>
          <a:prstGeom prst="rect">
            <a:avLst/>
          </a:prstGeom>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6000" dirty="0">
                <a:solidFill>
                  <a:srgbClr val="0F0F0F"/>
                </a:solidFill>
                <a:highlight>
                  <a:srgbClr val="FFFFFF"/>
                </a:highlight>
                <a:latin typeface="+mj-lt"/>
                <a:ea typeface="Roboto"/>
                <a:cs typeface="Roboto"/>
                <a:sym typeface="Roboto"/>
              </a:rPr>
              <a:t>Object Detection</a:t>
            </a:r>
            <a:endParaRPr sz="6000" dirty="0">
              <a:solidFill>
                <a:srgbClr val="0F0F0F"/>
              </a:solidFill>
              <a:highlight>
                <a:srgbClr val="FFFFFF"/>
              </a:highlight>
              <a:latin typeface="+mj-lt"/>
              <a:ea typeface="Roboto"/>
              <a:cs typeface="Roboto"/>
              <a:sym typeface="Roboto"/>
            </a:endParaRPr>
          </a:p>
        </p:txBody>
      </p:sp>
      <p:sp>
        <p:nvSpPr>
          <p:cNvPr id="45" name="Google Shape;45;g21ca5d86668_0_0"/>
          <p:cNvSpPr txBox="1">
            <a:spLocks noGrp="1"/>
          </p:cNvSpPr>
          <p:nvPr>
            <p:ph type="body" idx="1"/>
          </p:nvPr>
        </p:nvSpPr>
        <p:spPr>
          <a:xfrm>
            <a:off x="4403252" y="1192035"/>
            <a:ext cx="7712549" cy="5554669"/>
          </a:xfrm>
          <a:prstGeom prst="rect">
            <a:avLst/>
          </a:prstGeom>
        </p:spPr>
        <p:txBody>
          <a:bodyPr spcFirstLastPara="1" wrap="square" lIns="0" tIns="0" rIns="0" bIns="0" anchor="t" anchorCtr="0">
            <a:noAutofit/>
          </a:bodyPr>
          <a:lstStyle/>
          <a:p>
            <a:pPr marL="0" lvl="0" indent="0"/>
            <a:r>
              <a:rPr lang="en-US" b="1" dirty="0">
                <a:latin typeface="+mj-lt"/>
                <a:ea typeface="Trebuchet MS"/>
                <a:cs typeface="Trebuchet MS"/>
                <a:sym typeface="Trebuchet MS"/>
              </a:rPr>
              <a:t>Learning Objectives:</a:t>
            </a:r>
            <a:endParaRPr lang="en-US" dirty="0">
              <a:latin typeface="+mj-lt"/>
              <a:ea typeface="Calibri"/>
              <a:cs typeface="Calibri"/>
              <a:sym typeface="Calibri"/>
            </a:endParaRPr>
          </a:p>
          <a:p>
            <a:pPr marL="342900" indent="-342900">
              <a:buSzPct val="100000"/>
              <a:buFont typeface="Arial" panose="020B0604020202020204" pitchFamily="34" charset="0"/>
              <a:buChar char="•"/>
            </a:pPr>
            <a:r>
              <a:rPr lang="en-US" dirty="0">
                <a:latin typeface="+mn-lt"/>
                <a:ea typeface="Calibri"/>
                <a:cs typeface="Calibri"/>
                <a:sym typeface="Calibri"/>
              </a:rPr>
              <a:t>Identify the components used for object detection (landmark, anchor, bounding box, grid, ...) and their purpose</a:t>
            </a:r>
          </a:p>
          <a:p>
            <a:pPr marL="342900" indent="-342900">
              <a:buSzPct val="100000"/>
              <a:buFont typeface="Arial" panose="020B0604020202020204" pitchFamily="34" charset="0"/>
              <a:buChar char="•"/>
            </a:pPr>
            <a:r>
              <a:rPr lang="en-US" dirty="0">
                <a:latin typeface="+mn-lt"/>
                <a:ea typeface="Calibri"/>
                <a:cs typeface="Calibri"/>
                <a:sym typeface="Calibri"/>
              </a:rPr>
              <a:t>Implement object detection</a:t>
            </a:r>
          </a:p>
          <a:p>
            <a:pPr marL="342900" indent="-342900">
              <a:buSzPct val="100000"/>
              <a:buFont typeface="Arial" panose="020B0604020202020204" pitchFamily="34" charset="0"/>
              <a:buChar char="•"/>
            </a:pPr>
            <a:r>
              <a:rPr lang="en-US" dirty="0">
                <a:latin typeface="+mn-lt"/>
                <a:ea typeface="Calibri"/>
                <a:cs typeface="Calibri"/>
                <a:sym typeface="Calibri"/>
              </a:rPr>
              <a:t>Implement non-max suppression to increase accuracy</a:t>
            </a:r>
          </a:p>
          <a:p>
            <a:pPr marL="342900" indent="-342900">
              <a:buSzPct val="100000"/>
              <a:buFont typeface="Arial" panose="020B0604020202020204" pitchFamily="34" charset="0"/>
              <a:buChar char="•"/>
            </a:pPr>
            <a:r>
              <a:rPr lang="en-US" dirty="0">
                <a:latin typeface="+mn-lt"/>
                <a:ea typeface="Calibri"/>
                <a:cs typeface="Calibri"/>
                <a:sym typeface="Calibri"/>
              </a:rPr>
              <a:t>Implement intersection over union</a:t>
            </a:r>
          </a:p>
          <a:p>
            <a:pPr marL="342900" indent="-342900">
              <a:buSzPct val="100000"/>
              <a:buFont typeface="Arial" panose="020B0604020202020204" pitchFamily="34" charset="0"/>
              <a:buChar char="•"/>
            </a:pPr>
            <a:r>
              <a:rPr lang="en-US" dirty="0">
                <a:latin typeface="+mn-lt"/>
                <a:ea typeface="Calibri"/>
                <a:cs typeface="Calibri"/>
                <a:sym typeface="Calibri"/>
              </a:rPr>
              <a:t>Handle bounding boxes, a type of image annotation popular in deep learning</a:t>
            </a:r>
          </a:p>
          <a:p>
            <a:pPr marL="342900" indent="-342900">
              <a:buSzPct val="100000"/>
              <a:buFont typeface="Arial" panose="020B0604020202020204" pitchFamily="34" charset="0"/>
              <a:buChar char="•"/>
            </a:pPr>
            <a:r>
              <a:rPr lang="en-US" dirty="0">
                <a:latin typeface="+mn-lt"/>
                <a:ea typeface="Calibri"/>
                <a:cs typeface="Calibri"/>
                <a:sym typeface="Calibri"/>
              </a:rPr>
              <a:t>Apply sparse categorical </a:t>
            </a:r>
            <a:r>
              <a:rPr lang="en-US" dirty="0" err="1">
                <a:latin typeface="+mn-lt"/>
                <a:ea typeface="Calibri"/>
                <a:cs typeface="Calibri"/>
                <a:sym typeface="Calibri"/>
              </a:rPr>
              <a:t>crossentropy</a:t>
            </a:r>
            <a:r>
              <a:rPr lang="en-US" dirty="0">
                <a:latin typeface="+mn-lt"/>
                <a:ea typeface="Calibri"/>
                <a:cs typeface="Calibri"/>
                <a:sym typeface="Calibri"/>
              </a:rPr>
              <a:t> for </a:t>
            </a:r>
            <a:r>
              <a:rPr lang="en-US" dirty="0" err="1">
                <a:latin typeface="+mn-lt"/>
                <a:ea typeface="Calibri"/>
                <a:cs typeface="Calibri"/>
                <a:sym typeface="Calibri"/>
              </a:rPr>
              <a:t>pixelwise</a:t>
            </a:r>
            <a:r>
              <a:rPr lang="en-US" dirty="0">
                <a:latin typeface="+mn-lt"/>
                <a:ea typeface="Calibri"/>
                <a:cs typeface="Calibri"/>
                <a:sym typeface="Calibri"/>
              </a:rPr>
              <a:t> prediction</a:t>
            </a:r>
          </a:p>
          <a:p>
            <a:pPr marL="342900" indent="-342900">
              <a:buSzPct val="100000"/>
              <a:buFont typeface="Arial" panose="020B0604020202020204" pitchFamily="34" charset="0"/>
              <a:buChar char="•"/>
            </a:pPr>
            <a:r>
              <a:rPr lang="en-US" dirty="0">
                <a:latin typeface="+mn-lt"/>
                <a:ea typeface="Calibri"/>
                <a:cs typeface="Calibri"/>
                <a:sym typeface="Calibri"/>
              </a:rPr>
              <a:t>Implement semantic image segmentation on the CARLA self-driving car dataset</a:t>
            </a:r>
          </a:p>
          <a:p>
            <a:pPr marL="342900" indent="-342900">
              <a:buSzPct val="100000"/>
              <a:buFont typeface="Arial" panose="020B0604020202020204" pitchFamily="34" charset="0"/>
              <a:buChar char="•"/>
            </a:pPr>
            <a:r>
              <a:rPr lang="en-US" dirty="0">
                <a:latin typeface="+mn-lt"/>
                <a:ea typeface="Calibri"/>
                <a:cs typeface="Calibri"/>
                <a:sym typeface="Calibri"/>
              </a:rPr>
              <a:t>Explain the difference between a regular CNN and a U-net</a:t>
            </a:r>
            <a:endParaRPr dirty="0">
              <a:latin typeface="+mn-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p:txBody>
      </p:sp>
      <p:pic>
        <p:nvPicPr>
          <p:cNvPr id="46" name="Google Shape;46;g21ca5d86668_0_0"/>
          <p:cNvPicPr preferRelativeResize="0"/>
          <p:nvPr/>
        </p:nvPicPr>
        <p:blipFill>
          <a:blip r:embed="rId3">
            <a:alphaModFix/>
          </a:blip>
          <a:stretch>
            <a:fillRect/>
          </a:stretch>
        </p:blipFill>
        <p:spPr>
          <a:xfrm>
            <a:off x="417325" y="2395175"/>
            <a:ext cx="3871626" cy="2129399"/>
          </a:xfrm>
          <a:prstGeom prst="rect">
            <a:avLst/>
          </a:prstGeom>
          <a:noFill/>
          <a:ln>
            <a:noFill/>
          </a:ln>
        </p:spPr>
      </p:pic>
      <p:pic>
        <p:nvPicPr>
          <p:cNvPr id="47" name="Google Shape;47;g21ca5d86668_0_0"/>
          <p:cNvPicPr preferRelativeResize="0"/>
          <p:nvPr/>
        </p:nvPicPr>
        <p:blipFill>
          <a:blip r:embed="rId3">
            <a:alphaModFix/>
          </a:blip>
          <a:stretch>
            <a:fillRect/>
          </a:stretch>
        </p:blipFill>
        <p:spPr>
          <a:xfrm>
            <a:off x="93287"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g21ca5d86668_0_0"/>
          <p:cNvSpPr txBox="1">
            <a:spLocks noGrp="1"/>
          </p:cNvSpPr>
          <p:nvPr>
            <p:ph type="title"/>
          </p:nvPr>
        </p:nvSpPr>
        <p:spPr>
          <a:xfrm>
            <a:off x="2552059" y="178425"/>
            <a:ext cx="10117500" cy="1061829"/>
          </a:xfrm>
          <a:prstGeom prst="rect">
            <a:avLst/>
          </a:prstGeom>
        </p:spPr>
        <p:txBody>
          <a:bodyPr spcFirstLastPara="1" wrap="square" lIns="0" tIns="0" rIns="0" bIns="0" anchor="t" anchorCtr="0">
            <a:spAutoFit/>
          </a:bodyPr>
          <a:lstStyle/>
          <a:p>
            <a:pPr marL="0" lvl="0" indent="0" algn="l" rtl="0">
              <a:lnSpc>
                <a:spcPct val="115000"/>
              </a:lnSpc>
              <a:spcBef>
                <a:spcPts val="0"/>
              </a:spcBef>
              <a:spcAft>
                <a:spcPts val="0"/>
              </a:spcAft>
              <a:buClr>
                <a:schemeClr val="dk1"/>
              </a:buClr>
              <a:buSzPts val="1100"/>
              <a:buFont typeface="Arial"/>
              <a:buNone/>
            </a:pPr>
            <a:r>
              <a:rPr lang="en-US" sz="6000" dirty="0">
                <a:solidFill>
                  <a:srgbClr val="0F0F0F"/>
                </a:solidFill>
                <a:highlight>
                  <a:srgbClr val="FFFFFF"/>
                </a:highlight>
                <a:latin typeface="+mj-lt"/>
                <a:ea typeface="Roboto"/>
                <a:cs typeface="Roboto"/>
                <a:sym typeface="Roboto"/>
              </a:rPr>
              <a:t>Object Detection</a:t>
            </a:r>
            <a:endParaRPr sz="6000" dirty="0">
              <a:solidFill>
                <a:srgbClr val="0F0F0F"/>
              </a:solidFill>
              <a:highlight>
                <a:srgbClr val="FFFFFF"/>
              </a:highlight>
              <a:latin typeface="+mj-lt"/>
              <a:ea typeface="Roboto"/>
              <a:cs typeface="Roboto"/>
              <a:sym typeface="Roboto"/>
            </a:endParaRPr>
          </a:p>
        </p:txBody>
      </p:sp>
      <p:sp>
        <p:nvSpPr>
          <p:cNvPr id="45" name="Google Shape;45;g21ca5d86668_0_0"/>
          <p:cNvSpPr txBox="1">
            <a:spLocks noGrp="1"/>
          </p:cNvSpPr>
          <p:nvPr>
            <p:ph type="body" idx="1"/>
          </p:nvPr>
        </p:nvSpPr>
        <p:spPr>
          <a:xfrm>
            <a:off x="4773649" y="1452800"/>
            <a:ext cx="7001025" cy="4486200"/>
          </a:xfrm>
          <a:prstGeom prst="rect">
            <a:avLst/>
          </a:prstGeom>
        </p:spPr>
        <p:txBody>
          <a:bodyPr spcFirstLastPara="1" wrap="square" lIns="0" tIns="0" rIns="0" bIns="0" anchor="t" anchorCtr="0">
            <a:noAutofit/>
          </a:bodyPr>
          <a:lstStyle/>
          <a:p>
            <a:pPr marL="0" indent="0"/>
            <a:r>
              <a:rPr lang="en-US" dirty="0">
                <a:latin typeface="+mj-lt"/>
                <a:ea typeface="Calibri"/>
                <a:cs typeface="Calibri"/>
                <a:sym typeface="Calibri"/>
              </a:rPr>
              <a:t>1 Object localization Object localization</a:t>
            </a:r>
            <a:endParaRPr dirty="0">
              <a:latin typeface="+mj-lt"/>
              <a:ea typeface="Calibri"/>
              <a:cs typeface="Calibri"/>
              <a:sym typeface="Calibri"/>
            </a:endParaRPr>
          </a:p>
          <a:p>
            <a:pPr marL="0" lvl="0" indent="0" algn="l" rtl="0">
              <a:spcBef>
                <a:spcPts val="0"/>
              </a:spcBef>
              <a:spcAft>
                <a:spcPts val="0"/>
              </a:spcAft>
              <a:buNone/>
            </a:pPr>
            <a:r>
              <a:rPr lang="en-US" dirty="0">
                <a:latin typeface="+mj-lt"/>
                <a:ea typeface="Calibri"/>
                <a:cs typeface="Calibri"/>
                <a:sym typeface="Calibri"/>
              </a:rPr>
              <a:t>2 Landmark detection</a:t>
            </a:r>
            <a:endParaRPr dirty="0">
              <a:latin typeface="+mj-lt"/>
              <a:ea typeface="Calibri"/>
              <a:cs typeface="Calibri"/>
              <a:sym typeface="Calibri"/>
            </a:endParaRPr>
          </a:p>
          <a:p>
            <a:pPr marL="0" lvl="0" indent="0" algn="l" rtl="0">
              <a:spcBef>
                <a:spcPts val="0"/>
              </a:spcBef>
              <a:spcAft>
                <a:spcPts val="0"/>
              </a:spcAft>
              <a:buNone/>
            </a:pPr>
            <a:r>
              <a:rPr lang="en-US" dirty="0">
                <a:latin typeface="+mj-lt"/>
                <a:ea typeface="Calibri"/>
                <a:cs typeface="Calibri"/>
                <a:sym typeface="Calibri"/>
              </a:rPr>
              <a:t>3 Object detection</a:t>
            </a:r>
            <a:endParaRPr dirty="0">
              <a:latin typeface="+mj-lt"/>
              <a:ea typeface="Calibri"/>
              <a:cs typeface="Calibri"/>
              <a:sym typeface="Calibri"/>
            </a:endParaRPr>
          </a:p>
          <a:p>
            <a:pPr marL="0" lvl="0" indent="0" algn="l" rtl="0">
              <a:spcBef>
                <a:spcPts val="0"/>
              </a:spcBef>
              <a:spcAft>
                <a:spcPts val="0"/>
              </a:spcAft>
              <a:buNone/>
            </a:pPr>
            <a:r>
              <a:rPr lang="en-US" dirty="0">
                <a:latin typeface="+mj-lt"/>
                <a:ea typeface="Calibri"/>
                <a:cs typeface="Calibri"/>
                <a:sym typeface="Calibri"/>
              </a:rPr>
              <a:t>4 Convolutional implementation of sliding windows</a:t>
            </a:r>
            <a:endParaRPr dirty="0">
              <a:latin typeface="+mj-lt"/>
              <a:ea typeface="Calibri"/>
              <a:cs typeface="Calibri"/>
              <a:sym typeface="Calibri"/>
            </a:endParaRPr>
          </a:p>
          <a:p>
            <a:pPr marL="0" lvl="0" indent="0" algn="l" rtl="0">
              <a:spcBef>
                <a:spcPts val="0"/>
              </a:spcBef>
              <a:spcAft>
                <a:spcPts val="0"/>
              </a:spcAft>
              <a:buNone/>
            </a:pPr>
            <a:r>
              <a:rPr lang="en-US" dirty="0">
                <a:latin typeface="+mj-lt"/>
                <a:ea typeface="Calibri"/>
                <a:cs typeface="Calibri"/>
                <a:sym typeface="Calibri"/>
              </a:rPr>
              <a:t>5 Bounding box predictions</a:t>
            </a:r>
            <a:endParaRPr dirty="0">
              <a:latin typeface="+mj-lt"/>
              <a:ea typeface="Calibri"/>
              <a:cs typeface="Calibri"/>
              <a:sym typeface="Calibri"/>
            </a:endParaRPr>
          </a:p>
          <a:p>
            <a:pPr marL="0" lvl="0" indent="0" algn="l" rtl="0">
              <a:spcBef>
                <a:spcPts val="0"/>
              </a:spcBef>
              <a:spcAft>
                <a:spcPts val="0"/>
              </a:spcAft>
              <a:buNone/>
            </a:pPr>
            <a:r>
              <a:rPr lang="en-US" dirty="0">
                <a:latin typeface="+mj-lt"/>
                <a:ea typeface="Calibri"/>
                <a:cs typeface="Calibri"/>
                <a:sym typeface="Calibri"/>
              </a:rPr>
              <a:t>6 Intersection over union</a:t>
            </a:r>
            <a:endParaRPr dirty="0">
              <a:latin typeface="+mj-lt"/>
              <a:ea typeface="Calibri"/>
              <a:cs typeface="Calibri"/>
              <a:sym typeface="Calibri"/>
            </a:endParaRPr>
          </a:p>
          <a:p>
            <a:pPr marL="0" lvl="0" indent="0" algn="l" rtl="0">
              <a:spcBef>
                <a:spcPts val="0"/>
              </a:spcBef>
              <a:spcAft>
                <a:spcPts val="0"/>
              </a:spcAft>
              <a:buNone/>
            </a:pPr>
            <a:r>
              <a:rPr lang="en-US" dirty="0">
                <a:latin typeface="+mj-lt"/>
                <a:ea typeface="Calibri"/>
                <a:cs typeface="Calibri"/>
                <a:sym typeface="Calibri"/>
              </a:rPr>
              <a:t>7 Non-max suppression</a:t>
            </a:r>
            <a:endParaRPr dirty="0">
              <a:latin typeface="+mj-lt"/>
              <a:ea typeface="Calibri"/>
              <a:cs typeface="Calibri"/>
              <a:sym typeface="Calibri"/>
            </a:endParaRPr>
          </a:p>
          <a:p>
            <a:pPr marL="0" lvl="0" indent="0" algn="l" rtl="0">
              <a:spcBef>
                <a:spcPts val="0"/>
              </a:spcBef>
              <a:spcAft>
                <a:spcPts val="0"/>
              </a:spcAft>
              <a:buNone/>
            </a:pPr>
            <a:r>
              <a:rPr lang="en-US" dirty="0">
                <a:latin typeface="+mj-lt"/>
                <a:ea typeface="Calibri"/>
                <a:cs typeface="Calibri"/>
                <a:sym typeface="Calibri"/>
              </a:rPr>
              <a:t>8 Anchor boxes</a:t>
            </a:r>
            <a:endParaRPr dirty="0">
              <a:latin typeface="+mj-lt"/>
              <a:ea typeface="Calibri"/>
              <a:cs typeface="Calibri"/>
              <a:sym typeface="Calibri"/>
            </a:endParaRPr>
          </a:p>
          <a:p>
            <a:pPr marL="0" lvl="0" indent="0"/>
            <a:r>
              <a:rPr lang="en-US" dirty="0">
                <a:latin typeface="+mj-lt"/>
                <a:ea typeface="Calibri"/>
                <a:cs typeface="Calibri"/>
                <a:sym typeface="Calibri"/>
              </a:rPr>
              <a:t>9 Region proposals (Optional)</a:t>
            </a:r>
          </a:p>
          <a:p>
            <a:pPr marL="0" lvl="0" indent="0" algn="l" rtl="0">
              <a:spcBef>
                <a:spcPts val="0"/>
              </a:spcBef>
              <a:spcAft>
                <a:spcPts val="0"/>
              </a:spcAft>
              <a:buNone/>
            </a:pPr>
            <a:r>
              <a:rPr lang="en-US" dirty="0" smtClean="0">
                <a:latin typeface="+mj-lt"/>
                <a:ea typeface="Calibri"/>
                <a:cs typeface="Calibri"/>
                <a:sym typeface="Calibri"/>
              </a:rPr>
              <a:t>10 Putting it together: YOLO algorithm</a:t>
            </a:r>
            <a:endParaRPr dirty="0" smtClean="0">
              <a:latin typeface="+mj-lt"/>
              <a:ea typeface="Calibri"/>
              <a:cs typeface="Calibri"/>
              <a:sym typeface="Calibri"/>
            </a:endParaRPr>
          </a:p>
          <a:p>
            <a:pPr marL="0" lvl="0" indent="0" algn="l" rtl="0">
              <a:spcBef>
                <a:spcPts val="0"/>
              </a:spcBef>
              <a:spcAft>
                <a:spcPts val="0"/>
              </a:spcAft>
              <a:buNone/>
            </a:pPr>
            <a:r>
              <a:rPr lang="en-US" dirty="0" smtClean="0">
                <a:latin typeface="+mj-lt"/>
                <a:ea typeface="Calibri"/>
                <a:cs typeface="Calibri"/>
                <a:sym typeface="Calibri"/>
              </a:rPr>
              <a:t>11 Semantic segmentation with U-Net</a:t>
            </a:r>
            <a:endParaRPr dirty="0" smtClean="0">
              <a:latin typeface="+mj-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a:p>
            <a:pPr marL="0" lvl="0" indent="0" algn="l" rtl="0">
              <a:spcBef>
                <a:spcPts val="0"/>
              </a:spcBef>
              <a:spcAft>
                <a:spcPts val="0"/>
              </a:spcAft>
              <a:buNone/>
            </a:pPr>
            <a:endParaRPr sz="6600" dirty="0">
              <a:latin typeface="+mj-lt"/>
              <a:ea typeface="Calibri"/>
              <a:cs typeface="Calibri"/>
              <a:sym typeface="Calibri"/>
            </a:endParaRPr>
          </a:p>
        </p:txBody>
      </p:sp>
      <p:pic>
        <p:nvPicPr>
          <p:cNvPr id="46" name="Google Shape;46;g21ca5d86668_0_0"/>
          <p:cNvPicPr preferRelativeResize="0"/>
          <p:nvPr/>
        </p:nvPicPr>
        <p:blipFill>
          <a:blip r:embed="rId3">
            <a:alphaModFix/>
          </a:blip>
          <a:stretch>
            <a:fillRect/>
          </a:stretch>
        </p:blipFill>
        <p:spPr>
          <a:xfrm>
            <a:off x="417325" y="2395175"/>
            <a:ext cx="3871626" cy="2129399"/>
          </a:xfrm>
          <a:prstGeom prst="rect">
            <a:avLst/>
          </a:prstGeom>
          <a:noFill/>
          <a:ln>
            <a:noFill/>
          </a:ln>
        </p:spPr>
      </p:pic>
      <p:pic>
        <p:nvPicPr>
          <p:cNvPr id="47" name="Google Shape;47;g21ca5d86668_0_0"/>
          <p:cNvPicPr preferRelativeResize="0"/>
          <p:nvPr/>
        </p:nvPicPr>
        <p:blipFill>
          <a:blip r:embed="rId3">
            <a:alphaModFix/>
          </a:blip>
          <a:stretch>
            <a:fillRect/>
          </a:stretch>
        </p:blipFill>
        <p:spPr>
          <a:xfrm>
            <a:off x="569725" y="25475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a:t>
            </a:fld>
            <a:endParaRPr lang="en-US"/>
          </a:p>
        </p:txBody>
      </p:sp>
    </p:spTree>
    <p:extLst>
      <p:ext uri="{BB962C8B-B14F-4D97-AF65-F5344CB8AC3E}">
        <p14:creationId xmlns:p14="http://schemas.microsoft.com/office/powerpoint/2010/main" val="38500226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51"/>
        <p:cNvGrpSpPr/>
        <p:nvPr/>
      </p:nvGrpSpPr>
      <p:grpSpPr>
        <a:xfrm>
          <a:off x="0" y="0"/>
          <a:ext cx="0" cy="0"/>
          <a:chOff x="0" y="0"/>
          <a:chExt cx="0" cy="0"/>
        </a:xfrm>
      </p:grpSpPr>
      <p:sp>
        <p:nvSpPr>
          <p:cNvPr id="52" name="Google Shape;52;p2"/>
          <p:cNvSpPr txBox="1">
            <a:spLocks noGrp="1"/>
          </p:cNvSpPr>
          <p:nvPr>
            <p:ph type="title"/>
          </p:nvPr>
        </p:nvSpPr>
        <p:spPr>
          <a:xfrm>
            <a:off x="917917" y="1798254"/>
            <a:ext cx="10356165" cy="936154"/>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53" name="Google Shape;53;p2"/>
          <p:cNvSpPr txBox="1"/>
          <p:nvPr/>
        </p:nvSpPr>
        <p:spPr>
          <a:xfrm>
            <a:off x="4836350" y="4011877"/>
            <a:ext cx="6908800" cy="1025394"/>
          </a:xfrm>
          <a:prstGeom prst="rect">
            <a:avLst/>
          </a:prstGeom>
          <a:noFill/>
          <a:ln>
            <a:noFill/>
          </a:ln>
        </p:spPr>
        <p:txBody>
          <a:bodyPr spcFirstLastPara="1" wrap="square" lIns="0" tIns="27925" rIns="0" bIns="0" anchor="t" anchorCtr="0">
            <a:spAutoFit/>
          </a:bodyPr>
          <a:lstStyle/>
          <a:p>
            <a:pPr marL="12700" marR="5080" lvl="0" indent="792480" algn="l" rtl="0">
              <a:lnSpc>
                <a:spcPct val="119696"/>
              </a:lnSpc>
              <a:spcBef>
                <a:spcPts val="0"/>
              </a:spcBef>
              <a:spcAft>
                <a:spcPts val="0"/>
              </a:spcAft>
              <a:buNone/>
            </a:pPr>
            <a:r>
              <a:rPr lang="en-US" sz="5400" dirty="0">
                <a:latin typeface="+mj-lt"/>
                <a:ea typeface="Calibri"/>
                <a:cs typeface="Calibri"/>
                <a:sym typeface="Calibri"/>
              </a:rPr>
              <a:t>Object localization</a:t>
            </a:r>
            <a:endParaRPr sz="5400" dirty="0">
              <a:latin typeface="+mj-lt"/>
              <a:ea typeface="Calibri"/>
              <a:cs typeface="Calibri"/>
              <a:sym typeface="Calibri"/>
            </a:endParaRPr>
          </a:p>
        </p:txBody>
      </p:sp>
      <p:sp>
        <p:nvSpPr>
          <p:cNvPr id="54" name="Google Shape;54;p2"/>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55" name="Google Shape;55;p2"/>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94418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GB" sz="4400" b="0" dirty="0">
                <a:latin typeface="+mj-lt"/>
                <a:ea typeface="Calibri" panose="020F0502020204030204" pitchFamily="34" charset="0"/>
                <a:cs typeface="Calibri" panose="020F0502020204030204" pitchFamily="34" charset="0"/>
                <a:sym typeface="Cambria"/>
              </a:rPr>
              <a:t>Object localization</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074650"/>
            <a:ext cx="11698732" cy="4524315"/>
          </a:xfrm>
          <a:prstGeom prst="rect">
            <a:avLst/>
          </a:prstGeom>
          <a:noFill/>
        </p:spPr>
        <p:txBody>
          <a:bodyPr wrap="square" rtlCol="0">
            <a:spAutoFit/>
          </a:bodyPr>
          <a:lstStyle/>
          <a:p>
            <a:pPr marL="285750" indent="-285750">
              <a:buFont typeface="Arial" panose="020B0604020202020204" pitchFamily="34" charset="0"/>
              <a:buChar char="•"/>
            </a:pPr>
            <a:r>
              <a:rPr lang="en-US" sz="2400" dirty="0"/>
              <a:t>Object detection, a subfield of computer vision, involves identifying and localizing objects in an image. </a:t>
            </a:r>
          </a:p>
          <a:p>
            <a:r>
              <a:rPr lang="en-US" sz="2400" dirty="0"/>
              <a:t>	- The process begins with object localization, where the algorithm not only 	identifies but also draws bounding boxes around objects. </a:t>
            </a:r>
          </a:p>
          <a:p>
            <a:pPr marL="285750" indent="-285750">
              <a:buFont typeface="Arial" panose="020B0604020202020204" pitchFamily="34" charset="0"/>
              <a:buChar char="•"/>
            </a:pPr>
            <a:r>
              <a:rPr lang="en-US" sz="2400" dirty="0"/>
              <a:t>Unlike image classification, which identifies a single object, object detection handles multiple objects of different categories in a single image.</a:t>
            </a:r>
          </a:p>
          <a:p>
            <a:pPr marL="285750" indent="-285750">
              <a:buFont typeface="Arial" panose="020B0604020202020204" pitchFamily="34" charset="0"/>
              <a:buChar char="•"/>
            </a:pPr>
            <a:r>
              <a:rPr lang="en-US" sz="2400" dirty="0"/>
              <a:t>Modification for classification with localization requires the neural network to output four additional parameters for bounding box localization. </a:t>
            </a:r>
          </a:p>
          <a:p>
            <a:pPr marL="285750" indent="-285750">
              <a:buFont typeface="Arial" panose="020B0604020202020204" pitchFamily="34" charset="0"/>
              <a:buChar char="•"/>
            </a:pPr>
            <a:r>
              <a:rPr lang="en-US" sz="2400" dirty="0"/>
              <a:t>The target label includes object class and bounding box parameters. Training utilizes a squared error loss function. </a:t>
            </a:r>
          </a:p>
          <a:p>
            <a:pPr marL="285750" indent="-285750">
              <a:buFont typeface="Arial" panose="020B0604020202020204" pitchFamily="34" charset="0"/>
              <a:buChar char="•"/>
            </a:pPr>
            <a:r>
              <a:rPr lang="en-US" sz="2400" dirty="0"/>
              <a:t>This approach of outputting real numbers for localization extends to various areas in computer vision.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pic>
        <p:nvPicPr>
          <p:cNvPr id="60" name="Google Shape;60;p3"/>
          <p:cNvPicPr preferRelativeResize="0"/>
          <p:nvPr/>
        </p:nvPicPr>
        <p:blipFill rotWithShape="1">
          <a:blip r:embed="rId3">
            <a:alphaModFix/>
          </a:blip>
          <a:srcRect/>
          <a:stretch/>
        </p:blipFill>
        <p:spPr>
          <a:xfrm>
            <a:off x="4927988" y="2453453"/>
            <a:ext cx="2458758" cy="2459291"/>
          </a:xfrm>
          <a:prstGeom prst="rect">
            <a:avLst/>
          </a:prstGeom>
          <a:noFill/>
          <a:ln>
            <a:noFill/>
          </a:ln>
        </p:spPr>
      </p:pic>
      <p:sp>
        <p:nvSpPr>
          <p:cNvPr id="61" name="Google Shape;61;p3"/>
          <p:cNvSpPr txBox="1">
            <a:spLocks noGrp="1"/>
          </p:cNvSpPr>
          <p:nvPr>
            <p:ph type="title"/>
          </p:nvPr>
        </p:nvSpPr>
        <p:spPr>
          <a:xfrm>
            <a:off x="261620" y="139700"/>
            <a:ext cx="944181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What are localization and detection?</a:t>
            </a:r>
            <a:endParaRPr sz="4400" dirty="0">
              <a:latin typeface="+mj-lt"/>
              <a:ea typeface="Cambria"/>
              <a:cs typeface="Cambria"/>
              <a:sym typeface="Cambria"/>
            </a:endParaRPr>
          </a:p>
        </p:txBody>
      </p:sp>
      <p:sp>
        <p:nvSpPr>
          <p:cNvPr id="62" name="Google Shape;62;p3"/>
          <p:cNvSpPr txBox="1"/>
          <p:nvPr/>
        </p:nvSpPr>
        <p:spPr>
          <a:xfrm>
            <a:off x="477934" y="1289989"/>
            <a:ext cx="2822575"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mj-lt"/>
                <a:ea typeface="Cambria"/>
                <a:cs typeface="Cambria"/>
                <a:sym typeface="Cambria"/>
              </a:rPr>
              <a:t>Image classification</a:t>
            </a:r>
            <a:endParaRPr sz="2400">
              <a:latin typeface="+mj-lt"/>
              <a:ea typeface="Cambria"/>
              <a:cs typeface="Cambria"/>
              <a:sym typeface="Cambria"/>
            </a:endParaRPr>
          </a:p>
        </p:txBody>
      </p:sp>
      <p:pic>
        <p:nvPicPr>
          <p:cNvPr id="63" name="Google Shape;63;p3"/>
          <p:cNvPicPr preferRelativeResize="0"/>
          <p:nvPr/>
        </p:nvPicPr>
        <p:blipFill rotWithShape="1">
          <a:blip r:embed="rId3">
            <a:alphaModFix/>
          </a:blip>
          <a:srcRect/>
          <a:stretch/>
        </p:blipFill>
        <p:spPr>
          <a:xfrm>
            <a:off x="659842" y="2453452"/>
            <a:ext cx="2458758" cy="2459291"/>
          </a:xfrm>
          <a:prstGeom prst="rect">
            <a:avLst/>
          </a:prstGeom>
          <a:noFill/>
          <a:ln>
            <a:noFill/>
          </a:ln>
        </p:spPr>
      </p:pic>
      <p:sp>
        <p:nvSpPr>
          <p:cNvPr id="64" name="Google Shape;64;p3"/>
          <p:cNvSpPr txBox="1"/>
          <p:nvPr/>
        </p:nvSpPr>
        <p:spPr>
          <a:xfrm>
            <a:off x="4813718" y="1098551"/>
            <a:ext cx="2822575" cy="897533"/>
          </a:xfrm>
          <a:prstGeom prst="rect">
            <a:avLst/>
          </a:prstGeom>
          <a:noFill/>
          <a:ln>
            <a:noFill/>
          </a:ln>
        </p:spPr>
        <p:txBody>
          <a:bodyPr spcFirstLastPara="1" wrap="square" lIns="0" tIns="33000" rIns="0" bIns="0" anchor="t" anchorCtr="0">
            <a:spAutoFit/>
          </a:bodyPr>
          <a:lstStyle/>
          <a:p>
            <a:pPr marL="539115" marR="5080" lvl="0" indent="-527050" algn="l" rtl="0">
              <a:lnSpc>
                <a:spcPct val="116666"/>
              </a:lnSpc>
              <a:spcBef>
                <a:spcPts val="0"/>
              </a:spcBef>
              <a:spcAft>
                <a:spcPts val="0"/>
              </a:spcAft>
              <a:buNone/>
            </a:pPr>
            <a:r>
              <a:rPr lang="en-US" sz="2400">
                <a:latin typeface="+mj-lt"/>
                <a:ea typeface="Cambria"/>
                <a:cs typeface="Cambria"/>
                <a:sym typeface="Cambria"/>
              </a:rPr>
              <a:t>Classification with localization</a:t>
            </a:r>
            <a:endParaRPr sz="2400">
              <a:latin typeface="+mj-lt"/>
              <a:ea typeface="Cambria"/>
              <a:cs typeface="Cambria"/>
              <a:sym typeface="Cambria"/>
            </a:endParaRPr>
          </a:p>
        </p:txBody>
      </p:sp>
      <p:sp>
        <p:nvSpPr>
          <p:cNvPr id="65" name="Google Shape;65;p3"/>
          <p:cNvSpPr txBox="1"/>
          <p:nvPr/>
        </p:nvSpPr>
        <p:spPr>
          <a:xfrm>
            <a:off x="9442716" y="1289951"/>
            <a:ext cx="1374140" cy="3911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a:latin typeface="+mj-lt"/>
                <a:ea typeface="Cambria"/>
                <a:cs typeface="Cambria"/>
                <a:sym typeface="Cambria"/>
              </a:rPr>
              <a:t>Detection</a:t>
            </a:r>
            <a:endParaRPr sz="2400">
              <a:latin typeface="+mj-lt"/>
              <a:ea typeface="Cambria"/>
              <a:cs typeface="Cambria"/>
              <a:sym typeface="Cambria"/>
            </a:endParaRPr>
          </a:p>
        </p:txBody>
      </p:sp>
      <p:grpSp>
        <p:nvGrpSpPr>
          <p:cNvPr id="66" name="Google Shape;66;p3"/>
          <p:cNvGrpSpPr/>
          <p:nvPr/>
        </p:nvGrpSpPr>
        <p:grpSpPr>
          <a:xfrm>
            <a:off x="5396767" y="2397671"/>
            <a:ext cx="1499235" cy="2257613"/>
            <a:chOff x="5346728" y="2000163"/>
            <a:chExt cx="1499235" cy="2257613"/>
          </a:xfrm>
        </p:grpSpPr>
        <p:sp>
          <p:nvSpPr>
            <p:cNvPr id="67" name="Google Shape;67;p3"/>
            <p:cNvSpPr/>
            <p:nvPr/>
          </p:nvSpPr>
          <p:spPr>
            <a:xfrm>
              <a:off x="5610758" y="3285591"/>
              <a:ext cx="993140" cy="972185"/>
            </a:xfrm>
            <a:custGeom>
              <a:avLst/>
              <a:gdLst/>
              <a:ahLst/>
              <a:cxnLst/>
              <a:rect l="l" t="t" r="r" b="b"/>
              <a:pathLst>
                <a:path w="993140" h="972185" extrusionOk="0">
                  <a:moveTo>
                    <a:pt x="0" y="0"/>
                  </a:moveTo>
                  <a:lnTo>
                    <a:pt x="992732" y="0"/>
                  </a:lnTo>
                  <a:lnTo>
                    <a:pt x="992732" y="971876"/>
                  </a:lnTo>
                  <a:lnTo>
                    <a:pt x="0" y="971876"/>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68" name="Google Shape;68;p3"/>
            <p:cNvSpPr/>
            <p:nvPr/>
          </p:nvSpPr>
          <p:spPr>
            <a:xfrm>
              <a:off x="5346728" y="2000163"/>
              <a:ext cx="1499235" cy="31750"/>
            </a:xfrm>
            <a:custGeom>
              <a:avLst/>
              <a:gdLst/>
              <a:ahLst/>
              <a:cxnLst/>
              <a:rect l="l" t="t" r="r" b="b"/>
              <a:pathLst>
                <a:path w="1499234" h="31750" extrusionOk="0">
                  <a:moveTo>
                    <a:pt x="0" y="12960"/>
                  </a:moveTo>
                  <a:lnTo>
                    <a:pt x="0" y="6480"/>
                  </a:lnTo>
                  <a:lnTo>
                    <a:pt x="6480" y="6480"/>
                  </a:lnTo>
                  <a:lnTo>
                    <a:pt x="12600" y="6480"/>
                  </a:lnTo>
                  <a:lnTo>
                    <a:pt x="139680" y="6480"/>
                  </a:lnTo>
                  <a:lnTo>
                    <a:pt x="158760" y="0"/>
                  </a:lnTo>
                  <a:lnTo>
                    <a:pt x="324000" y="0"/>
                  </a:lnTo>
                  <a:lnTo>
                    <a:pt x="355680" y="6480"/>
                  </a:lnTo>
                  <a:lnTo>
                    <a:pt x="419040" y="6480"/>
                  </a:lnTo>
                  <a:lnTo>
                    <a:pt x="457200" y="6480"/>
                  </a:lnTo>
                  <a:lnTo>
                    <a:pt x="533520" y="12960"/>
                  </a:lnTo>
                  <a:lnTo>
                    <a:pt x="577800" y="12960"/>
                  </a:lnTo>
                  <a:lnTo>
                    <a:pt x="660240" y="12960"/>
                  </a:lnTo>
                  <a:lnTo>
                    <a:pt x="704881" y="19080"/>
                  </a:lnTo>
                  <a:lnTo>
                    <a:pt x="1314361" y="19080"/>
                  </a:lnTo>
                  <a:lnTo>
                    <a:pt x="1352522" y="25560"/>
                  </a:lnTo>
                  <a:lnTo>
                    <a:pt x="1409762" y="25560"/>
                  </a:lnTo>
                  <a:lnTo>
                    <a:pt x="1434962" y="25560"/>
                  </a:lnTo>
                  <a:lnTo>
                    <a:pt x="1447922" y="31680"/>
                  </a:lnTo>
                  <a:lnTo>
                    <a:pt x="1467002" y="31680"/>
                  </a:lnTo>
                  <a:lnTo>
                    <a:pt x="1485722" y="31680"/>
                  </a:lnTo>
                  <a:lnTo>
                    <a:pt x="1492202" y="31680"/>
                  </a:lnTo>
                  <a:lnTo>
                    <a:pt x="1498682" y="31680"/>
                  </a:lnTo>
                  <a:lnTo>
                    <a:pt x="1485722" y="3168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69" name="Google Shape;69;p3"/>
          <p:cNvGrpSpPr/>
          <p:nvPr/>
        </p:nvGrpSpPr>
        <p:grpSpPr>
          <a:xfrm>
            <a:off x="8900108" y="2499246"/>
            <a:ext cx="2459329" cy="2459329"/>
            <a:chOff x="8907259" y="2055926"/>
            <a:chExt cx="2459329" cy="2459329"/>
          </a:xfrm>
        </p:grpSpPr>
        <p:pic>
          <p:nvPicPr>
            <p:cNvPr id="70" name="Google Shape;70;p3"/>
            <p:cNvPicPr preferRelativeResize="0"/>
            <p:nvPr/>
          </p:nvPicPr>
          <p:blipFill rotWithShape="1">
            <a:blip r:embed="rId4">
              <a:alphaModFix/>
            </a:blip>
            <a:srcRect/>
            <a:stretch/>
          </p:blipFill>
          <p:spPr>
            <a:xfrm>
              <a:off x="8907259" y="2055926"/>
              <a:ext cx="2459329" cy="2459329"/>
            </a:xfrm>
            <a:prstGeom prst="rect">
              <a:avLst/>
            </a:prstGeom>
            <a:noFill/>
            <a:ln>
              <a:noFill/>
            </a:ln>
          </p:spPr>
        </p:pic>
        <p:sp>
          <p:nvSpPr>
            <p:cNvPr id="71" name="Google Shape;71;p3"/>
            <p:cNvSpPr/>
            <p:nvPr/>
          </p:nvSpPr>
          <p:spPr>
            <a:xfrm>
              <a:off x="9116288" y="3094177"/>
              <a:ext cx="692785" cy="544830"/>
            </a:xfrm>
            <a:custGeom>
              <a:avLst/>
              <a:gdLst/>
              <a:ahLst/>
              <a:cxnLst/>
              <a:rect l="l" t="t" r="r" b="b"/>
              <a:pathLst>
                <a:path w="692784" h="544829" extrusionOk="0">
                  <a:moveTo>
                    <a:pt x="0" y="0"/>
                  </a:moveTo>
                  <a:lnTo>
                    <a:pt x="692373" y="0"/>
                  </a:lnTo>
                  <a:lnTo>
                    <a:pt x="692373" y="544667"/>
                  </a:lnTo>
                  <a:lnTo>
                    <a:pt x="0" y="54466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2" name="Google Shape;72;p3"/>
            <p:cNvSpPr/>
            <p:nvPr/>
          </p:nvSpPr>
          <p:spPr>
            <a:xfrm>
              <a:off x="10446321" y="3020288"/>
              <a:ext cx="809625" cy="461645"/>
            </a:xfrm>
            <a:custGeom>
              <a:avLst/>
              <a:gdLst/>
              <a:ahLst/>
              <a:cxnLst/>
              <a:rect l="l" t="t" r="r" b="b"/>
              <a:pathLst>
                <a:path w="809625" h="461645" extrusionOk="0">
                  <a:moveTo>
                    <a:pt x="0" y="0"/>
                  </a:moveTo>
                  <a:lnTo>
                    <a:pt x="809359" y="0"/>
                  </a:lnTo>
                  <a:lnTo>
                    <a:pt x="809359" y="461582"/>
                  </a:lnTo>
                  <a:lnTo>
                    <a:pt x="0" y="461582"/>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pic>
        <p:nvPicPr>
          <p:cNvPr id="73" name="Google Shape;73;p3"/>
          <p:cNvPicPr preferRelativeResize="0"/>
          <p:nvPr/>
        </p:nvPicPr>
        <p:blipFill rotWithShape="1">
          <a:blip r:embed="rId5">
            <a:alphaModFix/>
          </a:blip>
          <a:srcRect/>
          <a:stretch/>
        </p:blipFill>
        <p:spPr>
          <a:xfrm>
            <a:off x="5310526" y="2386748"/>
            <a:ext cx="1828958" cy="45724"/>
          </a:xfrm>
          <a:prstGeom prst="rect">
            <a:avLst/>
          </a:prstGeom>
          <a:noFill/>
          <a:ln>
            <a:noFill/>
          </a:ln>
        </p:spPr>
      </p:pic>
      <p:pic>
        <p:nvPicPr>
          <p:cNvPr id="74" name="Google Shape;74;p3"/>
          <p:cNvPicPr preferRelativeResize="0"/>
          <p:nvPr/>
        </p:nvPicPr>
        <p:blipFill rotWithShape="1">
          <a:blip r:embed="rId6">
            <a:alphaModFix/>
          </a:blip>
          <a:srcRect/>
          <a:stretch/>
        </p:blipFill>
        <p:spPr>
          <a:xfrm>
            <a:off x="1371600" y="5181600"/>
            <a:ext cx="1159235" cy="386411"/>
          </a:xfrm>
          <a:prstGeom prst="rect">
            <a:avLst/>
          </a:prstGeom>
          <a:noFill/>
          <a:ln>
            <a:noFill/>
          </a:ln>
        </p:spPr>
      </p:pic>
      <p:pic>
        <p:nvPicPr>
          <p:cNvPr id="75" name="Google Shape;75;p3"/>
          <p:cNvPicPr preferRelativeResize="0"/>
          <p:nvPr/>
        </p:nvPicPr>
        <p:blipFill rotWithShape="1">
          <a:blip r:embed="rId6">
            <a:alphaModFix/>
          </a:blip>
          <a:srcRect/>
          <a:stretch/>
        </p:blipFill>
        <p:spPr>
          <a:xfrm>
            <a:off x="5190869" y="5130960"/>
            <a:ext cx="1159236" cy="386411"/>
          </a:xfrm>
          <a:prstGeom prst="rect">
            <a:avLst/>
          </a:prstGeom>
          <a:noFill/>
          <a:ln>
            <a:noFill/>
          </a:ln>
        </p:spPr>
      </p:pic>
      <p:pic>
        <p:nvPicPr>
          <p:cNvPr id="76" name="Google Shape;76;p3"/>
          <p:cNvPicPr preferRelativeResize="0"/>
          <p:nvPr/>
        </p:nvPicPr>
        <p:blipFill rotWithShape="1">
          <a:blip r:embed="rId7">
            <a:alphaModFix/>
          </a:blip>
          <a:srcRect/>
          <a:stretch/>
        </p:blipFill>
        <p:spPr>
          <a:xfrm>
            <a:off x="9113411" y="5192045"/>
            <a:ext cx="1769769" cy="325326"/>
          </a:xfrm>
          <a:prstGeom prst="rect">
            <a:avLst/>
          </a:prstGeom>
          <a:noFill/>
          <a:ln>
            <a:noFill/>
          </a:ln>
        </p:spPr>
      </p:pic>
      <p:pic>
        <p:nvPicPr>
          <p:cNvPr id="77" name="Google Shape;77;p3"/>
          <p:cNvPicPr preferRelativeResize="0"/>
          <p:nvPr/>
        </p:nvPicPr>
        <p:blipFill>
          <a:blip r:embed="rId8">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10851205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81"/>
        <p:cNvGrpSpPr/>
        <p:nvPr/>
      </p:nvGrpSpPr>
      <p:grpSpPr>
        <a:xfrm>
          <a:off x="0" y="0"/>
          <a:ext cx="0" cy="0"/>
          <a:chOff x="0" y="0"/>
          <a:chExt cx="0" cy="0"/>
        </a:xfrm>
      </p:grpSpPr>
      <p:sp>
        <p:nvSpPr>
          <p:cNvPr id="82" name="Google Shape;82;p4"/>
          <p:cNvSpPr txBox="1">
            <a:spLocks noGrp="1"/>
          </p:cNvSpPr>
          <p:nvPr>
            <p:ph type="title"/>
          </p:nvPr>
        </p:nvSpPr>
        <p:spPr>
          <a:xfrm>
            <a:off x="261620" y="139700"/>
            <a:ext cx="798385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Classification with localization</a:t>
            </a:r>
            <a:endParaRPr sz="4400" dirty="0">
              <a:latin typeface="+mj-lt"/>
              <a:ea typeface="Cambria"/>
              <a:cs typeface="Cambria"/>
              <a:sym typeface="Cambria"/>
            </a:endParaRPr>
          </a:p>
        </p:txBody>
      </p:sp>
      <p:sp>
        <p:nvSpPr>
          <p:cNvPr id="83" name="Google Shape;83;p4"/>
          <p:cNvSpPr/>
          <p:nvPr/>
        </p:nvSpPr>
        <p:spPr>
          <a:xfrm>
            <a:off x="3308527" y="2454465"/>
            <a:ext cx="974725" cy="127000"/>
          </a:xfrm>
          <a:custGeom>
            <a:avLst/>
            <a:gdLst/>
            <a:ahLst/>
            <a:cxnLst/>
            <a:rect l="l" t="t" r="r" b="b"/>
            <a:pathLst>
              <a:path w="974725" h="127000" extrusionOk="0">
                <a:moveTo>
                  <a:pt x="848512" y="0"/>
                </a:moveTo>
                <a:lnTo>
                  <a:pt x="847877" y="50800"/>
                </a:lnTo>
                <a:lnTo>
                  <a:pt x="317" y="40335"/>
                </a:lnTo>
                <a:lnTo>
                  <a:pt x="0" y="65735"/>
                </a:lnTo>
                <a:lnTo>
                  <a:pt x="847572" y="76200"/>
                </a:lnTo>
                <a:lnTo>
                  <a:pt x="846937" y="126987"/>
                </a:lnTo>
                <a:lnTo>
                  <a:pt x="974712" y="65062"/>
                </a:lnTo>
                <a:lnTo>
                  <a:pt x="8485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84" name="Google Shape;84;p4"/>
          <p:cNvGrpSpPr/>
          <p:nvPr/>
        </p:nvGrpSpPr>
        <p:grpSpPr>
          <a:xfrm>
            <a:off x="4529505" y="1684413"/>
            <a:ext cx="1522730" cy="1467485"/>
            <a:chOff x="4529505" y="1684413"/>
            <a:chExt cx="1522730" cy="1467485"/>
          </a:xfrm>
        </p:grpSpPr>
        <p:sp>
          <p:nvSpPr>
            <p:cNvPr id="85" name="Google Shape;85;p4"/>
            <p:cNvSpPr/>
            <p:nvPr/>
          </p:nvSpPr>
          <p:spPr>
            <a:xfrm>
              <a:off x="4529505" y="2259063"/>
              <a:ext cx="948055" cy="892810"/>
            </a:xfrm>
            <a:custGeom>
              <a:avLst/>
              <a:gdLst/>
              <a:ahLst/>
              <a:cxnLst/>
              <a:rect l="l" t="t" r="r" b="b"/>
              <a:pathLst>
                <a:path w="948054" h="892810" extrusionOk="0">
                  <a:moveTo>
                    <a:pt x="947737" y="0"/>
                  </a:moveTo>
                  <a:lnTo>
                    <a:pt x="0" y="0"/>
                  </a:lnTo>
                  <a:lnTo>
                    <a:pt x="0" y="892759"/>
                  </a:lnTo>
                  <a:lnTo>
                    <a:pt x="947737" y="892759"/>
                  </a:lnTo>
                  <a:lnTo>
                    <a:pt x="947737"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6" name="Google Shape;86;p4"/>
            <p:cNvSpPr/>
            <p:nvPr/>
          </p:nvSpPr>
          <p:spPr>
            <a:xfrm>
              <a:off x="5477230" y="1684413"/>
              <a:ext cx="574675" cy="1467485"/>
            </a:xfrm>
            <a:custGeom>
              <a:avLst/>
              <a:gdLst/>
              <a:ahLst/>
              <a:cxnLst/>
              <a:rect l="l" t="t" r="r" b="b"/>
              <a:pathLst>
                <a:path w="574675" h="1467485" extrusionOk="0">
                  <a:moveTo>
                    <a:pt x="574649" y="0"/>
                  </a:moveTo>
                  <a:lnTo>
                    <a:pt x="0" y="574649"/>
                  </a:lnTo>
                  <a:lnTo>
                    <a:pt x="0" y="1467408"/>
                  </a:lnTo>
                  <a:lnTo>
                    <a:pt x="574649" y="892759"/>
                  </a:lnTo>
                  <a:lnTo>
                    <a:pt x="574649" y="0"/>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7" name="Google Shape;87;p4"/>
            <p:cNvSpPr/>
            <p:nvPr/>
          </p:nvSpPr>
          <p:spPr>
            <a:xfrm>
              <a:off x="4529505" y="1684413"/>
              <a:ext cx="1522730" cy="574675"/>
            </a:xfrm>
            <a:custGeom>
              <a:avLst/>
              <a:gdLst/>
              <a:ahLst/>
              <a:cxnLst/>
              <a:rect l="l" t="t" r="r" b="b"/>
              <a:pathLst>
                <a:path w="1522729" h="574675" extrusionOk="0">
                  <a:moveTo>
                    <a:pt x="1522374" y="0"/>
                  </a:moveTo>
                  <a:lnTo>
                    <a:pt x="574649" y="0"/>
                  </a:lnTo>
                  <a:lnTo>
                    <a:pt x="0" y="574649"/>
                  </a:lnTo>
                  <a:lnTo>
                    <a:pt x="947724" y="574649"/>
                  </a:lnTo>
                  <a:lnTo>
                    <a:pt x="1522374"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8" name="Google Shape;88;p4"/>
            <p:cNvSpPr/>
            <p:nvPr/>
          </p:nvSpPr>
          <p:spPr>
            <a:xfrm>
              <a:off x="4529505" y="1684413"/>
              <a:ext cx="1522095" cy="1466850"/>
            </a:xfrm>
            <a:custGeom>
              <a:avLst/>
              <a:gdLst/>
              <a:ahLst/>
              <a:cxnLst/>
              <a:rect l="l" t="t" r="r" b="b"/>
              <a:pathLst>
                <a:path w="1522095" h="1466850" extrusionOk="0">
                  <a:moveTo>
                    <a:pt x="0" y="574356"/>
                  </a:moveTo>
                  <a:lnTo>
                    <a:pt x="574355" y="0"/>
                  </a:lnTo>
                  <a:lnTo>
                    <a:pt x="1521603" y="0"/>
                  </a:lnTo>
                  <a:lnTo>
                    <a:pt x="1521603" y="892297"/>
                  </a:lnTo>
                  <a:lnTo>
                    <a:pt x="947249" y="1466651"/>
                  </a:lnTo>
                  <a:lnTo>
                    <a:pt x="0" y="1466651"/>
                  </a:lnTo>
                  <a:lnTo>
                    <a:pt x="0" y="574356"/>
                  </a:lnTo>
                  <a:close/>
                </a:path>
                <a:path w="1522095" h="1466850" extrusionOk="0">
                  <a:moveTo>
                    <a:pt x="0" y="574356"/>
                  </a:moveTo>
                  <a:lnTo>
                    <a:pt x="947249" y="574356"/>
                  </a:lnTo>
                  <a:lnTo>
                    <a:pt x="1521603" y="0"/>
                  </a:lnTo>
                </a:path>
                <a:path w="1522095" h="1466850" extrusionOk="0">
                  <a:moveTo>
                    <a:pt x="947249" y="574356"/>
                  </a:moveTo>
                  <a:lnTo>
                    <a:pt x="947249" y="1466651"/>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89" name="Google Shape;89;p4"/>
          <p:cNvSpPr/>
          <p:nvPr/>
        </p:nvSpPr>
        <p:spPr>
          <a:xfrm>
            <a:off x="6224587" y="2454465"/>
            <a:ext cx="974725" cy="127000"/>
          </a:xfrm>
          <a:custGeom>
            <a:avLst/>
            <a:gdLst/>
            <a:ahLst/>
            <a:cxnLst/>
            <a:rect l="l" t="t" r="r" b="b"/>
            <a:pathLst>
              <a:path w="974725" h="127000" extrusionOk="0">
                <a:moveTo>
                  <a:pt x="848512" y="0"/>
                </a:moveTo>
                <a:lnTo>
                  <a:pt x="847877" y="50800"/>
                </a:lnTo>
                <a:lnTo>
                  <a:pt x="317" y="40335"/>
                </a:lnTo>
                <a:lnTo>
                  <a:pt x="0" y="65735"/>
                </a:lnTo>
                <a:lnTo>
                  <a:pt x="847572" y="76200"/>
                </a:lnTo>
                <a:lnTo>
                  <a:pt x="846937" y="126987"/>
                </a:lnTo>
                <a:lnTo>
                  <a:pt x="974712" y="65062"/>
                </a:lnTo>
                <a:lnTo>
                  <a:pt x="8485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0" name="Google Shape;90;p4"/>
          <p:cNvSpPr txBox="1"/>
          <p:nvPr/>
        </p:nvSpPr>
        <p:spPr>
          <a:xfrm>
            <a:off x="7495476" y="2259965"/>
            <a:ext cx="33020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mbria Math"/>
                <a:cs typeface="Cambria Math"/>
                <a:sym typeface="Cambria Math"/>
              </a:rPr>
              <a:t>⋯</a:t>
            </a:r>
            <a:endParaRPr sz="2800">
              <a:latin typeface="+mj-lt"/>
              <a:ea typeface="Cambria Math"/>
              <a:cs typeface="Cambria Math"/>
              <a:sym typeface="Cambria Math"/>
            </a:endParaRPr>
          </a:p>
        </p:txBody>
      </p:sp>
      <p:grpSp>
        <p:nvGrpSpPr>
          <p:cNvPr id="91" name="Google Shape;91;p4"/>
          <p:cNvGrpSpPr/>
          <p:nvPr/>
        </p:nvGrpSpPr>
        <p:grpSpPr>
          <a:xfrm>
            <a:off x="9222692" y="1836118"/>
            <a:ext cx="333375" cy="1270000"/>
            <a:chOff x="9222692" y="1836118"/>
            <a:chExt cx="333375" cy="1270000"/>
          </a:xfrm>
        </p:grpSpPr>
        <p:sp>
          <p:nvSpPr>
            <p:cNvPr id="92" name="Google Shape;92;p4"/>
            <p:cNvSpPr/>
            <p:nvPr/>
          </p:nvSpPr>
          <p:spPr>
            <a:xfrm>
              <a:off x="9229038" y="1836118"/>
              <a:ext cx="0" cy="1270000"/>
            </a:xfrm>
            <a:custGeom>
              <a:avLst/>
              <a:gdLst/>
              <a:ahLst/>
              <a:cxnLst/>
              <a:rect l="l" t="t" r="r" b="b"/>
              <a:pathLst>
                <a:path w="120000" h="1270000" extrusionOk="0">
                  <a:moveTo>
                    <a:pt x="0" y="0"/>
                  </a:moveTo>
                  <a:lnTo>
                    <a:pt x="0" y="1269732"/>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3" name="Google Shape;93;p4"/>
            <p:cNvSpPr/>
            <p:nvPr/>
          </p:nvSpPr>
          <p:spPr>
            <a:xfrm>
              <a:off x="9549479" y="1836118"/>
              <a:ext cx="0" cy="1270000"/>
            </a:xfrm>
            <a:custGeom>
              <a:avLst/>
              <a:gdLst/>
              <a:ahLst/>
              <a:cxnLst/>
              <a:rect l="l" t="t" r="r" b="b"/>
              <a:pathLst>
                <a:path w="120000" h="1270000" extrusionOk="0">
                  <a:moveTo>
                    <a:pt x="0" y="0"/>
                  </a:moveTo>
                  <a:lnTo>
                    <a:pt x="0" y="1269732"/>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4" name="Google Shape;94;p4"/>
            <p:cNvSpPr/>
            <p:nvPr/>
          </p:nvSpPr>
          <p:spPr>
            <a:xfrm>
              <a:off x="9222692" y="3099503"/>
              <a:ext cx="333375" cy="0"/>
            </a:xfrm>
            <a:custGeom>
              <a:avLst/>
              <a:gdLst/>
              <a:ahLst/>
              <a:cxnLst/>
              <a:rect l="l" t="t" r="r" b="b"/>
              <a:pathLst>
                <a:path w="333375" h="120000" extrusionOk="0">
                  <a:moveTo>
                    <a:pt x="0" y="0"/>
                  </a:moveTo>
                  <a:lnTo>
                    <a:pt x="33313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5" name="Google Shape;95;p4"/>
            <p:cNvSpPr/>
            <p:nvPr/>
          </p:nvSpPr>
          <p:spPr>
            <a:xfrm>
              <a:off x="9254959" y="1864499"/>
              <a:ext cx="274320" cy="274320"/>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6" name="Google Shape;96;p4"/>
            <p:cNvSpPr/>
            <p:nvPr/>
          </p:nvSpPr>
          <p:spPr>
            <a:xfrm>
              <a:off x="9254959" y="2230627"/>
              <a:ext cx="274320" cy="274320"/>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7" name="Google Shape;97;p4"/>
            <p:cNvSpPr/>
            <p:nvPr/>
          </p:nvSpPr>
          <p:spPr>
            <a:xfrm>
              <a:off x="9249142" y="2799029"/>
              <a:ext cx="274320" cy="274320"/>
            </a:xfrm>
            <a:custGeom>
              <a:avLst/>
              <a:gdLst/>
              <a:ahLst/>
              <a:cxnLst/>
              <a:rect l="l" t="t" r="r" b="b"/>
              <a:pathLst>
                <a:path w="274320" h="274319" extrusionOk="0">
                  <a:moveTo>
                    <a:pt x="0" y="137090"/>
                  </a:moveTo>
                  <a:lnTo>
                    <a:pt x="6988" y="93758"/>
                  </a:lnTo>
                  <a:lnTo>
                    <a:pt x="26450" y="56126"/>
                  </a:lnTo>
                  <a:lnTo>
                    <a:pt x="56126" y="26450"/>
                  </a:lnTo>
                  <a:lnTo>
                    <a:pt x="93758" y="6988"/>
                  </a:lnTo>
                  <a:lnTo>
                    <a:pt x="137090" y="0"/>
                  </a:lnTo>
                  <a:lnTo>
                    <a:pt x="180420" y="6988"/>
                  </a:lnTo>
                  <a:lnTo>
                    <a:pt x="218053" y="26450"/>
                  </a:lnTo>
                  <a:lnTo>
                    <a:pt x="247729" y="56126"/>
                  </a:lnTo>
                  <a:lnTo>
                    <a:pt x="267191" y="93758"/>
                  </a:lnTo>
                  <a:lnTo>
                    <a:pt x="274180" y="137090"/>
                  </a:lnTo>
                  <a:lnTo>
                    <a:pt x="267191" y="180420"/>
                  </a:lnTo>
                  <a:lnTo>
                    <a:pt x="247729" y="218053"/>
                  </a:lnTo>
                  <a:lnTo>
                    <a:pt x="218053" y="247729"/>
                  </a:lnTo>
                  <a:lnTo>
                    <a:pt x="180420" y="267191"/>
                  </a:lnTo>
                  <a:lnTo>
                    <a:pt x="137090" y="274180"/>
                  </a:lnTo>
                  <a:lnTo>
                    <a:pt x="93758" y="267191"/>
                  </a:lnTo>
                  <a:lnTo>
                    <a:pt x="56126" y="247729"/>
                  </a:lnTo>
                  <a:lnTo>
                    <a:pt x="26450" y="218053"/>
                  </a:lnTo>
                  <a:lnTo>
                    <a:pt x="6988" y="180420"/>
                  </a:lnTo>
                  <a:lnTo>
                    <a:pt x="0" y="137090"/>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98" name="Google Shape;98;p4"/>
          <p:cNvSpPr txBox="1"/>
          <p:nvPr/>
        </p:nvSpPr>
        <p:spPr>
          <a:xfrm>
            <a:off x="9235385" y="2488082"/>
            <a:ext cx="307975" cy="299720"/>
          </a:xfrm>
          <a:prstGeom prst="rect">
            <a:avLst/>
          </a:prstGeom>
          <a:noFill/>
          <a:ln>
            <a:noFill/>
          </a:ln>
        </p:spPr>
        <p:txBody>
          <a:bodyPr spcFirstLastPara="1" wrap="square" lIns="0" tIns="12700" rIns="0" bIns="0" anchor="t" anchorCtr="0">
            <a:spAutoFit/>
          </a:bodyPr>
          <a:lstStyle/>
          <a:p>
            <a:pPr marL="0" lvl="0" indent="0" algn="ctr" rtl="0">
              <a:lnSpc>
                <a:spcPct val="100000"/>
              </a:lnSpc>
              <a:spcBef>
                <a:spcPts val="0"/>
              </a:spcBef>
              <a:spcAft>
                <a:spcPts val="0"/>
              </a:spcAft>
              <a:buNone/>
            </a:pPr>
            <a:r>
              <a:rPr lang="en-US" sz="1800">
                <a:latin typeface="+mj-lt"/>
                <a:ea typeface="Cambria Math"/>
                <a:cs typeface="Cambria Math"/>
                <a:sym typeface="Cambria Math"/>
              </a:rPr>
              <a:t>⋮</a:t>
            </a:r>
            <a:endParaRPr sz="1800">
              <a:latin typeface="+mj-lt"/>
              <a:ea typeface="Cambria Math"/>
              <a:cs typeface="Cambria Math"/>
              <a:sym typeface="Cambria Math"/>
            </a:endParaRPr>
          </a:p>
        </p:txBody>
      </p:sp>
      <p:sp>
        <p:nvSpPr>
          <p:cNvPr id="99" name="Google Shape;99;p4"/>
          <p:cNvSpPr/>
          <p:nvPr/>
        </p:nvSpPr>
        <p:spPr>
          <a:xfrm>
            <a:off x="7990395" y="2454465"/>
            <a:ext cx="974725" cy="127000"/>
          </a:xfrm>
          <a:custGeom>
            <a:avLst/>
            <a:gdLst/>
            <a:ahLst/>
            <a:cxnLst/>
            <a:rect l="l" t="t" r="r" b="b"/>
            <a:pathLst>
              <a:path w="974725" h="127000" extrusionOk="0">
                <a:moveTo>
                  <a:pt x="848512" y="0"/>
                </a:moveTo>
                <a:lnTo>
                  <a:pt x="847877" y="50800"/>
                </a:lnTo>
                <a:lnTo>
                  <a:pt x="317" y="40335"/>
                </a:lnTo>
                <a:lnTo>
                  <a:pt x="0" y="65735"/>
                </a:lnTo>
                <a:lnTo>
                  <a:pt x="847559" y="76200"/>
                </a:lnTo>
                <a:lnTo>
                  <a:pt x="846937" y="126987"/>
                </a:lnTo>
                <a:lnTo>
                  <a:pt x="974712" y="65062"/>
                </a:lnTo>
                <a:lnTo>
                  <a:pt x="8485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0" name="Google Shape;100;p4"/>
          <p:cNvSpPr txBox="1"/>
          <p:nvPr/>
        </p:nvSpPr>
        <p:spPr>
          <a:xfrm>
            <a:off x="2111158" y="4492421"/>
            <a:ext cx="4764203" cy="1797928"/>
          </a:xfrm>
          <a:prstGeom prst="rect">
            <a:avLst/>
          </a:prstGeom>
          <a:noFill/>
          <a:ln>
            <a:noFill/>
          </a:ln>
        </p:spPr>
        <p:txBody>
          <a:bodyPr spcFirstLastPara="1" wrap="square" lIns="0" tIns="88900" rIns="0" bIns="0" anchor="t" anchorCtr="0">
            <a:spAutoFit/>
          </a:bodyPr>
          <a:lstStyle/>
          <a:p>
            <a:pPr marL="267335" lvl="0" indent="-254634" algn="l" rtl="0">
              <a:lnSpc>
                <a:spcPct val="100000"/>
              </a:lnSpc>
              <a:spcBef>
                <a:spcPts val="0"/>
              </a:spcBef>
              <a:spcAft>
                <a:spcPts val="0"/>
              </a:spcAft>
              <a:buSzPts val="2400"/>
              <a:buFont typeface="Cambria"/>
              <a:buAutoNum type="arabicPlain"/>
            </a:pPr>
            <a:r>
              <a:rPr lang="en-US" sz="2400" dirty="0">
                <a:latin typeface="+mj-lt"/>
                <a:ea typeface="Cambria"/>
                <a:cs typeface="Cambria"/>
                <a:sym typeface="Cambria"/>
              </a:rPr>
              <a:t>-	pedestrian</a:t>
            </a:r>
            <a:endParaRPr sz="2400" dirty="0">
              <a:latin typeface="+mj-lt"/>
              <a:ea typeface="Cambria"/>
              <a:cs typeface="Cambria"/>
              <a:sym typeface="Cambria"/>
            </a:endParaRPr>
          </a:p>
          <a:p>
            <a:pPr marL="266700" lvl="0" indent="-254634" algn="l" rtl="0">
              <a:lnSpc>
                <a:spcPct val="100000"/>
              </a:lnSpc>
              <a:spcBef>
                <a:spcPts val="605"/>
              </a:spcBef>
              <a:spcAft>
                <a:spcPts val="0"/>
              </a:spcAft>
              <a:buSzPts val="2400"/>
              <a:buFont typeface="Cambria"/>
              <a:buAutoNum type="arabicPlain"/>
            </a:pPr>
            <a:r>
              <a:rPr lang="en-US" sz="2400" dirty="0">
                <a:latin typeface="+mj-lt"/>
                <a:ea typeface="Cambria"/>
                <a:cs typeface="Cambria"/>
                <a:sym typeface="Cambria"/>
              </a:rPr>
              <a:t>-	car</a:t>
            </a:r>
            <a:endParaRPr sz="2400" dirty="0">
              <a:latin typeface="+mj-lt"/>
              <a:ea typeface="Cambria"/>
              <a:cs typeface="Cambria"/>
              <a:sym typeface="Cambria"/>
            </a:endParaRPr>
          </a:p>
          <a:p>
            <a:pPr marL="266700" lvl="0" indent="-254634" algn="l" rtl="0">
              <a:lnSpc>
                <a:spcPct val="100000"/>
              </a:lnSpc>
              <a:spcBef>
                <a:spcPts val="600"/>
              </a:spcBef>
              <a:spcAft>
                <a:spcPts val="0"/>
              </a:spcAft>
              <a:buSzPts val="2400"/>
              <a:buFont typeface="Cambria"/>
              <a:buAutoNum type="arabicPlain"/>
            </a:pPr>
            <a:r>
              <a:rPr lang="en-US" sz="2400" dirty="0">
                <a:latin typeface="+mj-lt"/>
                <a:ea typeface="Cambria"/>
                <a:cs typeface="Cambria"/>
                <a:sym typeface="Cambria"/>
              </a:rPr>
              <a:t>-	motorcycle</a:t>
            </a:r>
            <a:endParaRPr sz="2400" dirty="0">
              <a:latin typeface="+mj-lt"/>
              <a:ea typeface="Cambria"/>
              <a:cs typeface="Cambria"/>
              <a:sym typeface="Cambria"/>
            </a:endParaRPr>
          </a:p>
          <a:p>
            <a:pPr marL="266065" lvl="0" indent="-254000" algn="l" rtl="0">
              <a:lnSpc>
                <a:spcPct val="100000"/>
              </a:lnSpc>
              <a:spcBef>
                <a:spcPts val="605"/>
              </a:spcBef>
              <a:spcAft>
                <a:spcPts val="0"/>
              </a:spcAft>
              <a:buSzPts val="2400"/>
              <a:buFont typeface="Cambria"/>
              <a:buAutoNum type="arabicPlain"/>
            </a:pPr>
            <a:r>
              <a:rPr lang="en-US" sz="2400" dirty="0">
                <a:latin typeface="+mj-lt"/>
                <a:ea typeface="Cambria"/>
                <a:cs typeface="Cambria"/>
                <a:sym typeface="Cambria"/>
              </a:rPr>
              <a:t>-	background</a:t>
            </a:r>
            <a:endParaRPr sz="2400" dirty="0">
              <a:latin typeface="+mj-lt"/>
              <a:ea typeface="Cambria"/>
              <a:cs typeface="Cambria"/>
              <a:sym typeface="Cambria"/>
            </a:endParaRPr>
          </a:p>
        </p:txBody>
      </p:sp>
      <p:pic>
        <p:nvPicPr>
          <p:cNvPr id="101" name="Google Shape;101;p4"/>
          <p:cNvPicPr preferRelativeResize="0"/>
          <p:nvPr/>
        </p:nvPicPr>
        <p:blipFill rotWithShape="1">
          <a:blip r:embed="rId3">
            <a:alphaModFix/>
          </a:blip>
          <a:srcRect/>
          <a:stretch/>
        </p:blipFill>
        <p:spPr>
          <a:xfrm>
            <a:off x="567093" y="1296962"/>
            <a:ext cx="2458758" cy="2459291"/>
          </a:xfrm>
          <a:prstGeom prst="rect">
            <a:avLst/>
          </a:prstGeom>
          <a:noFill/>
          <a:ln>
            <a:noFill/>
          </a:ln>
        </p:spPr>
      </p:pic>
      <p:pic>
        <p:nvPicPr>
          <p:cNvPr id="102" name="Google Shape;102;p4"/>
          <p:cNvPicPr preferRelativeResize="0"/>
          <p:nvPr/>
        </p:nvPicPr>
        <p:blipFill rotWithShape="1">
          <a:blip r:embed="rId4">
            <a:alphaModFix/>
          </a:blip>
          <a:srcRect/>
          <a:stretch/>
        </p:blipFill>
        <p:spPr>
          <a:xfrm>
            <a:off x="8850823" y="893512"/>
            <a:ext cx="1070957" cy="356985"/>
          </a:xfrm>
          <a:prstGeom prst="rect">
            <a:avLst/>
          </a:prstGeom>
          <a:noFill/>
          <a:ln>
            <a:noFill/>
          </a:ln>
        </p:spPr>
      </p:pic>
      <p:pic>
        <p:nvPicPr>
          <p:cNvPr id="103" name="Google Shape;103;p4"/>
          <p:cNvPicPr preferRelativeResize="0"/>
          <p:nvPr/>
        </p:nvPicPr>
        <p:blipFill rotWithShape="1">
          <a:blip r:embed="rId5">
            <a:alphaModFix/>
          </a:blip>
          <a:srcRect/>
          <a:stretch/>
        </p:blipFill>
        <p:spPr>
          <a:xfrm>
            <a:off x="9138992" y="1204209"/>
            <a:ext cx="335309" cy="281964"/>
          </a:xfrm>
          <a:prstGeom prst="rect">
            <a:avLst/>
          </a:prstGeom>
          <a:noFill/>
          <a:ln>
            <a:noFill/>
          </a:ln>
        </p:spPr>
      </p:pic>
      <p:sp>
        <p:nvSpPr>
          <p:cNvPr id="104" name="Google Shape;104;p4"/>
          <p:cNvSpPr txBox="1"/>
          <p:nvPr/>
        </p:nvSpPr>
        <p:spPr>
          <a:xfrm>
            <a:off x="9109495" y="3178907"/>
            <a:ext cx="6130412" cy="369332"/>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1800">
                <a:latin typeface="+mj-lt"/>
              </a:rPr>
              <a:t>bouding box</a:t>
            </a:r>
            <a:endParaRPr>
              <a:latin typeface="+mj-lt"/>
            </a:endParaRPr>
          </a:p>
        </p:txBody>
      </p:sp>
      <p:pic>
        <p:nvPicPr>
          <p:cNvPr id="105" name="Google Shape;105;p4"/>
          <p:cNvPicPr preferRelativeResize="0"/>
          <p:nvPr/>
        </p:nvPicPr>
        <p:blipFill rotWithShape="1">
          <a:blip r:embed="rId6">
            <a:alphaModFix/>
          </a:blip>
          <a:srcRect/>
          <a:stretch/>
        </p:blipFill>
        <p:spPr>
          <a:xfrm>
            <a:off x="9109495" y="3640135"/>
            <a:ext cx="1810197" cy="351982"/>
          </a:xfrm>
          <a:prstGeom prst="rect">
            <a:avLst/>
          </a:prstGeom>
          <a:noFill/>
          <a:ln>
            <a:noFill/>
          </a:ln>
        </p:spPr>
      </p:pic>
      <p:pic>
        <p:nvPicPr>
          <p:cNvPr id="106" name="Google Shape;106;p4"/>
          <p:cNvPicPr preferRelativeResize="0"/>
          <p:nvPr/>
        </p:nvPicPr>
        <p:blipFill rotWithShape="1">
          <a:blip r:embed="rId7">
            <a:alphaModFix/>
          </a:blip>
          <a:srcRect/>
          <a:stretch/>
        </p:blipFill>
        <p:spPr>
          <a:xfrm>
            <a:off x="56509" y="967261"/>
            <a:ext cx="510584" cy="274344"/>
          </a:xfrm>
          <a:prstGeom prst="rect">
            <a:avLst/>
          </a:prstGeom>
          <a:noFill/>
          <a:ln>
            <a:noFill/>
          </a:ln>
        </p:spPr>
      </p:pic>
      <p:pic>
        <p:nvPicPr>
          <p:cNvPr id="107" name="Google Shape;107;p4"/>
          <p:cNvPicPr preferRelativeResize="0"/>
          <p:nvPr/>
        </p:nvPicPr>
        <p:blipFill rotWithShape="1">
          <a:blip r:embed="rId8">
            <a:alphaModFix/>
          </a:blip>
          <a:srcRect/>
          <a:stretch/>
        </p:blipFill>
        <p:spPr>
          <a:xfrm>
            <a:off x="3060855" y="3773459"/>
            <a:ext cx="495343" cy="259102"/>
          </a:xfrm>
          <a:prstGeom prst="rect">
            <a:avLst/>
          </a:prstGeom>
          <a:noFill/>
          <a:ln>
            <a:noFill/>
          </a:ln>
        </p:spPr>
      </p:pic>
      <p:pic>
        <p:nvPicPr>
          <p:cNvPr id="108" name="Google Shape;108;p4"/>
          <p:cNvPicPr preferRelativeResize="0"/>
          <p:nvPr/>
        </p:nvPicPr>
        <p:blipFill>
          <a:blip r:embed="rId9">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112"/>
        <p:cNvGrpSpPr/>
        <p:nvPr/>
      </p:nvGrpSpPr>
      <p:grpSpPr>
        <a:xfrm>
          <a:off x="0" y="0"/>
          <a:ext cx="0" cy="0"/>
          <a:chOff x="0" y="0"/>
          <a:chExt cx="0" cy="0"/>
        </a:xfrm>
      </p:grpSpPr>
      <p:sp>
        <p:nvSpPr>
          <p:cNvPr id="113" name="Google Shape;113;p5"/>
          <p:cNvSpPr txBox="1">
            <a:spLocks noGrp="1"/>
          </p:cNvSpPr>
          <p:nvPr>
            <p:ph type="title"/>
          </p:nvPr>
        </p:nvSpPr>
        <p:spPr>
          <a:xfrm>
            <a:off x="261620" y="139700"/>
            <a:ext cx="684657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Defining the target label y</a:t>
            </a:r>
            <a:endParaRPr sz="4400" dirty="0">
              <a:latin typeface="+mj-lt"/>
              <a:ea typeface="Cambria"/>
              <a:cs typeface="Cambria"/>
              <a:sym typeface="Cambria"/>
            </a:endParaRPr>
          </a:p>
        </p:txBody>
      </p:sp>
      <p:sp>
        <p:nvSpPr>
          <p:cNvPr id="114" name="Google Shape;114;p5"/>
          <p:cNvSpPr txBox="1"/>
          <p:nvPr/>
        </p:nvSpPr>
        <p:spPr>
          <a:xfrm>
            <a:off x="238223" y="1335116"/>
            <a:ext cx="3086026" cy="1797928"/>
          </a:xfrm>
          <a:prstGeom prst="rect">
            <a:avLst/>
          </a:prstGeom>
          <a:noFill/>
          <a:ln>
            <a:noFill/>
          </a:ln>
        </p:spPr>
        <p:txBody>
          <a:bodyPr spcFirstLastPara="1" wrap="square" lIns="0" tIns="88900" rIns="0" bIns="0" anchor="t" anchorCtr="0">
            <a:spAutoFit/>
          </a:bodyPr>
          <a:lstStyle/>
          <a:p>
            <a:pPr marL="267335" lvl="0" indent="-254634" algn="l" rtl="0">
              <a:lnSpc>
                <a:spcPct val="100000"/>
              </a:lnSpc>
              <a:spcBef>
                <a:spcPts val="0"/>
              </a:spcBef>
              <a:spcAft>
                <a:spcPts val="0"/>
              </a:spcAft>
              <a:buSzPts val="2400"/>
              <a:buFont typeface="Cambria"/>
              <a:buAutoNum type="arabicPlain"/>
            </a:pPr>
            <a:r>
              <a:rPr lang="en-US" sz="2400" dirty="0">
                <a:latin typeface="+mj-lt"/>
                <a:ea typeface="Cambria"/>
                <a:cs typeface="Cambria"/>
                <a:sym typeface="Cambria"/>
              </a:rPr>
              <a:t>-	pedestrian</a:t>
            </a:r>
            <a:endParaRPr sz="2400" dirty="0">
              <a:latin typeface="+mj-lt"/>
              <a:ea typeface="Cambria"/>
              <a:cs typeface="Cambria"/>
              <a:sym typeface="Cambria"/>
            </a:endParaRPr>
          </a:p>
          <a:p>
            <a:pPr marL="266700" lvl="0" indent="-254634" algn="l" rtl="0">
              <a:lnSpc>
                <a:spcPct val="100000"/>
              </a:lnSpc>
              <a:spcBef>
                <a:spcPts val="605"/>
              </a:spcBef>
              <a:spcAft>
                <a:spcPts val="0"/>
              </a:spcAft>
              <a:buSzPts val="2400"/>
              <a:buFont typeface="Cambria"/>
              <a:buAutoNum type="arabicPlain"/>
            </a:pPr>
            <a:r>
              <a:rPr lang="en-US" sz="2400" dirty="0">
                <a:latin typeface="+mj-lt"/>
                <a:ea typeface="Cambria"/>
                <a:cs typeface="Cambria"/>
                <a:sym typeface="Cambria"/>
              </a:rPr>
              <a:t>-	car</a:t>
            </a:r>
            <a:endParaRPr sz="2400" dirty="0">
              <a:latin typeface="+mj-lt"/>
              <a:ea typeface="Cambria"/>
              <a:cs typeface="Cambria"/>
              <a:sym typeface="Cambria"/>
            </a:endParaRPr>
          </a:p>
          <a:p>
            <a:pPr marL="266700" lvl="0" indent="-254634" algn="l" rtl="0">
              <a:lnSpc>
                <a:spcPct val="100000"/>
              </a:lnSpc>
              <a:spcBef>
                <a:spcPts val="600"/>
              </a:spcBef>
              <a:spcAft>
                <a:spcPts val="0"/>
              </a:spcAft>
              <a:buSzPts val="2400"/>
              <a:buFont typeface="Cambria"/>
              <a:buAutoNum type="arabicPlain"/>
            </a:pPr>
            <a:r>
              <a:rPr lang="en-US" sz="2400" dirty="0">
                <a:latin typeface="+mj-lt"/>
                <a:ea typeface="Cambria"/>
                <a:cs typeface="Cambria"/>
                <a:sym typeface="Cambria"/>
              </a:rPr>
              <a:t>-	motorcycle</a:t>
            </a:r>
            <a:endParaRPr sz="2400" dirty="0">
              <a:latin typeface="+mj-lt"/>
              <a:ea typeface="Cambria"/>
              <a:cs typeface="Cambria"/>
              <a:sym typeface="Cambria"/>
            </a:endParaRPr>
          </a:p>
          <a:p>
            <a:pPr marL="266065" lvl="0" indent="-254000" algn="l" rtl="0">
              <a:lnSpc>
                <a:spcPct val="100000"/>
              </a:lnSpc>
              <a:spcBef>
                <a:spcPts val="605"/>
              </a:spcBef>
              <a:spcAft>
                <a:spcPts val="0"/>
              </a:spcAft>
              <a:buSzPts val="2400"/>
              <a:buFont typeface="Cambria"/>
              <a:buAutoNum type="arabicPlain"/>
            </a:pPr>
            <a:r>
              <a:rPr lang="en-US" sz="2400" dirty="0">
                <a:latin typeface="+mj-lt"/>
                <a:ea typeface="Cambria"/>
                <a:cs typeface="Cambria"/>
                <a:sym typeface="Cambria"/>
              </a:rPr>
              <a:t>-	background</a:t>
            </a:r>
            <a:endParaRPr sz="2400" dirty="0">
              <a:latin typeface="+mj-lt"/>
              <a:ea typeface="Cambria"/>
              <a:cs typeface="Cambria"/>
              <a:sym typeface="Cambria"/>
            </a:endParaRPr>
          </a:p>
        </p:txBody>
      </p:sp>
      <p:pic>
        <p:nvPicPr>
          <p:cNvPr id="115" name="Google Shape;115;p5"/>
          <p:cNvPicPr preferRelativeResize="0"/>
          <p:nvPr/>
        </p:nvPicPr>
        <p:blipFill rotWithShape="1">
          <a:blip r:embed="rId3">
            <a:alphaModFix/>
          </a:blip>
          <a:srcRect/>
          <a:stretch/>
        </p:blipFill>
        <p:spPr>
          <a:xfrm>
            <a:off x="2785329" y="835660"/>
            <a:ext cx="9168448" cy="3975698"/>
          </a:xfrm>
          <a:prstGeom prst="rect">
            <a:avLst/>
          </a:prstGeom>
          <a:noFill/>
          <a:ln>
            <a:noFill/>
          </a:ln>
        </p:spPr>
      </p:pic>
      <p:pic>
        <p:nvPicPr>
          <p:cNvPr id="116" name="Google Shape;116;p5"/>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120"/>
        <p:cNvGrpSpPr/>
        <p:nvPr/>
      </p:nvGrpSpPr>
      <p:grpSpPr>
        <a:xfrm>
          <a:off x="0" y="0"/>
          <a:ext cx="0" cy="0"/>
          <a:chOff x="0" y="0"/>
          <a:chExt cx="0" cy="0"/>
        </a:xfrm>
      </p:grpSpPr>
      <p:sp>
        <p:nvSpPr>
          <p:cNvPr id="121" name="Google Shape;121;p6"/>
          <p:cNvSpPr txBox="1">
            <a:spLocks noGrp="1"/>
          </p:cNvSpPr>
          <p:nvPr>
            <p:ph type="title"/>
          </p:nvPr>
        </p:nvSpPr>
        <p:spPr>
          <a:xfrm>
            <a:off x="1037258" y="1696300"/>
            <a:ext cx="11154741" cy="936154"/>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122" name="Google Shape;122;p6"/>
          <p:cNvSpPr txBox="1"/>
          <p:nvPr/>
        </p:nvSpPr>
        <p:spPr>
          <a:xfrm>
            <a:off x="5168289" y="3612641"/>
            <a:ext cx="6144371" cy="1025394"/>
          </a:xfrm>
          <a:prstGeom prst="rect">
            <a:avLst/>
          </a:prstGeom>
          <a:noFill/>
          <a:ln>
            <a:noFill/>
          </a:ln>
        </p:spPr>
        <p:txBody>
          <a:bodyPr spcFirstLastPara="1" wrap="square" lIns="0" tIns="27925" rIns="0" bIns="0" anchor="t" anchorCtr="0">
            <a:spAutoFit/>
          </a:bodyPr>
          <a:lstStyle/>
          <a:p>
            <a:pPr marL="75565" marR="5080" lvl="0" indent="-63500" algn="l" rtl="0">
              <a:lnSpc>
                <a:spcPct val="119696"/>
              </a:lnSpc>
              <a:spcBef>
                <a:spcPts val="0"/>
              </a:spcBef>
              <a:spcAft>
                <a:spcPts val="0"/>
              </a:spcAft>
              <a:buNone/>
            </a:pPr>
            <a:r>
              <a:rPr lang="en-US" sz="5400" dirty="0">
                <a:latin typeface="+mj-lt"/>
                <a:ea typeface="Calibri"/>
                <a:cs typeface="Calibri"/>
                <a:sym typeface="Calibri"/>
              </a:rPr>
              <a:t>Landmark detection</a:t>
            </a:r>
            <a:endParaRPr sz="5400" dirty="0">
              <a:latin typeface="+mj-lt"/>
              <a:ea typeface="Calibri"/>
              <a:cs typeface="Calibri"/>
              <a:sym typeface="Calibri"/>
            </a:endParaRPr>
          </a:p>
        </p:txBody>
      </p:sp>
      <p:sp>
        <p:nvSpPr>
          <p:cNvPr id="123" name="Google Shape;123;p6"/>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24" name="Google Shape;124;p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9441815" cy="825354"/>
          </a:xfrm>
          <a:prstGeom prst="rect">
            <a:avLst/>
          </a:prstGeom>
          <a:noFill/>
          <a:ln>
            <a:noFill/>
          </a:ln>
        </p:spPr>
        <p:txBody>
          <a:bodyPr spcFirstLastPara="1" wrap="square" lIns="0" tIns="12700" rIns="0" bIns="0" anchor="t" anchorCtr="0">
            <a:spAutoFit/>
          </a:bodyPr>
          <a:lstStyle/>
          <a:p>
            <a:pPr marL="75565" marR="5080" lvl="0" indent="-63500" algn="l" rtl="0">
              <a:lnSpc>
                <a:spcPct val="119696"/>
              </a:lnSpc>
              <a:spcBef>
                <a:spcPts val="0"/>
              </a:spcBef>
              <a:spcAft>
                <a:spcPts val="0"/>
              </a:spcAft>
              <a:buNone/>
            </a:pPr>
            <a:r>
              <a:rPr lang="en-US" sz="4400" dirty="0">
                <a:latin typeface="+mj-lt"/>
                <a:ea typeface="Calibri"/>
                <a:cs typeface="Calibri"/>
                <a:sym typeface="Calibri"/>
              </a:rPr>
              <a:t>Landmark detection</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131308"/>
            <a:ext cx="11698732"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t>Landmark detection in computer vision identifies key points on an object or image, such as facial features for expressions. </a:t>
            </a:r>
          </a:p>
          <a:p>
            <a:pPr marL="285750" indent="-285750">
              <a:buFont typeface="Arial" panose="020B0604020202020204" pitchFamily="34" charset="0"/>
              <a:buChar char="•"/>
            </a:pPr>
            <a:r>
              <a:rPr lang="en-US" sz="2400" dirty="0"/>
              <a:t>A neural network is trained to output X and Y coordinates for each landmark, with varying numbers depending on the application. </a:t>
            </a:r>
          </a:p>
          <a:p>
            <a:pPr marL="285750" indent="-285750">
              <a:buFont typeface="Arial" panose="020B0604020202020204" pitchFamily="34" charset="0"/>
              <a:buChar char="•"/>
            </a:pPr>
            <a:r>
              <a:rPr lang="en-US" sz="2400" dirty="0"/>
              <a:t>Training requires a labeled set with consistent coordinates for each point across images. </a:t>
            </a:r>
          </a:p>
          <a:p>
            <a:pPr marL="285750" indent="-285750">
              <a:buFont typeface="Arial" panose="020B0604020202020204" pitchFamily="34" charset="0"/>
              <a:buChar char="•"/>
            </a:pPr>
            <a:r>
              <a:rPr lang="en-US" sz="2400" dirty="0"/>
              <a:t>Once trained, the network detects landmarks in new images, applied in face recognition, pose detection, and augmented reality effects.</a:t>
            </a:r>
          </a:p>
          <a:p>
            <a:pPr marL="285750" indent="-285750">
              <a:buFont typeface="Arial" panose="020B0604020202020204" pitchFamily="34" charset="0"/>
              <a:buChar char="•"/>
            </a:pPr>
            <a:r>
              <a:rPr lang="en-US" sz="2400" dirty="0"/>
              <a:t>Additionally, landmark detection enhances object detection accuracy by providing shape and position information.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24461490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128"/>
        <p:cNvGrpSpPr/>
        <p:nvPr/>
      </p:nvGrpSpPr>
      <p:grpSpPr>
        <a:xfrm>
          <a:off x="0" y="0"/>
          <a:ext cx="0" cy="0"/>
          <a:chOff x="0" y="0"/>
          <a:chExt cx="0" cy="0"/>
        </a:xfrm>
      </p:grpSpPr>
      <p:sp>
        <p:nvSpPr>
          <p:cNvPr id="129" name="Google Shape;129;p7"/>
          <p:cNvSpPr txBox="1">
            <a:spLocks noGrp="1"/>
          </p:cNvSpPr>
          <p:nvPr>
            <p:ph type="title"/>
          </p:nvPr>
        </p:nvSpPr>
        <p:spPr>
          <a:xfrm>
            <a:off x="181524" y="119676"/>
            <a:ext cx="527304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mj-lt"/>
                <a:ea typeface="Cambria"/>
                <a:cs typeface="Cambria"/>
                <a:sym typeface="Cambria"/>
              </a:rPr>
              <a:t>Landmark detection</a:t>
            </a:r>
            <a:endParaRPr sz="4400">
              <a:latin typeface="+mj-lt"/>
              <a:ea typeface="Cambria"/>
              <a:cs typeface="Cambria"/>
              <a:sym typeface="Cambria"/>
            </a:endParaRPr>
          </a:p>
        </p:txBody>
      </p:sp>
      <p:grpSp>
        <p:nvGrpSpPr>
          <p:cNvPr id="130" name="Google Shape;130;p7"/>
          <p:cNvGrpSpPr/>
          <p:nvPr/>
        </p:nvGrpSpPr>
        <p:grpSpPr>
          <a:xfrm>
            <a:off x="4699000" y="764590"/>
            <a:ext cx="2463800" cy="3335159"/>
            <a:chOff x="4699000" y="764590"/>
            <a:chExt cx="2463800" cy="3335159"/>
          </a:xfrm>
        </p:grpSpPr>
        <p:pic>
          <p:nvPicPr>
            <p:cNvPr id="131" name="Google Shape;131;p7"/>
            <p:cNvPicPr preferRelativeResize="0"/>
            <p:nvPr/>
          </p:nvPicPr>
          <p:blipFill rotWithShape="1">
            <a:blip r:embed="rId3">
              <a:alphaModFix/>
            </a:blip>
            <a:srcRect/>
            <a:stretch/>
          </p:blipFill>
          <p:spPr>
            <a:xfrm>
              <a:off x="4699000" y="1640420"/>
              <a:ext cx="2463800" cy="2459329"/>
            </a:xfrm>
            <a:prstGeom prst="rect">
              <a:avLst/>
            </a:prstGeom>
            <a:noFill/>
            <a:ln>
              <a:noFill/>
            </a:ln>
          </p:spPr>
        </p:pic>
        <p:sp>
          <p:nvSpPr>
            <p:cNvPr id="132" name="Google Shape;132;p7"/>
            <p:cNvSpPr/>
            <p:nvPr/>
          </p:nvSpPr>
          <p:spPr>
            <a:xfrm>
              <a:off x="6066345" y="764590"/>
              <a:ext cx="816610" cy="861694"/>
            </a:xfrm>
            <a:custGeom>
              <a:avLst/>
              <a:gdLst/>
              <a:ahLst/>
              <a:cxnLst/>
              <a:rect l="l" t="t" r="r" b="b"/>
              <a:pathLst>
                <a:path w="816609" h="861694" extrusionOk="0">
                  <a:moveTo>
                    <a:pt x="689355" y="0"/>
                  </a:moveTo>
                  <a:lnTo>
                    <a:pt x="689355" y="50799"/>
                  </a:lnTo>
                  <a:lnTo>
                    <a:pt x="0" y="50799"/>
                  </a:lnTo>
                  <a:lnTo>
                    <a:pt x="0" y="848944"/>
                  </a:lnTo>
                  <a:lnTo>
                    <a:pt x="6210" y="842733"/>
                  </a:lnTo>
                  <a:lnTo>
                    <a:pt x="6210" y="861656"/>
                  </a:lnTo>
                  <a:lnTo>
                    <a:pt x="25399" y="861656"/>
                  </a:lnTo>
                  <a:lnTo>
                    <a:pt x="25399" y="76199"/>
                  </a:lnTo>
                  <a:lnTo>
                    <a:pt x="689355" y="76199"/>
                  </a:lnTo>
                  <a:lnTo>
                    <a:pt x="689355" y="126999"/>
                  </a:lnTo>
                  <a:lnTo>
                    <a:pt x="816355" y="63499"/>
                  </a:lnTo>
                  <a:lnTo>
                    <a:pt x="689355"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33" name="Google Shape;133;p7"/>
          <p:cNvSpPr txBox="1"/>
          <p:nvPr/>
        </p:nvSpPr>
        <p:spPr>
          <a:xfrm>
            <a:off x="7015874" y="655916"/>
            <a:ext cx="95567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mj-lt"/>
                <a:ea typeface="Cambria"/>
                <a:cs typeface="Cambria"/>
                <a:sym typeface="Cambria"/>
              </a:rPr>
              <a:t>ConvNet</a:t>
            </a:r>
            <a:endParaRPr sz="1800">
              <a:latin typeface="+mj-lt"/>
              <a:ea typeface="Cambria"/>
              <a:cs typeface="Cambria"/>
              <a:sym typeface="Cambria"/>
            </a:endParaRPr>
          </a:p>
        </p:txBody>
      </p:sp>
      <p:grpSp>
        <p:nvGrpSpPr>
          <p:cNvPr id="134" name="Google Shape;134;p7"/>
          <p:cNvGrpSpPr/>
          <p:nvPr/>
        </p:nvGrpSpPr>
        <p:grpSpPr>
          <a:xfrm>
            <a:off x="8098882" y="411419"/>
            <a:ext cx="641639" cy="784225"/>
            <a:chOff x="8098882" y="411419"/>
            <a:chExt cx="641639" cy="784225"/>
          </a:xfrm>
        </p:grpSpPr>
        <p:sp>
          <p:nvSpPr>
            <p:cNvPr id="135" name="Google Shape;135;p7"/>
            <p:cNvSpPr/>
            <p:nvPr/>
          </p:nvSpPr>
          <p:spPr>
            <a:xfrm>
              <a:off x="8105229" y="411419"/>
              <a:ext cx="0" cy="784225"/>
            </a:xfrm>
            <a:custGeom>
              <a:avLst/>
              <a:gdLst/>
              <a:ahLst/>
              <a:cxnLst/>
              <a:rect l="l" t="t" r="r" b="b"/>
              <a:pathLst>
                <a:path w="120000" h="784225" extrusionOk="0">
                  <a:moveTo>
                    <a:pt x="0" y="0"/>
                  </a:moveTo>
                  <a:lnTo>
                    <a:pt x="0" y="784086"/>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6" name="Google Shape;136;p7"/>
            <p:cNvSpPr/>
            <p:nvPr/>
          </p:nvSpPr>
          <p:spPr>
            <a:xfrm>
              <a:off x="8351102" y="411419"/>
              <a:ext cx="0" cy="784225"/>
            </a:xfrm>
            <a:custGeom>
              <a:avLst/>
              <a:gdLst/>
              <a:ahLst/>
              <a:cxnLst/>
              <a:rect l="l" t="t" r="r" b="b"/>
              <a:pathLst>
                <a:path w="120000" h="784225" extrusionOk="0">
                  <a:moveTo>
                    <a:pt x="0" y="0"/>
                  </a:moveTo>
                  <a:lnTo>
                    <a:pt x="0" y="784086"/>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7" name="Google Shape;137;p7"/>
            <p:cNvSpPr/>
            <p:nvPr/>
          </p:nvSpPr>
          <p:spPr>
            <a:xfrm>
              <a:off x="8098882" y="417766"/>
              <a:ext cx="259079" cy="0"/>
            </a:xfrm>
            <a:custGeom>
              <a:avLst/>
              <a:gdLst/>
              <a:ahLst/>
              <a:cxnLst/>
              <a:rect l="l" t="t" r="r" b="b"/>
              <a:pathLst>
                <a:path w="259079" h="120000" extrusionOk="0">
                  <a:moveTo>
                    <a:pt x="0" y="0"/>
                  </a:moveTo>
                  <a:lnTo>
                    <a:pt x="258567"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8" name="Google Shape;138;p7"/>
            <p:cNvSpPr/>
            <p:nvPr/>
          </p:nvSpPr>
          <p:spPr>
            <a:xfrm>
              <a:off x="8098882" y="1189159"/>
              <a:ext cx="259079" cy="0"/>
            </a:xfrm>
            <a:custGeom>
              <a:avLst/>
              <a:gdLst/>
              <a:ahLst/>
              <a:cxnLst/>
              <a:rect l="l" t="t" r="r" b="b"/>
              <a:pathLst>
                <a:path w="259079" h="120000" extrusionOk="0">
                  <a:moveTo>
                    <a:pt x="0" y="0"/>
                  </a:moveTo>
                  <a:lnTo>
                    <a:pt x="258567"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9" name="Google Shape;139;p7"/>
            <p:cNvPicPr preferRelativeResize="0"/>
            <p:nvPr/>
          </p:nvPicPr>
          <p:blipFill rotWithShape="1">
            <a:blip r:embed="rId4">
              <a:alphaModFix/>
            </a:blip>
            <a:srcRect/>
            <a:stretch/>
          </p:blipFill>
          <p:spPr>
            <a:xfrm>
              <a:off x="8122326" y="423141"/>
              <a:ext cx="195480" cy="195480"/>
            </a:xfrm>
            <a:prstGeom prst="rect">
              <a:avLst/>
            </a:prstGeom>
            <a:noFill/>
            <a:ln>
              <a:noFill/>
            </a:ln>
          </p:spPr>
        </p:pic>
        <p:pic>
          <p:nvPicPr>
            <p:cNvPr id="140" name="Google Shape;140;p7"/>
            <p:cNvPicPr preferRelativeResize="0"/>
            <p:nvPr/>
          </p:nvPicPr>
          <p:blipFill rotWithShape="1">
            <a:blip r:embed="rId4">
              <a:alphaModFix/>
            </a:blip>
            <a:srcRect/>
            <a:stretch/>
          </p:blipFill>
          <p:spPr>
            <a:xfrm>
              <a:off x="8122326" y="701182"/>
              <a:ext cx="195480" cy="195480"/>
            </a:xfrm>
            <a:prstGeom prst="rect">
              <a:avLst/>
            </a:prstGeom>
            <a:noFill/>
            <a:ln>
              <a:noFill/>
            </a:ln>
          </p:spPr>
        </p:pic>
        <p:pic>
          <p:nvPicPr>
            <p:cNvPr id="141" name="Google Shape;141;p7"/>
            <p:cNvPicPr preferRelativeResize="0"/>
            <p:nvPr/>
          </p:nvPicPr>
          <p:blipFill rotWithShape="1">
            <a:blip r:embed="rId4">
              <a:alphaModFix/>
            </a:blip>
            <a:srcRect/>
            <a:stretch/>
          </p:blipFill>
          <p:spPr>
            <a:xfrm>
              <a:off x="8122326" y="980824"/>
              <a:ext cx="195480" cy="195480"/>
            </a:xfrm>
            <a:prstGeom prst="rect">
              <a:avLst/>
            </a:prstGeom>
            <a:noFill/>
            <a:ln>
              <a:noFill/>
            </a:ln>
          </p:spPr>
        </p:pic>
        <p:sp>
          <p:nvSpPr>
            <p:cNvPr id="142" name="Google Shape;142;p7"/>
            <p:cNvSpPr/>
            <p:nvPr/>
          </p:nvSpPr>
          <p:spPr>
            <a:xfrm>
              <a:off x="8373491" y="618921"/>
              <a:ext cx="367030" cy="357505"/>
            </a:xfrm>
            <a:custGeom>
              <a:avLst/>
              <a:gdLst/>
              <a:ahLst/>
              <a:cxnLst/>
              <a:rect l="l" t="t" r="r" b="b"/>
              <a:pathLst>
                <a:path w="367029" h="357505" extrusionOk="0">
                  <a:moveTo>
                    <a:pt x="366966" y="295935"/>
                  </a:moveTo>
                  <a:lnTo>
                    <a:pt x="241160" y="230111"/>
                  </a:lnTo>
                  <a:lnTo>
                    <a:pt x="240220" y="280898"/>
                  </a:lnTo>
                  <a:lnTo>
                    <a:pt x="469" y="276479"/>
                  </a:lnTo>
                  <a:lnTo>
                    <a:pt x="0" y="301879"/>
                  </a:lnTo>
                  <a:lnTo>
                    <a:pt x="239750" y="306298"/>
                  </a:lnTo>
                  <a:lnTo>
                    <a:pt x="238823" y="357085"/>
                  </a:lnTo>
                  <a:lnTo>
                    <a:pt x="366966" y="295935"/>
                  </a:lnTo>
                  <a:close/>
                </a:path>
                <a:path w="367029" h="357505" extrusionOk="0">
                  <a:moveTo>
                    <a:pt x="366966" y="3975"/>
                  </a:moveTo>
                  <a:lnTo>
                    <a:pt x="225031" y="0"/>
                  </a:lnTo>
                  <a:lnTo>
                    <a:pt x="246468" y="46050"/>
                  </a:lnTo>
                  <a:lnTo>
                    <a:pt x="13792" y="154355"/>
                  </a:lnTo>
                  <a:lnTo>
                    <a:pt x="24511" y="177380"/>
                  </a:lnTo>
                  <a:lnTo>
                    <a:pt x="257187" y="69075"/>
                  </a:lnTo>
                  <a:lnTo>
                    <a:pt x="278625" y="115138"/>
                  </a:lnTo>
                  <a:lnTo>
                    <a:pt x="366966" y="3975"/>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43" name="Google Shape;143;p7"/>
          <p:cNvGrpSpPr/>
          <p:nvPr/>
        </p:nvGrpSpPr>
        <p:grpSpPr>
          <a:xfrm>
            <a:off x="8792657" y="401221"/>
            <a:ext cx="220979" cy="725805"/>
            <a:chOff x="8792657" y="401221"/>
            <a:chExt cx="220979" cy="725805"/>
          </a:xfrm>
        </p:grpSpPr>
        <p:sp>
          <p:nvSpPr>
            <p:cNvPr id="144" name="Google Shape;144;p7"/>
            <p:cNvSpPr/>
            <p:nvPr/>
          </p:nvSpPr>
          <p:spPr>
            <a:xfrm>
              <a:off x="8799004" y="401221"/>
              <a:ext cx="0" cy="725805"/>
            </a:xfrm>
            <a:custGeom>
              <a:avLst/>
              <a:gdLst/>
              <a:ahLst/>
              <a:cxnLst/>
              <a:rect l="l" t="t" r="r" b="b"/>
              <a:pathLst>
                <a:path w="120000" h="725805" extrusionOk="0">
                  <a:moveTo>
                    <a:pt x="0" y="0"/>
                  </a:moveTo>
                  <a:lnTo>
                    <a:pt x="0" y="72550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45" name="Google Shape;145;p7"/>
            <p:cNvSpPr/>
            <p:nvPr/>
          </p:nvSpPr>
          <p:spPr>
            <a:xfrm>
              <a:off x="9007178" y="401221"/>
              <a:ext cx="0" cy="725805"/>
            </a:xfrm>
            <a:custGeom>
              <a:avLst/>
              <a:gdLst/>
              <a:ahLst/>
              <a:cxnLst/>
              <a:rect l="l" t="t" r="r" b="b"/>
              <a:pathLst>
                <a:path w="120000" h="725805" extrusionOk="0">
                  <a:moveTo>
                    <a:pt x="0" y="0"/>
                  </a:moveTo>
                  <a:lnTo>
                    <a:pt x="0" y="72550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46" name="Google Shape;146;p7"/>
            <p:cNvSpPr/>
            <p:nvPr/>
          </p:nvSpPr>
          <p:spPr>
            <a:xfrm>
              <a:off x="8792657" y="407568"/>
              <a:ext cx="220979" cy="0"/>
            </a:xfrm>
            <a:custGeom>
              <a:avLst/>
              <a:gdLst/>
              <a:ahLst/>
              <a:cxnLst/>
              <a:rect l="l" t="t" r="r" b="b"/>
              <a:pathLst>
                <a:path w="220979" h="120000" extrusionOk="0">
                  <a:moveTo>
                    <a:pt x="0" y="0"/>
                  </a:moveTo>
                  <a:lnTo>
                    <a:pt x="220867"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47" name="Google Shape;147;p7"/>
            <p:cNvSpPr/>
            <p:nvPr/>
          </p:nvSpPr>
          <p:spPr>
            <a:xfrm>
              <a:off x="8831618" y="426618"/>
              <a:ext cx="137160" cy="137160"/>
            </a:xfrm>
            <a:custGeom>
              <a:avLst/>
              <a:gdLst/>
              <a:ahLst/>
              <a:cxnLst/>
              <a:rect l="l" t="t" r="r" b="b"/>
              <a:pathLst>
                <a:path w="137159" h="137159" extrusionOk="0">
                  <a:moveTo>
                    <a:pt x="0" y="68545"/>
                  </a:moveTo>
                  <a:lnTo>
                    <a:pt x="5386" y="41864"/>
                  </a:lnTo>
                  <a:lnTo>
                    <a:pt x="20076" y="20076"/>
                  </a:lnTo>
                  <a:lnTo>
                    <a:pt x="41864" y="5386"/>
                  </a:lnTo>
                  <a:lnTo>
                    <a:pt x="68545" y="0"/>
                  </a:lnTo>
                  <a:lnTo>
                    <a:pt x="95225" y="5386"/>
                  </a:lnTo>
                  <a:lnTo>
                    <a:pt x="117013" y="20076"/>
                  </a:lnTo>
                  <a:lnTo>
                    <a:pt x="131703" y="41864"/>
                  </a:lnTo>
                  <a:lnTo>
                    <a:pt x="137090" y="68545"/>
                  </a:lnTo>
                  <a:lnTo>
                    <a:pt x="131703" y="95225"/>
                  </a:lnTo>
                  <a:lnTo>
                    <a:pt x="117013" y="117013"/>
                  </a:lnTo>
                  <a:lnTo>
                    <a:pt x="95225" y="131703"/>
                  </a:lnTo>
                  <a:lnTo>
                    <a:pt x="68545" y="137090"/>
                  </a:lnTo>
                  <a:lnTo>
                    <a:pt x="41864" y="131703"/>
                  </a:lnTo>
                  <a:lnTo>
                    <a:pt x="20076" y="117013"/>
                  </a:lnTo>
                  <a:lnTo>
                    <a:pt x="5386" y="95225"/>
                  </a:lnTo>
                  <a:lnTo>
                    <a:pt x="0" y="68545"/>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48" name="Google Shape;148;p7"/>
            <p:cNvPicPr preferRelativeResize="0"/>
            <p:nvPr/>
          </p:nvPicPr>
          <p:blipFill rotWithShape="1">
            <a:blip r:embed="rId5">
              <a:alphaModFix/>
            </a:blip>
            <a:srcRect/>
            <a:stretch/>
          </p:blipFill>
          <p:spPr>
            <a:xfrm>
              <a:off x="8825271" y="598351"/>
              <a:ext cx="149783" cy="149783"/>
            </a:xfrm>
            <a:prstGeom prst="rect">
              <a:avLst/>
            </a:prstGeom>
            <a:noFill/>
            <a:ln>
              <a:noFill/>
            </a:ln>
          </p:spPr>
        </p:pic>
        <p:pic>
          <p:nvPicPr>
            <p:cNvPr id="149" name="Google Shape;149;p7"/>
            <p:cNvPicPr preferRelativeResize="0"/>
            <p:nvPr/>
          </p:nvPicPr>
          <p:blipFill rotWithShape="1">
            <a:blip r:embed="rId6">
              <a:alphaModFix/>
            </a:blip>
            <a:srcRect/>
            <a:stretch/>
          </p:blipFill>
          <p:spPr>
            <a:xfrm>
              <a:off x="8825271" y="954509"/>
              <a:ext cx="149783" cy="149783"/>
            </a:xfrm>
            <a:prstGeom prst="rect">
              <a:avLst/>
            </a:prstGeom>
            <a:noFill/>
            <a:ln>
              <a:noFill/>
            </a:ln>
          </p:spPr>
        </p:pic>
        <p:pic>
          <p:nvPicPr>
            <p:cNvPr id="150" name="Google Shape;150;p7"/>
            <p:cNvPicPr preferRelativeResize="0"/>
            <p:nvPr/>
          </p:nvPicPr>
          <p:blipFill rotWithShape="1">
            <a:blip r:embed="rId5">
              <a:alphaModFix/>
            </a:blip>
            <a:srcRect/>
            <a:stretch/>
          </p:blipFill>
          <p:spPr>
            <a:xfrm>
              <a:off x="8825271" y="776430"/>
              <a:ext cx="149783" cy="149783"/>
            </a:xfrm>
            <a:prstGeom prst="rect">
              <a:avLst/>
            </a:prstGeom>
            <a:noFill/>
            <a:ln>
              <a:noFill/>
            </a:ln>
          </p:spPr>
        </p:pic>
        <p:sp>
          <p:nvSpPr>
            <p:cNvPr id="151" name="Google Shape;151;p7"/>
            <p:cNvSpPr/>
            <p:nvPr/>
          </p:nvSpPr>
          <p:spPr>
            <a:xfrm>
              <a:off x="8858173" y="876241"/>
              <a:ext cx="13335" cy="19685"/>
            </a:xfrm>
            <a:custGeom>
              <a:avLst/>
              <a:gdLst/>
              <a:ahLst/>
              <a:cxnLst/>
              <a:rect l="l" t="t" r="r" b="b"/>
              <a:pathLst>
                <a:path w="13334" h="19684" extrusionOk="0">
                  <a:moveTo>
                    <a:pt x="0" y="0"/>
                  </a:moveTo>
                  <a:lnTo>
                    <a:pt x="6480" y="6480"/>
                  </a:lnTo>
                  <a:lnTo>
                    <a:pt x="6480" y="12600"/>
                  </a:lnTo>
                  <a:lnTo>
                    <a:pt x="12960" y="1908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52" name="Google Shape;152;p7"/>
          <p:cNvGrpSpPr/>
          <p:nvPr/>
        </p:nvGrpSpPr>
        <p:grpSpPr>
          <a:xfrm>
            <a:off x="8831618" y="1640420"/>
            <a:ext cx="2460815" cy="2459329"/>
            <a:chOff x="8831618" y="1640420"/>
            <a:chExt cx="2460815" cy="2459329"/>
          </a:xfrm>
        </p:grpSpPr>
        <p:pic>
          <p:nvPicPr>
            <p:cNvPr id="153" name="Google Shape;153;p7"/>
            <p:cNvPicPr preferRelativeResize="0"/>
            <p:nvPr/>
          </p:nvPicPr>
          <p:blipFill rotWithShape="1">
            <a:blip r:embed="rId7">
              <a:alphaModFix/>
            </a:blip>
            <a:srcRect/>
            <a:stretch/>
          </p:blipFill>
          <p:spPr>
            <a:xfrm>
              <a:off x="8831618" y="1640420"/>
              <a:ext cx="2460815" cy="2459329"/>
            </a:xfrm>
            <a:prstGeom prst="rect">
              <a:avLst/>
            </a:prstGeom>
            <a:noFill/>
            <a:ln>
              <a:noFill/>
            </a:ln>
          </p:spPr>
        </p:pic>
        <p:pic>
          <p:nvPicPr>
            <p:cNvPr id="154" name="Google Shape;154;p7"/>
            <p:cNvPicPr preferRelativeResize="0"/>
            <p:nvPr/>
          </p:nvPicPr>
          <p:blipFill rotWithShape="1">
            <a:blip r:embed="rId8">
              <a:alphaModFix/>
            </a:blip>
            <a:srcRect/>
            <a:stretch/>
          </p:blipFill>
          <p:spPr>
            <a:xfrm>
              <a:off x="9776009" y="1927277"/>
              <a:ext cx="704852" cy="2120734"/>
            </a:xfrm>
            <a:prstGeom prst="rect">
              <a:avLst/>
            </a:prstGeom>
            <a:noFill/>
            <a:ln>
              <a:noFill/>
            </a:ln>
          </p:spPr>
        </p:pic>
      </p:grpSp>
      <p:grpSp>
        <p:nvGrpSpPr>
          <p:cNvPr id="155" name="Google Shape;155;p7"/>
          <p:cNvGrpSpPr/>
          <p:nvPr/>
        </p:nvGrpSpPr>
        <p:grpSpPr>
          <a:xfrm>
            <a:off x="612038" y="1640420"/>
            <a:ext cx="2458758" cy="2459291"/>
            <a:chOff x="612038" y="1640420"/>
            <a:chExt cx="2458758" cy="2459291"/>
          </a:xfrm>
        </p:grpSpPr>
        <p:pic>
          <p:nvPicPr>
            <p:cNvPr id="156" name="Google Shape;156;p7"/>
            <p:cNvPicPr preferRelativeResize="0"/>
            <p:nvPr/>
          </p:nvPicPr>
          <p:blipFill rotWithShape="1">
            <a:blip r:embed="rId9">
              <a:alphaModFix/>
            </a:blip>
            <a:srcRect/>
            <a:stretch/>
          </p:blipFill>
          <p:spPr>
            <a:xfrm>
              <a:off x="612038" y="1640420"/>
              <a:ext cx="2458758" cy="2459291"/>
            </a:xfrm>
            <a:prstGeom prst="rect">
              <a:avLst/>
            </a:prstGeom>
            <a:noFill/>
            <a:ln>
              <a:noFill/>
            </a:ln>
          </p:spPr>
        </p:pic>
        <p:sp>
          <p:nvSpPr>
            <p:cNvPr id="157" name="Google Shape;157;p7"/>
            <p:cNvSpPr/>
            <p:nvPr/>
          </p:nvSpPr>
          <p:spPr>
            <a:xfrm>
              <a:off x="1292758" y="2870098"/>
              <a:ext cx="993140" cy="972185"/>
            </a:xfrm>
            <a:custGeom>
              <a:avLst/>
              <a:gdLst/>
              <a:ahLst/>
              <a:cxnLst/>
              <a:rect l="l" t="t" r="r" b="b"/>
              <a:pathLst>
                <a:path w="993139" h="972185" extrusionOk="0">
                  <a:moveTo>
                    <a:pt x="0" y="0"/>
                  </a:moveTo>
                  <a:lnTo>
                    <a:pt x="992732" y="0"/>
                  </a:lnTo>
                  <a:lnTo>
                    <a:pt x="992732" y="971876"/>
                  </a:lnTo>
                  <a:lnTo>
                    <a:pt x="0" y="971876"/>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pic>
        <p:nvPicPr>
          <p:cNvPr id="158" name="Google Shape;158;p7"/>
          <p:cNvPicPr preferRelativeResize="0"/>
          <p:nvPr/>
        </p:nvPicPr>
        <p:blipFill rotWithShape="1">
          <a:blip r:embed="rId10">
            <a:alphaModFix/>
          </a:blip>
          <a:srcRect/>
          <a:stretch/>
        </p:blipFill>
        <p:spPr>
          <a:xfrm>
            <a:off x="9094970" y="97166"/>
            <a:ext cx="970529" cy="339100"/>
          </a:xfrm>
          <a:prstGeom prst="rect">
            <a:avLst/>
          </a:prstGeom>
          <a:noFill/>
          <a:ln>
            <a:noFill/>
          </a:ln>
        </p:spPr>
      </p:pic>
      <p:cxnSp>
        <p:nvCxnSpPr>
          <p:cNvPr id="159" name="Google Shape;159;p7"/>
          <p:cNvCxnSpPr>
            <a:stCxn id="158" idx="2"/>
          </p:cNvCxnSpPr>
          <p:nvPr/>
        </p:nvCxnSpPr>
        <p:spPr>
          <a:xfrm>
            <a:off x="9580235" y="436266"/>
            <a:ext cx="0" cy="605400"/>
          </a:xfrm>
          <a:prstGeom prst="straightConnector1">
            <a:avLst/>
          </a:prstGeom>
          <a:noFill/>
          <a:ln w="9525" cap="flat" cmpd="sng">
            <a:solidFill>
              <a:srgbClr val="4A7DBA"/>
            </a:solidFill>
            <a:prstDash val="solid"/>
            <a:round/>
            <a:headEnd type="none" w="sm" len="sm"/>
            <a:tailEnd type="none" w="sm" len="sm"/>
          </a:ln>
        </p:spPr>
      </p:cxnSp>
      <p:cxnSp>
        <p:nvCxnSpPr>
          <p:cNvPr id="160" name="Google Shape;160;p7"/>
          <p:cNvCxnSpPr/>
          <p:nvPr/>
        </p:nvCxnSpPr>
        <p:spPr>
          <a:xfrm>
            <a:off x="9776009" y="436266"/>
            <a:ext cx="0" cy="605533"/>
          </a:xfrm>
          <a:prstGeom prst="straightConnector1">
            <a:avLst/>
          </a:prstGeom>
          <a:noFill/>
          <a:ln w="9525" cap="flat" cmpd="sng">
            <a:solidFill>
              <a:srgbClr val="4A7DBA"/>
            </a:solidFill>
            <a:prstDash val="solid"/>
            <a:round/>
            <a:headEnd type="none" w="sm" len="sm"/>
            <a:tailEnd type="none" w="sm" len="sm"/>
          </a:ln>
        </p:spPr>
      </p:cxnSp>
      <p:pic>
        <p:nvPicPr>
          <p:cNvPr id="161" name="Google Shape;161;p7"/>
          <p:cNvPicPr preferRelativeResize="0"/>
          <p:nvPr/>
        </p:nvPicPr>
        <p:blipFill rotWithShape="1">
          <a:blip r:embed="rId11">
            <a:alphaModFix/>
          </a:blip>
          <a:srcRect/>
          <a:stretch/>
        </p:blipFill>
        <p:spPr>
          <a:xfrm>
            <a:off x="9122873" y="1078565"/>
            <a:ext cx="1132424" cy="320281"/>
          </a:xfrm>
          <a:prstGeom prst="rect">
            <a:avLst/>
          </a:prstGeom>
          <a:noFill/>
          <a:ln>
            <a:noFill/>
          </a:ln>
        </p:spPr>
      </p:pic>
      <p:pic>
        <p:nvPicPr>
          <p:cNvPr id="162" name="Google Shape;162;p7"/>
          <p:cNvPicPr preferRelativeResize="0"/>
          <p:nvPr/>
        </p:nvPicPr>
        <p:blipFill rotWithShape="1">
          <a:blip r:embed="rId12">
            <a:alphaModFix/>
          </a:blip>
          <a:srcRect/>
          <a:stretch/>
        </p:blipFill>
        <p:spPr>
          <a:xfrm>
            <a:off x="5492712" y="4254897"/>
            <a:ext cx="876376" cy="1059272"/>
          </a:xfrm>
          <a:prstGeom prst="rect">
            <a:avLst/>
          </a:prstGeom>
          <a:noFill/>
          <a:ln>
            <a:noFill/>
          </a:ln>
        </p:spPr>
      </p:pic>
      <p:cxnSp>
        <p:nvCxnSpPr>
          <p:cNvPr id="163" name="Google Shape;163;p7"/>
          <p:cNvCxnSpPr/>
          <p:nvPr/>
        </p:nvCxnSpPr>
        <p:spPr>
          <a:xfrm>
            <a:off x="6705600" y="4254897"/>
            <a:ext cx="0" cy="1059272"/>
          </a:xfrm>
          <a:prstGeom prst="straightConnector1">
            <a:avLst/>
          </a:prstGeom>
          <a:noFill/>
          <a:ln w="9525" cap="flat" cmpd="sng">
            <a:solidFill>
              <a:srgbClr val="4A7DBA"/>
            </a:solidFill>
            <a:prstDash val="solid"/>
            <a:round/>
            <a:headEnd type="triangle" w="med" len="med"/>
            <a:tailEnd type="triangle" w="med" len="med"/>
          </a:ln>
        </p:spPr>
      </p:cxnSp>
      <p:pic>
        <p:nvPicPr>
          <p:cNvPr id="164" name="Google Shape;164;p7"/>
          <p:cNvPicPr preferRelativeResize="0"/>
          <p:nvPr/>
        </p:nvPicPr>
        <p:blipFill rotWithShape="1">
          <a:blip r:embed="rId13">
            <a:alphaModFix/>
          </a:blip>
          <a:srcRect/>
          <a:stretch/>
        </p:blipFill>
        <p:spPr>
          <a:xfrm>
            <a:off x="6882955" y="4563534"/>
            <a:ext cx="381033" cy="220999"/>
          </a:xfrm>
          <a:prstGeom prst="rect">
            <a:avLst/>
          </a:prstGeom>
          <a:noFill/>
          <a:ln>
            <a:noFill/>
          </a:ln>
        </p:spPr>
      </p:pic>
      <p:pic>
        <p:nvPicPr>
          <p:cNvPr id="165" name="Google Shape;165;p7"/>
          <p:cNvPicPr preferRelativeResize="0"/>
          <p:nvPr/>
        </p:nvPicPr>
        <p:blipFill rotWithShape="1">
          <a:blip r:embed="rId14">
            <a:alphaModFix/>
          </a:blip>
          <a:srcRect/>
          <a:stretch/>
        </p:blipFill>
        <p:spPr>
          <a:xfrm>
            <a:off x="9467664" y="4117119"/>
            <a:ext cx="1280980" cy="1059272"/>
          </a:xfrm>
          <a:prstGeom prst="rect">
            <a:avLst/>
          </a:prstGeom>
          <a:noFill/>
          <a:ln>
            <a:noFill/>
          </a:ln>
        </p:spPr>
      </p:pic>
      <p:pic>
        <p:nvPicPr>
          <p:cNvPr id="166" name="Google Shape;166;p7"/>
          <p:cNvPicPr preferRelativeResize="0"/>
          <p:nvPr/>
        </p:nvPicPr>
        <p:blipFill rotWithShape="1">
          <a:blip r:embed="rId15">
            <a:alphaModFix/>
          </a:blip>
          <a:srcRect/>
          <a:stretch/>
        </p:blipFill>
        <p:spPr>
          <a:xfrm>
            <a:off x="9689085" y="5160915"/>
            <a:ext cx="978915" cy="329635"/>
          </a:xfrm>
          <a:prstGeom prst="rect">
            <a:avLst/>
          </a:prstGeom>
          <a:noFill/>
          <a:ln>
            <a:noFill/>
          </a:ln>
        </p:spPr>
      </p:pic>
      <p:pic>
        <p:nvPicPr>
          <p:cNvPr id="167" name="Google Shape;167;p7"/>
          <p:cNvPicPr preferRelativeResize="0"/>
          <p:nvPr/>
        </p:nvPicPr>
        <p:blipFill>
          <a:blip r:embed="rId16">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Shape 171"/>
        <p:cNvGrpSpPr/>
        <p:nvPr/>
      </p:nvGrpSpPr>
      <p:grpSpPr>
        <a:xfrm>
          <a:off x="0" y="0"/>
          <a:ext cx="0" cy="0"/>
          <a:chOff x="0" y="0"/>
          <a:chExt cx="0" cy="0"/>
        </a:xfrm>
      </p:grpSpPr>
      <p:sp>
        <p:nvSpPr>
          <p:cNvPr id="172" name="Google Shape;172;p8"/>
          <p:cNvSpPr txBox="1">
            <a:spLocks noGrp="1"/>
          </p:cNvSpPr>
          <p:nvPr>
            <p:ph type="title"/>
          </p:nvPr>
        </p:nvSpPr>
        <p:spPr>
          <a:xfrm>
            <a:off x="1037258" y="1696300"/>
            <a:ext cx="10484181" cy="936154"/>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173" name="Google Shape;173;p8"/>
          <p:cNvSpPr txBox="1"/>
          <p:nvPr/>
        </p:nvSpPr>
        <p:spPr>
          <a:xfrm>
            <a:off x="5175504" y="4005833"/>
            <a:ext cx="6345935" cy="1025394"/>
          </a:xfrm>
          <a:prstGeom prst="rect">
            <a:avLst/>
          </a:prstGeom>
          <a:noFill/>
          <a:ln>
            <a:noFill/>
          </a:ln>
        </p:spPr>
        <p:txBody>
          <a:bodyPr spcFirstLastPara="1" wrap="square" lIns="0" tIns="27925" rIns="0" bIns="0" anchor="t" anchorCtr="0">
            <a:spAutoFit/>
          </a:bodyPr>
          <a:lstStyle/>
          <a:p>
            <a:pPr marL="12700" marR="5080" lvl="0" indent="501650" algn="l" rtl="0">
              <a:lnSpc>
                <a:spcPct val="119696"/>
              </a:lnSpc>
              <a:spcBef>
                <a:spcPts val="0"/>
              </a:spcBef>
              <a:spcAft>
                <a:spcPts val="0"/>
              </a:spcAft>
              <a:buNone/>
            </a:pPr>
            <a:r>
              <a:rPr lang="en-US" sz="5400" dirty="0">
                <a:latin typeface="+mj-lt"/>
                <a:ea typeface="Calibri"/>
                <a:cs typeface="Calibri"/>
                <a:sym typeface="Calibri"/>
              </a:rPr>
              <a:t>Object detection</a:t>
            </a:r>
            <a:endParaRPr sz="5400" dirty="0">
              <a:latin typeface="+mj-lt"/>
              <a:ea typeface="Calibri"/>
              <a:cs typeface="Calibri"/>
              <a:sym typeface="Calibri"/>
            </a:endParaRPr>
          </a:p>
        </p:txBody>
      </p:sp>
      <p:sp>
        <p:nvSpPr>
          <p:cNvPr id="174" name="Google Shape;174;p8"/>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75" name="Google Shape;175;p8"/>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9441815" cy="825354"/>
          </a:xfrm>
          <a:prstGeom prst="rect">
            <a:avLst/>
          </a:prstGeom>
          <a:noFill/>
          <a:ln>
            <a:noFill/>
          </a:ln>
        </p:spPr>
        <p:txBody>
          <a:bodyPr spcFirstLastPara="1" wrap="square" lIns="0" tIns="12700" rIns="0" bIns="0" anchor="t" anchorCtr="0">
            <a:spAutoFit/>
          </a:bodyPr>
          <a:lstStyle/>
          <a:p>
            <a:pPr marL="75565" marR="5080" lvl="0" indent="-63500" algn="l" rtl="0">
              <a:lnSpc>
                <a:spcPct val="119696"/>
              </a:lnSpc>
              <a:spcBef>
                <a:spcPts val="0"/>
              </a:spcBef>
              <a:spcAft>
                <a:spcPts val="0"/>
              </a:spcAft>
              <a:buNone/>
            </a:pPr>
            <a:r>
              <a:rPr lang="en-US" sz="4400" dirty="0">
                <a:latin typeface="+mj-lt"/>
                <a:ea typeface="Calibri"/>
                <a:cs typeface="Calibri"/>
                <a:sym typeface="Calibri"/>
              </a:rPr>
              <a:t>Object detection</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299162"/>
            <a:ext cx="11698732"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Sliding Windows Detection Algorithm utilizes a </a:t>
            </a:r>
            <a:r>
              <a:rPr lang="en-US" sz="2400" dirty="0" err="1"/>
              <a:t>ConvNet</a:t>
            </a:r>
            <a:r>
              <a:rPr lang="en-US" sz="2400" dirty="0"/>
              <a:t> for object detection. It involves creating a labeled training set, training the </a:t>
            </a:r>
            <a:r>
              <a:rPr lang="en-US" sz="2400" dirty="0" err="1"/>
              <a:t>ConvNet</a:t>
            </a:r>
            <a:r>
              <a:rPr lang="en-US" sz="2400" dirty="0"/>
              <a:t> to detect the object's presence, and using sliding windows to pass rectangular regions of an input image into the </a:t>
            </a:r>
            <a:r>
              <a:rPr lang="en-US" sz="2400" dirty="0" err="1"/>
              <a:t>ConvNet</a:t>
            </a:r>
            <a:r>
              <a:rPr lang="en-US" sz="2400" dirty="0"/>
              <a:t> for classification. </a:t>
            </a:r>
          </a:p>
          <a:p>
            <a:pPr marL="285750" indent="-285750">
              <a:buFont typeface="Arial" panose="020B0604020202020204" pitchFamily="34" charset="0"/>
              <a:buChar char="•"/>
            </a:pPr>
            <a:r>
              <a:rPr lang="en-US" sz="2400" dirty="0"/>
              <a:t>The algorithm divides the test image into fixed-sized rectangular regions, shifting them with a fixed stride to cover the entire image. Windows of increasing sizes detect objects of different scales. </a:t>
            </a:r>
          </a:p>
          <a:p>
            <a:pPr marL="285750" indent="-285750">
              <a:buFont typeface="Arial" panose="020B0604020202020204" pitchFamily="34" charset="0"/>
              <a:buChar char="•"/>
            </a:pPr>
            <a:r>
              <a:rPr lang="en-US" sz="2400" dirty="0"/>
              <a:t>However, the algorithm's computational cost is high due to processing numerous regions, particularly challenging with a </a:t>
            </a:r>
            <a:r>
              <a:rPr lang="en-US" sz="2400" dirty="0" err="1"/>
              <a:t>ConvNet</a:t>
            </a:r>
            <a:r>
              <a:rPr lang="en-US" sz="2400" dirty="0"/>
              <a:t>.</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1960810199"/>
      </p:ext>
    </p:extLst>
  </p:cSld>
  <p:clrMapOvr>
    <a:masterClrMapping/>
  </p:clrMapOvr>
  <p:extLst>
    <p:ext uri="{6950BFC3-D8DA-4A85-94F7-54DA5524770B}">
      <p188:commentRel xmlns="" xmlns:p188="http://schemas.microsoft.com/office/powerpoint/2018/8/main" r:id="rId4"/>
    </p:ext>
  </p:extLs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Shape 179"/>
        <p:cNvGrpSpPr/>
        <p:nvPr/>
      </p:nvGrpSpPr>
      <p:grpSpPr>
        <a:xfrm>
          <a:off x="0" y="0"/>
          <a:ext cx="0" cy="0"/>
          <a:chOff x="0" y="0"/>
          <a:chExt cx="0" cy="0"/>
        </a:xfrm>
      </p:grpSpPr>
      <p:sp>
        <p:nvSpPr>
          <p:cNvPr id="180" name="Google Shape;180;p9"/>
          <p:cNvSpPr txBox="1">
            <a:spLocks noGrp="1"/>
          </p:cNvSpPr>
          <p:nvPr>
            <p:ph type="title"/>
          </p:nvPr>
        </p:nvSpPr>
        <p:spPr>
          <a:xfrm>
            <a:off x="261620" y="0"/>
            <a:ext cx="5991225" cy="1349375"/>
          </a:xfrm>
          <a:prstGeom prst="rect">
            <a:avLst/>
          </a:prstGeom>
          <a:noFill/>
          <a:ln>
            <a:noFill/>
          </a:ln>
        </p:spPr>
        <p:txBody>
          <a:bodyPr spcFirstLastPara="1" wrap="square" lIns="0" tIns="1981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Car detection example</a:t>
            </a:r>
            <a:endParaRPr sz="4400" dirty="0">
              <a:latin typeface="+mj-lt"/>
              <a:ea typeface="Cambria"/>
              <a:cs typeface="Cambria"/>
              <a:sym typeface="Cambria"/>
            </a:endParaRPr>
          </a:p>
          <a:p>
            <a:pPr marL="0" marR="5080" lvl="0" indent="0" algn="r" rtl="0">
              <a:lnSpc>
                <a:spcPct val="100000"/>
              </a:lnSpc>
              <a:spcBef>
                <a:spcPts val="800"/>
              </a:spcBef>
              <a:spcAft>
                <a:spcPts val="0"/>
              </a:spcAft>
              <a:buNone/>
            </a:pPr>
            <a:r>
              <a:rPr lang="en-US" sz="2400" b="0" dirty="0">
                <a:latin typeface="+mj-lt"/>
                <a:ea typeface="Cambria"/>
                <a:cs typeface="Cambria"/>
                <a:sym typeface="Cambria"/>
              </a:rPr>
              <a:t>Training set:</a:t>
            </a:r>
            <a:endParaRPr sz="2400" dirty="0">
              <a:latin typeface="+mj-lt"/>
              <a:ea typeface="Cambria"/>
              <a:cs typeface="Cambria"/>
              <a:sym typeface="Cambria"/>
            </a:endParaRPr>
          </a:p>
        </p:txBody>
      </p:sp>
      <p:pic>
        <p:nvPicPr>
          <p:cNvPr id="181" name="Google Shape;181;p9"/>
          <p:cNvPicPr preferRelativeResize="0"/>
          <p:nvPr/>
        </p:nvPicPr>
        <p:blipFill rotWithShape="1">
          <a:blip r:embed="rId3">
            <a:alphaModFix/>
          </a:blip>
          <a:srcRect/>
          <a:stretch/>
        </p:blipFill>
        <p:spPr>
          <a:xfrm>
            <a:off x="8035264" y="3038411"/>
            <a:ext cx="949566" cy="830999"/>
          </a:xfrm>
          <a:prstGeom prst="rect">
            <a:avLst/>
          </a:prstGeom>
          <a:noFill/>
          <a:ln>
            <a:noFill/>
          </a:ln>
        </p:spPr>
      </p:pic>
      <p:graphicFrame>
        <p:nvGraphicFramePr>
          <p:cNvPr id="182" name="Google Shape;182;p9"/>
          <p:cNvGraphicFramePr/>
          <p:nvPr/>
        </p:nvGraphicFramePr>
        <p:xfrm>
          <a:off x="5112067" y="1192929"/>
          <a:ext cx="1878350" cy="4968596"/>
        </p:xfrm>
        <a:graphic>
          <a:graphicData uri="http://schemas.openxmlformats.org/drawingml/2006/table">
            <a:tbl>
              <a:tblPr firstRow="1" bandRow="1">
                <a:noFill/>
                <a:tableStyleId>{212714E9-6B82-488D-B99E-6F814BD6195D}</a:tableStyleId>
              </a:tblPr>
              <a:tblGrid>
                <a:gridCol w="939175">
                  <a:extLst>
                    <a:ext uri="{9D8B030D-6E8A-4147-A177-3AD203B41FA5}">
                      <a16:colId xmlns:a16="http://schemas.microsoft.com/office/drawing/2014/main" val="20000"/>
                    </a:ext>
                  </a:extLst>
                </a:gridCol>
                <a:gridCol w="939175">
                  <a:extLst>
                    <a:ext uri="{9D8B030D-6E8A-4147-A177-3AD203B41FA5}">
                      <a16:colId xmlns:a16="http://schemas.microsoft.com/office/drawing/2014/main" val="20001"/>
                    </a:ext>
                  </a:extLst>
                </a:gridCol>
              </a:tblGrid>
              <a:tr h="573400">
                <a:tc>
                  <a:txBody>
                    <a:bodyPr/>
                    <a:lstStyle/>
                    <a:p>
                      <a:pPr marL="31750" marR="0" lvl="0" indent="0" algn="l" rtl="0">
                        <a:lnSpc>
                          <a:spcPct val="118571"/>
                        </a:lnSpc>
                        <a:spcBef>
                          <a:spcPts val="0"/>
                        </a:spcBef>
                        <a:spcAft>
                          <a:spcPts val="0"/>
                        </a:spcAft>
                        <a:buNone/>
                      </a:pPr>
                      <a:r>
                        <a:rPr lang="en-US" sz="2800" u="none" strike="noStrike" cap="none">
                          <a:latin typeface="Cambria"/>
                          <a:ea typeface="Cambria"/>
                          <a:cs typeface="Cambria"/>
                          <a:sym typeface="Cambria"/>
                        </a:rPr>
                        <a:t>x</a:t>
                      </a:r>
                      <a:endParaRPr sz="2800" u="none" strike="noStrike" cap="none">
                        <a:latin typeface="Cambria"/>
                        <a:ea typeface="Cambria"/>
                        <a:cs typeface="Cambria"/>
                        <a:sym typeface="Cambria"/>
                      </a:endParaRPr>
                    </a:p>
                  </a:txBody>
                  <a:tcPr marL="0" marR="0" marT="0" marB="0"/>
                </a:tc>
                <a:tc>
                  <a:txBody>
                    <a:bodyPr/>
                    <a:lstStyle/>
                    <a:p>
                      <a:pPr marL="0" marR="24130" lvl="0" indent="0" algn="r" rtl="0">
                        <a:lnSpc>
                          <a:spcPct val="118571"/>
                        </a:lnSpc>
                        <a:spcBef>
                          <a:spcPts val="0"/>
                        </a:spcBef>
                        <a:spcAft>
                          <a:spcPts val="0"/>
                        </a:spcAft>
                        <a:buNone/>
                      </a:pPr>
                      <a:r>
                        <a:rPr lang="en-US" sz="2800" u="none" strike="noStrike" cap="none">
                          <a:latin typeface="Cambria"/>
                          <a:ea typeface="Cambria"/>
                          <a:cs typeface="Cambria"/>
                          <a:sym typeface="Cambria"/>
                        </a:rPr>
                        <a:t>y</a:t>
                      </a:r>
                      <a:endParaRPr sz="2800" u="none" strike="noStrike" cap="none">
                        <a:latin typeface="Cambria"/>
                        <a:ea typeface="Cambria"/>
                        <a:cs typeface="Cambria"/>
                        <a:sym typeface="Cambria"/>
                      </a:endParaRPr>
                    </a:p>
                  </a:txBody>
                  <a:tcPr marL="0" marR="0" marT="0" marB="0"/>
                </a:tc>
                <a:extLst>
                  <a:ext uri="{0D108BD9-81ED-4DB2-BD59-A6C34878D82A}">
                    <a16:rowId xmlns:a16="http://schemas.microsoft.com/office/drawing/2014/main" val="10000"/>
                  </a:ext>
                </a:extLst>
              </a:tr>
              <a:tr h="812175">
                <a:tc>
                  <a:txBody>
                    <a:bodyPr/>
                    <a:lstStyle/>
                    <a:p>
                      <a:pPr marL="0" marR="0" lvl="0" indent="0" algn="l" rtl="0">
                        <a:lnSpc>
                          <a:spcPct val="100000"/>
                        </a:lnSpc>
                        <a:spcBef>
                          <a:spcPts val="0"/>
                        </a:spcBef>
                        <a:spcAft>
                          <a:spcPts val="0"/>
                        </a:spcAft>
                        <a:buNone/>
                      </a:pPr>
                      <a:endParaRPr sz="3400" u="none" strike="noStrike" cap="none">
                        <a:latin typeface="Times New Roman"/>
                        <a:ea typeface="Times New Roman"/>
                        <a:cs typeface="Times New Roman"/>
                        <a:sym typeface="Times New Roman"/>
                      </a:endParaRPr>
                    </a:p>
                  </a:txBody>
                  <a:tcPr marL="0" marR="0" marT="0" marB="0"/>
                </a:tc>
                <a:tc>
                  <a:txBody>
                    <a:bodyPr/>
                    <a:lstStyle/>
                    <a:p>
                      <a:pPr marL="0" marR="45085" lvl="0" indent="0" algn="r" rtl="0">
                        <a:lnSpc>
                          <a:spcPct val="100000"/>
                        </a:lnSpc>
                        <a:spcBef>
                          <a:spcPts val="0"/>
                        </a:spcBef>
                        <a:spcAft>
                          <a:spcPts val="0"/>
                        </a:spcAft>
                        <a:buNone/>
                      </a:pPr>
                      <a:r>
                        <a:rPr lang="en-US" sz="2400" u="none" strike="noStrike" cap="none">
                          <a:latin typeface="Cambria"/>
                          <a:ea typeface="Cambria"/>
                          <a:cs typeface="Cambria"/>
                          <a:sym typeface="Cambria"/>
                        </a:rPr>
                        <a:t>1</a:t>
                      </a:r>
                      <a:endParaRPr sz="2400" u="none" strike="noStrike" cap="none">
                        <a:latin typeface="Cambria"/>
                        <a:ea typeface="Cambria"/>
                        <a:cs typeface="Cambria"/>
                        <a:sym typeface="Cambria"/>
                      </a:endParaRPr>
                    </a:p>
                  </a:txBody>
                  <a:tcPr marL="0" marR="0" marT="141600" marB="0"/>
                </a:tc>
                <a:extLst>
                  <a:ext uri="{0D108BD9-81ED-4DB2-BD59-A6C34878D82A}">
                    <a16:rowId xmlns:a16="http://schemas.microsoft.com/office/drawing/2014/main" val="10001"/>
                  </a:ext>
                </a:extLst>
              </a:tr>
              <a:tr h="965825">
                <a:tc>
                  <a:txBody>
                    <a:bodyPr/>
                    <a:lstStyle/>
                    <a:p>
                      <a:pPr marL="0" marR="0" lvl="0" indent="0" algn="l" rtl="0">
                        <a:lnSpc>
                          <a:spcPct val="100000"/>
                        </a:lnSpc>
                        <a:spcBef>
                          <a:spcPts val="0"/>
                        </a:spcBef>
                        <a:spcAft>
                          <a:spcPts val="0"/>
                        </a:spcAft>
                        <a:buNone/>
                      </a:pPr>
                      <a:endParaRPr sz="3400" u="none" strike="noStrike" cap="none">
                        <a:latin typeface="Times New Roman"/>
                        <a:ea typeface="Times New Roman"/>
                        <a:cs typeface="Times New Roman"/>
                        <a:sym typeface="Times New Roman"/>
                      </a:endParaRPr>
                    </a:p>
                  </a:txBody>
                  <a:tcPr marL="0" marR="0" marT="0" marB="0"/>
                </a:tc>
                <a:tc>
                  <a:txBody>
                    <a:bodyPr/>
                    <a:lstStyle/>
                    <a:p>
                      <a:pPr marL="0" marR="45085" lvl="0" indent="0" algn="r" rtl="0">
                        <a:lnSpc>
                          <a:spcPct val="100000"/>
                        </a:lnSpc>
                        <a:spcBef>
                          <a:spcPts val="0"/>
                        </a:spcBef>
                        <a:spcAft>
                          <a:spcPts val="0"/>
                        </a:spcAft>
                        <a:buNone/>
                      </a:pPr>
                      <a:r>
                        <a:rPr lang="en-US" sz="2400" u="none" strike="noStrike" cap="none" dirty="0">
                          <a:latin typeface="Cambria"/>
                          <a:ea typeface="Cambria"/>
                          <a:cs typeface="Cambria"/>
                          <a:sym typeface="Cambria"/>
                        </a:rPr>
                        <a:t>1</a:t>
                      </a:r>
                      <a:endParaRPr sz="2400" u="none" strike="noStrike" cap="none" dirty="0">
                        <a:latin typeface="Cambria"/>
                        <a:ea typeface="Cambria"/>
                        <a:cs typeface="Cambria"/>
                        <a:sym typeface="Cambria"/>
                      </a:endParaRPr>
                    </a:p>
                  </a:txBody>
                  <a:tcPr marL="0" marR="0" marT="295275" marB="0"/>
                </a:tc>
                <a:extLst>
                  <a:ext uri="{0D108BD9-81ED-4DB2-BD59-A6C34878D82A}">
                    <a16:rowId xmlns:a16="http://schemas.microsoft.com/office/drawing/2014/main" val="10002"/>
                  </a:ext>
                </a:extLst>
              </a:tr>
              <a:tr h="965825">
                <a:tc>
                  <a:txBody>
                    <a:bodyPr/>
                    <a:lstStyle/>
                    <a:p>
                      <a:pPr marL="0" marR="0" lvl="0" indent="0" algn="l" rtl="0">
                        <a:lnSpc>
                          <a:spcPct val="100000"/>
                        </a:lnSpc>
                        <a:spcBef>
                          <a:spcPts val="0"/>
                        </a:spcBef>
                        <a:spcAft>
                          <a:spcPts val="0"/>
                        </a:spcAft>
                        <a:buNone/>
                      </a:pPr>
                      <a:endParaRPr sz="3400" u="none" strike="noStrike" cap="none">
                        <a:latin typeface="Times New Roman"/>
                        <a:ea typeface="Times New Roman"/>
                        <a:cs typeface="Times New Roman"/>
                        <a:sym typeface="Times New Roman"/>
                      </a:endParaRPr>
                    </a:p>
                  </a:txBody>
                  <a:tcPr marL="0" marR="0" marT="0" marB="0"/>
                </a:tc>
                <a:tc>
                  <a:txBody>
                    <a:bodyPr/>
                    <a:lstStyle/>
                    <a:p>
                      <a:pPr marL="0" marR="45085" lvl="0" indent="0" algn="r" rtl="0">
                        <a:lnSpc>
                          <a:spcPct val="100000"/>
                        </a:lnSpc>
                        <a:spcBef>
                          <a:spcPts val="0"/>
                        </a:spcBef>
                        <a:spcAft>
                          <a:spcPts val="0"/>
                        </a:spcAft>
                        <a:buNone/>
                      </a:pPr>
                      <a:r>
                        <a:rPr lang="en-US" sz="2400" u="none" strike="noStrike" cap="none">
                          <a:latin typeface="Cambria"/>
                          <a:ea typeface="Cambria"/>
                          <a:cs typeface="Cambria"/>
                          <a:sym typeface="Cambria"/>
                        </a:rPr>
                        <a:t>1</a:t>
                      </a:r>
                      <a:endParaRPr sz="2400" u="none" strike="noStrike" cap="none">
                        <a:latin typeface="Cambria"/>
                        <a:ea typeface="Cambria"/>
                        <a:cs typeface="Cambria"/>
                        <a:sym typeface="Cambria"/>
                      </a:endParaRPr>
                    </a:p>
                  </a:txBody>
                  <a:tcPr marL="0" marR="0" marT="295275" marB="0"/>
                </a:tc>
                <a:extLst>
                  <a:ext uri="{0D108BD9-81ED-4DB2-BD59-A6C34878D82A}">
                    <a16:rowId xmlns:a16="http://schemas.microsoft.com/office/drawing/2014/main" val="10003"/>
                  </a:ext>
                </a:extLst>
              </a:tr>
              <a:tr h="965825">
                <a:tc>
                  <a:txBody>
                    <a:bodyPr/>
                    <a:lstStyle/>
                    <a:p>
                      <a:pPr marL="0" marR="0" lvl="0" indent="0" algn="l" rtl="0">
                        <a:lnSpc>
                          <a:spcPct val="100000"/>
                        </a:lnSpc>
                        <a:spcBef>
                          <a:spcPts val="0"/>
                        </a:spcBef>
                        <a:spcAft>
                          <a:spcPts val="0"/>
                        </a:spcAft>
                        <a:buNone/>
                      </a:pPr>
                      <a:endParaRPr sz="3400" u="none" strike="noStrike" cap="none">
                        <a:latin typeface="Times New Roman"/>
                        <a:ea typeface="Times New Roman"/>
                        <a:cs typeface="Times New Roman"/>
                        <a:sym typeface="Times New Roman"/>
                      </a:endParaRPr>
                    </a:p>
                  </a:txBody>
                  <a:tcPr marL="0" marR="0" marT="0" marB="0"/>
                </a:tc>
                <a:tc>
                  <a:txBody>
                    <a:bodyPr/>
                    <a:lstStyle/>
                    <a:p>
                      <a:pPr marL="0" marR="45085" lvl="0" indent="0" algn="r" rtl="0">
                        <a:lnSpc>
                          <a:spcPct val="100000"/>
                        </a:lnSpc>
                        <a:spcBef>
                          <a:spcPts val="0"/>
                        </a:spcBef>
                        <a:spcAft>
                          <a:spcPts val="0"/>
                        </a:spcAft>
                        <a:buNone/>
                      </a:pPr>
                      <a:r>
                        <a:rPr lang="en-US" sz="2400" u="none" strike="noStrike" cap="none">
                          <a:latin typeface="Cambria"/>
                          <a:ea typeface="Cambria"/>
                          <a:cs typeface="Cambria"/>
                          <a:sym typeface="Cambria"/>
                        </a:rPr>
                        <a:t>0</a:t>
                      </a:r>
                      <a:endParaRPr sz="2400" u="none" strike="noStrike" cap="none">
                        <a:latin typeface="Cambria"/>
                        <a:ea typeface="Cambria"/>
                        <a:cs typeface="Cambria"/>
                        <a:sym typeface="Cambria"/>
                      </a:endParaRPr>
                    </a:p>
                  </a:txBody>
                  <a:tcPr marL="0" marR="0" marT="295275" marB="0"/>
                </a:tc>
                <a:extLst>
                  <a:ext uri="{0D108BD9-81ED-4DB2-BD59-A6C34878D82A}">
                    <a16:rowId xmlns:a16="http://schemas.microsoft.com/office/drawing/2014/main" val="10004"/>
                  </a:ext>
                </a:extLst>
              </a:tr>
              <a:tr h="666125">
                <a:tc>
                  <a:txBody>
                    <a:bodyPr/>
                    <a:lstStyle/>
                    <a:p>
                      <a:pPr marL="0" marR="0" lvl="0" indent="0" algn="l" rtl="0">
                        <a:lnSpc>
                          <a:spcPct val="100000"/>
                        </a:lnSpc>
                        <a:spcBef>
                          <a:spcPts val="0"/>
                        </a:spcBef>
                        <a:spcAft>
                          <a:spcPts val="0"/>
                        </a:spcAft>
                        <a:buNone/>
                      </a:pPr>
                      <a:endParaRPr sz="3400" u="none" strike="noStrike" cap="none">
                        <a:latin typeface="Times New Roman"/>
                        <a:ea typeface="Times New Roman"/>
                        <a:cs typeface="Times New Roman"/>
                        <a:sym typeface="Times New Roman"/>
                      </a:endParaRPr>
                    </a:p>
                  </a:txBody>
                  <a:tcPr marL="0" marR="0" marT="0" marB="0"/>
                </a:tc>
                <a:tc>
                  <a:txBody>
                    <a:bodyPr/>
                    <a:lstStyle/>
                    <a:p>
                      <a:pPr marL="0" marR="34925" lvl="0" indent="0" algn="r" rtl="0">
                        <a:lnSpc>
                          <a:spcPct val="117499"/>
                        </a:lnSpc>
                        <a:spcBef>
                          <a:spcPts val="0"/>
                        </a:spcBef>
                        <a:spcAft>
                          <a:spcPts val="0"/>
                        </a:spcAft>
                        <a:buNone/>
                      </a:pPr>
                      <a:r>
                        <a:rPr lang="en-US" sz="2400" u="none" strike="noStrike" cap="none" dirty="0">
                          <a:latin typeface="Cambria"/>
                          <a:ea typeface="Cambria"/>
                          <a:cs typeface="Cambria"/>
                          <a:sym typeface="Cambria"/>
                        </a:rPr>
                        <a:t>0</a:t>
                      </a:r>
                      <a:endParaRPr sz="2400" u="none" strike="noStrike" cap="none" dirty="0">
                        <a:latin typeface="Cambria"/>
                        <a:ea typeface="Cambria"/>
                        <a:cs typeface="Cambria"/>
                        <a:sym typeface="Cambria"/>
                      </a:endParaRPr>
                    </a:p>
                  </a:txBody>
                  <a:tcPr marL="0" marR="0" marT="295275" marB="0"/>
                </a:tc>
                <a:extLst>
                  <a:ext uri="{0D108BD9-81ED-4DB2-BD59-A6C34878D82A}">
                    <a16:rowId xmlns:a16="http://schemas.microsoft.com/office/drawing/2014/main" val="10005"/>
                  </a:ext>
                </a:extLst>
              </a:tr>
            </a:tbl>
          </a:graphicData>
        </a:graphic>
      </p:graphicFrame>
      <p:grpSp>
        <p:nvGrpSpPr>
          <p:cNvPr id="183" name="Google Shape;183;p9"/>
          <p:cNvGrpSpPr/>
          <p:nvPr/>
        </p:nvGrpSpPr>
        <p:grpSpPr>
          <a:xfrm>
            <a:off x="4757942" y="1713814"/>
            <a:ext cx="923719" cy="4713230"/>
            <a:chOff x="4757942" y="1713814"/>
            <a:chExt cx="923719" cy="4713230"/>
          </a:xfrm>
        </p:grpSpPr>
        <p:pic>
          <p:nvPicPr>
            <p:cNvPr id="184" name="Google Shape;184;p9"/>
            <p:cNvPicPr preferRelativeResize="0"/>
            <p:nvPr/>
          </p:nvPicPr>
          <p:blipFill rotWithShape="1">
            <a:blip r:embed="rId4">
              <a:alphaModFix/>
            </a:blip>
            <a:srcRect/>
            <a:stretch/>
          </p:blipFill>
          <p:spPr>
            <a:xfrm>
              <a:off x="4766106" y="1713814"/>
              <a:ext cx="912304" cy="914400"/>
            </a:xfrm>
            <a:prstGeom prst="rect">
              <a:avLst/>
            </a:prstGeom>
            <a:noFill/>
            <a:ln>
              <a:noFill/>
            </a:ln>
          </p:spPr>
        </p:pic>
        <p:pic>
          <p:nvPicPr>
            <p:cNvPr id="185" name="Google Shape;185;p9"/>
            <p:cNvPicPr preferRelativeResize="0"/>
            <p:nvPr/>
          </p:nvPicPr>
          <p:blipFill rotWithShape="1">
            <a:blip r:embed="rId5">
              <a:alphaModFix/>
            </a:blip>
            <a:srcRect/>
            <a:stretch/>
          </p:blipFill>
          <p:spPr>
            <a:xfrm>
              <a:off x="4766106" y="2663520"/>
              <a:ext cx="906360" cy="914400"/>
            </a:xfrm>
            <a:prstGeom prst="rect">
              <a:avLst/>
            </a:prstGeom>
            <a:noFill/>
            <a:ln>
              <a:noFill/>
            </a:ln>
          </p:spPr>
        </p:pic>
        <p:pic>
          <p:nvPicPr>
            <p:cNvPr id="186" name="Google Shape;186;p9"/>
            <p:cNvPicPr preferRelativeResize="0"/>
            <p:nvPr/>
          </p:nvPicPr>
          <p:blipFill rotWithShape="1">
            <a:blip r:embed="rId6">
              <a:alphaModFix/>
            </a:blip>
            <a:srcRect/>
            <a:stretch/>
          </p:blipFill>
          <p:spPr>
            <a:xfrm>
              <a:off x="4757942" y="4562932"/>
              <a:ext cx="906359" cy="914400"/>
            </a:xfrm>
            <a:prstGeom prst="rect">
              <a:avLst/>
            </a:prstGeom>
            <a:noFill/>
            <a:ln>
              <a:noFill/>
            </a:ln>
          </p:spPr>
        </p:pic>
        <p:pic>
          <p:nvPicPr>
            <p:cNvPr id="187" name="Google Shape;187;p9"/>
            <p:cNvPicPr preferRelativeResize="0"/>
            <p:nvPr/>
          </p:nvPicPr>
          <p:blipFill rotWithShape="1">
            <a:blip r:embed="rId7">
              <a:alphaModFix/>
            </a:blip>
            <a:srcRect/>
            <a:stretch/>
          </p:blipFill>
          <p:spPr>
            <a:xfrm>
              <a:off x="4766106" y="5512650"/>
              <a:ext cx="906359" cy="914394"/>
            </a:xfrm>
            <a:prstGeom prst="rect">
              <a:avLst/>
            </a:prstGeom>
            <a:noFill/>
            <a:ln>
              <a:noFill/>
            </a:ln>
          </p:spPr>
        </p:pic>
        <p:pic>
          <p:nvPicPr>
            <p:cNvPr id="188" name="Google Shape;188;p9"/>
            <p:cNvPicPr preferRelativeResize="0"/>
            <p:nvPr/>
          </p:nvPicPr>
          <p:blipFill rotWithShape="1">
            <a:blip r:embed="rId8">
              <a:alphaModFix/>
            </a:blip>
            <a:srcRect/>
            <a:stretch/>
          </p:blipFill>
          <p:spPr>
            <a:xfrm>
              <a:off x="4766106" y="3613226"/>
              <a:ext cx="915555" cy="914400"/>
            </a:xfrm>
            <a:prstGeom prst="rect">
              <a:avLst/>
            </a:prstGeom>
            <a:noFill/>
            <a:ln>
              <a:noFill/>
            </a:ln>
          </p:spPr>
        </p:pic>
      </p:grpSp>
      <p:grpSp>
        <p:nvGrpSpPr>
          <p:cNvPr id="189" name="Google Shape;189;p9"/>
          <p:cNvGrpSpPr/>
          <p:nvPr/>
        </p:nvGrpSpPr>
        <p:grpSpPr>
          <a:xfrm>
            <a:off x="843203" y="2258631"/>
            <a:ext cx="2459325" cy="2459329"/>
            <a:chOff x="843203" y="2258631"/>
            <a:chExt cx="2459325" cy="2459329"/>
          </a:xfrm>
        </p:grpSpPr>
        <p:pic>
          <p:nvPicPr>
            <p:cNvPr id="190" name="Google Shape;190;p9"/>
            <p:cNvPicPr preferRelativeResize="0"/>
            <p:nvPr/>
          </p:nvPicPr>
          <p:blipFill rotWithShape="1">
            <a:blip r:embed="rId9">
              <a:alphaModFix/>
            </a:blip>
            <a:srcRect/>
            <a:stretch/>
          </p:blipFill>
          <p:spPr>
            <a:xfrm>
              <a:off x="843203" y="2258631"/>
              <a:ext cx="2459325" cy="2459329"/>
            </a:xfrm>
            <a:prstGeom prst="rect">
              <a:avLst/>
            </a:prstGeom>
            <a:noFill/>
            <a:ln>
              <a:noFill/>
            </a:ln>
          </p:spPr>
        </p:pic>
        <p:sp>
          <p:nvSpPr>
            <p:cNvPr id="191" name="Google Shape;191;p9"/>
            <p:cNvSpPr/>
            <p:nvPr/>
          </p:nvSpPr>
          <p:spPr>
            <a:xfrm>
              <a:off x="1052225" y="3296894"/>
              <a:ext cx="692785" cy="544830"/>
            </a:xfrm>
            <a:custGeom>
              <a:avLst/>
              <a:gdLst/>
              <a:ahLst/>
              <a:cxnLst/>
              <a:rect l="l" t="t" r="r" b="b"/>
              <a:pathLst>
                <a:path w="692785" h="544829" extrusionOk="0">
                  <a:moveTo>
                    <a:pt x="0" y="0"/>
                  </a:moveTo>
                  <a:lnTo>
                    <a:pt x="692373" y="0"/>
                  </a:lnTo>
                  <a:lnTo>
                    <a:pt x="692373" y="544667"/>
                  </a:lnTo>
                  <a:lnTo>
                    <a:pt x="0" y="54466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92" name="Google Shape;192;p9"/>
            <p:cNvSpPr/>
            <p:nvPr/>
          </p:nvSpPr>
          <p:spPr>
            <a:xfrm>
              <a:off x="2382265" y="3223005"/>
              <a:ext cx="809625" cy="461645"/>
            </a:xfrm>
            <a:custGeom>
              <a:avLst/>
              <a:gdLst/>
              <a:ahLst/>
              <a:cxnLst/>
              <a:rect l="l" t="t" r="r" b="b"/>
              <a:pathLst>
                <a:path w="809625" h="461645" extrusionOk="0">
                  <a:moveTo>
                    <a:pt x="0" y="0"/>
                  </a:moveTo>
                  <a:lnTo>
                    <a:pt x="809359" y="0"/>
                  </a:lnTo>
                  <a:lnTo>
                    <a:pt x="809359" y="461582"/>
                  </a:lnTo>
                  <a:lnTo>
                    <a:pt x="0" y="461582"/>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cxnSp>
        <p:nvCxnSpPr>
          <p:cNvPr id="193" name="Google Shape;193;p9"/>
          <p:cNvCxnSpPr/>
          <p:nvPr/>
        </p:nvCxnSpPr>
        <p:spPr>
          <a:xfrm>
            <a:off x="9067800" y="3429000"/>
            <a:ext cx="762000" cy="0"/>
          </a:xfrm>
          <a:prstGeom prst="straightConnector1">
            <a:avLst/>
          </a:prstGeom>
          <a:noFill/>
          <a:ln w="9525" cap="flat" cmpd="sng">
            <a:solidFill>
              <a:srgbClr val="4A7DBA"/>
            </a:solidFill>
            <a:prstDash val="solid"/>
            <a:round/>
            <a:headEnd type="none" w="sm" len="sm"/>
            <a:tailEnd type="triangle" w="med" len="med"/>
          </a:ln>
        </p:spPr>
      </p:cxnSp>
      <p:pic>
        <p:nvPicPr>
          <p:cNvPr id="194" name="Google Shape;194;p9"/>
          <p:cNvPicPr preferRelativeResize="0"/>
          <p:nvPr/>
        </p:nvPicPr>
        <p:blipFill rotWithShape="1">
          <a:blip r:embed="rId10">
            <a:alphaModFix/>
          </a:blip>
          <a:srcRect/>
          <a:stretch/>
        </p:blipFill>
        <p:spPr>
          <a:xfrm>
            <a:off x="9912770" y="3324415"/>
            <a:ext cx="851124" cy="258481"/>
          </a:xfrm>
          <a:prstGeom prst="rect">
            <a:avLst/>
          </a:prstGeom>
          <a:noFill/>
          <a:ln>
            <a:noFill/>
          </a:ln>
        </p:spPr>
      </p:pic>
      <p:cxnSp>
        <p:nvCxnSpPr>
          <p:cNvPr id="195" name="Google Shape;195;p9"/>
          <p:cNvCxnSpPr/>
          <p:nvPr/>
        </p:nvCxnSpPr>
        <p:spPr>
          <a:xfrm>
            <a:off x="10896600" y="3453655"/>
            <a:ext cx="685800" cy="0"/>
          </a:xfrm>
          <a:prstGeom prst="straightConnector1">
            <a:avLst/>
          </a:prstGeom>
          <a:noFill/>
          <a:ln w="9525" cap="flat" cmpd="sng">
            <a:solidFill>
              <a:srgbClr val="4A7DBA"/>
            </a:solidFill>
            <a:prstDash val="solid"/>
            <a:round/>
            <a:headEnd type="none" w="sm" len="sm"/>
            <a:tailEnd type="triangle" w="med" len="med"/>
          </a:ln>
        </p:spPr>
      </p:cxnSp>
      <p:pic>
        <p:nvPicPr>
          <p:cNvPr id="196" name="Google Shape;196;p9"/>
          <p:cNvPicPr preferRelativeResize="0"/>
          <p:nvPr/>
        </p:nvPicPr>
        <p:blipFill rotWithShape="1">
          <a:blip r:embed="rId11">
            <a:alphaModFix/>
          </a:blip>
          <a:srcRect/>
          <a:stretch/>
        </p:blipFill>
        <p:spPr>
          <a:xfrm>
            <a:off x="11582400" y="3260518"/>
            <a:ext cx="448334" cy="347098"/>
          </a:xfrm>
          <a:prstGeom prst="rect">
            <a:avLst/>
          </a:prstGeom>
          <a:noFill/>
          <a:ln>
            <a:noFill/>
          </a:ln>
        </p:spPr>
      </p:pic>
      <p:pic>
        <p:nvPicPr>
          <p:cNvPr id="197" name="Google Shape;197;p9"/>
          <p:cNvPicPr preferRelativeResize="0"/>
          <p:nvPr/>
        </p:nvPicPr>
        <p:blipFill>
          <a:blip r:embed="rId12">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Shape 201"/>
        <p:cNvGrpSpPr/>
        <p:nvPr/>
      </p:nvGrpSpPr>
      <p:grpSpPr>
        <a:xfrm>
          <a:off x="0" y="0"/>
          <a:ext cx="0" cy="0"/>
          <a:chOff x="0" y="0"/>
          <a:chExt cx="0" cy="0"/>
        </a:xfrm>
      </p:grpSpPr>
      <p:sp>
        <p:nvSpPr>
          <p:cNvPr id="202" name="Google Shape;202;p10"/>
          <p:cNvSpPr txBox="1">
            <a:spLocks noGrp="1"/>
          </p:cNvSpPr>
          <p:nvPr>
            <p:ph type="title"/>
          </p:nvPr>
        </p:nvSpPr>
        <p:spPr>
          <a:xfrm>
            <a:off x="261620" y="139700"/>
            <a:ext cx="678434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mj-lt"/>
                <a:ea typeface="Cambria"/>
                <a:cs typeface="Cambria"/>
                <a:sym typeface="Cambria"/>
              </a:rPr>
              <a:t>Sliding windows detection</a:t>
            </a:r>
            <a:endParaRPr sz="4400">
              <a:latin typeface="+mj-lt"/>
              <a:ea typeface="Cambria"/>
              <a:cs typeface="Cambria"/>
              <a:sym typeface="Cambria"/>
            </a:endParaRPr>
          </a:p>
        </p:txBody>
      </p:sp>
      <p:sp>
        <p:nvSpPr>
          <p:cNvPr id="203" name="Google Shape;203;p10"/>
          <p:cNvSpPr/>
          <p:nvPr/>
        </p:nvSpPr>
        <p:spPr>
          <a:xfrm>
            <a:off x="1803552" y="4763046"/>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04" name="Google Shape;204;p10"/>
          <p:cNvSpPr/>
          <p:nvPr/>
        </p:nvSpPr>
        <p:spPr>
          <a:xfrm>
            <a:off x="5817374" y="4763046"/>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05" name="Google Shape;205;p10"/>
          <p:cNvSpPr/>
          <p:nvPr/>
        </p:nvSpPr>
        <p:spPr>
          <a:xfrm>
            <a:off x="9870961" y="4708753"/>
            <a:ext cx="1168400" cy="1146810"/>
          </a:xfrm>
          <a:custGeom>
            <a:avLst/>
            <a:gdLst/>
            <a:ahLst/>
            <a:cxnLst/>
            <a:rect l="l" t="t" r="r" b="b"/>
            <a:pathLst>
              <a:path w="1168400" h="1146810" extrusionOk="0">
                <a:moveTo>
                  <a:pt x="0" y="0"/>
                </a:moveTo>
                <a:lnTo>
                  <a:pt x="1168233" y="0"/>
                </a:lnTo>
                <a:lnTo>
                  <a:pt x="1168233" y="1146415"/>
                </a:lnTo>
                <a:lnTo>
                  <a:pt x="0" y="1146415"/>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206" name="Google Shape;206;p10"/>
          <p:cNvGrpSpPr/>
          <p:nvPr/>
        </p:nvGrpSpPr>
        <p:grpSpPr>
          <a:xfrm>
            <a:off x="577198" y="1658861"/>
            <a:ext cx="2903744" cy="2899634"/>
            <a:chOff x="577198" y="1658861"/>
            <a:chExt cx="2903744" cy="2899634"/>
          </a:xfrm>
        </p:grpSpPr>
        <p:pic>
          <p:nvPicPr>
            <p:cNvPr id="207" name="Google Shape;207;p10"/>
            <p:cNvPicPr preferRelativeResize="0"/>
            <p:nvPr/>
          </p:nvPicPr>
          <p:blipFill rotWithShape="1">
            <a:blip r:embed="rId3">
              <a:alphaModFix/>
            </a:blip>
            <a:srcRect/>
            <a:stretch/>
          </p:blipFill>
          <p:spPr>
            <a:xfrm>
              <a:off x="577198" y="1680777"/>
              <a:ext cx="2877713" cy="2877718"/>
            </a:xfrm>
            <a:prstGeom prst="rect">
              <a:avLst/>
            </a:prstGeom>
            <a:noFill/>
            <a:ln>
              <a:noFill/>
            </a:ln>
          </p:spPr>
        </p:pic>
        <p:sp>
          <p:nvSpPr>
            <p:cNvPr id="208" name="Google Shape;208;p10"/>
            <p:cNvSpPr/>
            <p:nvPr/>
          </p:nvSpPr>
          <p:spPr>
            <a:xfrm>
              <a:off x="627258" y="1660753"/>
              <a:ext cx="548640" cy="548640"/>
            </a:xfrm>
            <a:custGeom>
              <a:avLst/>
              <a:gdLst/>
              <a:ahLst/>
              <a:cxnLst/>
              <a:rect l="l" t="t" r="r" b="b"/>
              <a:pathLst>
                <a:path w="548640"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09" name="Google Shape;209;p10"/>
            <p:cNvSpPr/>
            <p:nvPr/>
          </p:nvSpPr>
          <p:spPr>
            <a:xfrm>
              <a:off x="1088266" y="1660753"/>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0" name="Google Shape;210;p10"/>
            <p:cNvSpPr/>
            <p:nvPr/>
          </p:nvSpPr>
          <p:spPr>
            <a:xfrm>
              <a:off x="1549272" y="1660753"/>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1" name="Google Shape;211;p10"/>
            <p:cNvSpPr/>
            <p:nvPr/>
          </p:nvSpPr>
          <p:spPr>
            <a:xfrm>
              <a:off x="2010283" y="1660753"/>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2" name="Google Shape;212;p10"/>
            <p:cNvSpPr/>
            <p:nvPr/>
          </p:nvSpPr>
          <p:spPr>
            <a:xfrm>
              <a:off x="2471292" y="1658861"/>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3" name="Google Shape;213;p10"/>
            <p:cNvSpPr/>
            <p:nvPr/>
          </p:nvSpPr>
          <p:spPr>
            <a:xfrm>
              <a:off x="2932302" y="1658861"/>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4" name="Google Shape;214;p10"/>
            <p:cNvSpPr/>
            <p:nvPr/>
          </p:nvSpPr>
          <p:spPr>
            <a:xfrm>
              <a:off x="627258" y="2033676"/>
              <a:ext cx="548640" cy="548640"/>
            </a:xfrm>
            <a:custGeom>
              <a:avLst/>
              <a:gdLst/>
              <a:ahLst/>
              <a:cxnLst/>
              <a:rect l="l" t="t" r="r" b="b"/>
              <a:pathLst>
                <a:path w="548640"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5" name="Google Shape;215;p10"/>
            <p:cNvSpPr/>
            <p:nvPr/>
          </p:nvSpPr>
          <p:spPr>
            <a:xfrm>
              <a:off x="1088266" y="2033676"/>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6" name="Google Shape;216;p10"/>
            <p:cNvSpPr/>
            <p:nvPr/>
          </p:nvSpPr>
          <p:spPr>
            <a:xfrm>
              <a:off x="1549272" y="2033676"/>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7" name="Google Shape;217;p10"/>
            <p:cNvSpPr/>
            <p:nvPr/>
          </p:nvSpPr>
          <p:spPr>
            <a:xfrm>
              <a:off x="627258" y="2417444"/>
              <a:ext cx="548640" cy="548640"/>
            </a:xfrm>
            <a:custGeom>
              <a:avLst/>
              <a:gdLst/>
              <a:ahLst/>
              <a:cxnLst/>
              <a:rect l="l" t="t" r="r" b="b"/>
              <a:pathLst>
                <a:path w="548640"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8" name="Google Shape;218;p10"/>
            <p:cNvSpPr/>
            <p:nvPr/>
          </p:nvSpPr>
          <p:spPr>
            <a:xfrm>
              <a:off x="1088266" y="2417444"/>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19" name="Google Shape;219;p10"/>
            <p:cNvSpPr/>
            <p:nvPr/>
          </p:nvSpPr>
          <p:spPr>
            <a:xfrm>
              <a:off x="1549272" y="2417444"/>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0" name="Google Shape;220;p10"/>
            <p:cNvSpPr/>
            <p:nvPr/>
          </p:nvSpPr>
          <p:spPr>
            <a:xfrm>
              <a:off x="2010283" y="2417444"/>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1" name="Google Shape;221;p10"/>
            <p:cNvSpPr/>
            <p:nvPr/>
          </p:nvSpPr>
          <p:spPr>
            <a:xfrm>
              <a:off x="2471292" y="2415552"/>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2" name="Google Shape;222;p10"/>
            <p:cNvSpPr/>
            <p:nvPr/>
          </p:nvSpPr>
          <p:spPr>
            <a:xfrm>
              <a:off x="2932302" y="2415552"/>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3" name="Google Shape;223;p10"/>
            <p:cNvSpPr/>
            <p:nvPr/>
          </p:nvSpPr>
          <p:spPr>
            <a:xfrm>
              <a:off x="627258" y="2817037"/>
              <a:ext cx="548640" cy="548640"/>
            </a:xfrm>
            <a:custGeom>
              <a:avLst/>
              <a:gdLst/>
              <a:ahLst/>
              <a:cxnLst/>
              <a:rect l="l" t="t" r="r" b="b"/>
              <a:pathLst>
                <a:path w="548640"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4" name="Google Shape;224;p10"/>
            <p:cNvSpPr/>
            <p:nvPr/>
          </p:nvSpPr>
          <p:spPr>
            <a:xfrm>
              <a:off x="1088266" y="2817037"/>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5" name="Google Shape;225;p10"/>
            <p:cNvSpPr/>
            <p:nvPr/>
          </p:nvSpPr>
          <p:spPr>
            <a:xfrm>
              <a:off x="1549272" y="2817037"/>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6" name="Google Shape;226;p10"/>
            <p:cNvSpPr/>
            <p:nvPr/>
          </p:nvSpPr>
          <p:spPr>
            <a:xfrm>
              <a:off x="2010283" y="2817037"/>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7" name="Google Shape;227;p10"/>
            <p:cNvSpPr/>
            <p:nvPr/>
          </p:nvSpPr>
          <p:spPr>
            <a:xfrm>
              <a:off x="2471292" y="2815145"/>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8" name="Google Shape;228;p10"/>
            <p:cNvSpPr/>
            <p:nvPr/>
          </p:nvSpPr>
          <p:spPr>
            <a:xfrm>
              <a:off x="2932302" y="2815145"/>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29" name="Google Shape;229;p10"/>
            <p:cNvSpPr/>
            <p:nvPr/>
          </p:nvSpPr>
          <p:spPr>
            <a:xfrm>
              <a:off x="627258" y="3184613"/>
              <a:ext cx="548640" cy="548640"/>
            </a:xfrm>
            <a:custGeom>
              <a:avLst/>
              <a:gdLst/>
              <a:ahLst/>
              <a:cxnLst/>
              <a:rect l="l" t="t" r="r" b="b"/>
              <a:pathLst>
                <a:path w="548640"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0" name="Google Shape;230;p10"/>
            <p:cNvSpPr/>
            <p:nvPr/>
          </p:nvSpPr>
          <p:spPr>
            <a:xfrm>
              <a:off x="1088266" y="3184613"/>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1" name="Google Shape;231;p10"/>
            <p:cNvSpPr/>
            <p:nvPr/>
          </p:nvSpPr>
          <p:spPr>
            <a:xfrm>
              <a:off x="1549272" y="3184613"/>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2" name="Google Shape;232;p10"/>
            <p:cNvSpPr/>
            <p:nvPr/>
          </p:nvSpPr>
          <p:spPr>
            <a:xfrm>
              <a:off x="2010283" y="3184613"/>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3" name="Google Shape;233;p10"/>
            <p:cNvSpPr/>
            <p:nvPr/>
          </p:nvSpPr>
          <p:spPr>
            <a:xfrm>
              <a:off x="2471292" y="3182721"/>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4" name="Google Shape;234;p10"/>
            <p:cNvSpPr/>
            <p:nvPr/>
          </p:nvSpPr>
          <p:spPr>
            <a:xfrm>
              <a:off x="2932302" y="3182721"/>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5" name="Google Shape;235;p10"/>
            <p:cNvSpPr/>
            <p:nvPr/>
          </p:nvSpPr>
          <p:spPr>
            <a:xfrm>
              <a:off x="627258" y="3609352"/>
              <a:ext cx="548640" cy="548640"/>
            </a:xfrm>
            <a:custGeom>
              <a:avLst/>
              <a:gdLst/>
              <a:ahLst/>
              <a:cxnLst/>
              <a:rect l="l" t="t" r="r" b="b"/>
              <a:pathLst>
                <a:path w="548640"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6" name="Google Shape;236;p10"/>
            <p:cNvSpPr/>
            <p:nvPr/>
          </p:nvSpPr>
          <p:spPr>
            <a:xfrm>
              <a:off x="1088266" y="3609352"/>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7" name="Google Shape;237;p10"/>
            <p:cNvSpPr/>
            <p:nvPr/>
          </p:nvSpPr>
          <p:spPr>
            <a:xfrm>
              <a:off x="1549272" y="3609352"/>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8" name="Google Shape;238;p10"/>
            <p:cNvSpPr/>
            <p:nvPr/>
          </p:nvSpPr>
          <p:spPr>
            <a:xfrm>
              <a:off x="2010283" y="3609352"/>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39" name="Google Shape;239;p10"/>
            <p:cNvSpPr/>
            <p:nvPr/>
          </p:nvSpPr>
          <p:spPr>
            <a:xfrm>
              <a:off x="2471292" y="3607473"/>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40" name="Google Shape;240;p10"/>
            <p:cNvSpPr/>
            <p:nvPr/>
          </p:nvSpPr>
          <p:spPr>
            <a:xfrm>
              <a:off x="2932302" y="3607473"/>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41" name="Google Shape;241;p10"/>
            <p:cNvSpPr/>
            <p:nvPr/>
          </p:nvSpPr>
          <p:spPr>
            <a:xfrm>
              <a:off x="627258" y="3989831"/>
              <a:ext cx="548640" cy="548640"/>
            </a:xfrm>
            <a:custGeom>
              <a:avLst/>
              <a:gdLst/>
              <a:ahLst/>
              <a:cxnLst/>
              <a:rect l="l" t="t" r="r" b="b"/>
              <a:pathLst>
                <a:path w="548640"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42" name="Google Shape;242;p10"/>
            <p:cNvSpPr/>
            <p:nvPr/>
          </p:nvSpPr>
          <p:spPr>
            <a:xfrm>
              <a:off x="1088266" y="3989831"/>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43" name="Google Shape;243;p10"/>
            <p:cNvSpPr/>
            <p:nvPr/>
          </p:nvSpPr>
          <p:spPr>
            <a:xfrm>
              <a:off x="1549272" y="3989831"/>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44" name="Google Shape;244;p10"/>
            <p:cNvSpPr/>
            <p:nvPr/>
          </p:nvSpPr>
          <p:spPr>
            <a:xfrm>
              <a:off x="2010283" y="3989831"/>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45" name="Google Shape;245;p10"/>
            <p:cNvSpPr/>
            <p:nvPr/>
          </p:nvSpPr>
          <p:spPr>
            <a:xfrm>
              <a:off x="2471292" y="3987952"/>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46" name="Google Shape;246;p10"/>
            <p:cNvSpPr/>
            <p:nvPr/>
          </p:nvSpPr>
          <p:spPr>
            <a:xfrm>
              <a:off x="2932302" y="3987952"/>
              <a:ext cx="548640" cy="548640"/>
            </a:xfrm>
            <a:custGeom>
              <a:avLst/>
              <a:gdLst/>
              <a:ahLst/>
              <a:cxnLst/>
              <a:rect l="l" t="t" r="r" b="b"/>
              <a:pathLst>
                <a:path w="548639" h="548639" extrusionOk="0">
                  <a:moveTo>
                    <a:pt x="0" y="0"/>
                  </a:moveTo>
                  <a:lnTo>
                    <a:pt x="548360" y="0"/>
                  </a:lnTo>
                  <a:lnTo>
                    <a:pt x="548360" y="548360"/>
                  </a:lnTo>
                  <a:lnTo>
                    <a:pt x="0" y="548360"/>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247" name="Google Shape;247;p10"/>
          <p:cNvGrpSpPr/>
          <p:nvPr/>
        </p:nvGrpSpPr>
        <p:grpSpPr>
          <a:xfrm>
            <a:off x="4741176" y="1658861"/>
            <a:ext cx="2877718" cy="2879610"/>
            <a:chOff x="4741176" y="1658861"/>
            <a:chExt cx="2877718" cy="2879610"/>
          </a:xfrm>
        </p:grpSpPr>
        <p:pic>
          <p:nvPicPr>
            <p:cNvPr id="248" name="Google Shape;248;p10"/>
            <p:cNvPicPr preferRelativeResize="0"/>
            <p:nvPr/>
          </p:nvPicPr>
          <p:blipFill rotWithShape="1">
            <a:blip r:embed="rId3">
              <a:alphaModFix/>
            </a:blip>
            <a:srcRect/>
            <a:stretch/>
          </p:blipFill>
          <p:spPr>
            <a:xfrm>
              <a:off x="4741176" y="1660753"/>
              <a:ext cx="2877718" cy="2877718"/>
            </a:xfrm>
            <a:prstGeom prst="rect">
              <a:avLst/>
            </a:prstGeom>
            <a:noFill/>
            <a:ln>
              <a:noFill/>
            </a:ln>
          </p:spPr>
        </p:pic>
        <p:sp>
          <p:nvSpPr>
            <p:cNvPr id="249" name="Google Shape;249;p10"/>
            <p:cNvSpPr/>
            <p:nvPr/>
          </p:nvSpPr>
          <p:spPr>
            <a:xfrm>
              <a:off x="4741176" y="1658861"/>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0" name="Google Shape;250;p10"/>
            <p:cNvSpPr/>
            <p:nvPr/>
          </p:nvSpPr>
          <p:spPr>
            <a:xfrm>
              <a:off x="5249024" y="1658861"/>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1" name="Google Shape;251;p10"/>
            <p:cNvSpPr/>
            <p:nvPr/>
          </p:nvSpPr>
          <p:spPr>
            <a:xfrm>
              <a:off x="5756871" y="1658861"/>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2" name="Google Shape;252;p10"/>
            <p:cNvSpPr/>
            <p:nvPr/>
          </p:nvSpPr>
          <p:spPr>
            <a:xfrm>
              <a:off x="6264732" y="1658861"/>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3" name="Google Shape;253;p10"/>
            <p:cNvSpPr/>
            <p:nvPr/>
          </p:nvSpPr>
          <p:spPr>
            <a:xfrm>
              <a:off x="6772579" y="1658861"/>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4" name="Google Shape;254;p10"/>
            <p:cNvSpPr/>
            <p:nvPr/>
          </p:nvSpPr>
          <p:spPr>
            <a:xfrm>
              <a:off x="4741176" y="2207501"/>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5" name="Google Shape;255;p10"/>
            <p:cNvSpPr/>
            <p:nvPr/>
          </p:nvSpPr>
          <p:spPr>
            <a:xfrm>
              <a:off x="5249024" y="2207501"/>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6" name="Google Shape;256;p10"/>
            <p:cNvSpPr/>
            <p:nvPr/>
          </p:nvSpPr>
          <p:spPr>
            <a:xfrm>
              <a:off x="5756871" y="2207501"/>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7" name="Google Shape;257;p10"/>
            <p:cNvSpPr/>
            <p:nvPr/>
          </p:nvSpPr>
          <p:spPr>
            <a:xfrm>
              <a:off x="6264732" y="2207501"/>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8" name="Google Shape;258;p10"/>
            <p:cNvSpPr/>
            <p:nvPr/>
          </p:nvSpPr>
          <p:spPr>
            <a:xfrm>
              <a:off x="6772579" y="2207501"/>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59" name="Google Shape;259;p10"/>
            <p:cNvSpPr/>
            <p:nvPr/>
          </p:nvSpPr>
          <p:spPr>
            <a:xfrm>
              <a:off x="4741176" y="2759798"/>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0" name="Google Shape;260;p10"/>
            <p:cNvSpPr/>
            <p:nvPr/>
          </p:nvSpPr>
          <p:spPr>
            <a:xfrm>
              <a:off x="5249024" y="2759798"/>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1" name="Google Shape;261;p10"/>
            <p:cNvSpPr/>
            <p:nvPr/>
          </p:nvSpPr>
          <p:spPr>
            <a:xfrm>
              <a:off x="5756871" y="2759798"/>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2" name="Google Shape;262;p10"/>
            <p:cNvSpPr/>
            <p:nvPr/>
          </p:nvSpPr>
          <p:spPr>
            <a:xfrm>
              <a:off x="6264732" y="2759798"/>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3" name="Google Shape;263;p10"/>
            <p:cNvSpPr/>
            <p:nvPr/>
          </p:nvSpPr>
          <p:spPr>
            <a:xfrm>
              <a:off x="6772579" y="2759798"/>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4" name="Google Shape;264;p10"/>
            <p:cNvSpPr/>
            <p:nvPr/>
          </p:nvSpPr>
          <p:spPr>
            <a:xfrm>
              <a:off x="4741176" y="3269348"/>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5" name="Google Shape;265;p10"/>
            <p:cNvSpPr/>
            <p:nvPr/>
          </p:nvSpPr>
          <p:spPr>
            <a:xfrm>
              <a:off x="5249024" y="3269348"/>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6" name="Google Shape;266;p10"/>
            <p:cNvSpPr/>
            <p:nvPr/>
          </p:nvSpPr>
          <p:spPr>
            <a:xfrm>
              <a:off x="5756871" y="3269348"/>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7" name="Google Shape;267;p10"/>
            <p:cNvSpPr/>
            <p:nvPr/>
          </p:nvSpPr>
          <p:spPr>
            <a:xfrm>
              <a:off x="6264732" y="3269348"/>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8" name="Google Shape;268;p10"/>
            <p:cNvSpPr/>
            <p:nvPr/>
          </p:nvSpPr>
          <p:spPr>
            <a:xfrm>
              <a:off x="6772579" y="3269348"/>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69" name="Google Shape;269;p10"/>
            <p:cNvSpPr/>
            <p:nvPr/>
          </p:nvSpPr>
          <p:spPr>
            <a:xfrm>
              <a:off x="4741176" y="3777005"/>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70" name="Google Shape;270;p10"/>
            <p:cNvSpPr/>
            <p:nvPr/>
          </p:nvSpPr>
          <p:spPr>
            <a:xfrm>
              <a:off x="5249024" y="3777005"/>
              <a:ext cx="845185" cy="759460"/>
            </a:xfrm>
            <a:custGeom>
              <a:avLst/>
              <a:gdLst/>
              <a:ahLst/>
              <a:cxnLst/>
              <a:rect l="l" t="t" r="r" b="b"/>
              <a:pathLst>
                <a:path w="845185"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71" name="Google Shape;271;p10"/>
            <p:cNvSpPr/>
            <p:nvPr/>
          </p:nvSpPr>
          <p:spPr>
            <a:xfrm>
              <a:off x="5756871" y="3777005"/>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72" name="Google Shape;272;p10"/>
            <p:cNvSpPr/>
            <p:nvPr/>
          </p:nvSpPr>
          <p:spPr>
            <a:xfrm>
              <a:off x="6264732" y="3777005"/>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73" name="Google Shape;273;p10"/>
            <p:cNvSpPr/>
            <p:nvPr/>
          </p:nvSpPr>
          <p:spPr>
            <a:xfrm>
              <a:off x="6772579" y="3777005"/>
              <a:ext cx="845185" cy="759460"/>
            </a:xfrm>
            <a:custGeom>
              <a:avLst/>
              <a:gdLst/>
              <a:ahLst/>
              <a:cxnLst/>
              <a:rect l="l" t="t" r="r" b="b"/>
              <a:pathLst>
                <a:path w="845184" h="759460" extrusionOk="0">
                  <a:moveTo>
                    <a:pt x="0" y="0"/>
                  </a:moveTo>
                  <a:lnTo>
                    <a:pt x="844783" y="0"/>
                  </a:lnTo>
                  <a:lnTo>
                    <a:pt x="844783" y="759197"/>
                  </a:lnTo>
                  <a:lnTo>
                    <a:pt x="0" y="759197"/>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pic>
        <p:nvPicPr>
          <p:cNvPr id="274" name="Google Shape;274;p10"/>
          <p:cNvPicPr preferRelativeResize="0"/>
          <p:nvPr/>
        </p:nvPicPr>
        <p:blipFill rotWithShape="1">
          <a:blip r:embed="rId3">
            <a:alphaModFix/>
          </a:blip>
          <a:srcRect/>
          <a:stretch/>
        </p:blipFill>
        <p:spPr>
          <a:xfrm>
            <a:off x="9016517" y="1656524"/>
            <a:ext cx="2877718" cy="2877718"/>
          </a:xfrm>
          <a:prstGeom prst="rect">
            <a:avLst/>
          </a:prstGeom>
          <a:noFill/>
          <a:ln>
            <a:noFill/>
          </a:ln>
        </p:spPr>
      </p:pic>
      <p:graphicFrame>
        <p:nvGraphicFramePr>
          <p:cNvPr id="275" name="Google Shape;275;p10"/>
          <p:cNvGraphicFramePr/>
          <p:nvPr/>
        </p:nvGraphicFramePr>
        <p:xfrm>
          <a:off x="8999036" y="1641723"/>
          <a:ext cx="2850500" cy="2873375"/>
        </p:xfrm>
        <a:graphic>
          <a:graphicData uri="http://schemas.openxmlformats.org/drawingml/2006/table">
            <a:tbl>
              <a:tblPr firstRow="1" bandRow="1">
                <a:noFill/>
                <a:tableStyleId>{212714E9-6B82-488D-B99E-6F814BD6195D}</a:tableStyleId>
              </a:tblPr>
              <a:tblGrid>
                <a:gridCol w="5607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60700">
                  <a:extLst>
                    <a:ext uri="{9D8B030D-6E8A-4147-A177-3AD203B41FA5}">
                      <a16:colId xmlns:a16="http://schemas.microsoft.com/office/drawing/2014/main" val="20002"/>
                    </a:ext>
                  </a:extLst>
                </a:gridCol>
                <a:gridCol w="584200">
                  <a:extLst>
                    <a:ext uri="{9D8B030D-6E8A-4147-A177-3AD203B41FA5}">
                      <a16:colId xmlns:a16="http://schemas.microsoft.com/office/drawing/2014/main" val="20003"/>
                    </a:ext>
                  </a:extLst>
                </a:gridCol>
                <a:gridCol w="560700">
                  <a:extLst>
                    <a:ext uri="{9D8B030D-6E8A-4147-A177-3AD203B41FA5}">
                      <a16:colId xmlns:a16="http://schemas.microsoft.com/office/drawing/2014/main" val="20004"/>
                    </a:ext>
                  </a:extLst>
                </a:gridCol>
              </a:tblGrid>
              <a:tr h="660400">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extLst>
                  <a:ext uri="{0D108BD9-81ED-4DB2-BD59-A6C34878D82A}">
                    <a16:rowId xmlns:a16="http://schemas.microsoft.com/office/drawing/2014/main" val="10000"/>
                  </a:ext>
                </a:extLst>
              </a:tr>
              <a:tr h="489575">
                <a:tc>
                  <a:txBody>
                    <a:bodyPr/>
                    <a:lstStyle/>
                    <a:p>
                      <a:pPr marL="0" marR="0" lvl="0" indent="0" algn="l" rtl="0">
                        <a:lnSpc>
                          <a:spcPct val="100000"/>
                        </a:lnSpc>
                        <a:spcBef>
                          <a:spcPts val="0"/>
                        </a:spcBef>
                        <a:spcAft>
                          <a:spcPts val="0"/>
                        </a:spcAft>
                        <a:buNone/>
                      </a:pPr>
                      <a:endParaRPr sz="31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1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1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1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1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57150" cap="flat" cmpd="sng">
                      <a:solidFill>
                        <a:srgbClr val="FF0000"/>
                      </a:solidFill>
                      <a:prstDash val="solid"/>
                      <a:round/>
                      <a:headEnd type="none" w="sm" len="sm"/>
                      <a:tailEnd type="none" w="sm" len="sm"/>
                    </a:lnB>
                  </a:tcPr>
                </a:tc>
                <a:extLst>
                  <a:ext uri="{0D108BD9-81ED-4DB2-BD59-A6C34878D82A}">
                    <a16:rowId xmlns:a16="http://schemas.microsoft.com/office/drawing/2014/main" val="10001"/>
                  </a:ext>
                </a:extLst>
              </a:tr>
              <a:tr h="577850">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5715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5715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5715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5715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5715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extLst>
                  <a:ext uri="{0D108BD9-81ED-4DB2-BD59-A6C34878D82A}">
                    <a16:rowId xmlns:a16="http://schemas.microsoft.com/office/drawing/2014/main" val="10002"/>
                  </a:ext>
                </a:extLst>
              </a:tr>
              <a:tr h="77475">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extLst>
                  <a:ext uri="{0D108BD9-81ED-4DB2-BD59-A6C34878D82A}">
                    <a16:rowId xmlns:a16="http://schemas.microsoft.com/office/drawing/2014/main" val="10003"/>
                  </a:ext>
                </a:extLst>
              </a:tr>
              <a:tr h="494675">
                <a:tc>
                  <a:txBody>
                    <a:bodyPr/>
                    <a:lstStyle/>
                    <a:p>
                      <a:pPr marL="0" marR="0" lvl="0" indent="0" algn="l" rtl="0">
                        <a:lnSpc>
                          <a:spcPct val="100000"/>
                        </a:lnSpc>
                        <a:spcBef>
                          <a:spcPts val="0"/>
                        </a:spcBef>
                        <a:spcAft>
                          <a:spcPts val="0"/>
                        </a:spcAft>
                        <a:buNone/>
                      </a:pPr>
                      <a:endParaRPr sz="32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2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2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2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2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extLst>
                  <a:ext uri="{0D108BD9-81ED-4DB2-BD59-A6C34878D82A}">
                    <a16:rowId xmlns:a16="http://schemas.microsoft.com/office/drawing/2014/main" val="10004"/>
                  </a:ext>
                </a:extLst>
              </a:tr>
              <a:tr h="573400">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37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FF0000"/>
                      </a:solidFill>
                      <a:prstDash val="solid"/>
                      <a:round/>
                      <a:headEnd type="none" w="sm" len="sm"/>
                      <a:tailEnd type="none" w="sm" len="sm"/>
                    </a:lnT>
                    <a:lnB w="38100" cap="flat" cmpd="sng">
                      <a:solidFill>
                        <a:srgbClr val="FF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pic>
        <p:nvPicPr>
          <p:cNvPr id="276" name="Google Shape;276;p10"/>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Shape 280"/>
        <p:cNvGrpSpPr/>
        <p:nvPr/>
      </p:nvGrpSpPr>
      <p:grpSpPr>
        <a:xfrm>
          <a:off x="0" y="0"/>
          <a:ext cx="0" cy="0"/>
          <a:chOff x="0" y="0"/>
          <a:chExt cx="0" cy="0"/>
        </a:xfrm>
      </p:grpSpPr>
      <p:sp>
        <p:nvSpPr>
          <p:cNvPr id="281" name="Google Shape;281;p11"/>
          <p:cNvSpPr txBox="1">
            <a:spLocks noGrp="1"/>
          </p:cNvSpPr>
          <p:nvPr>
            <p:ph type="title"/>
          </p:nvPr>
        </p:nvSpPr>
        <p:spPr>
          <a:xfrm>
            <a:off x="5419775" y="1567027"/>
            <a:ext cx="5741950" cy="936154"/>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282" name="Google Shape;282;p11"/>
          <p:cNvSpPr txBox="1"/>
          <p:nvPr/>
        </p:nvSpPr>
        <p:spPr>
          <a:xfrm>
            <a:off x="4587198" y="3459874"/>
            <a:ext cx="7157952" cy="3019786"/>
          </a:xfrm>
          <a:prstGeom prst="rect">
            <a:avLst/>
          </a:prstGeom>
          <a:noFill/>
          <a:ln>
            <a:noFill/>
          </a:ln>
        </p:spPr>
        <p:txBody>
          <a:bodyPr spcFirstLastPara="1" wrap="square" lIns="0" tIns="27925" rIns="0" bIns="0" anchor="t" anchorCtr="0">
            <a:spAutoFit/>
          </a:bodyPr>
          <a:lstStyle/>
          <a:p>
            <a:pPr marL="12700" marR="5080" lvl="0" indent="1270" algn="ctr" rtl="0">
              <a:lnSpc>
                <a:spcPct val="119696"/>
              </a:lnSpc>
              <a:spcBef>
                <a:spcPts val="0"/>
              </a:spcBef>
              <a:spcAft>
                <a:spcPts val="0"/>
              </a:spcAft>
              <a:buNone/>
            </a:pPr>
            <a:r>
              <a:rPr lang="en-US" sz="5400" dirty="0">
                <a:latin typeface="+mj-lt"/>
                <a:ea typeface="Calibri"/>
                <a:cs typeface="Calibri"/>
                <a:sym typeface="Calibri"/>
              </a:rPr>
              <a:t>Convolutional implementation of sliding windows</a:t>
            </a:r>
            <a:endParaRPr sz="5400" dirty="0">
              <a:latin typeface="+mj-lt"/>
              <a:ea typeface="Calibri"/>
              <a:cs typeface="Calibri"/>
              <a:sym typeface="Calibri"/>
            </a:endParaRPr>
          </a:p>
        </p:txBody>
      </p:sp>
      <p:sp>
        <p:nvSpPr>
          <p:cNvPr id="283" name="Google Shape;283;p11"/>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284" name="Google Shape;284;p11"/>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1637884"/>
          </a:xfrm>
          <a:prstGeom prst="rect">
            <a:avLst/>
          </a:prstGeom>
          <a:noFill/>
          <a:ln>
            <a:noFill/>
          </a:ln>
        </p:spPr>
        <p:txBody>
          <a:bodyPr spcFirstLastPara="1" wrap="square" lIns="0" tIns="12700" rIns="0" bIns="0" anchor="t" anchorCtr="0">
            <a:spAutoFit/>
          </a:bodyPr>
          <a:lstStyle/>
          <a:p>
            <a:pPr marL="12700" marR="5080" lvl="0" indent="1270" rtl="0">
              <a:lnSpc>
                <a:spcPct val="119696"/>
              </a:lnSpc>
              <a:spcBef>
                <a:spcPts val="0"/>
              </a:spcBef>
              <a:spcAft>
                <a:spcPts val="0"/>
              </a:spcAft>
              <a:buNone/>
            </a:pPr>
            <a:r>
              <a:rPr lang="en-GB" sz="4400" dirty="0">
                <a:latin typeface="+mj-lt"/>
                <a:ea typeface="Calibri"/>
                <a:cs typeface="Calibri"/>
                <a:sym typeface="Calibri"/>
              </a:rPr>
              <a:t>Convolutional implementation of sliding windows</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777584"/>
            <a:ext cx="11698732" cy="4524315"/>
          </a:xfrm>
          <a:prstGeom prst="rect">
            <a:avLst/>
          </a:prstGeom>
          <a:noFill/>
        </p:spPr>
        <p:txBody>
          <a:bodyPr wrap="square" rtlCol="0">
            <a:spAutoFit/>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The sliding windows object detection algorithm involves cropping small image regions and feeding them to a </a:t>
            </a:r>
            <a:r>
              <a:rPr lang="en-US" sz="2400" dirty="0" err="1"/>
              <a:t>ConvNet</a:t>
            </a:r>
            <a:r>
              <a:rPr lang="en-US" sz="2400" dirty="0"/>
              <a:t> for predictions. However, the computational cost, especially with fine granularity, is high. </a:t>
            </a:r>
          </a:p>
          <a:p>
            <a:pPr marL="285750" indent="-285750">
              <a:buFont typeface="Arial" panose="020B0604020202020204" pitchFamily="34" charset="0"/>
              <a:buChar char="•"/>
            </a:pPr>
            <a:r>
              <a:rPr lang="en-US" sz="2400" dirty="0"/>
              <a:t>To address this, fully connected layers can be converted to 5x5 filters, allowing the use of convolutional layers for improved efficiency. </a:t>
            </a:r>
          </a:p>
          <a:p>
            <a:pPr marL="285750" indent="-285750">
              <a:buFont typeface="Arial" panose="020B0604020202020204" pitchFamily="34" charset="0"/>
              <a:buChar char="•"/>
            </a:pPr>
            <a:r>
              <a:rPr lang="en-US" sz="2400" dirty="0"/>
              <a:t>The convolutional implementation shares computation across the entire image, passing it through the </a:t>
            </a:r>
            <a:r>
              <a:rPr lang="en-US" sz="2400" dirty="0" err="1"/>
              <a:t>ConvNet</a:t>
            </a:r>
            <a:r>
              <a:rPr lang="en-US" sz="2400" dirty="0"/>
              <a:t> with 5x5 filters, followed by max pooling and fully connected layers. This results in a 1x1x4 volume, and using 5x5 filters yields a 2x2x4 volume for each region. </a:t>
            </a:r>
          </a:p>
          <a:p>
            <a:pPr marL="285750" indent="-285750">
              <a:buFont typeface="Arial" panose="020B0604020202020204" pitchFamily="34" charset="0"/>
              <a:buChar char="•"/>
            </a:pPr>
            <a:r>
              <a:rPr lang="en-US" sz="2400" dirty="0"/>
              <a:t>While more efficient, this algorithm may lack precision in bounding box positioning, a concern addressed in the next section.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21310531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Shape 288"/>
        <p:cNvGrpSpPr/>
        <p:nvPr/>
      </p:nvGrpSpPr>
      <p:grpSpPr>
        <a:xfrm>
          <a:off x="0" y="0"/>
          <a:ext cx="0" cy="0"/>
          <a:chOff x="0" y="0"/>
          <a:chExt cx="0" cy="0"/>
        </a:xfrm>
      </p:grpSpPr>
      <p:sp>
        <p:nvSpPr>
          <p:cNvPr id="289" name="Google Shape;289;p12"/>
          <p:cNvSpPr txBox="1">
            <a:spLocks noGrp="1"/>
          </p:cNvSpPr>
          <p:nvPr>
            <p:ph type="title"/>
          </p:nvPr>
        </p:nvSpPr>
        <p:spPr>
          <a:xfrm>
            <a:off x="261620" y="139700"/>
            <a:ext cx="1106868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Turning FC layer into convolutional layers</a:t>
            </a:r>
            <a:endParaRPr sz="4400" dirty="0">
              <a:latin typeface="+mj-lt"/>
              <a:ea typeface="Cambria"/>
              <a:cs typeface="Cambria"/>
              <a:sym typeface="Cambria"/>
            </a:endParaRPr>
          </a:p>
        </p:txBody>
      </p:sp>
      <p:grpSp>
        <p:nvGrpSpPr>
          <p:cNvPr id="290" name="Google Shape;290;p12"/>
          <p:cNvGrpSpPr/>
          <p:nvPr/>
        </p:nvGrpSpPr>
        <p:grpSpPr>
          <a:xfrm>
            <a:off x="2832531" y="1350784"/>
            <a:ext cx="1456055" cy="1434973"/>
            <a:chOff x="2832531" y="1350784"/>
            <a:chExt cx="1456055" cy="1434973"/>
          </a:xfrm>
        </p:grpSpPr>
        <p:sp>
          <p:nvSpPr>
            <p:cNvPr id="291" name="Google Shape;291;p12"/>
            <p:cNvSpPr/>
            <p:nvPr/>
          </p:nvSpPr>
          <p:spPr>
            <a:xfrm>
              <a:off x="2832531" y="1825002"/>
              <a:ext cx="981710" cy="960755"/>
            </a:xfrm>
            <a:custGeom>
              <a:avLst/>
              <a:gdLst/>
              <a:ahLst/>
              <a:cxnLst/>
              <a:rect l="l" t="t" r="r" b="b"/>
              <a:pathLst>
                <a:path w="981710" h="960755" extrusionOk="0">
                  <a:moveTo>
                    <a:pt x="981468" y="0"/>
                  </a:moveTo>
                  <a:lnTo>
                    <a:pt x="0" y="0"/>
                  </a:lnTo>
                  <a:lnTo>
                    <a:pt x="0" y="960234"/>
                  </a:lnTo>
                  <a:lnTo>
                    <a:pt x="981468" y="960234"/>
                  </a:lnTo>
                  <a:lnTo>
                    <a:pt x="981468"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92" name="Google Shape;292;p12"/>
            <p:cNvSpPr/>
            <p:nvPr/>
          </p:nvSpPr>
          <p:spPr>
            <a:xfrm>
              <a:off x="3814000" y="1350784"/>
              <a:ext cx="474345" cy="1434465"/>
            </a:xfrm>
            <a:custGeom>
              <a:avLst/>
              <a:gdLst/>
              <a:ahLst/>
              <a:cxnLst/>
              <a:rect l="l" t="t" r="r" b="b"/>
              <a:pathLst>
                <a:path w="474345" h="1434464" extrusionOk="0">
                  <a:moveTo>
                    <a:pt x="474218" y="0"/>
                  </a:moveTo>
                  <a:lnTo>
                    <a:pt x="0" y="474218"/>
                  </a:lnTo>
                  <a:lnTo>
                    <a:pt x="0" y="1434452"/>
                  </a:lnTo>
                  <a:lnTo>
                    <a:pt x="474218" y="960247"/>
                  </a:lnTo>
                  <a:lnTo>
                    <a:pt x="474218" y="0"/>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93" name="Google Shape;293;p12"/>
            <p:cNvSpPr/>
            <p:nvPr/>
          </p:nvSpPr>
          <p:spPr>
            <a:xfrm>
              <a:off x="2832531" y="1350784"/>
              <a:ext cx="1456055" cy="474345"/>
            </a:xfrm>
            <a:custGeom>
              <a:avLst/>
              <a:gdLst/>
              <a:ahLst/>
              <a:cxnLst/>
              <a:rect l="l" t="t" r="r" b="b"/>
              <a:pathLst>
                <a:path w="1456054" h="474344" extrusionOk="0">
                  <a:moveTo>
                    <a:pt x="1455686" y="0"/>
                  </a:moveTo>
                  <a:lnTo>
                    <a:pt x="474218" y="0"/>
                  </a:lnTo>
                  <a:lnTo>
                    <a:pt x="0" y="474218"/>
                  </a:lnTo>
                  <a:lnTo>
                    <a:pt x="981468" y="474218"/>
                  </a:lnTo>
                  <a:lnTo>
                    <a:pt x="1455686"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94" name="Google Shape;294;p12"/>
            <p:cNvSpPr/>
            <p:nvPr/>
          </p:nvSpPr>
          <p:spPr>
            <a:xfrm>
              <a:off x="2832531" y="1350784"/>
              <a:ext cx="1455420" cy="1433830"/>
            </a:xfrm>
            <a:custGeom>
              <a:avLst/>
              <a:gdLst/>
              <a:ahLst/>
              <a:cxnLst/>
              <a:rect l="l" t="t" r="r" b="b"/>
              <a:pathLst>
                <a:path w="1455420" h="1433830" extrusionOk="0">
                  <a:moveTo>
                    <a:pt x="0" y="473975"/>
                  </a:moveTo>
                  <a:lnTo>
                    <a:pt x="473974" y="0"/>
                  </a:lnTo>
                  <a:lnTo>
                    <a:pt x="1454937" y="0"/>
                  </a:lnTo>
                  <a:lnTo>
                    <a:pt x="1454937" y="959748"/>
                  </a:lnTo>
                  <a:lnTo>
                    <a:pt x="980967" y="1433718"/>
                  </a:lnTo>
                  <a:lnTo>
                    <a:pt x="0" y="1433718"/>
                  </a:lnTo>
                  <a:lnTo>
                    <a:pt x="0" y="473975"/>
                  </a:lnTo>
                  <a:close/>
                </a:path>
                <a:path w="1455420" h="1433830" extrusionOk="0">
                  <a:moveTo>
                    <a:pt x="0" y="473975"/>
                  </a:moveTo>
                  <a:lnTo>
                    <a:pt x="980967" y="473975"/>
                  </a:lnTo>
                  <a:lnTo>
                    <a:pt x="1454937" y="0"/>
                  </a:lnTo>
                </a:path>
                <a:path w="1455420" h="1433830" extrusionOk="0">
                  <a:moveTo>
                    <a:pt x="980967" y="473975"/>
                  </a:moveTo>
                  <a:lnTo>
                    <a:pt x="980967" y="1433718"/>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295" name="Google Shape;295;p12"/>
          <p:cNvSpPr txBox="1"/>
          <p:nvPr/>
        </p:nvSpPr>
        <p:spPr>
          <a:xfrm>
            <a:off x="2605151" y="2910662"/>
            <a:ext cx="1518132"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10 × 10 × 16</a:t>
            </a:r>
            <a:endParaRPr sz="2000" dirty="0">
              <a:latin typeface="+mj-lt"/>
              <a:ea typeface="Cambria Math"/>
              <a:cs typeface="Cambria Math"/>
              <a:sym typeface="Cambria Math"/>
            </a:endParaRPr>
          </a:p>
        </p:txBody>
      </p:sp>
      <p:grpSp>
        <p:nvGrpSpPr>
          <p:cNvPr id="296" name="Google Shape;296;p12"/>
          <p:cNvGrpSpPr/>
          <p:nvPr/>
        </p:nvGrpSpPr>
        <p:grpSpPr>
          <a:xfrm>
            <a:off x="5360276" y="1508442"/>
            <a:ext cx="1282700" cy="1276985"/>
            <a:chOff x="5360276" y="1508442"/>
            <a:chExt cx="1282700" cy="1276985"/>
          </a:xfrm>
        </p:grpSpPr>
        <p:sp>
          <p:nvSpPr>
            <p:cNvPr id="297" name="Google Shape;297;p12"/>
            <p:cNvSpPr/>
            <p:nvPr/>
          </p:nvSpPr>
          <p:spPr>
            <a:xfrm>
              <a:off x="5360276" y="2005482"/>
              <a:ext cx="785495" cy="779780"/>
            </a:xfrm>
            <a:custGeom>
              <a:avLst/>
              <a:gdLst/>
              <a:ahLst/>
              <a:cxnLst/>
              <a:rect l="l" t="t" r="r" b="b"/>
              <a:pathLst>
                <a:path w="785495" h="779780" extrusionOk="0">
                  <a:moveTo>
                    <a:pt x="785215" y="0"/>
                  </a:moveTo>
                  <a:lnTo>
                    <a:pt x="0" y="0"/>
                  </a:lnTo>
                  <a:lnTo>
                    <a:pt x="0" y="779754"/>
                  </a:lnTo>
                  <a:lnTo>
                    <a:pt x="785215" y="779754"/>
                  </a:lnTo>
                  <a:lnTo>
                    <a:pt x="785215"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98" name="Google Shape;298;p12"/>
            <p:cNvSpPr/>
            <p:nvPr/>
          </p:nvSpPr>
          <p:spPr>
            <a:xfrm>
              <a:off x="6145491" y="1508442"/>
              <a:ext cx="497205" cy="1276985"/>
            </a:xfrm>
            <a:custGeom>
              <a:avLst/>
              <a:gdLst/>
              <a:ahLst/>
              <a:cxnLst/>
              <a:rect l="l" t="t" r="r" b="b"/>
              <a:pathLst>
                <a:path w="497204" h="1276985" extrusionOk="0">
                  <a:moveTo>
                    <a:pt x="497052" y="0"/>
                  </a:moveTo>
                  <a:lnTo>
                    <a:pt x="0" y="497039"/>
                  </a:lnTo>
                  <a:lnTo>
                    <a:pt x="0" y="1276794"/>
                  </a:lnTo>
                  <a:lnTo>
                    <a:pt x="497052" y="779754"/>
                  </a:lnTo>
                  <a:lnTo>
                    <a:pt x="497052" y="0"/>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299" name="Google Shape;299;p12"/>
            <p:cNvSpPr/>
            <p:nvPr/>
          </p:nvSpPr>
          <p:spPr>
            <a:xfrm>
              <a:off x="5360276" y="1508442"/>
              <a:ext cx="1282700" cy="497205"/>
            </a:xfrm>
            <a:custGeom>
              <a:avLst/>
              <a:gdLst/>
              <a:ahLst/>
              <a:cxnLst/>
              <a:rect l="l" t="t" r="r" b="b"/>
              <a:pathLst>
                <a:path w="1282700" h="497205" extrusionOk="0">
                  <a:moveTo>
                    <a:pt x="1282268" y="0"/>
                  </a:moveTo>
                  <a:lnTo>
                    <a:pt x="497039" y="0"/>
                  </a:lnTo>
                  <a:lnTo>
                    <a:pt x="0" y="497039"/>
                  </a:lnTo>
                  <a:lnTo>
                    <a:pt x="785215" y="497039"/>
                  </a:lnTo>
                  <a:lnTo>
                    <a:pt x="1282268"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00" name="Google Shape;300;p12"/>
            <p:cNvSpPr/>
            <p:nvPr/>
          </p:nvSpPr>
          <p:spPr>
            <a:xfrm>
              <a:off x="5360276" y="1508442"/>
              <a:ext cx="1282065" cy="1276350"/>
            </a:xfrm>
            <a:custGeom>
              <a:avLst/>
              <a:gdLst/>
              <a:ahLst/>
              <a:cxnLst/>
              <a:rect l="l" t="t" r="r" b="b"/>
              <a:pathLst>
                <a:path w="1282065" h="1276350" extrusionOk="0">
                  <a:moveTo>
                    <a:pt x="0" y="496791"/>
                  </a:moveTo>
                  <a:lnTo>
                    <a:pt x="496790" y="0"/>
                  </a:lnTo>
                  <a:lnTo>
                    <a:pt x="1281606" y="0"/>
                  </a:lnTo>
                  <a:lnTo>
                    <a:pt x="1281606" y="779356"/>
                  </a:lnTo>
                  <a:lnTo>
                    <a:pt x="784819" y="1276148"/>
                  </a:lnTo>
                  <a:lnTo>
                    <a:pt x="0" y="1276148"/>
                  </a:lnTo>
                  <a:lnTo>
                    <a:pt x="0" y="496791"/>
                  </a:lnTo>
                  <a:close/>
                </a:path>
                <a:path w="1282065" h="1276350" extrusionOk="0">
                  <a:moveTo>
                    <a:pt x="0" y="496791"/>
                  </a:moveTo>
                  <a:lnTo>
                    <a:pt x="784819" y="496791"/>
                  </a:lnTo>
                  <a:lnTo>
                    <a:pt x="1281606" y="0"/>
                  </a:lnTo>
                </a:path>
                <a:path w="1282065" h="1276350" extrusionOk="0">
                  <a:moveTo>
                    <a:pt x="784819" y="496791"/>
                  </a:moveTo>
                  <a:lnTo>
                    <a:pt x="784819" y="1276148"/>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01" name="Google Shape;301;p12"/>
          <p:cNvSpPr txBox="1"/>
          <p:nvPr/>
        </p:nvSpPr>
        <p:spPr>
          <a:xfrm>
            <a:off x="5413590" y="2910662"/>
            <a:ext cx="1228751"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5 × 5 × 16</a:t>
            </a:r>
            <a:endParaRPr sz="2000" dirty="0">
              <a:latin typeface="+mj-lt"/>
              <a:ea typeface="Cambria Math"/>
              <a:cs typeface="Cambria Math"/>
              <a:sym typeface="Cambria Math"/>
            </a:endParaRPr>
          </a:p>
        </p:txBody>
      </p:sp>
      <p:grpSp>
        <p:nvGrpSpPr>
          <p:cNvPr id="302" name="Google Shape;302;p12"/>
          <p:cNvGrpSpPr/>
          <p:nvPr/>
        </p:nvGrpSpPr>
        <p:grpSpPr>
          <a:xfrm>
            <a:off x="283778" y="1350784"/>
            <a:ext cx="1492885" cy="1434935"/>
            <a:chOff x="283778" y="1350784"/>
            <a:chExt cx="1492885" cy="1434935"/>
          </a:xfrm>
        </p:grpSpPr>
        <p:sp>
          <p:nvSpPr>
            <p:cNvPr id="303" name="Google Shape;303;p12"/>
            <p:cNvSpPr/>
            <p:nvPr/>
          </p:nvSpPr>
          <p:spPr>
            <a:xfrm>
              <a:off x="283781" y="1404594"/>
              <a:ext cx="1438910" cy="1381125"/>
            </a:xfrm>
            <a:custGeom>
              <a:avLst/>
              <a:gdLst/>
              <a:ahLst/>
              <a:cxnLst/>
              <a:rect l="l" t="t" r="r" b="b"/>
              <a:pathLst>
                <a:path w="1438910" h="1381125" extrusionOk="0">
                  <a:moveTo>
                    <a:pt x="1438668" y="0"/>
                  </a:moveTo>
                  <a:lnTo>
                    <a:pt x="0" y="0"/>
                  </a:lnTo>
                  <a:lnTo>
                    <a:pt x="0" y="1380642"/>
                  </a:lnTo>
                  <a:lnTo>
                    <a:pt x="1438668" y="1380642"/>
                  </a:lnTo>
                  <a:lnTo>
                    <a:pt x="1438668"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04" name="Google Shape;304;p12"/>
            <p:cNvSpPr/>
            <p:nvPr/>
          </p:nvSpPr>
          <p:spPr>
            <a:xfrm>
              <a:off x="1722437" y="1404594"/>
              <a:ext cx="53975" cy="1381125"/>
            </a:xfrm>
            <a:custGeom>
              <a:avLst/>
              <a:gdLst/>
              <a:ahLst/>
              <a:cxnLst/>
              <a:rect l="l" t="t" r="r" b="b"/>
              <a:pathLst>
                <a:path w="53975" h="1381125" extrusionOk="0">
                  <a:moveTo>
                    <a:pt x="0" y="1380642"/>
                  </a:moveTo>
                  <a:lnTo>
                    <a:pt x="53809" y="1380642"/>
                  </a:lnTo>
                  <a:lnTo>
                    <a:pt x="53809" y="0"/>
                  </a:lnTo>
                  <a:lnTo>
                    <a:pt x="0" y="0"/>
                  </a:lnTo>
                  <a:lnTo>
                    <a:pt x="0" y="1380642"/>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05" name="Google Shape;305;p12"/>
            <p:cNvSpPr/>
            <p:nvPr/>
          </p:nvSpPr>
          <p:spPr>
            <a:xfrm>
              <a:off x="283778" y="1350784"/>
              <a:ext cx="1492885" cy="53975"/>
            </a:xfrm>
            <a:custGeom>
              <a:avLst/>
              <a:gdLst/>
              <a:ahLst/>
              <a:cxnLst/>
              <a:rect l="l" t="t" r="r" b="b"/>
              <a:pathLst>
                <a:path w="1492885" h="53975" extrusionOk="0">
                  <a:moveTo>
                    <a:pt x="1492465" y="0"/>
                  </a:moveTo>
                  <a:lnTo>
                    <a:pt x="53809" y="0"/>
                  </a:lnTo>
                  <a:lnTo>
                    <a:pt x="0" y="53809"/>
                  </a:lnTo>
                  <a:lnTo>
                    <a:pt x="1438656" y="53809"/>
                  </a:lnTo>
                  <a:lnTo>
                    <a:pt x="1492465"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06" name="Google Shape;306;p12"/>
            <p:cNvSpPr/>
            <p:nvPr/>
          </p:nvSpPr>
          <p:spPr>
            <a:xfrm>
              <a:off x="283778" y="1350784"/>
              <a:ext cx="1492250" cy="1433830"/>
            </a:xfrm>
            <a:custGeom>
              <a:avLst/>
              <a:gdLst/>
              <a:ahLst/>
              <a:cxnLst/>
              <a:rect l="l" t="t" r="r" b="b"/>
              <a:pathLst>
                <a:path w="1492250" h="1433830" extrusionOk="0">
                  <a:moveTo>
                    <a:pt x="0" y="53779"/>
                  </a:moveTo>
                  <a:lnTo>
                    <a:pt x="53779" y="0"/>
                  </a:lnTo>
                  <a:lnTo>
                    <a:pt x="1491708" y="0"/>
                  </a:lnTo>
                  <a:lnTo>
                    <a:pt x="1491708" y="1379945"/>
                  </a:lnTo>
                  <a:lnTo>
                    <a:pt x="1437926" y="1433718"/>
                  </a:lnTo>
                  <a:lnTo>
                    <a:pt x="0" y="1433718"/>
                  </a:lnTo>
                  <a:lnTo>
                    <a:pt x="0" y="53779"/>
                  </a:lnTo>
                  <a:close/>
                </a:path>
                <a:path w="1492250" h="1433830" extrusionOk="0">
                  <a:moveTo>
                    <a:pt x="0" y="53779"/>
                  </a:moveTo>
                  <a:lnTo>
                    <a:pt x="1437926" y="53779"/>
                  </a:lnTo>
                  <a:lnTo>
                    <a:pt x="1491708" y="0"/>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07" name="Google Shape;307;p12"/>
            <p:cNvSpPr/>
            <p:nvPr/>
          </p:nvSpPr>
          <p:spPr>
            <a:xfrm>
              <a:off x="1715358" y="1404563"/>
              <a:ext cx="12700" cy="1380490"/>
            </a:xfrm>
            <a:custGeom>
              <a:avLst/>
              <a:gdLst/>
              <a:ahLst/>
              <a:cxnLst/>
              <a:rect l="l" t="t" r="r" b="b"/>
              <a:pathLst>
                <a:path w="12700" h="1380489" extrusionOk="0">
                  <a:moveTo>
                    <a:pt x="0" y="0"/>
                  </a:moveTo>
                  <a:lnTo>
                    <a:pt x="12693" y="0"/>
                  </a:lnTo>
                  <a:lnTo>
                    <a:pt x="12693" y="1379939"/>
                  </a:lnTo>
                  <a:lnTo>
                    <a:pt x="0" y="1379939"/>
                  </a:lnTo>
                  <a:lnTo>
                    <a:pt x="0" y="0"/>
                  </a:lnTo>
                  <a:close/>
                </a:path>
              </a:pathLst>
            </a:custGeom>
            <a:solidFill>
              <a:srgbClr val="2F528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08" name="Google Shape;308;p12"/>
          <p:cNvSpPr txBox="1"/>
          <p:nvPr/>
        </p:nvSpPr>
        <p:spPr>
          <a:xfrm>
            <a:off x="297306" y="2910662"/>
            <a:ext cx="1438910"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14 × 14 × 3</a:t>
            </a:r>
            <a:endParaRPr sz="2000" dirty="0">
              <a:latin typeface="+mj-lt"/>
              <a:ea typeface="Cambria Math"/>
              <a:cs typeface="Cambria Math"/>
              <a:sym typeface="Cambria Math"/>
            </a:endParaRPr>
          </a:p>
        </p:txBody>
      </p:sp>
      <p:sp>
        <p:nvSpPr>
          <p:cNvPr id="309" name="Google Shape;309;p12"/>
          <p:cNvSpPr/>
          <p:nvPr/>
        </p:nvSpPr>
        <p:spPr>
          <a:xfrm>
            <a:off x="1870836" y="2080615"/>
            <a:ext cx="725805" cy="127000"/>
          </a:xfrm>
          <a:custGeom>
            <a:avLst/>
            <a:gdLst/>
            <a:ahLst/>
            <a:cxnLst/>
            <a:rect l="l" t="t" r="r" b="b"/>
            <a:pathLst>
              <a:path w="725805" h="127000" extrusionOk="0">
                <a:moveTo>
                  <a:pt x="598220" y="0"/>
                </a:moveTo>
                <a:lnTo>
                  <a:pt x="598220" y="50800"/>
                </a:lnTo>
                <a:lnTo>
                  <a:pt x="0" y="50800"/>
                </a:lnTo>
                <a:lnTo>
                  <a:pt x="0" y="76200"/>
                </a:lnTo>
                <a:lnTo>
                  <a:pt x="598220" y="76200"/>
                </a:lnTo>
                <a:lnTo>
                  <a:pt x="598220" y="127000"/>
                </a:lnTo>
                <a:lnTo>
                  <a:pt x="725220" y="63500"/>
                </a:lnTo>
                <a:lnTo>
                  <a:pt x="59822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10" name="Google Shape;310;p12"/>
          <p:cNvSpPr txBox="1"/>
          <p:nvPr/>
        </p:nvSpPr>
        <p:spPr>
          <a:xfrm>
            <a:off x="1941474" y="2295728"/>
            <a:ext cx="732180"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5 × 5</a:t>
            </a:r>
            <a:endParaRPr sz="2000">
              <a:latin typeface="+mj-lt"/>
              <a:ea typeface="Cambria Math"/>
              <a:cs typeface="Cambria Math"/>
              <a:sym typeface="Cambria Math"/>
            </a:endParaRPr>
          </a:p>
        </p:txBody>
      </p:sp>
      <p:sp>
        <p:nvSpPr>
          <p:cNvPr id="311" name="Google Shape;311;p12"/>
          <p:cNvSpPr/>
          <p:nvPr/>
        </p:nvSpPr>
        <p:spPr>
          <a:xfrm>
            <a:off x="4461636" y="2064842"/>
            <a:ext cx="725805" cy="127000"/>
          </a:xfrm>
          <a:custGeom>
            <a:avLst/>
            <a:gdLst/>
            <a:ahLst/>
            <a:cxnLst/>
            <a:rect l="l" t="t" r="r" b="b"/>
            <a:pathLst>
              <a:path w="725804" h="127000" extrusionOk="0">
                <a:moveTo>
                  <a:pt x="598220" y="0"/>
                </a:moveTo>
                <a:lnTo>
                  <a:pt x="598220" y="50800"/>
                </a:lnTo>
                <a:lnTo>
                  <a:pt x="0" y="50800"/>
                </a:lnTo>
                <a:lnTo>
                  <a:pt x="0" y="76200"/>
                </a:lnTo>
                <a:lnTo>
                  <a:pt x="598220" y="76200"/>
                </a:lnTo>
                <a:lnTo>
                  <a:pt x="598220" y="127000"/>
                </a:lnTo>
                <a:lnTo>
                  <a:pt x="725220" y="63500"/>
                </a:lnTo>
                <a:lnTo>
                  <a:pt x="59822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12" name="Google Shape;312;p12"/>
          <p:cNvSpPr txBox="1"/>
          <p:nvPr/>
        </p:nvSpPr>
        <p:spPr>
          <a:xfrm>
            <a:off x="4524171" y="2269540"/>
            <a:ext cx="725804"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2 × 2</a:t>
            </a:r>
            <a:endParaRPr sz="2000" dirty="0">
              <a:latin typeface="+mj-lt"/>
              <a:ea typeface="Cambria Math"/>
              <a:cs typeface="Cambria Math"/>
              <a:sym typeface="Cambria Math"/>
            </a:endParaRPr>
          </a:p>
        </p:txBody>
      </p:sp>
      <p:sp>
        <p:nvSpPr>
          <p:cNvPr id="313" name="Google Shape;313;p12"/>
          <p:cNvSpPr txBox="1"/>
          <p:nvPr/>
        </p:nvSpPr>
        <p:spPr>
          <a:xfrm>
            <a:off x="4342206" y="1627720"/>
            <a:ext cx="1151890"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MAX POOL</a:t>
            </a:r>
            <a:endParaRPr sz="1600">
              <a:latin typeface="+mj-lt"/>
              <a:ea typeface="Cambria"/>
              <a:cs typeface="Cambria"/>
              <a:sym typeface="Cambria"/>
            </a:endParaRPr>
          </a:p>
        </p:txBody>
      </p:sp>
      <p:sp>
        <p:nvSpPr>
          <p:cNvPr id="314" name="Google Shape;314;p12"/>
          <p:cNvSpPr/>
          <p:nvPr/>
        </p:nvSpPr>
        <p:spPr>
          <a:xfrm>
            <a:off x="6800189" y="2070100"/>
            <a:ext cx="725805" cy="127000"/>
          </a:xfrm>
          <a:custGeom>
            <a:avLst/>
            <a:gdLst/>
            <a:ahLst/>
            <a:cxnLst/>
            <a:rect l="l" t="t" r="r" b="b"/>
            <a:pathLst>
              <a:path w="725804" h="127000" extrusionOk="0">
                <a:moveTo>
                  <a:pt x="598220" y="0"/>
                </a:moveTo>
                <a:lnTo>
                  <a:pt x="598220" y="50800"/>
                </a:lnTo>
                <a:lnTo>
                  <a:pt x="0" y="50800"/>
                </a:lnTo>
                <a:lnTo>
                  <a:pt x="0" y="76200"/>
                </a:lnTo>
                <a:lnTo>
                  <a:pt x="598220" y="76200"/>
                </a:lnTo>
                <a:lnTo>
                  <a:pt x="598220" y="127000"/>
                </a:lnTo>
                <a:lnTo>
                  <a:pt x="725220" y="63500"/>
                </a:lnTo>
                <a:lnTo>
                  <a:pt x="59822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15" name="Google Shape;315;p12"/>
          <p:cNvSpPr txBox="1"/>
          <p:nvPr/>
        </p:nvSpPr>
        <p:spPr>
          <a:xfrm>
            <a:off x="7007338" y="1629600"/>
            <a:ext cx="34290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mj-lt"/>
                <a:ea typeface="Cambria"/>
                <a:cs typeface="Cambria"/>
                <a:sym typeface="Cambria"/>
              </a:rPr>
              <a:t>FC</a:t>
            </a:r>
            <a:endParaRPr sz="1800">
              <a:latin typeface="+mj-lt"/>
              <a:ea typeface="Cambria"/>
              <a:cs typeface="Cambria"/>
              <a:sym typeface="Cambria"/>
            </a:endParaRPr>
          </a:p>
        </p:txBody>
      </p:sp>
      <p:sp>
        <p:nvSpPr>
          <p:cNvPr id="316" name="Google Shape;316;p12"/>
          <p:cNvSpPr/>
          <p:nvPr/>
        </p:nvSpPr>
        <p:spPr>
          <a:xfrm>
            <a:off x="8204707" y="2080615"/>
            <a:ext cx="725805" cy="127000"/>
          </a:xfrm>
          <a:custGeom>
            <a:avLst/>
            <a:gdLst/>
            <a:ahLst/>
            <a:cxnLst/>
            <a:rect l="l" t="t" r="r" b="b"/>
            <a:pathLst>
              <a:path w="725804" h="127000" extrusionOk="0">
                <a:moveTo>
                  <a:pt x="598208" y="0"/>
                </a:moveTo>
                <a:lnTo>
                  <a:pt x="598208" y="50800"/>
                </a:lnTo>
                <a:lnTo>
                  <a:pt x="0" y="50800"/>
                </a:lnTo>
                <a:lnTo>
                  <a:pt x="0" y="76200"/>
                </a:lnTo>
                <a:lnTo>
                  <a:pt x="598208" y="76200"/>
                </a:lnTo>
                <a:lnTo>
                  <a:pt x="598208" y="127000"/>
                </a:lnTo>
                <a:lnTo>
                  <a:pt x="725208" y="63500"/>
                </a:lnTo>
                <a:lnTo>
                  <a:pt x="59820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17" name="Google Shape;317;p12"/>
          <p:cNvSpPr txBox="1"/>
          <p:nvPr/>
        </p:nvSpPr>
        <p:spPr>
          <a:xfrm>
            <a:off x="8411857" y="1627720"/>
            <a:ext cx="34290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mj-lt"/>
                <a:ea typeface="Cambria"/>
                <a:cs typeface="Cambria"/>
                <a:sym typeface="Cambria"/>
              </a:rPr>
              <a:t>FC</a:t>
            </a:r>
            <a:endParaRPr sz="1800">
              <a:latin typeface="+mj-lt"/>
              <a:ea typeface="Cambria"/>
              <a:cs typeface="Cambria"/>
              <a:sym typeface="Cambria"/>
            </a:endParaRPr>
          </a:p>
        </p:txBody>
      </p:sp>
      <p:sp>
        <p:nvSpPr>
          <p:cNvPr id="318" name="Google Shape;318;p12"/>
          <p:cNvSpPr/>
          <p:nvPr/>
        </p:nvSpPr>
        <p:spPr>
          <a:xfrm>
            <a:off x="9512020" y="2087676"/>
            <a:ext cx="725805" cy="127000"/>
          </a:xfrm>
          <a:custGeom>
            <a:avLst/>
            <a:gdLst/>
            <a:ahLst/>
            <a:cxnLst/>
            <a:rect l="l" t="t" r="r" b="b"/>
            <a:pathLst>
              <a:path w="725804" h="127000" extrusionOk="0">
                <a:moveTo>
                  <a:pt x="598208" y="0"/>
                </a:moveTo>
                <a:lnTo>
                  <a:pt x="598208" y="50800"/>
                </a:lnTo>
                <a:lnTo>
                  <a:pt x="0" y="50800"/>
                </a:lnTo>
                <a:lnTo>
                  <a:pt x="0" y="76200"/>
                </a:lnTo>
                <a:lnTo>
                  <a:pt x="598208" y="76200"/>
                </a:lnTo>
                <a:lnTo>
                  <a:pt x="598208" y="127000"/>
                </a:lnTo>
                <a:lnTo>
                  <a:pt x="725208" y="63500"/>
                </a:lnTo>
                <a:lnTo>
                  <a:pt x="59820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319" name="Google Shape;319;p12"/>
          <p:cNvGrpSpPr/>
          <p:nvPr/>
        </p:nvGrpSpPr>
        <p:grpSpPr>
          <a:xfrm>
            <a:off x="10423650" y="1974583"/>
            <a:ext cx="395696" cy="365760"/>
            <a:chOff x="10423650" y="1974583"/>
            <a:chExt cx="395696" cy="365760"/>
          </a:xfrm>
        </p:grpSpPr>
        <p:sp>
          <p:nvSpPr>
            <p:cNvPr id="320" name="Google Shape;320;p12"/>
            <p:cNvSpPr/>
            <p:nvPr/>
          </p:nvSpPr>
          <p:spPr>
            <a:xfrm>
              <a:off x="10453586" y="1974583"/>
              <a:ext cx="365760" cy="365760"/>
            </a:xfrm>
            <a:custGeom>
              <a:avLst/>
              <a:gdLst/>
              <a:ahLst/>
              <a:cxnLst/>
              <a:rect l="l" t="t" r="r" b="b"/>
              <a:pathLst>
                <a:path w="365759" h="365760" extrusionOk="0">
                  <a:moveTo>
                    <a:pt x="0" y="182786"/>
                  </a:moveTo>
                  <a:lnTo>
                    <a:pt x="6529" y="134194"/>
                  </a:lnTo>
                  <a:lnTo>
                    <a:pt x="24955" y="90530"/>
                  </a:lnTo>
                  <a:lnTo>
                    <a:pt x="53537" y="53537"/>
                  </a:lnTo>
                  <a:lnTo>
                    <a:pt x="90530" y="24955"/>
                  </a:lnTo>
                  <a:lnTo>
                    <a:pt x="134194" y="6529"/>
                  </a:lnTo>
                  <a:lnTo>
                    <a:pt x="182786" y="0"/>
                  </a:lnTo>
                  <a:lnTo>
                    <a:pt x="231378" y="6529"/>
                  </a:lnTo>
                  <a:lnTo>
                    <a:pt x="275042" y="24955"/>
                  </a:lnTo>
                  <a:lnTo>
                    <a:pt x="312036" y="53537"/>
                  </a:lnTo>
                  <a:lnTo>
                    <a:pt x="340617" y="90530"/>
                  </a:lnTo>
                  <a:lnTo>
                    <a:pt x="359044" y="134194"/>
                  </a:lnTo>
                  <a:lnTo>
                    <a:pt x="365573" y="182786"/>
                  </a:lnTo>
                  <a:lnTo>
                    <a:pt x="359044" y="231378"/>
                  </a:lnTo>
                  <a:lnTo>
                    <a:pt x="340617" y="275042"/>
                  </a:lnTo>
                  <a:lnTo>
                    <a:pt x="312036" y="312036"/>
                  </a:lnTo>
                  <a:lnTo>
                    <a:pt x="275042" y="340617"/>
                  </a:lnTo>
                  <a:lnTo>
                    <a:pt x="231378" y="359044"/>
                  </a:lnTo>
                  <a:lnTo>
                    <a:pt x="182786" y="365573"/>
                  </a:lnTo>
                  <a:lnTo>
                    <a:pt x="134194" y="359044"/>
                  </a:lnTo>
                  <a:lnTo>
                    <a:pt x="90530" y="340617"/>
                  </a:lnTo>
                  <a:lnTo>
                    <a:pt x="53537" y="312036"/>
                  </a:lnTo>
                  <a:lnTo>
                    <a:pt x="24955" y="275042"/>
                  </a:lnTo>
                  <a:lnTo>
                    <a:pt x="6529" y="231378"/>
                  </a:lnTo>
                  <a:lnTo>
                    <a:pt x="0" y="182786"/>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21" name="Google Shape;321;p12"/>
            <p:cNvSpPr/>
            <p:nvPr/>
          </p:nvSpPr>
          <p:spPr>
            <a:xfrm>
              <a:off x="10423650" y="2295557"/>
              <a:ext cx="19050" cy="19050"/>
            </a:xfrm>
            <a:custGeom>
              <a:avLst/>
              <a:gdLst/>
              <a:ahLst/>
              <a:cxnLst/>
              <a:rect l="l" t="t" r="r" b="b"/>
              <a:pathLst>
                <a:path w="19050" h="19050" extrusionOk="0">
                  <a:moveTo>
                    <a:pt x="0" y="9525"/>
                  </a:moveTo>
                  <a:lnTo>
                    <a:pt x="2789" y="16261"/>
                  </a:lnTo>
                  <a:lnTo>
                    <a:pt x="9525" y="19051"/>
                  </a:lnTo>
                  <a:lnTo>
                    <a:pt x="16261" y="16261"/>
                  </a:lnTo>
                  <a:lnTo>
                    <a:pt x="19051" y="9525"/>
                  </a:lnTo>
                  <a:lnTo>
                    <a:pt x="16261" y="2789"/>
                  </a:lnTo>
                  <a:lnTo>
                    <a:pt x="9525" y="0"/>
                  </a:lnTo>
                  <a:lnTo>
                    <a:pt x="2789" y="2789"/>
                  </a:lnTo>
                  <a:lnTo>
                    <a:pt x="0" y="9525"/>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22" name="Google Shape;322;p12"/>
          <p:cNvSpPr txBox="1"/>
          <p:nvPr/>
        </p:nvSpPr>
        <p:spPr>
          <a:xfrm>
            <a:off x="10013340" y="2530182"/>
            <a:ext cx="1335405" cy="647700"/>
          </a:xfrm>
          <a:prstGeom prst="rect">
            <a:avLst/>
          </a:prstGeom>
          <a:noFill/>
          <a:ln>
            <a:noFill/>
          </a:ln>
        </p:spPr>
        <p:txBody>
          <a:bodyPr spcFirstLastPara="1" wrap="square" lIns="0" tIns="12700" rIns="0" bIns="0" anchor="t" anchorCtr="0">
            <a:spAutoFit/>
          </a:bodyPr>
          <a:lstStyle/>
          <a:p>
            <a:pPr marL="0" marR="62230" lvl="0" indent="0" algn="ctr" rtl="0">
              <a:lnSpc>
                <a:spcPct val="100000"/>
              </a:lnSpc>
              <a:spcBef>
                <a:spcPts val="0"/>
              </a:spcBef>
              <a:spcAft>
                <a:spcPts val="0"/>
              </a:spcAft>
              <a:buNone/>
            </a:pPr>
            <a:r>
              <a:rPr lang="en-US" sz="2000">
                <a:latin typeface="+mj-lt"/>
                <a:ea typeface="Cambria Math"/>
                <a:cs typeface="Cambria Math"/>
                <a:sym typeface="Cambria Math"/>
              </a:rPr>
              <a:t>y</a:t>
            </a:r>
            <a:endParaRPr sz="2000">
              <a:latin typeface="+mj-lt"/>
              <a:ea typeface="Cambria Math"/>
              <a:cs typeface="Cambria Math"/>
              <a:sym typeface="Cambria Math"/>
            </a:endParaRPr>
          </a:p>
          <a:p>
            <a:pPr marL="0" lvl="0" indent="0" algn="ctr" rtl="0">
              <a:lnSpc>
                <a:spcPct val="100000"/>
              </a:lnSpc>
              <a:spcBef>
                <a:spcPts val="100"/>
              </a:spcBef>
              <a:spcAft>
                <a:spcPts val="0"/>
              </a:spcAft>
              <a:buNone/>
            </a:pPr>
            <a:r>
              <a:rPr lang="en-US" sz="2000">
                <a:latin typeface="+mj-lt"/>
                <a:ea typeface="Cambria"/>
                <a:cs typeface="Cambria"/>
                <a:sym typeface="Cambria"/>
              </a:rPr>
              <a:t>softmax (4)</a:t>
            </a:r>
            <a:endParaRPr sz="2000">
              <a:latin typeface="+mj-lt"/>
              <a:ea typeface="Cambria"/>
              <a:cs typeface="Cambria"/>
              <a:sym typeface="Cambria"/>
            </a:endParaRPr>
          </a:p>
        </p:txBody>
      </p:sp>
      <p:grpSp>
        <p:nvGrpSpPr>
          <p:cNvPr id="323" name="Google Shape;323;p12"/>
          <p:cNvGrpSpPr/>
          <p:nvPr/>
        </p:nvGrpSpPr>
        <p:grpSpPr>
          <a:xfrm>
            <a:off x="283778" y="3953154"/>
            <a:ext cx="1492885" cy="1434935"/>
            <a:chOff x="283778" y="3953154"/>
            <a:chExt cx="1492885" cy="1434935"/>
          </a:xfrm>
        </p:grpSpPr>
        <p:sp>
          <p:nvSpPr>
            <p:cNvPr id="324" name="Google Shape;324;p12"/>
            <p:cNvSpPr/>
            <p:nvPr/>
          </p:nvSpPr>
          <p:spPr>
            <a:xfrm>
              <a:off x="283781" y="4006964"/>
              <a:ext cx="1438910" cy="1381125"/>
            </a:xfrm>
            <a:custGeom>
              <a:avLst/>
              <a:gdLst/>
              <a:ahLst/>
              <a:cxnLst/>
              <a:rect l="l" t="t" r="r" b="b"/>
              <a:pathLst>
                <a:path w="1438910" h="1381125" extrusionOk="0">
                  <a:moveTo>
                    <a:pt x="1438668" y="0"/>
                  </a:moveTo>
                  <a:lnTo>
                    <a:pt x="0" y="0"/>
                  </a:lnTo>
                  <a:lnTo>
                    <a:pt x="0" y="1380642"/>
                  </a:lnTo>
                  <a:lnTo>
                    <a:pt x="1438668" y="1380642"/>
                  </a:lnTo>
                  <a:lnTo>
                    <a:pt x="1438668"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25" name="Google Shape;325;p12"/>
            <p:cNvSpPr/>
            <p:nvPr/>
          </p:nvSpPr>
          <p:spPr>
            <a:xfrm>
              <a:off x="1722437" y="4006951"/>
              <a:ext cx="53975" cy="1381125"/>
            </a:xfrm>
            <a:custGeom>
              <a:avLst/>
              <a:gdLst/>
              <a:ahLst/>
              <a:cxnLst/>
              <a:rect l="l" t="t" r="r" b="b"/>
              <a:pathLst>
                <a:path w="53975" h="1381125" extrusionOk="0">
                  <a:moveTo>
                    <a:pt x="0" y="1380655"/>
                  </a:moveTo>
                  <a:lnTo>
                    <a:pt x="53809" y="1380655"/>
                  </a:lnTo>
                  <a:lnTo>
                    <a:pt x="53809" y="0"/>
                  </a:lnTo>
                  <a:lnTo>
                    <a:pt x="0" y="0"/>
                  </a:lnTo>
                  <a:lnTo>
                    <a:pt x="0" y="1380655"/>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26" name="Google Shape;326;p12"/>
            <p:cNvSpPr/>
            <p:nvPr/>
          </p:nvSpPr>
          <p:spPr>
            <a:xfrm>
              <a:off x="283778" y="3953154"/>
              <a:ext cx="1492885" cy="53975"/>
            </a:xfrm>
            <a:custGeom>
              <a:avLst/>
              <a:gdLst/>
              <a:ahLst/>
              <a:cxnLst/>
              <a:rect l="l" t="t" r="r" b="b"/>
              <a:pathLst>
                <a:path w="1492885" h="53975" extrusionOk="0">
                  <a:moveTo>
                    <a:pt x="1492465" y="0"/>
                  </a:moveTo>
                  <a:lnTo>
                    <a:pt x="53809" y="0"/>
                  </a:lnTo>
                  <a:lnTo>
                    <a:pt x="0" y="53797"/>
                  </a:lnTo>
                  <a:lnTo>
                    <a:pt x="1438656" y="53797"/>
                  </a:lnTo>
                  <a:lnTo>
                    <a:pt x="1492465"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27" name="Google Shape;327;p12"/>
            <p:cNvSpPr/>
            <p:nvPr/>
          </p:nvSpPr>
          <p:spPr>
            <a:xfrm>
              <a:off x="283778" y="3953154"/>
              <a:ext cx="1492250" cy="1433830"/>
            </a:xfrm>
            <a:custGeom>
              <a:avLst/>
              <a:gdLst/>
              <a:ahLst/>
              <a:cxnLst/>
              <a:rect l="l" t="t" r="r" b="b"/>
              <a:pathLst>
                <a:path w="1492250" h="1433829" extrusionOk="0">
                  <a:moveTo>
                    <a:pt x="0" y="53779"/>
                  </a:moveTo>
                  <a:lnTo>
                    <a:pt x="53779" y="0"/>
                  </a:lnTo>
                  <a:lnTo>
                    <a:pt x="1491708" y="0"/>
                  </a:lnTo>
                  <a:lnTo>
                    <a:pt x="1491708" y="1379945"/>
                  </a:lnTo>
                  <a:lnTo>
                    <a:pt x="1437926" y="1433718"/>
                  </a:lnTo>
                  <a:lnTo>
                    <a:pt x="0" y="1433718"/>
                  </a:lnTo>
                  <a:lnTo>
                    <a:pt x="0" y="53779"/>
                  </a:lnTo>
                  <a:close/>
                </a:path>
                <a:path w="1492250" h="1433829" extrusionOk="0">
                  <a:moveTo>
                    <a:pt x="0" y="53779"/>
                  </a:moveTo>
                  <a:lnTo>
                    <a:pt x="1437926" y="53779"/>
                  </a:lnTo>
                  <a:lnTo>
                    <a:pt x="1491708" y="0"/>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28" name="Google Shape;328;p12"/>
            <p:cNvSpPr/>
            <p:nvPr/>
          </p:nvSpPr>
          <p:spPr>
            <a:xfrm>
              <a:off x="1715358" y="4006933"/>
              <a:ext cx="12700" cy="1380490"/>
            </a:xfrm>
            <a:custGeom>
              <a:avLst/>
              <a:gdLst/>
              <a:ahLst/>
              <a:cxnLst/>
              <a:rect l="l" t="t" r="r" b="b"/>
              <a:pathLst>
                <a:path w="12700" h="1380489" extrusionOk="0">
                  <a:moveTo>
                    <a:pt x="0" y="0"/>
                  </a:moveTo>
                  <a:lnTo>
                    <a:pt x="12693" y="0"/>
                  </a:lnTo>
                  <a:lnTo>
                    <a:pt x="12693" y="1379939"/>
                  </a:lnTo>
                  <a:lnTo>
                    <a:pt x="0" y="1379939"/>
                  </a:lnTo>
                  <a:lnTo>
                    <a:pt x="0" y="0"/>
                  </a:lnTo>
                  <a:close/>
                </a:path>
              </a:pathLst>
            </a:custGeom>
            <a:solidFill>
              <a:srgbClr val="2F528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29" name="Google Shape;329;p12"/>
          <p:cNvSpPr txBox="1"/>
          <p:nvPr/>
        </p:nvSpPr>
        <p:spPr>
          <a:xfrm>
            <a:off x="297306" y="5513027"/>
            <a:ext cx="1418052"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14 × 14 × 3</a:t>
            </a:r>
            <a:endParaRPr sz="2000" dirty="0">
              <a:latin typeface="+mj-lt"/>
              <a:ea typeface="Cambria Math"/>
              <a:cs typeface="Cambria Math"/>
              <a:sym typeface="Cambria Math"/>
            </a:endParaRPr>
          </a:p>
        </p:txBody>
      </p:sp>
      <p:grpSp>
        <p:nvGrpSpPr>
          <p:cNvPr id="330" name="Google Shape;330;p12"/>
          <p:cNvGrpSpPr/>
          <p:nvPr/>
        </p:nvGrpSpPr>
        <p:grpSpPr>
          <a:xfrm>
            <a:off x="2832531" y="3953154"/>
            <a:ext cx="1456055" cy="1434973"/>
            <a:chOff x="2832531" y="3953154"/>
            <a:chExt cx="1456055" cy="1434973"/>
          </a:xfrm>
        </p:grpSpPr>
        <p:sp>
          <p:nvSpPr>
            <p:cNvPr id="331" name="Google Shape;331;p12"/>
            <p:cNvSpPr/>
            <p:nvPr/>
          </p:nvSpPr>
          <p:spPr>
            <a:xfrm>
              <a:off x="2832531" y="4427372"/>
              <a:ext cx="981710" cy="960755"/>
            </a:xfrm>
            <a:custGeom>
              <a:avLst/>
              <a:gdLst/>
              <a:ahLst/>
              <a:cxnLst/>
              <a:rect l="l" t="t" r="r" b="b"/>
              <a:pathLst>
                <a:path w="981710" h="960754" extrusionOk="0">
                  <a:moveTo>
                    <a:pt x="981468" y="0"/>
                  </a:moveTo>
                  <a:lnTo>
                    <a:pt x="0" y="0"/>
                  </a:lnTo>
                  <a:lnTo>
                    <a:pt x="0" y="960234"/>
                  </a:lnTo>
                  <a:lnTo>
                    <a:pt x="981468" y="960234"/>
                  </a:lnTo>
                  <a:lnTo>
                    <a:pt x="981468"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32" name="Google Shape;332;p12"/>
            <p:cNvSpPr/>
            <p:nvPr/>
          </p:nvSpPr>
          <p:spPr>
            <a:xfrm>
              <a:off x="3814000" y="3953154"/>
              <a:ext cx="474345" cy="1434465"/>
            </a:xfrm>
            <a:custGeom>
              <a:avLst/>
              <a:gdLst/>
              <a:ahLst/>
              <a:cxnLst/>
              <a:rect l="l" t="t" r="r" b="b"/>
              <a:pathLst>
                <a:path w="474345" h="1434464" extrusionOk="0">
                  <a:moveTo>
                    <a:pt x="474218" y="0"/>
                  </a:moveTo>
                  <a:lnTo>
                    <a:pt x="0" y="474218"/>
                  </a:lnTo>
                  <a:lnTo>
                    <a:pt x="0" y="1434452"/>
                  </a:lnTo>
                  <a:lnTo>
                    <a:pt x="474218" y="960234"/>
                  </a:lnTo>
                  <a:lnTo>
                    <a:pt x="474218" y="0"/>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33" name="Google Shape;333;p12"/>
            <p:cNvSpPr/>
            <p:nvPr/>
          </p:nvSpPr>
          <p:spPr>
            <a:xfrm>
              <a:off x="2832531" y="3953154"/>
              <a:ext cx="1456055" cy="474345"/>
            </a:xfrm>
            <a:custGeom>
              <a:avLst/>
              <a:gdLst/>
              <a:ahLst/>
              <a:cxnLst/>
              <a:rect l="l" t="t" r="r" b="b"/>
              <a:pathLst>
                <a:path w="1456054" h="474345" extrusionOk="0">
                  <a:moveTo>
                    <a:pt x="1455686" y="0"/>
                  </a:moveTo>
                  <a:lnTo>
                    <a:pt x="474218" y="0"/>
                  </a:lnTo>
                  <a:lnTo>
                    <a:pt x="0" y="474218"/>
                  </a:lnTo>
                  <a:lnTo>
                    <a:pt x="981468" y="474218"/>
                  </a:lnTo>
                  <a:lnTo>
                    <a:pt x="1455686"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34" name="Google Shape;334;p12"/>
            <p:cNvSpPr/>
            <p:nvPr/>
          </p:nvSpPr>
          <p:spPr>
            <a:xfrm>
              <a:off x="2832531" y="3953154"/>
              <a:ext cx="1455420" cy="1433830"/>
            </a:xfrm>
            <a:custGeom>
              <a:avLst/>
              <a:gdLst/>
              <a:ahLst/>
              <a:cxnLst/>
              <a:rect l="l" t="t" r="r" b="b"/>
              <a:pathLst>
                <a:path w="1455420" h="1433829" extrusionOk="0">
                  <a:moveTo>
                    <a:pt x="0" y="473975"/>
                  </a:moveTo>
                  <a:lnTo>
                    <a:pt x="473974" y="0"/>
                  </a:lnTo>
                  <a:lnTo>
                    <a:pt x="1454937" y="0"/>
                  </a:lnTo>
                  <a:lnTo>
                    <a:pt x="1454937" y="959748"/>
                  </a:lnTo>
                  <a:lnTo>
                    <a:pt x="980967" y="1433718"/>
                  </a:lnTo>
                  <a:lnTo>
                    <a:pt x="0" y="1433718"/>
                  </a:lnTo>
                  <a:lnTo>
                    <a:pt x="0" y="473975"/>
                  </a:lnTo>
                  <a:close/>
                </a:path>
                <a:path w="1455420" h="1433829" extrusionOk="0">
                  <a:moveTo>
                    <a:pt x="0" y="473975"/>
                  </a:moveTo>
                  <a:lnTo>
                    <a:pt x="980967" y="473975"/>
                  </a:lnTo>
                  <a:lnTo>
                    <a:pt x="1454937" y="0"/>
                  </a:lnTo>
                </a:path>
                <a:path w="1455420" h="1433829" extrusionOk="0">
                  <a:moveTo>
                    <a:pt x="980967" y="473975"/>
                  </a:moveTo>
                  <a:lnTo>
                    <a:pt x="980967" y="1433718"/>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35" name="Google Shape;335;p12"/>
          <p:cNvSpPr txBox="1"/>
          <p:nvPr/>
        </p:nvSpPr>
        <p:spPr>
          <a:xfrm>
            <a:off x="2605151" y="5513027"/>
            <a:ext cx="1518132"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10 × 10 × 16</a:t>
            </a:r>
            <a:endParaRPr sz="2000" dirty="0">
              <a:latin typeface="+mj-lt"/>
              <a:ea typeface="Cambria Math"/>
              <a:cs typeface="Cambria Math"/>
              <a:sym typeface="Cambria Math"/>
            </a:endParaRPr>
          </a:p>
        </p:txBody>
      </p:sp>
      <p:grpSp>
        <p:nvGrpSpPr>
          <p:cNvPr id="336" name="Google Shape;336;p12"/>
          <p:cNvGrpSpPr/>
          <p:nvPr/>
        </p:nvGrpSpPr>
        <p:grpSpPr>
          <a:xfrm>
            <a:off x="5360276" y="4110799"/>
            <a:ext cx="1282700" cy="1276985"/>
            <a:chOff x="5360276" y="4110799"/>
            <a:chExt cx="1282700" cy="1276985"/>
          </a:xfrm>
        </p:grpSpPr>
        <p:sp>
          <p:nvSpPr>
            <p:cNvPr id="337" name="Google Shape;337;p12"/>
            <p:cNvSpPr/>
            <p:nvPr/>
          </p:nvSpPr>
          <p:spPr>
            <a:xfrm>
              <a:off x="5360276" y="4607851"/>
              <a:ext cx="785495" cy="779780"/>
            </a:xfrm>
            <a:custGeom>
              <a:avLst/>
              <a:gdLst/>
              <a:ahLst/>
              <a:cxnLst/>
              <a:rect l="l" t="t" r="r" b="b"/>
              <a:pathLst>
                <a:path w="785495" h="779779" extrusionOk="0">
                  <a:moveTo>
                    <a:pt x="785215" y="0"/>
                  </a:moveTo>
                  <a:lnTo>
                    <a:pt x="0" y="0"/>
                  </a:lnTo>
                  <a:lnTo>
                    <a:pt x="0" y="779754"/>
                  </a:lnTo>
                  <a:lnTo>
                    <a:pt x="785215" y="779754"/>
                  </a:lnTo>
                  <a:lnTo>
                    <a:pt x="785215"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38" name="Google Shape;338;p12"/>
            <p:cNvSpPr/>
            <p:nvPr/>
          </p:nvSpPr>
          <p:spPr>
            <a:xfrm>
              <a:off x="6145491" y="4110799"/>
              <a:ext cx="497205" cy="1276985"/>
            </a:xfrm>
            <a:custGeom>
              <a:avLst/>
              <a:gdLst/>
              <a:ahLst/>
              <a:cxnLst/>
              <a:rect l="l" t="t" r="r" b="b"/>
              <a:pathLst>
                <a:path w="497204" h="1276985" extrusionOk="0">
                  <a:moveTo>
                    <a:pt x="497052" y="0"/>
                  </a:moveTo>
                  <a:lnTo>
                    <a:pt x="0" y="497052"/>
                  </a:lnTo>
                  <a:lnTo>
                    <a:pt x="0" y="1276807"/>
                  </a:lnTo>
                  <a:lnTo>
                    <a:pt x="497052" y="779754"/>
                  </a:lnTo>
                  <a:lnTo>
                    <a:pt x="497052" y="0"/>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39" name="Google Shape;339;p12"/>
            <p:cNvSpPr/>
            <p:nvPr/>
          </p:nvSpPr>
          <p:spPr>
            <a:xfrm>
              <a:off x="5360276" y="4110799"/>
              <a:ext cx="1282700" cy="497205"/>
            </a:xfrm>
            <a:custGeom>
              <a:avLst/>
              <a:gdLst/>
              <a:ahLst/>
              <a:cxnLst/>
              <a:rect l="l" t="t" r="r" b="b"/>
              <a:pathLst>
                <a:path w="1282700" h="497204" extrusionOk="0">
                  <a:moveTo>
                    <a:pt x="1282268" y="0"/>
                  </a:moveTo>
                  <a:lnTo>
                    <a:pt x="497039" y="0"/>
                  </a:lnTo>
                  <a:lnTo>
                    <a:pt x="0" y="497052"/>
                  </a:lnTo>
                  <a:lnTo>
                    <a:pt x="785215" y="497052"/>
                  </a:lnTo>
                  <a:lnTo>
                    <a:pt x="1282268"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40" name="Google Shape;340;p12"/>
            <p:cNvSpPr/>
            <p:nvPr/>
          </p:nvSpPr>
          <p:spPr>
            <a:xfrm>
              <a:off x="5360276" y="4110799"/>
              <a:ext cx="1282065" cy="1276350"/>
            </a:xfrm>
            <a:custGeom>
              <a:avLst/>
              <a:gdLst/>
              <a:ahLst/>
              <a:cxnLst/>
              <a:rect l="l" t="t" r="r" b="b"/>
              <a:pathLst>
                <a:path w="1282065" h="1276350" extrusionOk="0">
                  <a:moveTo>
                    <a:pt x="0" y="496791"/>
                  </a:moveTo>
                  <a:lnTo>
                    <a:pt x="496790" y="0"/>
                  </a:lnTo>
                  <a:lnTo>
                    <a:pt x="1281606" y="0"/>
                  </a:lnTo>
                  <a:lnTo>
                    <a:pt x="1281606" y="779356"/>
                  </a:lnTo>
                  <a:lnTo>
                    <a:pt x="784819" y="1276148"/>
                  </a:lnTo>
                  <a:lnTo>
                    <a:pt x="0" y="1276148"/>
                  </a:lnTo>
                  <a:lnTo>
                    <a:pt x="0" y="496791"/>
                  </a:lnTo>
                  <a:close/>
                </a:path>
                <a:path w="1282065" h="1276350" extrusionOk="0">
                  <a:moveTo>
                    <a:pt x="0" y="496791"/>
                  </a:moveTo>
                  <a:lnTo>
                    <a:pt x="784819" y="496791"/>
                  </a:lnTo>
                  <a:lnTo>
                    <a:pt x="1281606" y="0"/>
                  </a:lnTo>
                </a:path>
                <a:path w="1282065" h="1276350" extrusionOk="0">
                  <a:moveTo>
                    <a:pt x="784819" y="496791"/>
                  </a:moveTo>
                  <a:lnTo>
                    <a:pt x="784819" y="1276148"/>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41" name="Google Shape;341;p12"/>
          <p:cNvSpPr txBox="1"/>
          <p:nvPr/>
        </p:nvSpPr>
        <p:spPr>
          <a:xfrm>
            <a:off x="5413590" y="5513027"/>
            <a:ext cx="1228751"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5 × 5 × 16</a:t>
            </a:r>
            <a:endParaRPr sz="2000" dirty="0">
              <a:latin typeface="+mj-lt"/>
              <a:ea typeface="Cambria Math"/>
              <a:cs typeface="Cambria Math"/>
              <a:sym typeface="Cambria Math"/>
            </a:endParaRPr>
          </a:p>
        </p:txBody>
      </p:sp>
      <p:sp>
        <p:nvSpPr>
          <p:cNvPr id="342" name="Google Shape;342;p12"/>
          <p:cNvSpPr/>
          <p:nvPr/>
        </p:nvSpPr>
        <p:spPr>
          <a:xfrm>
            <a:off x="1870836" y="4682972"/>
            <a:ext cx="725805" cy="127000"/>
          </a:xfrm>
          <a:custGeom>
            <a:avLst/>
            <a:gdLst/>
            <a:ahLst/>
            <a:cxnLst/>
            <a:rect l="l" t="t" r="r" b="b"/>
            <a:pathLst>
              <a:path w="725805" h="127000" extrusionOk="0">
                <a:moveTo>
                  <a:pt x="598220" y="0"/>
                </a:moveTo>
                <a:lnTo>
                  <a:pt x="598220" y="50800"/>
                </a:lnTo>
                <a:lnTo>
                  <a:pt x="0" y="50800"/>
                </a:lnTo>
                <a:lnTo>
                  <a:pt x="0" y="76200"/>
                </a:lnTo>
                <a:lnTo>
                  <a:pt x="598220" y="76200"/>
                </a:lnTo>
                <a:lnTo>
                  <a:pt x="598220" y="127000"/>
                </a:lnTo>
                <a:lnTo>
                  <a:pt x="725220" y="63500"/>
                </a:lnTo>
                <a:lnTo>
                  <a:pt x="59822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43" name="Google Shape;343;p12"/>
          <p:cNvSpPr txBox="1"/>
          <p:nvPr/>
        </p:nvSpPr>
        <p:spPr>
          <a:xfrm>
            <a:off x="2002446" y="4871897"/>
            <a:ext cx="671207"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5 × 5</a:t>
            </a:r>
            <a:endParaRPr sz="2000" dirty="0">
              <a:latin typeface="+mj-lt"/>
              <a:ea typeface="Cambria Math"/>
              <a:cs typeface="Cambria Math"/>
              <a:sym typeface="Cambria Math"/>
            </a:endParaRPr>
          </a:p>
        </p:txBody>
      </p:sp>
      <p:sp>
        <p:nvSpPr>
          <p:cNvPr id="344" name="Google Shape;344;p12"/>
          <p:cNvSpPr/>
          <p:nvPr/>
        </p:nvSpPr>
        <p:spPr>
          <a:xfrm>
            <a:off x="4461636" y="4667212"/>
            <a:ext cx="725805" cy="127000"/>
          </a:xfrm>
          <a:custGeom>
            <a:avLst/>
            <a:gdLst/>
            <a:ahLst/>
            <a:cxnLst/>
            <a:rect l="l" t="t" r="r" b="b"/>
            <a:pathLst>
              <a:path w="725804" h="127000" extrusionOk="0">
                <a:moveTo>
                  <a:pt x="598220" y="0"/>
                </a:moveTo>
                <a:lnTo>
                  <a:pt x="598220" y="50800"/>
                </a:lnTo>
                <a:lnTo>
                  <a:pt x="0" y="50800"/>
                </a:lnTo>
                <a:lnTo>
                  <a:pt x="0" y="76200"/>
                </a:lnTo>
                <a:lnTo>
                  <a:pt x="598220" y="76200"/>
                </a:lnTo>
                <a:lnTo>
                  <a:pt x="598220" y="127000"/>
                </a:lnTo>
                <a:lnTo>
                  <a:pt x="725220" y="63500"/>
                </a:lnTo>
                <a:lnTo>
                  <a:pt x="59822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45" name="Google Shape;345;p12"/>
          <p:cNvSpPr txBox="1"/>
          <p:nvPr/>
        </p:nvSpPr>
        <p:spPr>
          <a:xfrm>
            <a:off x="4524170" y="4871897"/>
            <a:ext cx="745249"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2 × 2</a:t>
            </a:r>
            <a:endParaRPr sz="2000" dirty="0">
              <a:latin typeface="+mj-lt"/>
              <a:ea typeface="Cambria Math"/>
              <a:cs typeface="Cambria Math"/>
              <a:sym typeface="Cambria Math"/>
            </a:endParaRPr>
          </a:p>
        </p:txBody>
      </p:sp>
      <p:sp>
        <p:nvSpPr>
          <p:cNvPr id="346" name="Google Shape;346;p12"/>
          <p:cNvSpPr txBox="1"/>
          <p:nvPr/>
        </p:nvSpPr>
        <p:spPr>
          <a:xfrm>
            <a:off x="4342206" y="4230077"/>
            <a:ext cx="1151890"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MAX POOL</a:t>
            </a:r>
            <a:endParaRPr sz="1600">
              <a:latin typeface="+mj-lt"/>
              <a:ea typeface="Cambria"/>
              <a:cs typeface="Cambria"/>
              <a:sym typeface="Cambria"/>
            </a:endParaRPr>
          </a:p>
        </p:txBody>
      </p:sp>
      <p:grpSp>
        <p:nvGrpSpPr>
          <p:cNvPr id="347" name="Google Shape;347;p12"/>
          <p:cNvGrpSpPr/>
          <p:nvPr/>
        </p:nvGrpSpPr>
        <p:grpSpPr>
          <a:xfrm>
            <a:off x="6800189" y="4441304"/>
            <a:ext cx="3219336" cy="821080"/>
            <a:chOff x="6800189" y="4441304"/>
            <a:chExt cx="3219336" cy="821080"/>
          </a:xfrm>
        </p:grpSpPr>
        <p:sp>
          <p:nvSpPr>
            <p:cNvPr id="348" name="Google Shape;348;p12"/>
            <p:cNvSpPr/>
            <p:nvPr/>
          </p:nvSpPr>
          <p:spPr>
            <a:xfrm>
              <a:off x="7547762" y="5087759"/>
              <a:ext cx="212090" cy="174625"/>
            </a:xfrm>
            <a:custGeom>
              <a:avLst/>
              <a:gdLst/>
              <a:ahLst/>
              <a:cxnLst/>
              <a:rect l="l" t="t" r="r" b="b"/>
              <a:pathLst>
                <a:path w="212090" h="174625" extrusionOk="0">
                  <a:moveTo>
                    <a:pt x="212077" y="0"/>
                  </a:moveTo>
                  <a:lnTo>
                    <a:pt x="0" y="0"/>
                  </a:lnTo>
                  <a:lnTo>
                    <a:pt x="0" y="174091"/>
                  </a:lnTo>
                  <a:lnTo>
                    <a:pt x="212077" y="174091"/>
                  </a:lnTo>
                  <a:lnTo>
                    <a:pt x="212077"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49" name="Google Shape;349;p12"/>
            <p:cNvSpPr/>
            <p:nvPr/>
          </p:nvSpPr>
          <p:spPr>
            <a:xfrm>
              <a:off x="7759839" y="4441304"/>
              <a:ext cx="647065" cy="821055"/>
            </a:xfrm>
            <a:custGeom>
              <a:avLst/>
              <a:gdLst/>
              <a:ahLst/>
              <a:cxnLst/>
              <a:rect l="l" t="t" r="r" b="b"/>
              <a:pathLst>
                <a:path w="647065" h="821054" extrusionOk="0">
                  <a:moveTo>
                    <a:pt x="646455" y="0"/>
                  </a:moveTo>
                  <a:lnTo>
                    <a:pt x="0" y="646455"/>
                  </a:lnTo>
                  <a:lnTo>
                    <a:pt x="0" y="820546"/>
                  </a:lnTo>
                  <a:lnTo>
                    <a:pt x="646455" y="174091"/>
                  </a:lnTo>
                  <a:lnTo>
                    <a:pt x="646455" y="0"/>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50" name="Google Shape;350;p12"/>
            <p:cNvSpPr/>
            <p:nvPr/>
          </p:nvSpPr>
          <p:spPr>
            <a:xfrm>
              <a:off x="7547762" y="4441304"/>
              <a:ext cx="859155" cy="647065"/>
            </a:xfrm>
            <a:custGeom>
              <a:avLst/>
              <a:gdLst/>
              <a:ahLst/>
              <a:cxnLst/>
              <a:rect l="l" t="t" r="r" b="b"/>
              <a:pathLst>
                <a:path w="859154" h="647064" extrusionOk="0">
                  <a:moveTo>
                    <a:pt x="858532" y="0"/>
                  </a:moveTo>
                  <a:lnTo>
                    <a:pt x="646455" y="0"/>
                  </a:lnTo>
                  <a:lnTo>
                    <a:pt x="0" y="646455"/>
                  </a:lnTo>
                  <a:lnTo>
                    <a:pt x="212077" y="646455"/>
                  </a:lnTo>
                  <a:lnTo>
                    <a:pt x="858532"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51" name="Google Shape;351;p12"/>
            <p:cNvSpPr/>
            <p:nvPr/>
          </p:nvSpPr>
          <p:spPr>
            <a:xfrm>
              <a:off x="7547762" y="4441304"/>
              <a:ext cx="858519" cy="820419"/>
            </a:xfrm>
            <a:custGeom>
              <a:avLst/>
              <a:gdLst/>
              <a:ahLst/>
              <a:cxnLst/>
              <a:rect l="l" t="t" r="r" b="b"/>
              <a:pathLst>
                <a:path w="858520" h="820420" extrusionOk="0">
                  <a:moveTo>
                    <a:pt x="0" y="646125"/>
                  </a:moveTo>
                  <a:lnTo>
                    <a:pt x="646124" y="0"/>
                  </a:lnTo>
                  <a:lnTo>
                    <a:pt x="858093" y="0"/>
                  </a:lnTo>
                  <a:lnTo>
                    <a:pt x="858093" y="173997"/>
                  </a:lnTo>
                  <a:lnTo>
                    <a:pt x="211968" y="820121"/>
                  </a:lnTo>
                  <a:lnTo>
                    <a:pt x="0" y="820121"/>
                  </a:lnTo>
                  <a:lnTo>
                    <a:pt x="0" y="646125"/>
                  </a:lnTo>
                  <a:close/>
                </a:path>
                <a:path w="858520" h="820420" extrusionOk="0">
                  <a:moveTo>
                    <a:pt x="0" y="646125"/>
                  </a:moveTo>
                  <a:lnTo>
                    <a:pt x="211968" y="646125"/>
                  </a:lnTo>
                  <a:lnTo>
                    <a:pt x="858093" y="0"/>
                  </a:lnTo>
                </a:path>
                <a:path w="858520" h="820420" extrusionOk="0">
                  <a:moveTo>
                    <a:pt x="211968" y="646125"/>
                  </a:moveTo>
                  <a:lnTo>
                    <a:pt x="211968" y="820121"/>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52" name="Google Shape;352;p12"/>
            <p:cNvSpPr/>
            <p:nvPr/>
          </p:nvSpPr>
          <p:spPr>
            <a:xfrm>
              <a:off x="6800189" y="4710709"/>
              <a:ext cx="725805" cy="127000"/>
            </a:xfrm>
            <a:custGeom>
              <a:avLst/>
              <a:gdLst/>
              <a:ahLst/>
              <a:cxnLst/>
              <a:rect l="l" t="t" r="r" b="b"/>
              <a:pathLst>
                <a:path w="725804" h="127000" extrusionOk="0">
                  <a:moveTo>
                    <a:pt x="598220" y="0"/>
                  </a:moveTo>
                  <a:lnTo>
                    <a:pt x="598220" y="50799"/>
                  </a:lnTo>
                  <a:lnTo>
                    <a:pt x="0" y="50799"/>
                  </a:lnTo>
                  <a:lnTo>
                    <a:pt x="0" y="76199"/>
                  </a:lnTo>
                  <a:lnTo>
                    <a:pt x="598220" y="76199"/>
                  </a:lnTo>
                  <a:lnTo>
                    <a:pt x="598220" y="126999"/>
                  </a:lnTo>
                  <a:lnTo>
                    <a:pt x="725220" y="63499"/>
                  </a:lnTo>
                  <a:lnTo>
                    <a:pt x="59822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53" name="Google Shape;353;p12"/>
            <p:cNvSpPr/>
            <p:nvPr/>
          </p:nvSpPr>
          <p:spPr>
            <a:xfrm>
              <a:off x="9372447" y="4441304"/>
              <a:ext cx="647065" cy="821055"/>
            </a:xfrm>
            <a:custGeom>
              <a:avLst/>
              <a:gdLst/>
              <a:ahLst/>
              <a:cxnLst/>
              <a:rect l="l" t="t" r="r" b="b"/>
              <a:pathLst>
                <a:path w="647065" h="821054" extrusionOk="0">
                  <a:moveTo>
                    <a:pt x="646455" y="0"/>
                  </a:moveTo>
                  <a:lnTo>
                    <a:pt x="0" y="646455"/>
                  </a:lnTo>
                  <a:lnTo>
                    <a:pt x="0" y="820546"/>
                  </a:lnTo>
                  <a:lnTo>
                    <a:pt x="646455" y="174091"/>
                  </a:lnTo>
                  <a:lnTo>
                    <a:pt x="646455" y="0"/>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54" name="Google Shape;354;p12"/>
            <p:cNvSpPr/>
            <p:nvPr/>
          </p:nvSpPr>
          <p:spPr>
            <a:xfrm>
              <a:off x="9160370" y="4441304"/>
              <a:ext cx="859155" cy="647065"/>
            </a:xfrm>
            <a:custGeom>
              <a:avLst/>
              <a:gdLst/>
              <a:ahLst/>
              <a:cxnLst/>
              <a:rect l="l" t="t" r="r" b="b"/>
              <a:pathLst>
                <a:path w="859154" h="647064" extrusionOk="0">
                  <a:moveTo>
                    <a:pt x="858532" y="0"/>
                  </a:moveTo>
                  <a:lnTo>
                    <a:pt x="646455" y="0"/>
                  </a:lnTo>
                  <a:lnTo>
                    <a:pt x="0" y="646455"/>
                  </a:lnTo>
                  <a:lnTo>
                    <a:pt x="212077" y="646455"/>
                  </a:lnTo>
                  <a:lnTo>
                    <a:pt x="858532"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55" name="Google Shape;355;p12"/>
            <p:cNvSpPr/>
            <p:nvPr/>
          </p:nvSpPr>
          <p:spPr>
            <a:xfrm>
              <a:off x="9160370" y="4441304"/>
              <a:ext cx="858519" cy="820419"/>
            </a:xfrm>
            <a:custGeom>
              <a:avLst/>
              <a:gdLst/>
              <a:ahLst/>
              <a:cxnLst/>
              <a:rect l="l" t="t" r="r" b="b"/>
              <a:pathLst>
                <a:path w="858520" h="820420" extrusionOk="0">
                  <a:moveTo>
                    <a:pt x="0" y="646125"/>
                  </a:moveTo>
                  <a:lnTo>
                    <a:pt x="646124" y="0"/>
                  </a:lnTo>
                  <a:lnTo>
                    <a:pt x="858093" y="0"/>
                  </a:lnTo>
                  <a:lnTo>
                    <a:pt x="858093" y="173997"/>
                  </a:lnTo>
                  <a:lnTo>
                    <a:pt x="211968" y="820121"/>
                  </a:lnTo>
                  <a:lnTo>
                    <a:pt x="0" y="820121"/>
                  </a:lnTo>
                  <a:lnTo>
                    <a:pt x="0" y="646125"/>
                  </a:lnTo>
                  <a:close/>
                </a:path>
                <a:path w="858520" h="820420" extrusionOk="0">
                  <a:moveTo>
                    <a:pt x="0" y="646125"/>
                  </a:moveTo>
                  <a:lnTo>
                    <a:pt x="211968" y="646125"/>
                  </a:lnTo>
                  <a:lnTo>
                    <a:pt x="858093" y="0"/>
                  </a:lnTo>
                </a:path>
                <a:path w="858520" h="820420" extrusionOk="0">
                  <a:moveTo>
                    <a:pt x="211968" y="646125"/>
                  </a:moveTo>
                  <a:lnTo>
                    <a:pt x="211968" y="820121"/>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56" name="Google Shape;356;p12"/>
          <p:cNvSpPr/>
          <p:nvPr/>
        </p:nvSpPr>
        <p:spPr>
          <a:xfrm>
            <a:off x="10138664" y="4716195"/>
            <a:ext cx="725805" cy="127000"/>
          </a:xfrm>
          <a:custGeom>
            <a:avLst/>
            <a:gdLst/>
            <a:ahLst/>
            <a:cxnLst/>
            <a:rect l="l" t="t" r="r" b="b"/>
            <a:pathLst>
              <a:path w="725804" h="127000" extrusionOk="0">
                <a:moveTo>
                  <a:pt x="598220" y="0"/>
                </a:moveTo>
                <a:lnTo>
                  <a:pt x="598220" y="50799"/>
                </a:lnTo>
                <a:lnTo>
                  <a:pt x="0" y="50799"/>
                </a:lnTo>
                <a:lnTo>
                  <a:pt x="0" y="76199"/>
                </a:lnTo>
                <a:lnTo>
                  <a:pt x="598220" y="76199"/>
                </a:lnTo>
                <a:lnTo>
                  <a:pt x="598220" y="126999"/>
                </a:lnTo>
                <a:lnTo>
                  <a:pt x="725220" y="63499"/>
                </a:lnTo>
                <a:lnTo>
                  <a:pt x="59822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357" name="Google Shape;357;p12"/>
          <p:cNvGrpSpPr/>
          <p:nvPr/>
        </p:nvGrpSpPr>
        <p:grpSpPr>
          <a:xfrm>
            <a:off x="10983633" y="4611433"/>
            <a:ext cx="504190" cy="480695"/>
            <a:chOff x="10983633" y="4611433"/>
            <a:chExt cx="504190" cy="480695"/>
          </a:xfrm>
        </p:grpSpPr>
        <p:sp>
          <p:nvSpPr>
            <p:cNvPr id="358" name="Google Shape;358;p12"/>
            <p:cNvSpPr/>
            <p:nvPr/>
          </p:nvSpPr>
          <p:spPr>
            <a:xfrm>
              <a:off x="10983633" y="4920043"/>
              <a:ext cx="195580" cy="172085"/>
            </a:xfrm>
            <a:custGeom>
              <a:avLst/>
              <a:gdLst/>
              <a:ahLst/>
              <a:cxnLst/>
              <a:rect l="l" t="t" r="r" b="b"/>
              <a:pathLst>
                <a:path w="195579" h="172085" extrusionOk="0">
                  <a:moveTo>
                    <a:pt x="195465" y="0"/>
                  </a:moveTo>
                  <a:lnTo>
                    <a:pt x="0" y="0"/>
                  </a:lnTo>
                  <a:lnTo>
                    <a:pt x="0" y="171665"/>
                  </a:lnTo>
                  <a:lnTo>
                    <a:pt x="195465" y="171665"/>
                  </a:lnTo>
                  <a:lnTo>
                    <a:pt x="195465"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59" name="Google Shape;359;p12"/>
            <p:cNvSpPr/>
            <p:nvPr/>
          </p:nvSpPr>
          <p:spPr>
            <a:xfrm>
              <a:off x="11179099" y="4611433"/>
              <a:ext cx="308610" cy="480695"/>
            </a:xfrm>
            <a:custGeom>
              <a:avLst/>
              <a:gdLst/>
              <a:ahLst/>
              <a:cxnLst/>
              <a:rect l="l" t="t" r="r" b="b"/>
              <a:pathLst>
                <a:path w="308609" h="480695" extrusionOk="0">
                  <a:moveTo>
                    <a:pt x="308610" y="0"/>
                  </a:moveTo>
                  <a:lnTo>
                    <a:pt x="0" y="308609"/>
                  </a:lnTo>
                  <a:lnTo>
                    <a:pt x="0" y="480275"/>
                  </a:lnTo>
                  <a:lnTo>
                    <a:pt x="308610" y="171665"/>
                  </a:lnTo>
                  <a:lnTo>
                    <a:pt x="308610" y="0"/>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60" name="Google Shape;360;p12"/>
            <p:cNvSpPr/>
            <p:nvPr/>
          </p:nvSpPr>
          <p:spPr>
            <a:xfrm>
              <a:off x="10983633" y="4611433"/>
              <a:ext cx="504190" cy="308610"/>
            </a:xfrm>
            <a:custGeom>
              <a:avLst/>
              <a:gdLst/>
              <a:ahLst/>
              <a:cxnLst/>
              <a:rect l="l" t="t" r="r" b="b"/>
              <a:pathLst>
                <a:path w="504190" h="308610" extrusionOk="0">
                  <a:moveTo>
                    <a:pt x="504075" y="0"/>
                  </a:moveTo>
                  <a:lnTo>
                    <a:pt x="308610" y="0"/>
                  </a:lnTo>
                  <a:lnTo>
                    <a:pt x="0" y="308609"/>
                  </a:lnTo>
                  <a:lnTo>
                    <a:pt x="195465" y="308609"/>
                  </a:lnTo>
                  <a:lnTo>
                    <a:pt x="504075"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61" name="Google Shape;361;p12"/>
            <p:cNvSpPr/>
            <p:nvPr/>
          </p:nvSpPr>
          <p:spPr>
            <a:xfrm>
              <a:off x="10983633" y="4611433"/>
              <a:ext cx="504190" cy="480059"/>
            </a:xfrm>
            <a:custGeom>
              <a:avLst/>
              <a:gdLst/>
              <a:ahLst/>
              <a:cxnLst/>
              <a:rect l="l" t="t" r="r" b="b"/>
              <a:pathLst>
                <a:path w="504190" h="480060" extrusionOk="0">
                  <a:moveTo>
                    <a:pt x="0" y="308451"/>
                  </a:moveTo>
                  <a:lnTo>
                    <a:pt x="308451" y="0"/>
                  </a:lnTo>
                  <a:lnTo>
                    <a:pt x="503815" y="0"/>
                  </a:lnTo>
                  <a:lnTo>
                    <a:pt x="503815" y="171576"/>
                  </a:lnTo>
                  <a:lnTo>
                    <a:pt x="195364" y="480028"/>
                  </a:lnTo>
                  <a:lnTo>
                    <a:pt x="0" y="480028"/>
                  </a:lnTo>
                  <a:lnTo>
                    <a:pt x="0" y="308451"/>
                  </a:lnTo>
                  <a:close/>
                </a:path>
                <a:path w="504190" h="480060" extrusionOk="0">
                  <a:moveTo>
                    <a:pt x="0" y="308451"/>
                  </a:moveTo>
                  <a:lnTo>
                    <a:pt x="195364" y="308451"/>
                  </a:lnTo>
                  <a:lnTo>
                    <a:pt x="503815" y="0"/>
                  </a:lnTo>
                </a:path>
                <a:path w="504190" h="480060" extrusionOk="0">
                  <a:moveTo>
                    <a:pt x="195364" y="308451"/>
                  </a:moveTo>
                  <a:lnTo>
                    <a:pt x="195364" y="480028"/>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62" name="Google Shape;362;p12"/>
          <p:cNvSpPr txBox="1"/>
          <p:nvPr/>
        </p:nvSpPr>
        <p:spPr>
          <a:xfrm>
            <a:off x="10718368" y="5513614"/>
            <a:ext cx="1335404" cy="32060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 × 1 × 4</a:t>
            </a:r>
            <a:endParaRPr sz="2000" dirty="0">
              <a:latin typeface="+mj-lt"/>
              <a:ea typeface="Cambria Math"/>
              <a:cs typeface="Cambria Math"/>
              <a:sym typeface="Cambria Math"/>
            </a:endParaRPr>
          </a:p>
        </p:txBody>
      </p:sp>
      <p:sp>
        <p:nvSpPr>
          <p:cNvPr id="363" name="Google Shape;363;p12"/>
          <p:cNvSpPr txBox="1"/>
          <p:nvPr/>
        </p:nvSpPr>
        <p:spPr>
          <a:xfrm>
            <a:off x="7007338" y="4270209"/>
            <a:ext cx="34290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mj-lt"/>
                <a:ea typeface="Cambria"/>
                <a:cs typeface="Cambria"/>
                <a:sym typeface="Cambria"/>
              </a:rPr>
              <a:t>FC</a:t>
            </a:r>
            <a:endParaRPr sz="1800">
              <a:latin typeface="+mj-lt"/>
              <a:ea typeface="Cambria"/>
              <a:cs typeface="Cambria"/>
              <a:sym typeface="Cambria"/>
            </a:endParaRPr>
          </a:p>
        </p:txBody>
      </p:sp>
      <p:grpSp>
        <p:nvGrpSpPr>
          <p:cNvPr id="364" name="Google Shape;364;p12"/>
          <p:cNvGrpSpPr/>
          <p:nvPr/>
        </p:nvGrpSpPr>
        <p:grpSpPr>
          <a:xfrm>
            <a:off x="7029371" y="4584606"/>
            <a:ext cx="2148372" cy="253103"/>
            <a:chOff x="7029371" y="4584606"/>
            <a:chExt cx="2148372" cy="253103"/>
          </a:xfrm>
        </p:grpSpPr>
        <p:sp>
          <p:nvSpPr>
            <p:cNvPr id="365" name="Google Shape;365;p12"/>
            <p:cNvSpPr/>
            <p:nvPr/>
          </p:nvSpPr>
          <p:spPr>
            <a:xfrm>
              <a:off x="8451938" y="4710709"/>
              <a:ext cx="725805" cy="127000"/>
            </a:xfrm>
            <a:custGeom>
              <a:avLst/>
              <a:gdLst/>
              <a:ahLst/>
              <a:cxnLst/>
              <a:rect l="l" t="t" r="r" b="b"/>
              <a:pathLst>
                <a:path w="725804" h="127000" extrusionOk="0">
                  <a:moveTo>
                    <a:pt x="598208" y="0"/>
                  </a:moveTo>
                  <a:lnTo>
                    <a:pt x="598208" y="50799"/>
                  </a:lnTo>
                  <a:lnTo>
                    <a:pt x="0" y="50799"/>
                  </a:lnTo>
                  <a:lnTo>
                    <a:pt x="0" y="76199"/>
                  </a:lnTo>
                  <a:lnTo>
                    <a:pt x="598208" y="76199"/>
                  </a:lnTo>
                  <a:lnTo>
                    <a:pt x="598208" y="126999"/>
                  </a:lnTo>
                  <a:lnTo>
                    <a:pt x="725208" y="63499"/>
                  </a:lnTo>
                  <a:lnTo>
                    <a:pt x="598208"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66" name="Google Shape;366;p12"/>
            <p:cNvSpPr/>
            <p:nvPr/>
          </p:nvSpPr>
          <p:spPr>
            <a:xfrm>
              <a:off x="7029371" y="4584606"/>
              <a:ext cx="356235" cy="31750"/>
            </a:xfrm>
            <a:custGeom>
              <a:avLst/>
              <a:gdLst/>
              <a:ahLst/>
              <a:cxnLst/>
              <a:rect l="l" t="t" r="r" b="b"/>
              <a:pathLst>
                <a:path w="356234" h="31750" extrusionOk="0">
                  <a:moveTo>
                    <a:pt x="0" y="12960"/>
                  </a:moveTo>
                  <a:lnTo>
                    <a:pt x="0" y="19080"/>
                  </a:lnTo>
                  <a:lnTo>
                    <a:pt x="6480" y="19080"/>
                  </a:lnTo>
                  <a:lnTo>
                    <a:pt x="19080" y="25560"/>
                  </a:lnTo>
                  <a:lnTo>
                    <a:pt x="31680" y="25560"/>
                  </a:lnTo>
                  <a:lnTo>
                    <a:pt x="44640" y="25560"/>
                  </a:lnTo>
                  <a:lnTo>
                    <a:pt x="63720" y="25560"/>
                  </a:lnTo>
                  <a:lnTo>
                    <a:pt x="76320" y="25560"/>
                  </a:lnTo>
                  <a:lnTo>
                    <a:pt x="120600" y="31680"/>
                  </a:lnTo>
                  <a:lnTo>
                    <a:pt x="146160" y="31680"/>
                  </a:lnTo>
                  <a:lnTo>
                    <a:pt x="203400" y="31680"/>
                  </a:lnTo>
                  <a:lnTo>
                    <a:pt x="228600" y="25560"/>
                  </a:lnTo>
                  <a:lnTo>
                    <a:pt x="285840" y="19080"/>
                  </a:lnTo>
                  <a:lnTo>
                    <a:pt x="311400" y="12960"/>
                  </a:lnTo>
                  <a:lnTo>
                    <a:pt x="330120" y="12960"/>
                  </a:lnTo>
                  <a:lnTo>
                    <a:pt x="343080" y="6480"/>
                  </a:lnTo>
                  <a:lnTo>
                    <a:pt x="349200" y="6480"/>
                  </a:lnTo>
                  <a:lnTo>
                    <a:pt x="355680" y="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67" name="Google Shape;367;p12"/>
          <p:cNvSpPr txBox="1"/>
          <p:nvPr/>
        </p:nvSpPr>
        <p:spPr>
          <a:xfrm>
            <a:off x="8659076" y="4270209"/>
            <a:ext cx="34290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mj-lt"/>
                <a:ea typeface="Cambria"/>
                <a:cs typeface="Cambria"/>
                <a:sym typeface="Cambria"/>
              </a:rPr>
              <a:t>FC</a:t>
            </a:r>
            <a:endParaRPr sz="1800">
              <a:latin typeface="+mj-lt"/>
              <a:ea typeface="Cambria"/>
              <a:cs typeface="Cambria"/>
              <a:sym typeface="Cambria"/>
            </a:endParaRPr>
          </a:p>
        </p:txBody>
      </p:sp>
      <p:sp>
        <p:nvSpPr>
          <p:cNvPr id="369" name="Google Shape;369;p12"/>
          <p:cNvSpPr txBox="1"/>
          <p:nvPr/>
        </p:nvSpPr>
        <p:spPr>
          <a:xfrm>
            <a:off x="7648168" y="2910662"/>
            <a:ext cx="44958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400</a:t>
            </a:r>
            <a:endParaRPr sz="2000">
              <a:latin typeface="+mj-lt"/>
              <a:ea typeface="Cambria Math"/>
              <a:cs typeface="Cambria Math"/>
              <a:sym typeface="Cambria Math"/>
            </a:endParaRPr>
          </a:p>
        </p:txBody>
      </p:sp>
      <p:grpSp>
        <p:nvGrpSpPr>
          <p:cNvPr id="370" name="Google Shape;370;p12"/>
          <p:cNvGrpSpPr/>
          <p:nvPr/>
        </p:nvGrpSpPr>
        <p:grpSpPr>
          <a:xfrm>
            <a:off x="7733778" y="1594700"/>
            <a:ext cx="283604" cy="603517"/>
            <a:chOff x="7733778" y="1594700"/>
            <a:chExt cx="283604" cy="603517"/>
          </a:xfrm>
        </p:grpSpPr>
        <p:sp>
          <p:nvSpPr>
            <p:cNvPr id="371" name="Google Shape;371;p12"/>
            <p:cNvSpPr/>
            <p:nvPr/>
          </p:nvSpPr>
          <p:spPr>
            <a:xfrm>
              <a:off x="7738617" y="1594700"/>
              <a:ext cx="278765" cy="275590"/>
            </a:xfrm>
            <a:custGeom>
              <a:avLst/>
              <a:gdLst/>
              <a:ahLst/>
              <a:cxnLst/>
              <a:rect l="l" t="t" r="r" b="b"/>
              <a:pathLst>
                <a:path w="278765" h="275589" extrusionOk="0">
                  <a:moveTo>
                    <a:pt x="0" y="137617"/>
                  </a:moveTo>
                  <a:lnTo>
                    <a:pt x="7103" y="94119"/>
                  </a:lnTo>
                  <a:lnTo>
                    <a:pt x="26883" y="56342"/>
                  </a:lnTo>
                  <a:lnTo>
                    <a:pt x="57045" y="26552"/>
                  </a:lnTo>
                  <a:lnTo>
                    <a:pt x="95294" y="7015"/>
                  </a:lnTo>
                  <a:lnTo>
                    <a:pt x="139334" y="0"/>
                  </a:lnTo>
                  <a:lnTo>
                    <a:pt x="183375" y="7015"/>
                  </a:lnTo>
                  <a:lnTo>
                    <a:pt x="221624" y="26552"/>
                  </a:lnTo>
                  <a:lnTo>
                    <a:pt x="251786" y="56342"/>
                  </a:lnTo>
                  <a:lnTo>
                    <a:pt x="271566" y="94119"/>
                  </a:lnTo>
                  <a:lnTo>
                    <a:pt x="278669" y="137617"/>
                  </a:lnTo>
                  <a:lnTo>
                    <a:pt x="271566" y="181115"/>
                  </a:lnTo>
                  <a:lnTo>
                    <a:pt x="251786" y="218893"/>
                  </a:lnTo>
                  <a:lnTo>
                    <a:pt x="221624" y="248683"/>
                  </a:lnTo>
                  <a:lnTo>
                    <a:pt x="183375" y="268219"/>
                  </a:lnTo>
                  <a:lnTo>
                    <a:pt x="139334" y="275235"/>
                  </a:lnTo>
                  <a:lnTo>
                    <a:pt x="95294" y="268219"/>
                  </a:lnTo>
                  <a:lnTo>
                    <a:pt x="57045" y="248683"/>
                  </a:lnTo>
                  <a:lnTo>
                    <a:pt x="26883" y="218893"/>
                  </a:lnTo>
                  <a:lnTo>
                    <a:pt x="7103" y="181115"/>
                  </a:lnTo>
                  <a:lnTo>
                    <a:pt x="0" y="137617"/>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72" name="Google Shape;372;p12"/>
            <p:cNvSpPr/>
            <p:nvPr/>
          </p:nvSpPr>
          <p:spPr>
            <a:xfrm>
              <a:off x="7733778" y="1922627"/>
              <a:ext cx="278765" cy="275590"/>
            </a:xfrm>
            <a:custGeom>
              <a:avLst/>
              <a:gdLst/>
              <a:ahLst/>
              <a:cxnLst/>
              <a:rect l="l" t="t" r="r" b="b"/>
              <a:pathLst>
                <a:path w="278765" h="275589" extrusionOk="0">
                  <a:moveTo>
                    <a:pt x="0" y="137617"/>
                  </a:moveTo>
                  <a:lnTo>
                    <a:pt x="7103" y="94119"/>
                  </a:lnTo>
                  <a:lnTo>
                    <a:pt x="26883" y="56342"/>
                  </a:lnTo>
                  <a:lnTo>
                    <a:pt x="57045" y="26552"/>
                  </a:lnTo>
                  <a:lnTo>
                    <a:pt x="95294" y="7015"/>
                  </a:lnTo>
                  <a:lnTo>
                    <a:pt x="139334" y="0"/>
                  </a:lnTo>
                  <a:lnTo>
                    <a:pt x="183375" y="7015"/>
                  </a:lnTo>
                  <a:lnTo>
                    <a:pt x="221624" y="26552"/>
                  </a:lnTo>
                  <a:lnTo>
                    <a:pt x="251786" y="56342"/>
                  </a:lnTo>
                  <a:lnTo>
                    <a:pt x="271566" y="94119"/>
                  </a:lnTo>
                  <a:lnTo>
                    <a:pt x="278669" y="137617"/>
                  </a:lnTo>
                  <a:lnTo>
                    <a:pt x="271566" y="181115"/>
                  </a:lnTo>
                  <a:lnTo>
                    <a:pt x="251786" y="218893"/>
                  </a:lnTo>
                  <a:lnTo>
                    <a:pt x="221624" y="248683"/>
                  </a:lnTo>
                  <a:lnTo>
                    <a:pt x="183375" y="268219"/>
                  </a:lnTo>
                  <a:lnTo>
                    <a:pt x="139334" y="275235"/>
                  </a:lnTo>
                  <a:lnTo>
                    <a:pt x="95294" y="268219"/>
                  </a:lnTo>
                  <a:lnTo>
                    <a:pt x="57045" y="248683"/>
                  </a:lnTo>
                  <a:lnTo>
                    <a:pt x="26883" y="218893"/>
                  </a:lnTo>
                  <a:lnTo>
                    <a:pt x="7103" y="181115"/>
                  </a:lnTo>
                  <a:lnTo>
                    <a:pt x="0" y="137617"/>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73" name="Google Shape;373;p12"/>
          <p:cNvSpPr/>
          <p:nvPr/>
        </p:nvSpPr>
        <p:spPr>
          <a:xfrm>
            <a:off x="7733448" y="2537828"/>
            <a:ext cx="278765" cy="275590"/>
          </a:xfrm>
          <a:custGeom>
            <a:avLst/>
            <a:gdLst/>
            <a:ahLst/>
            <a:cxnLst/>
            <a:rect l="l" t="t" r="r" b="b"/>
            <a:pathLst>
              <a:path w="278765" h="275589" extrusionOk="0">
                <a:moveTo>
                  <a:pt x="0" y="137617"/>
                </a:moveTo>
                <a:lnTo>
                  <a:pt x="7103" y="94119"/>
                </a:lnTo>
                <a:lnTo>
                  <a:pt x="26883" y="56342"/>
                </a:lnTo>
                <a:lnTo>
                  <a:pt x="57045" y="26552"/>
                </a:lnTo>
                <a:lnTo>
                  <a:pt x="95294" y="7015"/>
                </a:lnTo>
                <a:lnTo>
                  <a:pt x="139334" y="0"/>
                </a:lnTo>
                <a:lnTo>
                  <a:pt x="183375" y="7015"/>
                </a:lnTo>
                <a:lnTo>
                  <a:pt x="221624" y="26552"/>
                </a:lnTo>
                <a:lnTo>
                  <a:pt x="251786" y="56342"/>
                </a:lnTo>
                <a:lnTo>
                  <a:pt x="271566" y="94119"/>
                </a:lnTo>
                <a:lnTo>
                  <a:pt x="278669" y="137617"/>
                </a:lnTo>
                <a:lnTo>
                  <a:pt x="271566" y="181115"/>
                </a:lnTo>
                <a:lnTo>
                  <a:pt x="251786" y="218893"/>
                </a:lnTo>
                <a:lnTo>
                  <a:pt x="221624" y="248683"/>
                </a:lnTo>
                <a:lnTo>
                  <a:pt x="183375" y="268219"/>
                </a:lnTo>
                <a:lnTo>
                  <a:pt x="139334" y="275235"/>
                </a:lnTo>
                <a:lnTo>
                  <a:pt x="95294" y="268219"/>
                </a:lnTo>
                <a:lnTo>
                  <a:pt x="57045" y="248683"/>
                </a:lnTo>
                <a:lnTo>
                  <a:pt x="26883" y="218893"/>
                </a:lnTo>
                <a:lnTo>
                  <a:pt x="7103" y="181115"/>
                </a:lnTo>
                <a:lnTo>
                  <a:pt x="0" y="137617"/>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74" name="Google Shape;374;p12"/>
          <p:cNvSpPr txBox="1"/>
          <p:nvPr/>
        </p:nvSpPr>
        <p:spPr>
          <a:xfrm>
            <a:off x="7720456" y="1560995"/>
            <a:ext cx="304800" cy="977191"/>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lvl="0" indent="0" algn="l" rtl="0">
              <a:lnSpc>
                <a:spcPct val="100000"/>
              </a:lnSpc>
              <a:spcBef>
                <a:spcPts val="0"/>
              </a:spcBef>
              <a:spcAft>
                <a:spcPts val="0"/>
              </a:spcAft>
              <a:buNone/>
            </a:pPr>
            <a:endParaRPr sz="2100">
              <a:latin typeface="+mj-lt"/>
              <a:ea typeface="Times New Roman"/>
              <a:cs typeface="Times New Roman"/>
              <a:sym typeface="Times New Roman"/>
            </a:endParaRPr>
          </a:p>
          <a:p>
            <a:pPr marL="0" lvl="0" indent="0" algn="l" rtl="0">
              <a:lnSpc>
                <a:spcPct val="100000"/>
              </a:lnSpc>
              <a:spcBef>
                <a:spcPts val="20"/>
              </a:spcBef>
              <a:spcAft>
                <a:spcPts val="0"/>
              </a:spcAft>
              <a:buNone/>
            </a:pPr>
            <a:endParaRPr sz="2450">
              <a:latin typeface="+mj-lt"/>
              <a:ea typeface="Times New Roman"/>
              <a:cs typeface="Times New Roman"/>
              <a:sym typeface="Times New Roman"/>
            </a:endParaRPr>
          </a:p>
          <a:p>
            <a:pPr marL="0" lvl="0" indent="0" algn="ctr" rtl="0">
              <a:lnSpc>
                <a:spcPct val="100000"/>
              </a:lnSpc>
              <a:spcBef>
                <a:spcPts val="0"/>
              </a:spcBef>
              <a:spcAft>
                <a:spcPts val="0"/>
              </a:spcAft>
              <a:buNone/>
            </a:pPr>
            <a:r>
              <a:rPr lang="en-US" sz="1800">
                <a:latin typeface="+mj-lt"/>
                <a:ea typeface="Cambria Math"/>
                <a:cs typeface="Cambria Math"/>
                <a:sym typeface="Cambria Math"/>
              </a:rPr>
              <a:t>⋮</a:t>
            </a:r>
            <a:endParaRPr sz="1800">
              <a:latin typeface="+mj-lt"/>
              <a:ea typeface="Cambria Math"/>
              <a:cs typeface="Cambria Math"/>
              <a:sym typeface="Cambria Math"/>
            </a:endParaRPr>
          </a:p>
        </p:txBody>
      </p:sp>
      <p:sp>
        <p:nvSpPr>
          <p:cNvPr id="375" name="Google Shape;375;p12"/>
          <p:cNvSpPr txBox="1"/>
          <p:nvPr/>
        </p:nvSpPr>
        <p:spPr>
          <a:xfrm>
            <a:off x="8976042" y="2904578"/>
            <a:ext cx="44958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400</a:t>
            </a:r>
            <a:endParaRPr sz="2000">
              <a:latin typeface="+mj-lt"/>
              <a:ea typeface="Cambria Math"/>
              <a:cs typeface="Cambria Math"/>
              <a:sym typeface="Cambria Math"/>
            </a:endParaRPr>
          </a:p>
        </p:txBody>
      </p:sp>
      <p:grpSp>
        <p:nvGrpSpPr>
          <p:cNvPr id="376" name="Google Shape;376;p12"/>
          <p:cNvGrpSpPr/>
          <p:nvPr/>
        </p:nvGrpSpPr>
        <p:grpSpPr>
          <a:xfrm>
            <a:off x="9061666" y="1588604"/>
            <a:ext cx="283603" cy="603517"/>
            <a:chOff x="9061666" y="1588604"/>
            <a:chExt cx="283603" cy="603517"/>
          </a:xfrm>
        </p:grpSpPr>
        <p:sp>
          <p:nvSpPr>
            <p:cNvPr id="377" name="Google Shape;377;p12"/>
            <p:cNvSpPr/>
            <p:nvPr/>
          </p:nvSpPr>
          <p:spPr>
            <a:xfrm>
              <a:off x="9066504" y="1588604"/>
              <a:ext cx="278765" cy="275590"/>
            </a:xfrm>
            <a:custGeom>
              <a:avLst/>
              <a:gdLst/>
              <a:ahLst/>
              <a:cxnLst/>
              <a:rect l="l" t="t" r="r" b="b"/>
              <a:pathLst>
                <a:path w="278765" h="275589" extrusionOk="0">
                  <a:moveTo>
                    <a:pt x="0" y="137617"/>
                  </a:moveTo>
                  <a:lnTo>
                    <a:pt x="7103" y="94119"/>
                  </a:lnTo>
                  <a:lnTo>
                    <a:pt x="26883" y="56342"/>
                  </a:lnTo>
                  <a:lnTo>
                    <a:pt x="57045" y="26552"/>
                  </a:lnTo>
                  <a:lnTo>
                    <a:pt x="95294" y="7015"/>
                  </a:lnTo>
                  <a:lnTo>
                    <a:pt x="139334" y="0"/>
                  </a:lnTo>
                  <a:lnTo>
                    <a:pt x="183375" y="7015"/>
                  </a:lnTo>
                  <a:lnTo>
                    <a:pt x="221624" y="26552"/>
                  </a:lnTo>
                  <a:lnTo>
                    <a:pt x="251786" y="56342"/>
                  </a:lnTo>
                  <a:lnTo>
                    <a:pt x="271566" y="94119"/>
                  </a:lnTo>
                  <a:lnTo>
                    <a:pt x="278669" y="137617"/>
                  </a:lnTo>
                  <a:lnTo>
                    <a:pt x="271566" y="181115"/>
                  </a:lnTo>
                  <a:lnTo>
                    <a:pt x="251786" y="218893"/>
                  </a:lnTo>
                  <a:lnTo>
                    <a:pt x="221624" y="248683"/>
                  </a:lnTo>
                  <a:lnTo>
                    <a:pt x="183375" y="268219"/>
                  </a:lnTo>
                  <a:lnTo>
                    <a:pt x="139334" y="275235"/>
                  </a:lnTo>
                  <a:lnTo>
                    <a:pt x="95294" y="268219"/>
                  </a:lnTo>
                  <a:lnTo>
                    <a:pt x="57045" y="248683"/>
                  </a:lnTo>
                  <a:lnTo>
                    <a:pt x="26883" y="218893"/>
                  </a:lnTo>
                  <a:lnTo>
                    <a:pt x="7103" y="181115"/>
                  </a:lnTo>
                  <a:lnTo>
                    <a:pt x="0" y="137617"/>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78" name="Google Shape;378;p12"/>
            <p:cNvSpPr/>
            <p:nvPr/>
          </p:nvSpPr>
          <p:spPr>
            <a:xfrm>
              <a:off x="9061666" y="1916531"/>
              <a:ext cx="278765" cy="275590"/>
            </a:xfrm>
            <a:custGeom>
              <a:avLst/>
              <a:gdLst/>
              <a:ahLst/>
              <a:cxnLst/>
              <a:rect l="l" t="t" r="r" b="b"/>
              <a:pathLst>
                <a:path w="278765" h="275589" extrusionOk="0">
                  <a:moveTo>
                    <a:pt x="0" y="137617"/>
                  </a:moveTo>
                  <a:lnTo>
                    <a:pt x="7103" y="94119"/>
                  </a:lnTo>
                  <a:lnTo>
                    <a:pt x="26883" y="56342"/>
                  </a:lnTo>
                  <a:lnTo>
                    <a:pt x="57045" y="26552"/>
                  </a:lnTo>
                  <a:lnTo>
                    <a:pt x="95294" y="7015"/>
                  </a:lnTo>
                  <a:lnTo>
                    <a:pt x="139334" y="0"/>
                  </a:lnTo>
                  <a:lnTo>
                    <a:pt x="183375" y="7015"/>
                  </a:lnTo>
                  <a:lnTo>
                    <a:pt x="221624" y="26552"/>
                  </a:lnTo>
                  <a:lnTo>
                    <a:pt x="251786" y="56342"/>
                  </a:lnTo>
                  <a:lnTo>
                    <a:pt x="271566" y="94119"/>
                  </a:lnTo>
                  <a:lnTo>
                    <a:pt x="278669" y="137617"/>
                  </a:lnTo>
                  <a:lnTo>
                    <a:pt x="271566" y="181115"/>
                  </a:lnTo>
                  <a:lnTo>
                    <a:pt x="251786" y="218893"/>
                  </a:lnTo>
                  <a:lnTo>
                    <a:pt x="221624" y="248683"/>
                  </a:lnTo>
                  <a:lnTo>
                    <a:pt x="183375" y="268219"/>
                  </a:lnTo>
                  <a:lnTo>
                    <a:pt x="139334" y="275235"/>
                  </a:lnTo>
                  <a:lnTo>
                    <a:pt x="95294" y="268219"/>
                  </a:lnTo>
                  <a:lnTo>
                    <a:pt x="57045" y="248683"/>
                  </a:lnTo>
                  <a:lnTo>
                    <a:pt x="26883" y="218893"/>
                  </a:lnTo>
                  <a:lnTo>
                    <a:pt x="7103" y="181115"/>
                  </a:lnTo>
                  <a:lnTo>
                    <a:pt x="0" y="137617"/>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379" name="Google Shape;379;p12"/>
          <p:cNvSpPr/>
          <p:nvPr/>
        </p:nvSpPr>
        <p:spPr>
          <a:xfrm>
            <a:off x="9061336" y="2531732"/>
            <a:ext cx="278765" cy="275590"/>
          </a:xfrm>
          <a:custGeom>
            <a:avLst/>
            <a:gdLst/>
            <a:ahLst/>
            <a:cxnLst/>
            <a:rect l="l" t="t" r="r" b="b"/>
            <a:pathLst>
              <a:path w="278765" h="275589" extrusionOk="0">
                <a:moveTo>
                  <a:pt x="0" y="137617"/>
                </a:moveTo>
                <a:lnTo>
                  <a:pt x="7103" y="94119"/>
                </a:lnTo>
                <a:lnTo>
                  <a:pt x="26883" y="56342"/>
                </a:lnTo>
                <a:lnTo>
                  <a:pt x="57045" y="26552"/>
                </a:lnTo>
                <a:lnTo>
                  <a:pt x="95294" y="7015"/>
                </a:lnTo>
                <a:lnTo>
                  <a:pt x="139334" y="0"/>
                </a:lnTo>
                <a:lnTo>
                  <a:pt x="183375" y="7015"/>
                </a:lnTo>
                <a:lnTo>
                  <a:pt x="221624" y="26552"/>
                </a:lnTo>
                <a:lnTo>
                  <a:pt x="251786" y="56342"/>
                </a:lnTo>
                <a:lnTo>
                  <a:pt x="271566" y="94119"/>
                </a:lnTo>
                <a:lnTo>
                  <a:pt x="278669" y="137617"/>
                </a:lnTo>
                <a:lnTo>
                  <a:pt x="271566" y="181115"/>
                </a:lnTo>
                <a:lnTo>
                  <a:pt x="251786" y="218893"/>
                </a:lnTo>
                <a:lnTo>
                  <a:pt x="221624" y="248683"/>
                </a:lnTo>
                <a:lnTo>
                  <a:pt x="183375" y="268219"/>
                </a:lnTo>
                <a:lnTo>
                  <a:pt x="139334" y="275235"/>
                </a:lnTo>
                <a:lnTo>
                  <a:pt x="95294" y="268219"/>
                </a:lnTo>
                <a:lnTo>
                  <a:pt x="57045" y="248683"/>
                </a:lnTo>
                <a:lnTo>
                  <a:pt x="26883" y="218893"/>
                </a:lnTo>
                <a:lnTo>
                  <a:pt x="7103" y="181115"/>
                </a:lnTo>
                <a:lnTo>
                  <a:pt x="0" y="137617"/>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80" name="Google Shape;380;p12"/>
          <p:cNvSpPr txBox="1"/>
          <p:nvPr/>
        </p:nvSpPr>
        <p:spPr>
          <a:xfrm>
            <a:off x="9048343" y="1554899"/>
            <a:ext cx="304800" cy="977191"/>
          </a:xfrm>
          <a:prstGeom prst="rect">
            <a:avLst/>
          </a:prstGeom>
          <a:noFill/>
          <a:ln w="12675" cap="flat" cmpd="sng">
            <a:solidFill>
              <a:srgbClr val="000000"/>
            </a:solidFill>
            <a:prstDash val="solid"/>
            <a:round/>
            <a:headEnd type="none" w="sm" len="sm"/>
            <a:tailEnd type="none" w="sm" len="sm"/>
          </a:ln>
        </p:spPr>
        <p:txBody>
          <a:bodyPr spcFirstLastPara="1" wrap="square" lIns="0" tIns="0" rIns="0" bIns="0" anchor="t" anchorCtr="0">
            <a:spAutoFit/>
          </a:bodyPr>
          <a:lstStyle/>
          <a:p>
            <a:pPr marL="0" lvl="0" indent="0" algn="l" rtl="0">
              <a:lnSpc>
                <a:spcPct val="100000"/>
              </a:lnSpc>
              <a:spcBef>
                <a:spcPts val="0"/>
              </a:spcBef>
              <a:spcAft>
                <a:spcPts val="0"/>
              </a:spcAft>
              <a:buNone/>
            </a:pPr>
            <a:endParaRPr sz="2100">
              <a:latin typeface="+mj-lt"/>
              <a:ea typeface="Times New Roman"/>
              <a:cs typeface="Times New Roman"/>
              <a:sym typeface="Times New Roman"/>
            </a:endParaRPr>
          </a:p>
          <a:p>
            <a:pPr marL="0" lvl="0" indent="0" algn="l" rtl="0">
              <a:lnSpc>
                <a:spcPct val="100000"/>
              </a:lnSpc>
              <a:spcBef>
                <a:spcPts val="20"/>
              </a:spcBef>
              <a:spcAft>
                <a:spcPts val="0"/>
              </a:spcAft>
              <a:buNone/>
            </a:pPr>
            <a:endParaRPr sz="2450">
              <a:latin typeface="+mj-lt"/>
              <a:ea typeface="Times New Roman"/>
              <a:cs typeface="Times New Roman"/>
              <a:sym typeface="Times New Roman"/>
            </a:endParaRPr>
          </a:p>
          <a:p>
            <a:pPr marL="0" lvl="0" indent="0" algn="ctr" rtl="0">
              <a:lnSpc>
                <a:spcPct val="100000"/>
              </a:lnSpc>
              <a:spcBef>
                <a:spcPts val="0"/>
              </a:spcBef>
              <a:spcAft>
                <a:spcPts val="0"/>
              </a:spcAft>
              <a:buNone/>
            </a:pPr>
            <a:r>
              <a:rPr lang="en-US" sz="1800">
                <a:latin typeface="+mj-lt"/>
                <a:ea typeface="Cambria Math"/>
                <a:cs typeface="Cambria Math"/>
                <a:sym typeface="Cambria Math"/>
              </a:rPr>
              <a:t>⋮</a:t>
            </a:r>
            <a:endParaRPr sz="1800">
              <a:latin typeface="+mj-lt"/>
              <a:ea typeface="Cambria Math"/>
              <a:cs typeface="Cambria Math"/>
              <a:sym typeface="Cambria Math"/>
            </a:endParaRPr>
          </a:p>
        </p:txBody>
      </p:sp>
      <p:pic>
        <p:nvPicPr>
          <p:cNvPr id="381" name="Google Shape;381;p12"/>
          <p:cNvPicPr preferRelativeResize="0"/>
          <p:nvPr/>
        </p:nvPicPr>
        <p:blipFill rotWithShape="1">
          <a:blip r:embed="rId3">
            <a:alphaModFix/>
          </a:blip>
          <a:srcRect/>
          <a:stretch/>
        </p:blipFill>
        <p:spPr>
          <a:xfrm>
            <a:off x="6727923" y="4577368"/>
            <a:ext cx="876376" cy="60965"/>
          </a:xfrm>
          <a:prstGeom prst="rect">
            <a:avLst/>
          </a:prstGeom>
          <a:noFill/>
          <a:ln>
            <a:noFill/>
          </a:ln>
        </p:spPr>
      </p:pic>
      <p:pic>
        <p:nvPicPr>
          <p:cNvPr id="382" name="Google Shape;382;p12"/>
          <p:cNvPicPr preferRelativeResize="0"/>
          <p:nvPr/>
        </p:nvPicPr>
        <p:blipFill rotWithShape="1">
          <a:blip r:embed="rId4">
            <a:alphaModFix/>
          </a:blip>
          <a:srcRect/>
          <a:stretch/>
        </p:blipFill>
        <p:spPr>
          <a:xfrm>
            <a:off x="9172446" y="5080451"/>
            <a:ext cx="197943" cy="188945"/>
          </a:xfrm>
          <a:prstGeom prst="rect">
            <a:avLst/>
          </a:prstGeom>
          <a:noFill/>
          <a:ln>
            <a:noFill/>
          </a:ln>
        </p:spPr>
      </p:pic>
      <p:pic>
        <p:nvPicPr>
          <p:cNvPr id="383" name="Google Shape;383;p12"/>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F02B71FB-D2F7-846C-9CD9-129729C5113B}"/>
              </a:ext>
            </a:extLst>
          </p:cNvPr>
          <p:cNvSpPr txBox="1"/>
          <p:nvPr/>
        </p:nvSpPr>
        <p:spPr>
          <a:xfrm>
            <a:off x="6710464" y="4869286"/>
            <a:ext cx="739305" cy="400110"/>
          </a:xfrm>
          <a:prstGeom prst="rect">
            <a:avLst/>
          </a:prstGeom>
          <a:noFill/>
        </p:spPr>
        <p:txBody>
          <a:bodyPr wrap="none" rtlCol="0">
            <a:spAutoFit/>
          </a:bodyPr>
          <a:lstStyle/>
          <a:p>
            <a:r>
              <a:rPr lang="en-US" sz="2000" dirty="0">
                <a:latin typeface="+mj-lt"/>
              </a:rPr>
              <a:t>5 x 5</a:t>
            </a:r>
          </a:p>
        </p:txBody>
      </p:sp>
      <p:sp>
        <p:nvSpPr>
          <p:cNvPr id="3" name="TextBox 2">
            <a:extLst>
              <a:ext uri="{FF2B5EF4-FFF2-40B4-BE49-F238E27FC236}">
                <a16:creationId xmlns:a16="http://schemas.microsoft.com/office/drawing/2014/main" id="{653B919E-5058-CD1F-CE21-DAF6700A6461}"/>
              </a:ext>
            </a:extLst>
          </p:cNvPr>
          <p:cNvSpPr txBox="1"/>
          <p:nvPr/>
        </p:nvSpPr>
        <p:spPr>
          <a:xfrm>
            <a:off x="7080116" y="5500349"/>
            <a:ext cx="1436612" cy="400110"/>
          </a:xfrm>
          <a:prstGeom prst="rect">
            <a:avLst/>
          </a:prstGeom>
          <a:noFill/>
        </p:spPr>
        <p:txBody>
          <a:bodyPr wrap="none" rtlCol="0">
            <a:spAutoFit/>
          </a:bodyPr>
          <a:lstStyle/>
          <a:p>
            <a:r>
              <a:rPr lang="en-US" sz="2000" dirty="0">
                <a:latin typeface="+mj-lt"/>
              </a:rPr>
              <a:t>1 x 1 x 400</a:t>
            </a:r>
          </a:p>
        </p:txBody>
      </p:sp>
      <p:sp>
        <p:nvSpPr>
          <p:cNvPr id="5" name="TextBox 4">
            <a:extLst>
              <a:ext uri="{FF2B5EF4-FFF2-40B4-BE49-F238E27FC236}">
                <a16:creationId xmlns:a16="http://schemas.microsoft.com/office/drawing/2014/main" id="{9D51EFB4-ACC1-A426-CEA8-82F8D974DD49}"/>
              </a:ext>
            </a:extLst>
          </p:cNvPr>
          <p:cNvSpPr txBox="1"/>
          <p:nvPr/>
        </p:nvSpPr>
        <p:spPr>
          <a:xfrm>
            <a:off x="8792699" y="5500349"/>
            <a:ext cx="1436612" cy="400110"/>
          </a:xfrm>
          <a:prstGeom prst="rect">
            <a:avLst/>
          </a:prstGeom>
          <a:noFill/>
        </p:spPr>
        <p:txBody>
          <a:bodyPr wrap="none" rtlCol="0">
            <a:spAutoFit/>
          </a:bodyPr>
          <a:lstStyle/>
          <a:p>
            <a:r>
              <a:rPr lang="en-US" sz="2000" dirty="0">
                <a:latin typeface="+mj-lt"/>
              </a:rPr>
              <a:t>1 x 1 x 400</a:t>
            </a:r>
          </a:p>
        </p:txBody>
      </p:sp>
      <p:sp>
        <p:nvSpPr>
          <p:cNvPr id="6" name="TextBox 5">
            <a:extLst>
              <a:ext uri="{FF2B5EF4-FFF2-40B4-BE49-F238E27FC236}">
                <a16:creationId xmlns:a16="http://schemas.microsoft.com/office/drawing/2014/main" id="{11AE1B5E-FD4A-1696-5A01-EF84D50F29E0}"/>
              </a:ext>
            </a:extLst>
          </p:cNvPr>
          <p:cNvSpPr txBox="1"/>
          <p:nvPr/>
        </p:nvSpPr>
        <p:spPr>
          <a:xfrm>
            <a:off x="8341868" y="4894249"/>
            <a:ext cx="739305" cy="400110"/>
          </a:xfrm>
          <a:prstGeom prst="rect">
            <a:avLst/>
          </a:prstGeom>
          <a:noFill/>
        </p:spPr>
        <p:txBody>
          <a:bodyPr wrap="none" rtlCol="0">
            <a:spAutoFit/>
          </a:bodyPr>
          <a:lstStyle/>
          <a:p>
            <a:r>
              <a:rPr lang="en-US" sz="2000" dirty="0">
                <a:latin typeface="+mj-lt"/>
              </a:rPr>
              <a:t>1 x 1</a:t>
            </a: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Shape 541"/>
        <p:cNvGrpSpPr/>
        <p:nvPr/>
      </p:nvGrpSpPr>
      <p:grpSpPr>
        <a:xfrm>
          <a:off x="0" y="0"/>
          <a:ext cx="0" cy="0"/>
          <a:chOff x="0" y="0"/>
          <a:chExt cx="0" cy="0"/>
        </a:xfrm>
      </p:grpSpPr>
      <p:sp>
        <p:nvSpPr>
          <p:cNvPr id="542" name="Google Shape;542;p14"/>
          <p:cNvSpPr txBox="1">
            <a:spLocks noGrp="1"/>
          </p:cNvSpPr>
          <p:nvPr>
            <p:ph type="title"/>
          </p:nvPr>
        </p:nvSpPr>
        <p:spPr>
          <a:xfrm>
            <a:off x="261620" y="139700"/>
            <a:ext cx="11785600" cy="6654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200" b="0" dirty="0">
                <a:latin typeface="+mj-lt"/>
                <a:ea typeface="Cambria"/>
                <a:cs typeface="Cambria"/>
                <a:sym typeface="Cambria"/>
              </a:rPr>
              <a:t>Convolution implementation of sliding windows</a:t>
            </a:r>
            <a:endParaRPr sz="4200" dirty="0">
              <a:latin typeface="+mj-lt"/>
              <a:ea typeface="Cambria"/>
              <a:cs typeface="Cambria"/>
              <a:sym typeface="Cambria"/>
            </a:endParaRPr>
          </a:p>
        </p:txBody>
      </p:sp>
      <p:pic>
        <p:nvPicPr>
          <p:cNvPr id="543" name="Google Shape;543;p14"/>
          <p:cNvPicPr preferRelativeResize="0"/>
          <p:nvPr/>
        </p:nvPicPr>
        <p:blipFill rotWithShape="1">
          <a:blip r:embed="rId3">
            <a:alphaModFix/>
          </a:blip>
          <a:srcRect/>
          <a:stretch/>
        </p:blipFill>
        <p:spPr>
          <a:xfrm>
            <a:off x="535228" y="1280160"/>
            <a:ext cx="1470412" cy="1509128"/>
          </a:xfrm>
          <a:prstGeom prst="rect">
            <a:avLst/>
          </a:prstGeom>
          <a:noFill/>
          <a:ln>
            <a:noFill/>
          </a:ln>
        </p:spPr>
      </p:pic>
      <p:sp>
        <p:nvSpPr>
          <p:cNvPr id="544" name="Google Shape;544;p14"/>
          <p:cNvSpPr txBox="1"/>
          <p:nvPr/>
        </p:nvSpPr>
        <p:spPr>
          <a:xfrm>
            <a:off x="828511" y="2804312"/>
            <a:ext cx="77152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28×28</a:t>
            </a:r>
            <a:endParaRPr sz="2000">
              <a:latin typeface="+mj-lt"/>
              <a:ea typeface="Cambria Math"/>
              <a:cs typeface="Cambria Math"/>
              <a:sym typeface="Cambria Math"/>
            </a:endParaRPr>
          </a:p>
        </p:txBody>
      </p:sp>
      <p:pic>
        <p:nvPicPr>
          <p:cNvPr id="545" name="Google Shape;545;p14"/>
          <p:cNvPicPr preferRelativeResize="0"/>
          <p:nvPr/>
        </p:nvPicPr>
        <p:blipFill rotWithShape="1">
          <a:blip r:embed="rId4">
            <a:alphaModFix/>
          </a:blip>
          <a:srcRect/>
          <a:stretch/>
        </p:blipFill>
        <p:spPr>
          <a:xfrm>
            <a:off x="3124593" y="1389024"/>
            <a:ext cx="1260424" cy="1291412"/>
          </a:xfrm>
          <a:prstGeom prst="rect">
            <a:avLst/>
          </a:prstGeom>
          <a:noFill/>
          <a:ln>
            <a:noFill/>
          </a:ln>
        </p:spPr>
      </p:pic>
      <p:sp>
        <p:nvSpPr>
          <p:cNvPr id="546" name="Google Shape;546;p14"/>
          <p:cNvSpPr txBox="1"/>
          <p:nvPr/>
        </p:nvSpPr>
        <p:spPr>
          <a:xfrm>
            <a:off x="3334994" y="2804312"/>
            <a:ext cx="77216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16×16</a:t>
            </a:r>
            <a:endParaRPr sz="2000">
              <a:latin typeface="+mj-lt"/>
              <a:ea typeface="Cambria Math"/>
              <a:cs typeface="Cambria Math"/>
              <a:sym typeface="Cambria Math"/>
            </a:endParaRPr>
          </a:p>
        </p:txBody>
      </p:sp>
      <p:pic>
        <p:nvPicPr>
          <p:cNvPr id="547" name="Google Shape;547;p14"/>
          <p:cNvPicPr preferRelativeResize="0"/>
          <p:nvPr/>
        </p:nvPicPr>
        <p:blipFill rotWithShape="1">
          <a:blip r:embed="rId5">
            <a:alphaModFix/>
          </a:blip>
          <a:srcRect/>
          <a:stretch/>
        </p:blipFill>
        <p:spPr>
          <a:xfrm>
            <a:off x="5617489" y="1541716"/>
            <a:ext cx="963561" cy="980719"/>
          </a:xfrm>
          <a:prstGeom prst="rect">
            <a:avLst/>
          </a:prstGeom>
          <a:noFill/>
          <a:ln>
            <a:noFill/>
          </a:ln>
        </p:spPr>
      </p:pic>
      <p:sp>
        <p:nvSpPr>
          <p:cNvPr id="548" name="Google Shape;548;p14"/>
          <p:cNvSpPr txBox="1"/>
          <p:nvPr/>
        </p:nvSpPr>
        <p:spPr>
          <a:xfrm>
            <a:off x="5713450" y="2804312"/>
            <a:ext cx="77216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12×12</a:t>
            </a:r>
            <a:endParaRPr sz="2000">
              <a:latin typeface="+mj-lt"/>
              <a:ea typeface="Cambria Math"/>
              <a:cs typeface="Cambria Math"/>
              <a:sym typeface="Cambria Math"/>
            </a:endParaRPr>
          </a:p>
        </p:txBody>
      </p:sp>
      <p:pic>
        <p:nvPicPr>
          <p:cNvPr id="549" name="Google Shape;549;p14"/>
          <p:cNvPicPr preferRelativeResize="0"/>
          <p:nvPr/>
        </p:nvPicPr>
        <p:blipFill rotWithShape="1">
          <a:blip r:embed="rId6">
            <a:alphaModFix/>
          </a:blip>
          <a:srcRect/>
          <a:stretch/>
        </p:blipFill>
        <p:spPr>
          <a:xfrm>
            <a:off x="7314730" y="1703349"/>
            <a:ext cx="645147" cy="657453"/>
          </a:xfrm>
          <a:prstGeom prst="rect">
            <a:avLst/>
          </a:prstGeom>
          <a:noFill/>
          <a:ln>
            <a:noFill/>
          </a:ln>
        </p:spPr>
      </p:pic>
      <p:pic>
        <p:nvPicPr>
          <p:cNvPr id="550" name="Google Shape;550;p14"/>
          <p:cNvPicPr preferRelativeResize="0"/>
          <p:nvPr/>
        </p:nvPicPr>
        <p:blipFill rotWithShape="1">
          <a:blip r:embed="rId6">
            <a:alphaModFix/>
          </a:blip>
          <a:srcRect/>
          <a:stretch/>
        </p:blipFill>
        <p:spPr>
          <a:xfrm>
            <a:off x="8784132" y="1703349"/>
            <a:ext cx="645147" cy="657453"/>
          </a:xfrm>
          <a:prstGeom prst="rect">
            <a:avLst/>
          </a:prstGeom>
          <a:noFill/>
          <a:ln>
            <a:noFill/>
          </a:ln>
        </p:spPr>
      </p:pic>
      <p:pic>
        <p:nvPicPr>
          <p:cNvPr id="551" name="Google Shape;551;p14"/>
          <p:cNvPicPr preferRelativeResize="0"/>
          <p:nvPr/>
        </p:nvPicPr>
        <p:blipFill rotWithShape="1">
          <a:blip r:embed="rId6">
            <a:alphaModFix/>
          </a:blip>
          <a:srcRect/>
          <a:stretch/>
        </p:blipFill>
        <p:spPr>
          <a:xfrm>
            <a:off x="10325354" y="1703349"/>
            <a:ext cx="645147" cy="657453"/>
          </a:xfrm>
          <a:prstGeom prst="rect">
            <a:avLst/>
          </a:prstGeom>
          <a:noFill/>
          <a:ln>
            <a:noFill/>
          </a:ln>
        </p:spPr>
      </p:pic>
      <p:sp>
        <p:nvSpPr>
          <p:cNvPr id="552" name="Google Shape;552;p14"/>
          <p:cNvSpPr txBox="1"/>
          <p:nvPr/>
        </p:nvSpPr>
        <p:spPr>
          <a:xfrm>
            <a:off x="7094372" y="2809608"/>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8×8×400</a:t>
            </a:r>
            <a:endParaRPr sz="2000">
              <a:latin typeface="+mj-lt"/>
              <a:ea typeface="Cambria Math"/>
              <a:cs typeface="Cambria Math"/>
              <a:sym typeface="Cambria Math"/>
            </a:endParaRPr>
          </a:p>
        </p:txBody>
      </p:sp>
      <p:sp>
        <p:nvSpPr>
          <p:cNvPr id="553" name="Google Shape;553;p14"/>
          <p:cNvSpPr txBox="1"/>
          <p:nvPr/>
        </p:nvSpPr>
        <p:spPr>
          <a:xfrm>
            <a:off x="8568334" y="2809608"/>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8×8×400</a:t>
            </a:r>
            <a:endParaRPr sz="2000">
              <a:latin typeface="+mj-lt"/>
              <a:ea typeface="Cambria Math"/>
              <a:cs typeface="Cambria Math"/>
              <a:sym typeface="Cambria Math"/>
            </a:endParaRPr>
          </a:p>
        </p:txBody>
      </p:sp>
      <p:sp>
        <p:nvSpPr>
          <p:cNvPr id="554" name="Google Shape;554;p14"/>
          <p:cNvSpPr txBox="1"/>
          <p:nvPr/>
        </p:nvSpPr>
        <p:spPr>
          <a:xfrm>
            <a:off x="10241432" y="2804274"/>
            <a:ext cx="81026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8×8×4</a:t>
            </a:r>
            <a:endParaRPr sz="2000">
              <a:latin typeface="+mj-lt"/>
              <a:ea typeface="Cambria Math"/>
              <a:cs typeface="Cambria Math"/>
              <a:sym typeface="Cambria Math"/>
            </a:endParaRPr>
          </a:p>
        </p:txBody>
      </p:sp>
      <p:sp>
        <p:nvSpPr>
          <p:cNvPr id="555" name="Google Shape;555;p14"/>
          <p:cNvSpPr/>
          <p:nvPr/>
        </p:nvSpPr>
        <p:spPr>
          <a:xfrm>
            <a:off x="2324773" y="1968576"/>
            <a:ext cx="470534" cy="127000"/>
          </a:xfrm>
          <a:custGeom>
            <a:avLst/>
            <a:gdLst/>
            <a:ahLst/>
            <a:cxnLst/>
            <a:rect l="l" t="t" r="r" b="b"/>
            <a:pathLst>
              <a:path w="470535"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56" name="Google Shape;556;p14"/>
          <p:cNvSpPr/>
          <p:nvPr/>
        </p:nvSpPr>
        <p:spPr>
          <a:xfrm>
            <a:off x="4722914" y="1978037"/>
            <a:ext cx="470534" cy="127000"/>
          </a:xfrm>
          <a:custGeom>
            <a:avLst/>
            <a:gdLst/>
            <a:ahLst/>
            <a:cxnLst/>
            <a:rect l="l" t="t" r="r" b="b"/>
            <a:pathLst>
              <a:path w="470535" h="127000" extrusionOk="0">
                <a:moveTo>
                  <a:pt x="343357" y="0"/>
                </a:moveTo>
                <a:lnTo>
                  <a:pt x="343357" y="50800"/>
                </a:lnTo>
                <a:lnTo>
                  <a:pt x="0" y="50800"/>
                </a:lnTo>
                <a:lnTo>
                  <a:pt x="0" y="76200"/>
                </a:lnTo>
                <a:lnTo>
                  <a:pt x="343357" y="76200"/>
                </a:lnTo>
                <a:lnTo>
                  <a:pt x="343357" y="127000"/>
                </a:lnTo>
                <a:lnTo>
                  <a:pt x="470357" y="63500"/>
                </a:lnTo>
                <a:lnTo>
                  <a:pt x="34335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57" name="Google Shape;557;p14"/>
          <p:cNvSpPr/>
          <p:nvPr/>
        </p:nvSpPr>
        <p:spPr>
          <a:xfrm>
            <a:off x="6712699" y="1968576"/>
            <a:ext cx="470534" cy="127000"/>
          </a:xfrm>
          <a:custGeom>
            <a:avLst/>
            <a:gdLst/>
            <a:ahLst/>
            <a:cxnLst/>
            <a:rect l="l" t="t" r="r" b="b"/>
            <a:pathLst>
              <a:path w="470534"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58" name="Google Shape;558;p14"/>
          <p:cNvSpPr/>
          <p:nvPr/>
        </p:nvSpPr>
        <p:spPr>
          <a:xfrm>
            <a:off x="8136813" y="1968576"/>
            <a:ext cx="470534" cy="127000"/>
          </a:xfrm>
          <a:custGeom>
            <a:avLst/>
            <a:gdLst/>
            <a:ahLst/>
            <a:cxnLst/>
            <a:rect l="l" t="t" r="r" b="b"/>
            <a:pathLst>
              <a:path w="470534"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59" name="Google Shape;559;p14"/>
          <p:cNvSpPr/>
          <p:nvPr/>
        </p:nvSpPr>
        <p:spPr>
          <a:xfrm>
            <a:off x="9625406" y="1968576"/>
            <a:ext cx="470534" cy="127000"/>
          </a:xfrm>
          <a:custGeom>
            <a:avLst/>
            <a:gdLst/>
            <a:ahLst/>
            <a:cxnLst/>
            <a:rect l="l" t="t" r="r" b="b"/>
            <a:pathLst>
              <a:path w="470534"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60" name="Google Shape;560;p14"/>
          <p:cNvSpPr txBox="1"/>
          <p:nvPr/>
        </p:nvSpPr>
        <p:spPr>
          <a:xfrm>
            <a:off x="2321560" y="2061857"/>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5×5</a:t>
            </a:r>
            <a:endParaRPr sz="2000">
              <a:latin typeface="+mj-lt"/>
              <a:ea typeface="Cambria Math"/>
              <a:cs typeface="Cambria Math"/>
              <a:sym typeface="Cambria Math"/>
            </a:endParaRPr>
          </a:p>
        </p:txBody>
      </p:sp>
      <p:sp>
        <p:nvSpPr>
          <p:cNvPr id="561" name="Google Shape;561;p14"/>
          <p:cNvSpPr txBox="1"/>
          <p:nvPr/>
        </p:nvSpPr>
        <p:spPr>
          <a:xfrm>
            <a:off x="4427664" y="1535968"/>
            <a:ext cx="1151890" cy="847090"/>
          </a:xfrm>
          <a:prstGeom prst="rect">
            <a:avLst/>
          </a:prstGeom>
          <a:noFill/>
          <a:ln>
            <a:noFill/>
          </a:ln>
        </p:spPr>
        <p:txBody>
          <a:bodyPr spcFirstLastPara="1" wrap="square" lIns="0" tIns="133975"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MAX POOL</a:t>
            </a:r>
            <a:endParaRPr sz="1600">
              <a:latin typeface="+mj-lt"/>
              <a:ea typeface="Cambria"/>
              <a:cs typeface="Cambria"/>
              <a:sym typeface="Cambria"/>
            </a:endParaRPr>
          </a:p>
          <a:p>
            <a:pPr marL="285750" lvl="0" indent="0" algn="l" rtl="0">
              <a:lnSpc>
                <a:spcPct val="100000"/>
              </a:lnSpc>
              <a:spcBef>
                <a:spcPts val="1190"/>
              </a:spcBef>
              <a:spcAft>
                <a:spcPts val="0"/>
              </a:spcAft>
              <a:buNone/>
            </a:pPr>
            <a:r>
              <a:rPr lang="en-US" sz="2000">
                <a:latin typeface="+mj-lt"/>
                <a:ea typeface="Cambria Math"/>
                <a:cs typeface="Cambria Math"/>
                <a:sym typeface="Cambria Math"/>
              </a:rPr>
              <a:t>2×2</a:t>
            </a:r>
            <a:endParaRPr sz="2000">
              <a:latin typeface="+mj-lt"/>
              <a:ea typeface="Cambria Math"/>
              <a:cs typeface="Cambria Math"/>
              <a:sym typeface="Cambria Math"/>
            </a:endParaRPr>
          </a:p>
        </p:txBody>
      </p:sp>
      <p:sp>
        <p:nvSpPr>
          <p:cNvPr id="562" name="Google Shape;562;p14"/>
          <p:cNvSpPr txBox="1"/>
          <p:nvPr/>
        </p:nvSpPr>
        <p:spPr>
          <a:xfrm>
            <a:off x="6714769" y="2047938"/>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5×5</a:t>
            </a:r>
            <a:endParaRPr sz="2000">
              <a:latin typeface="+mj-lt"/>
              <a:ea typeface="Cambria Math"/>
              <a:cs typeface="Cambria Math"/>
              <a:sym typeface="Cambria Math"/>
            </a:endParaRPr>
          </a:p>
        </p:txBody>
      </p:sp>
      <p:sp>
        <p:nvSpPr>
          <p:cNvPr id="563" name="Google Shape;563;p14"/>
          <p:cNvSpPr txBox="1"/>
          <p:nvPr/>
        </p:nvSpPr>
        <p:spPr>
          <a:xfrm>
            <a:off x="8117611" y="2055050"/>
            <a:ext cx="48895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1×1</a:t>
            </a:r>
            <a:endParaRPr sz="2000">
              <a:latin typeface="+mj-lt"/>
              <a:ea typeface="Cambria Math"/>
              <a:cs typeface="Cambria Math"/>
              <a:sym typeface="Cambria Math"/>
            </a:endParaRPr>
          </a:p>
        </p:txBody>
      </p:sp>
      <p:pic>
        <p:nvPicPr>
          <p:cNvPr id="564" name="Google Shape;564;p14"/>
          <p:cNvPicPr preferRelativeResize="0"/>
          <p:nvPr/>
        </p:nvPicPr>
        <p:blipFill rotWithShape="1">
          <a:blip r:embed="rId7">
            <a:alphaModFix/>
          </a:blip>
          <a:srcRect/>
          <a:stretch/>
        </p:blipFill>
        <p:spPr>
          <a:xfrm>
            <a:off x="3124593" y="3612578"/>
            <a:ext cx="2428049" cy="2418499"/>
          </a:xfrm>
          <a:prstGeom prst="rect">
            <a:avLst/>
          </a:prstGeom>
          <a:noFill/>
          <a:ln>
            <a:noFill/>
          </a:ln>
        </p:spPr>
      </p:pic>
      <p:sp>
        <p:nvSpPr>
          <p:cNvPr id="565" name="Google Shape;565;p14"/>
          <p:cNvSpPr txBox="1"/>
          <p:nvPr/>
        </p:nvSpPr>
        <p:spPr>
          <a:xfrm>
            <a:off x="9652533" y="2061857"/>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1×1</a:t>
            </a:r>
            <a:endParaRPr sz="2000">
              <a:latin typeface="+mj-lt"/>
              <a:ea typeface="Cambria Math"/>
              <a:cs typeface="Cambria Math"/>
              <a:sym typeface="Cambria Math"/>
            </a:endParaRPr>
          </a:p>
        </p:txBody>
      </p:sp>
      <p:graphicFrame>
        <p:nvGraphicFramePr>
          <p:cNvPr id="566" name="Google Shape;566;p14"/>
          <p:cNvGraphicFramePr/>
          <p:nvPr/>
        </p:nvGraphicFramePr>
        <p:xfrm>
          <a:off x="3118746" y="3611969"/>
          <a:ext cx="2408550" cy="2389525"/>
        </p:xfrm>
        <a:graphic>
          <a:graphicData uri="http://schemas.openxmlformats.org/drawingml/2006/table">
            <a:tbl>
              <a:tblPr firstRow="1" bandRow="1">
                <a:noFill/>
                <a:tableStyleId>{212714E9-6B82-488D-B99E-6F814BD6195D}</a:tableStyleId>
              </a:tblPr>
              <a:tblGrid>
                <a:gridCol w="601975">
                  <a:extLst>
                    <a:ext uri="{9D8B030D-6E8A-4147-A177-3AD203B41FA5}">
                      <a16:colId xmlns:a16="http://schemas.microsoft.com/office/drawing/2014/main" val="20000"/>
                    </a:ext>
                  </a:extLst>
                </a:gridCol>
                <a:gridCol w="471175">
                  <a:extLst>
                    <a:ext uri="{9D8B030D-6E8A-4147-A177-3AD203B41FA5}">
                      <a16:colId xmlns:a16="http://schemas.microsoft.com/office/drawing/2014/main" val="20001"/>
                    </a:ext>
                  </a:extLst>
                </a:gridCol>
                <a:gridCol w="262250">
                  <a:extLst>
                    <a:ext uri="{9D8B030D-6E8A-4147-A177-3AD203B41FA5}">
                      <a16:colId xmlns:a16="http://schemas.microsoft.com/office/drawing/2014/main" val="20002"/>
                    </a:ext>
                  </a:extLst>
                </a:gridCol>
                <a:gridCol w="344175">
                  <a:extLst>
                    <a:ext uri="{9D8B030D-6E8A-4147-A177-3AD203B41FA5}">
                      <a16:colId xmlns:a16="http://schemas.microsoft.com/office/drawing/2014/main" val="20003"/>
                    </a:ext>
                  </a:extLst>
                </a:gridCol>
                <a:gridCol w="728975">
                  <a:extLst>
                    <a:ext uri="{9D8B030D-6E8A-4147-A177-3AD203B41FA5}">
                      <a16:colId xmlns:a16="http://schemas.microsoft.com/office/drawing/2014/main" val="20004"/>
                    </a:ext>
                  </a:extLst>
                </a:gridCol>
              </a:tblGrid>
              <a:tr h="677550">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0"/>
                  </a:ext>
                </a:extLst>
              </a:tr>
              <a:tr h="456575">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5715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1"/>
                  </a:ext>
                </a:extLst>
              </a:tr>
              <a:tr h="121925">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2"/>
                  </a:ext>
                </a:extLst>
              </a:tr>
              <a:tr h="555000">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4572C4"/>
                      </a:solidFill>
                      <a:prstDash val="solid"/>
                      <a:round/>
                      <a:headEnd type="none" w="sm" len="sm"/>
                      <a:tailEnd type="none" w="sm" len="sm"/>
                    </a:lnR>
                    <a:lnT w="57150" cap="flat" cmpd="sng">
                      <a:solidFill>
                        <a:srgbClr val="FF0000"/>
                      </a:solidFill>
                      <a:prstDash val="solid"/>
                      <a:round/>
                      <a:headEnd type="none" w="sm" len="sm"/>
                      <a:tailEnd type="none" w="sm" len="sm"/>
                    </a:lnT>
                    <a:lnB w="5715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57150" cap="flat" cmpd="sng">
                      <a:solidFill>
                        <a:srgbClr val="FF0000"/>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FF0000"/>
                      </a:solidFill>
                      <a:prstDash val="solid"/>
                      <a:round/>
                      <a:headEnd type="none" w="sm" len="sm"/>
                      <a:tailEnd type="none" w="sm" len="sm"/>
                    </a:lnR>
                    <a:lnT w="57150" cap="flat" cmpd="sng">
                      <a:solidFill>
                        <a:srgbClr val="FF0000"/>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3"/>
                  </a:ext>
                </a:extLst>
              </a:tr>
              <a:tr h="578475">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4572C4"/>
                      </a:solidFill>
                      <a:prstDash val="solid"/>
                      <a:round/>
                      <a:headEnd type="none" w="sm" len="sm"/>
                      <a:tailEnd type="none" w="sm" len="sm"/>
                    </a:lnR>
                    <a:lnT w="5715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567" name="Google Shape;567;p14"/>
          <p:cNvPicPr preferRelativeResize="0"/>
          <p:nvPr/>
        </p:nvPicPr>
        <p:blipFill rotWithShape="1">
          <a:blip r:embed="rId7">
            <a:alphaModFix/>
          </a:blip>
          <a:srcRect/>
          <a:stretch/>
        </p:blipFill>
        <p:spPr>
          <a:xfrm>
            <a:off x="6670954" y="3632530"/>
            <a:ext cx="2428049" cy="2418499"/>
          </a:xfrm>
          <a:prstGeom prst="rect">
            <a:avLst/>
          </a:prstGeom>
          <a:noFill/>
          <a:ln>
            <a:noFill/>
          </a:ln>
        </p:spPr>
      </p:pic>
      <p:graphicFrame>
        <p:nvGraphicFramePr>
          <p:cNvPr id="568" name="Google Shape;568;p14"/>
          <p:cNvGraphicFramePr/>
          <p:nvPr/>
        </p:nvGraphicFramePr>
        <p:xfrm>
          <a:off x="6665117" y="3631921"/>
          <a:ext cx="2408550" cy="2389525"/>
        </p:xfrm>
        <a:graphic>
          <a:graphicData uri="http://schemas.openxmlformats.org/drawingml/2006/table">
            <a:tbl>
              <a:tblPr firstRow="1" bandRow="1">
                <a:noFill/>
                <a:tableStyleId>{212714E9-6B82-488D-B99E-6F814BD6195D}</a:tableStyleId>
              </a:tblPr>
              <a:tblGrid>
                <a:gridCol w="601975">
                  <a:extLst>
                    <a:ext uri="{9D8B030D-6E8A-4147-A177-3AD203B41FA5}">
                      <a16:colId xmlns:a16="http://schemas.microsoft.com/office/drawing/2014/main" val="20000"/>
                    </a:ext>
                  </a:extLst>
                </a:gridCol>
                <a:gridCol w="471175">
                  <a:extLst>
                    <a:ext uri="{9D8B030D-6E8A-4147-A177-3AD203B41FA5}">
                      <a16:colId xmlns:a16="http://schemas.microsoft.com/office/drawing/2014/main" val="20001"/>
                    </a:ext>
                  </a:extLst>
                </a:gridCol>
                <a:gridCol w="262250">
                  <a:extLst>
                    <a:ext uri="{9D8B030D-6E8A-4147-A177-3AD203B41FA5}">
                      <a16:colId xmlns:a16="http://schemas.microsoft.com/office/drawing/2014/main" val="20002"/>
                    </a:ext>
                  </a:extLst>
                </a:gridCol>
                <a:gridCol w="344175">
                  <a:extLst>
                    <a:ext uri="{9D8B030D-6E8A-4147-A177-3AD203B41FA5}">
                      <a16:colId xmlns:a16="http://schemas.microsoft.com/office/drawing/2014/main" val="20003"/>
                    </a:ext>
                  </a:extLst>
                </a:gridCol>
                <a:gridCol w="728975">
                  <a:extLst>
                    <a:ext uri="{9D8B030D-6E8A-4147-A177-3AD203B41FA5}">
                      <a16:colId xmlns:a16="http://schemas.microsoft.com/office/drawing/2014/main" val="20004"/>
                    </a:ext>
                  </a:extLst>
                </a:gridCol>
              </a:tblGrid>
              <a:tr h="677550">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0"/>
                  </a:ext>
                </a:extLst>
              </a:tr>
              <a:tr h="456575">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5715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1"/>
                  </a:ext>
                </a:extLst>
              </a:tr>
              <a:tr h="121925">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2"/>
                  </a:ext>
                </a:extLst>
              </a:tr>
              <a:tr h="555000">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4572C4"/>
                      </a:solidFill>
                      <a:prstDash val="solid"/>
                      <a:round/>
                      <a:headEnd type="none" w="sm" len="sm"/>
                      <a:tailEnd type="none" w="sm" len="sm"/>
                    </a:lnR>
                    <a:lnT w="57150" cap="flat" cmpd="sng">
                      <a:solidFill>
                        <a:srgbClr val="FF0000"/>
                      </a:solidFill>
                      <a:prstDash val="solid"/>
                      <a:round/>
                      <a:headEnd type="none" w="sm" len="sm"/>
                      <a:tailEnd type="none" w="sm" len="sm"/>
                    </a:lnT>
                    <a:lnB w="5715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57150" cap="flat" cmpd="sng">
                      <a:solidFill>
                        <a:srgbClr val="FF0000"/>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FF0000"/>
                      </a:solidFill>
                      <a:prstDash val="solid"/>
                      <a:round/>
                      <a:headEnd type="none" w="sm" len="sm"/>
                      <a:tailEnd type="none" w="sm" len="sm"/>
                    </a:lnR>
                    <a:lnT w="57150" cap="flat" cmpd="sng">
                      <a:solidFill>
                        <a:srgbClr val="FF0000"/>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3"/>
                  </a:ext>
                </a:extLst>
              </a:tr>
              <a:tr h="578475">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4572C4"/>
                      </a:solidFill>
                      <a:prstDash val="solid"/>
                      <a:round/>
                      <a:headEnd type="none" w="sm" len="sm"/>
                      <a:tailEnd type="none" w="sm" len="sm"/>
                    </a:lnR>
                    <a:lnT w="5715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FF0000"/>
                      </a:solidFill>
                      <a:prstDash val="solid"/>
                      <a:round/>
                      <a:headEnd type="none" w="sm" len="sm"/>
                      <a:tailEnd type="none" w="sm" len="sm"/>
                    </a:lnR>
                    <a:lnT w="38100" cap="flat" cmpd="sng">
                      <a:solidFill>
                        <a:srgbClr val="4572C4"/>
                      </a:solidFill>
                      <a:prstDash val="solid"/>
                      <a:round/>
                      <a:headEnd type="none" w="sm" len="sm"/>
                      <a:tailEnd type="none" w="sm" len="sm"/>
                    </a:lnT>
                    <a:lnB w="57150" cap="flat" cmpd="sng">
                      <a:solidFill>
                        <a:srgbClr val="FF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900" u="none" strike="noStrike" cap="none">
                        <a:latin typeface="Times New Roman"/>
                        <a:ea typeface="Times New Roman"/>
                        <a:cs typeface="Times New Roman"/>
                        <a:sym typeface="Times New Roman"/>
                      </a:endParaRPr>
                    </a:p>
                  </a:txBody>
                  <a:tcPr marL="0" marR="0" marT="0" marB="0">
                    <a:lnL w="38100" cap="flat" cmpd="sng">
                      <a:solidFill>
                        <a:srgbClr val="FF0000"/>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
        <p:nvSpPr>
          <p:cNvPr id="569" name="Google Shape;569;p14"/>
          <p:cNvSpPr/>
          <p:nvPr/>
        </p:nvSpPr>
        <p:spPr>
          <a:xfrm>
            <a:off x="9020368" y="6842004"/>
            <a:ext cx="19050" cy="19050"/>
          </a:xfrm>
          <a:custGeom>
            <a:avLst/>
            <a:gdLst/>
            <a:ahLst/>
            <a:cxnLst/>
            <a:rect l="l" t="t" r="r" b="b"/>
            <a:pathLst>
              <a:path w="19050" h="19050" extrusionOk="0">
                <a:moveTo>
                  <a:pt x="0" y="9525"/>
                </a:moveTo>
                <a:lnTo>
                  <a:pt x="2789" y="16261"/>
                </a:lnTo>
                <a:lnTo>
                  <a:pt x="9525" y="19051"/>
                </a:lnTo>
                <a:lnTo>
                  <a:pt x="16261" y="16261"/>
                </a:lnTo>
                <a:lnTo>
                  <a:pt x="19051" y="9525"/>
                </a:lnTo>
                <a:lnTo>
                  <a:pt x="16261" y="2789"/>
                </a:lnTo>
                <a:lnTo>
                  <a:pt x="9525" y="0"/>
                </a:lnTo>
                <a:lnTo>
                  <a:pt x="2789" y="2789"/>
                </a:lnTo>
                <a:lnTo>
                  <a:pt x="0" y="9525"/>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570" name="Google Shape;570;p14"/>
          <p:cNvPicPr preferRelativeResize="0"/>
          <p:nvPr/>
        </p:nvPicPr>
        <p:blipFill>
          <a:blip r:embed="rId8">
            <a:alphaModFix/>
          </a:blip>
          <a:stretch>
            <a:fillRect/>
          </a:stretch>
        </p:blipFill>
        <p:spPr>
          <a:xfrm>
            <a:off x="11294349" y="0"/>
            <a:ext cx="888150" cy="48847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Shape 387"/>
        <p:cNvGrpSpPr/>
        <p:nvPr/>
      </p:nvGrpSpPr>
      <p:grpSpPr>
        <a:xfrm>
          <a:off x="0" y="0"/>
          <a:ext cx="0" cy="0"/>
          <a:chOff x="0" y="0"/>
          <a:chExt cx="0" cy="0"/>
        </a:xfrm>
      </p:grpSpPr>
      <p:sp>
        <p:nvSpPr>
          <p:cNvPr id="388" name="Google Shape;388;p13"/>
          <p:cNvSpPr txBox="1">
            <a:spLocks noGrp="1"/>
          </p:cNvSpPr>
          <p:nvPr>
            <p:ph type="title"/>
          </p:nvPr>
        </p:nvSpPr>
        <p:spPr>
          <a:xfrm>
            <a:off x="261620" y="139700"/>
            <a:ext cx="11785600" cy="6654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200" b="0" dirty="0">
                <a:latin typeface="+mj-lt"/>
                <a:ea typeface="Cambria"/>
                <a:cs typeface="Cambria"/>
                <a:sym typeface="Cambria"/>
              </a:rPr>
              <a:t>Convolution implementation of sliding windows</a:t>
            </a:r>
            <a:endParaRPr sz="4200" dirty="0">
              <a:latin typeface="+mj-lt"/>
              <a:ea typeface="Cambria"/>
              <a:cs typeface="Cambria"/>
              <a:sym typeface="Cambria"/>
            </a:endParaRPr>
          </a:p>
        </p:txBody>
      </p:sp>
      <p:grpSp>
        <p:nvGrpSpPr>
          <p:cNvPr id="389" name="Google Shape;389;p13"/>
          <p:cNvGrpSpPr/>
          <p:nvPr/>
        </p:nvGrpSpPr>
        <p:grpSpPr>
          <a:xfrm>
            <a:off x="5591102" y="1112231"/>
            <a:ext cx="668020" cy="673735"/>
            <a:chOff x="5591102" y="1112231"/>
            <a:chExt cx="668020" cy="673735"/>
          </a:xfrm>
        </p:grpSpPr>
        <p:sp>
          <p:nvSpPr>
            <p:cNvPr id="390" name="Google Shape;390;p13"/>
            <p:cNvSpPr/>
            <p:nvPr/>
          </p:nvSpPr>
          <p:spPr>
            <a:xfrm>
              <a:off x="5597449" y="1118590"/>
              <a:ext cx="655955" cy="661670"/>
            </a:xfrm>
            <a:custGeom>
              <a:avLst/>
              <a:gdLst/>
              <a:ahLst/>
              <a:cxnLst/>
              <a:rect l="l" t="t" r="r" b="b"/>
              <a:pathLst>
                <a:path w="655954" h="661669" extrusionOk="0">
                  <a:moveTo>
                    <a:pt x="655561" y="528840"/>
                  </a:moveTo>
                  <a:lnTo>
                    <a:pt x="655561" y="528840"/>
                  </a:lnTo>
                  <a:lnTo>
                    <a:pt x="0" y="528840"/>
                  </a:lnTo>
                  <a:lnTo>
                    <a:pt x="0" y="661047"/>
                  </a:lnTo>
                  <a:lnTo>
                    <a:pt x="655561" y="661047"/>
                  </a:lnTo>
                  <a:lnTo>
                    <a:pt x="655561" y="528840"/>
                  </a:lnTo>
                  <a:close/>
                </a:path>
                <a:path w="655954" h="661669" extrusionOk="0">
                  <a:moveTo>
                    <a:pt x="655561" y="0"/>
                  </a:moveTo>
                  <a:lnTo>
                    <a:pt x="655561" y="0"/>
                  </a:lnTo>
                  <a:lnTo>
                    <a:pt x="0" y="0"/>
                  </a:lnTo>
                  <a:lnTo>
                    <a:pt x="0" y="132207"/>
                  </a:lnTo>
                  <a:lnTo>
                    <a:pt x="0" y="264414"/>
                  </a:lnTo>
                  <a:lnTo>
                    <a:pt x="0" y="396621"/>
                  </a:lnTo>
                  <a:lnTo>
                    <a:pt x="0" y="528828"/>
                  </a:lnTo>
                  <a:lnTo>
                    <a:pt x="131114" y="528828"/>
                  </a:lnTo>
                  <a:lnTo>
                    <a:pt x="655561" y="528828"/>
                  </a:lnTo>
                  <a:lnTo>
                    <a:pt x="655561" y="396621"/>
                  </a:lnTo>
                  <a:lnTo>
                    <a:pt x="655561" y="264414"/>
                  </a:lnTo>
                  <a:lnTo>
                    <a:pt x="655561" y="132207"/>
                  </a:lnTo>
                  <a:lnTo>
                    <a:pt x="655561" y="0"/>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91" name="Google Shape;391;p13"/>
            <p:cNvSpPr/>
            <p:nvPr/>
          </p:nvSpPr>
          <p:spPr>
            <a:xfrm>
              <a:off x="5728494" y="1112231"/>
              <a:ext cx="0" cy="673735"/>
            </a:xfrm>
            <a:custGeom>
              <a:avLst/>
              <a:gdLst/>
              <a:ahLst/>
              <a:cxnLst/>
              <a:rect l="l" t="t" r="r" b="b"/>
              <a:pathLst>
                <a:path w="120000" h="673735" extrusionOk="0">
                  <a:moveTo>
                    <a:pt x="0" y="0"/>
                  </a:moveTo>
                  <a:lnTo>
                    <a:pt x="0" y="673406"/>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92" name="Google Shape;392;p13"/>
            <p:cNvSpPr/>
            <p:nvPr/>
          </p:nvSpPr>
          <p:spPr>
            <a:xfrm>
              <a:off x="5859539" y="1112231"/>
              <a:ext cx="0" cy="673735"/>
            </a:xfrm>
            <a:custGeom>
              <a:avLst/>
              <a:gdLst/>
              <a:ahLst/>
              <a:cxnLst/>
              <a:rect l="l" t="t" r="r" b="b"/>
              <a:pathLst>
                <a:path w="120000" h="673735" extrusionOk="0">
                  <a:moveTo>
                    <a:pt x="0" y="0"/>
                  </a:moveTo>
                  <a:lnTo>
                    <a:pt x="0" y="673406"/>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93" name="Google Shape;393;p13"/>
            <p:cNvSpPr/>
            <p:nvPr/>
          </p:nvSpPr>
          <p:spPr>
            <a:xfrm>
              <a:off x="5990584" y="1112231"/>
              <a:ext cx="0" cy="673735"/>
            </a:xfrm>
            <a:custGeom>
              <a:avLst/>
              <a:gdLst/>
              <a:ahLst/>
              <a:cxnLst/>
              <a:rect l="l" t="t" r="r" b="b"/>
              <a:pathLst>
                <a:path w="120000" h="673735" extrusionOk="0">
                  <a:moveTo>
                    <a:pt x="0" y="0"/>
                  </a:moveTo>
                  <a:lnTo>
                    <a:pt x="0" y="673406"/>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94" name="Google Shape;394;p13"/>
            <p:cNvSpPr/>
            <p:nvPr/>
          </p:nvSpPr>
          <p:spPr>
            <a:xfrm>
              <a:off x="6121629" y="1112231"/>
              <a:ext cx="0" cy="673735"/>
            </a:xfrm>
            <a:custGeom>
              <a:avLst/>
              <a:gdLst/>
              <a:ahLst/>
              <a:cxnLst/>
              <a:rect l="l" t="t" r="r" b="b"/>
              <a:pathLst>
                <a:path w="120000" h="673735" extrusionOk="0">
                  <a:moveTo>
                    <a:pt x="0" y="0"/>
                  </a:moveTo>
                  <a:lnTo>
                    <a:pt x="0" y="673406"/>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95" name="Google Shape;395;p13"/>
            <p:cNvSpPr/>
            <p:nvPr/>
          </p:nvSpPr>
          <p:spPr>
            <a:xfrm>
              <a:off x="5591102" y="1250720"/>
              <a:ext cx="668020" cy="0"/>
            </a:xfrm>
            <a:custGeom>
              <a:avLst/>
              <a:gdLst/>
              <a:ahLst/>
              <a:cxnLst/>
              <a:rect l="l" t="t" r="r" b="b"/>
              <a:pathLst>
                <a:path w="668020" h="120000" extrusionOk="0">
                  <a:moveTo>
                    <a:pt x="0" y="0"/>
                  </a:moveTo>
                  <a:lnTo>
                    <a:pt x="66791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96" name="Google Shape;396;p13"/>
            <p:cNvSpPr/>
            <p:nvPr/>
          </p:nvSpPr>
          <p:spPr>
            <a:xfrm>
              <a:off x="5591102" y="1382863"/>
              <a:ext cx="668020" cy="0"/>
            </a:xfrm>
            <a:custGeom>
              <a:avLst/>
              <a:gdLst/>
              <a:ahLst/>
              <a:cxnLst/>
              <a:rect l="l" t="t" r="r" b="b"/>
              <a:pathLst>
                <a:path w="668020" h="120000" extrusionOk="0">
                  <a:moveTo>
                    <a:pt x="0" y="0"/>
                  </a:moveTo>
                  <a:lnTo>
                    <a:pt x="66791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97" name="Google Shape;397;p13"/>
            <p:cNvSpPr/>
            <p:nvPr/>
          </p:nvSpPr>
          <p:spPr>
            <a:xfrm>
              <a:off x="5591102" y="1515005"/>
              <a:ext cx="668020" cy="0"/>
            </a:xfrm>
            <a:custGeom>
              <a:avLst/>
              <a:gdLst/>
              <a:ahLst/>
              <a:cxnLst/>
              <a:rect l="l" t="t" r="r" b="b"/>
              <a:pathLst>
                <a:path w="668020" h="120000" extrusionOk="0">
                  <a:moveTo>
                    <a:pt x="0" y="0"/>
                  </a:moveTo>
                  <a:lnTo>
                    <a:pt x="66791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98" name="Google Shape;398;p13"/>
            <p:cNvSpPr/>
            <p:nvPr/>
          </p:nvSpPr>
          <p:spPr>
            <a:xfrm>
              <a:off x="5591102" y="1647148"/>
              <a:ext cx="668020" cy="0"/>
            </a:xfrm>
            <a:custGeom>
              <a:avLst/>
              <a:gdLst/>
              <a:ahLst/>
              <a:cxnLst/>
              <a:rect l="l" t="t" r="r" b="b"/>
              <a:pathLst>
                <a:path w="668020" h="120000" extrusionOk="0">
                  <a:moveTo>
                    <a:pt x="0" y="0"/>
                  </a:moveTo>
                  <a:lnTo>
                    <a:pt x="66791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399" name="Google Shape;399;p13"/>
            <p:cNvSpPr/>
            <p:nvPr/>
          </p:nvSpPr>
          <p:spPr>
            <a:xfrm>
              <a:off x="5597448" y="1112231"/>
              <a:ext cx="0" cy="673735"/>
            </a:xfrm>
            <a:custGeom>
              <a:avLst/>
              <a:gdLst/>
              <a:ahLst/>
              <a:cxnLst/>
              <a:rect l="l" t="t" r="r" b="b"/>
              <a:pathLst>
                <a:path w="120000" h="673735" extrusionOk="0">
                  <a:moveTo>
                    <a:pt x="0" y="0"/>
                  </a:moveTo>
                  <a:lnTo>
                    <a:pt x="0" y="673406"/>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00" name="Google Shape;400;p13"/>
            <p:cNvSpPr/>
            <p:nvPr/>
          </p:nvSpPr>
          <p:spPr>
            <a:xfrm>
              <a:off x="6252674" y="1112231"/>
              <a:ext cx="0" cy="673735"/>
            </a:xfrm>
            <a:custGeom>
              <a:avLst/>
              <a:gdLst/>
              <a:ahLst/>
              <a:cxnLst/>
              <a:rect l="l" t="t" r="r" b="b"/>
              <a:pathLst>
                <a:path w="120000" h="673735" extrusionOk="0">
                  <a:moveTo>
                    <a:pt x="0" y="0"/>
                  </a:moveTo>
                  <a:lnTo>
                    <a:pt x="0" y="673406"/>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01" name="Google Shape;401;p13"/>
            <p:cNvSpPr/>
            <p:nvPr/>
          </p:nvSpPr>
          <p:spPr>
            <a:xfrm>
              <a:off x="5591102" y="1118577"/>
              <a:ext cx="668020" cy="0"/>
            </a:xfrm>
            <a:custGeom>
              <a:avLst/>
              <a:gdLst/>
              <a:ahLst/>
              <a:cxnLst/>
              <a:rect l="l" t="t" r="r" b="b"/>
              <a:pathLst>
                <a:path w="668020" h="120000" extrusionOk="0">
                  <a:moveTo>
                    <a:pt x="0" y="0"/>
                  </a:moveTo>
                  <a:lnTo>
                    <a:pt x="66791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02" name="Google Shape;402;p13"/>
            <p:cNvSpPr/>
            <p:nvPr/>
          </p:nvSpPr>
          <p:spPr>
            <a:xfrm>
              <a:off x="5591102" y="1779290"/>
              <a:ext cx="668020" cy="0"/>
            </a:xfrm>
            <a:custGeom>
              <a:avLst/>
              <a:gdLst/>
              <a:ahLst/>
              <a:cxnLst/>
              <a:rect l="l" t="t" r="r" b="b"/>
              <a:pathLst>
                <a:path w="668020" h="120000" extrusionOk="0">
                  <a:moveTo>
                    <a:pt x="0" y="0"/>
                  </a:moveTo>
                  <a:lnTo>
                    <a:pt x="66791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403" name="Google Shape;403;p13"/>
          <p:cNvSpPr txBox="1"/>
          <p:nvPr/>
        </p:nvSpPr>
        <p:spPr>
          <a:xfrm>
            <a:off x="5439092" y="2320709"/>
            <a:ext cx="95250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5×5×16</a:t>
            </a:r>
            <a:endParaRPr sz="2000" dirty="0">
              <a:latin typeface="+mj-lt"/>
              <a:ea typeface="Cambria Math"/>
              <a:cs typeface="Cambria Math"/>
              <a:sym typeface="Cambria Math"/>
            </a:endParaRPr>
          </a:p>
        </p:txBody>
      </p:sp>
      <p:grpSp>
        <p:nvGrpSpPr>
          <p:cNvPr id="404" name="Google Shape;404;p13"/>
          <p:cNvGrpSpPr/>
          <p:nvPr/>
        </p:nvGrpSpPr>
        <p:grpSpPr>
          <a:xfrm>
            <a:off x="7451804" y="1380836"/>
            <a:ext cx="135255" cy="134620"/>
            <a:chOff x="7451804" y="1380836"/>
            <a:chExt cx="135255" cy="134620"/>
          </a:xfrm>
        </p:grpSpPr>
        <p:sp>
          <p:nvSpPr>
            <p:cNvPr id="405" name="Google Shape;405;p13"/>
            <p:cNvSpPr/>
            <p:nvPr/>
          </p:nvSpPr>
          <p:spPr>
            <a:xfrm>
              <a:off x="7458150" y="1387182"/>
              <a:ext cx="122555" cy="121920"/>
            </a:xfrm>
            <a:custGeom>
              <a:avLst/>
              <a:gdLst/>
              <a:ahLst/>
              <a:cxnLst/>
              <a:rect l="l" t="t" r="r" b="b"/>
              <a:pathLst>
                <a:path w="122554" h="121919" extrusionOk="0">
                  <a:moveTo>
                    <a:pt x="122110" y="0"/>
                  </a:moveTo>
                  <a:lnTo>
                    <a:pt x="0" y="0"/>
                  </a:lnTo>
                  <a:lnTo>
                    <a:pt x="0" y="121920"/>
                  </a:lnTo>
                  <a:lnTo>
                    <a:pt x="122110" y="121920"/>
                  </a:lnTo>
                  <a:lnTo>
                    <a:pt x="122110" y="0"/>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06" name="Google Shape;406;p13"/>
            <p:cNvSpPr/>
            <p:nvPr/>
          </p:nvSpPr>
          <p:spPr>
            <a:xfrm>
              <a:off x="7458150" y="1380836"/>
              <a:ext cx="0" cy="134620"/>
            </a:xfrm>
            <a:custGeom>
              <a:avLst/>
              <a:gdLst/>
              <a:ahLst/>
              <a:cxnLst/>
              <a:rect l="l" t="t" r="r" b="b"/>
              <a:pathLst>
                <a:path w="120000" h="134619" extrusionOk="0">
                  <a:moveTo>
                    <a:pt x="0" y="0"/>
                  </a:moveTo>
                  <a:lnTo>
                    <a:pt x="0" y="13455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07" name="Google Shape;407;p13"/>
            <p:cNvSpPr/>
            <p:nvPr/>
          </p:nvSpPr>
          <p:spPr>
            <a:xfrm>
              <a:off x="7580202" y="1380836"/>
              <a:ext cx="0" cy="134620"/>
            </a:xfrm>
            <a:custGeom>
              <a:avLst/>
              <a:gdLst/>
              <a:ahLst/>
              <a:cxnLst/>
              <a:rect l="l" t="t" r="r" b="b"/>
              <a:pathLst>
                <a:path w="120000" h="134619" extrusionOk="0">
                  <a:moveTo>
                    <a:pt x="0" y="0"/>
                  </a:moveTo>
                  <a:lnTo>
                    <a:pt x="0" y="13455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08" name="Google Shape;408;p13"/>
            <p:cNvSpPr/>
            <p:nvPr/>
          </p:nvSpPr>
          <p:spPr>
            <a:xfrm>
              <a:off x="7451804" y="1380836"/>
              <a:ext cx="135255" cy="12700"/>
            </a:xfrm>
            <a:custGeom>
              <a:avLst/>
              <a:gdLst/>
              <a:ahLst/>
              <a:cxnLst/>
              <a:rect l="l" t="t" r="r" b="b"/>
              <a:pathLst>
                <a:path w="135254" h="12700" extrusionOk="0">
                  <a:moveTo>
                    <a:pt x="0" y="0"/>
                  </a:moveTo>
                  <a:lnTo>
                    <a:pt x="134745" y="0"/>
                  </a:lnTo>
                  <a:lnTo>
                    <a:pt x="134745" y="12693"/>
                  </a:lnTo>
                  <a:lnTo>
                    <a:pt x="0" y="12693"/>
                  </a:lnTo>
                  <a:lnTo>
                    <a:pt x="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09" name="Google Shape;409;p13"/>
            <p:cNvSpPr/>
            <p:nvPr/>
          </p:nvSpPr>
          <p:spPr>
            <a:xfrm>
              <a:off x="7451804" y="1509040"/>
              <a:ext cx="135255" cy="0"/>
            </a:xfrm>
            <a:custGeom>
              <a:avLst/>
              <a:gdLst/>
              <a:ahLst/>
              <a:cxnLst/>
              <a:rect l="l" t="t" r="r" b="b"/>
              <a:pathLst>
                <a:path w="135254" h="120000" extrusionOk="0">
                  <a:moveTo>
                    <a:pt x="0" y="0"/>
                  </a:moveTo>
                  <a:lnTo>
                    <a:pt x="134745"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410" name="Google Shape;410;p13"/>
          <p:cNvSpPr txBox="1"/>
          <p:nvPr/>
        </p:nvSpPr>
        <p:spPr>
          <a:xfrm>
            <a:off x="6942263" y="2320709"/>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1×1×400</a:t>
            </a:r>
            <a:endParaRPr sz="2000" dirty="0">
              <a:latin typeface="+mj-lt"/>
              <a:ea typeface="Cambria Math"/>
              <a:cs typeface="Cambria Math"/>
              <a:sym typeface="Cambria Math"/>
            </a:endParaRPr>
          </a:p>
        </p:txBody>
      </p:sp>
      <p:grpSp>
        <p:nvGrpSpPr>
          <p:cNvPr id="411" name="Google Shape;411;p13"/>
          <p:cNvGrpSpPr/>
          <p:nvPr/>
        </p:nvGrpSpPr>
        <p:grpSpPr>
          <a:xfrm>
            <a:off x="8917664" y="1380836"/>
            <a:ext cx="135255" cy="134620"/>
            <a:chOff x="8917664" y="1380836"/>
            <a:chExt cx="135255" cy="134620"/>
          </a:xfrm>
        </p:grpSpPr>
        <p:sp>
          <p:nvSpPr>
            <p:cNvPr id="412" name="Google Shape;412;p13"/>
            <p:cNvSpPr/>
            <p:nvPr/>
          </p:nvSpPr>
          <p:spPr>
            <a:xfrm>
              <a:off x="8924010" y="1387182"/>
              <a:ext cx="122555" cy="121920"/>
            </a:xfrm>
            <a:custGeom>
              <a:avLst/>
              <a:gdLst/>
              <a:ahLst/>
              <a:cxnLst/>
              <a:rect l="l" t="t" r="r" b="b"/>
              <a:pathLst>
                <a:path w="122554" h="121919" extrusionOk="0">
                  <a:moveTo>
                    <a:pt x="122110" y="0"/>
                  </a:moveTo>
                  <a:lnTo>
                    <a:pt x="0" y="0"/>
                  </a:lnTo>
                  <a:lnTo>
                    <a:pt x="0" y="121920"/>
                  </a:lnTo>
                  <a:lnTo>
                    <a:pt x="122110" y="121920"/>
                  </a:lnTo>
                  <a:lnTo>
                    <a:pt x="122110" y="0"/>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13" name="Google Shape;413;p13"/>
            <p:cNvSpPr/>
            <p:nvPr/>
          </p:nvSpPr>
          <p:spPr>
            <a:xfrm>
              <a:off x="8924010" y="1380836"/>
              <a:ext cx="0" cy="134620"/>
            </a:xfrm>
            <a:custGeom>
              <a:avLst/>
              <a:gdLst/>
              <a:ahLst/>
              <a:cxnLst/>
              <a:rect l="l" t="t" r="r" b="b"/>
              <a:pathLst>
                <a:path w="120000" h="134619" extrusionOk="0">
                  <a:moveTo>
                    <a:pt x="0" y="0"/>
                  </a:moveTo>
                  <a:lnTo>
                    <a:pt x="0" y="13455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14" name="Google Shape;414;p13"/>
            <p:cNvSpPr/>
            <p:nvPr/>
          </p:nvSpPr>
          <p:spPr>
            <a:xfrm>
              <a:off x="9046062" y="1380836"/>
              <a:ext cx="0" cy="134620"/>
            </a:xfrm>
            <a:custGeom>
              <a:avLst/>
              <a:gdLst/>
              <a:ahLst/>
              <a:cxnLst/>
              <a:rect l="l" t="t" r="r" b="b"/>
              <a:pathLst>
                <a:path w="120000" h="134619" extrusionOk="0">
                  <a:moveTo>
                    <a:pt x="0" y="0"/>
                  </a:moveTo>
                  <a:lnTo>
                    <a:pt x="0" y="13455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15" name="Google Shape;415;p13"/>
            <p:cNvSpPr/>
            <p:nvPr/>
          </p:nvSpPr>
          <p:spPr>
            <a:xfrm>
              <a:off x="8917664" y="1380836"/>
              <a:ext cx="135255" cy="12700"/>
            </a:xfrm>
            <a:custGeom>
              <a:avLst/>
              <a:gdLst/>
              <a:ahLst/>
              <a:cxnLst/>
              <a:rect l="l" t="t" r="r" b="b"/>
              <a:pathLst>
                <a:path w="135254" h="12700" extrusionOk="0">
                  <a:moveTo>
                    <a:pt x="0" y="0"/>
                  </a:moveTo>
                  <a:lnTo>
                    <a:pt x="134745" y="0"/>
                  </a:lnTo>
                  <a:lnTo>
                    <a:pt x="134745" y="12693"/>
                  </a:lnTo>
                  <a:lnTo>
                    <a:pt x="0" y="12693"/>
                  </a:lnTo>
                  <a:lnTo>
                    <a:pt x="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16" name="Google Shape;416;p13"/>
            <p:cNvSpPr/>
            <p:nvPr/>
          </p:nvSpPr>
          <p:spPr>
            <a:xfrm>
              <a:off x="8917664" y="1509040"/>
              <a:ext cx="135255" cy="0"/>
            </a:xfrm>
            <a:custGeom>
              <a:avLst/>
              <a:gdLst/>
              <a:ahLst/>
              <a:cxnLst/>
              <a:rect l="l" t="t" r="r" b="b"/>
              <a:pathLst>
                <a:path w="135254" h="120000" extrusionOk="0">
                  <a:moveTo>
                    <a:pt x="0" y="0"/>
                  </a:moveTo>
                  <a:lnTo>
                    <a:pt x="134745"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417" name="Google Shape;417;p13"/>
          <p:cNvSpPr txBox="1"/>
          <p:nvPr/>
        </p:nvSpPr>
        <p:spPr>
          <a:xfrm>
            <a:off x="8467685" y="2320709"/>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1×1×400</a:t>
            </a:r>
            <a:endParaRPr sz="2000" dirty="0">
              <a:latin typeface="+mj-lt"/>
              <a:ea typeface="Cambria Math"/>
              <a:cs typeface="Cambria Math"/>
              <a:sym typeface="Cambria Math"/>
            </a:endParaRPr>
          </a:p>
        </p:txBody>
      </p:sp>
      <p:grpSp>
        <p:nvGrpSpPr>
          <p:cNvPr id="418" name="Google Shape;418;p13"/>
          <p:cNvGrpSpPr/>
          <p:nvPr/>
        </p:nvGrpSpPr>
        <p:grpSpPr>
          <a:xfrm>
            <a:off x="10595702" y="1380836"/>
            <a:ext cx="135255" cy="134620"/>
            <a:chOff x="10595702" y="1380836"/>
            <a:chExt cx="135255" cy="134620"/>
          </a:xfrm>
        </p:grpSpPr>
        <p:sp>
          <p:nvSpPr>
            <p:cNvPr id="419" name="Google Shape;419;p13"/>
            <p:cNvSpPr/>
            <p:nvPr/>
          </p:nvSpPr>
          <p:spPr>
            <a:xfrm>
              <a:off x="10602048" y="1387182"/>
              <a:ext cx="122555" cy="121920"/>
            </a:xfrm>
            <a:custGeom>
              <a:avLst/>
              <a:gdLst/>
              <a:ahLst/>
              <a:cxnLst/>
              <a:rect l="l" t="t" r="r" b="b"/>
              <a:pathLst>
                <a:path w="122554" h="121919" extrusionOk="0">
                  <a:moveTo>
                    <a:pt x="122110" y="0"/>
                  </a:moveTo>
                  <a:lnTo>
                    <a:pt x="0" y="0"/>
                  </a:lnTo>
                  <a:lnTo>
                    <a:pt x="0" y="121920"/>
                  </a:lnTo>
                  <a:lnTo>
                    <a:pt x="122110" y="121920"/>
                  </a:lnTo>
                  <a:lnTo>
                    <a:pt x="122110" y="0"/>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20" name="Google Shape;420;p13"/>
            <p:cNvSpPr/>
            <p:nvPr/>
          </p:nvSpPr>
          <p:spPr>
            <a:xfrm>
              <a:off x="10602048" y="1380836"/>
              <a:ext cx="0" cy="134620"/>
            </a:xfrm>
            <a:custGeom>
              <a:avLst/>
              <a:gdLst/>
              <a:ahLst/>
              <a:cxnLst/>
              <a:rect l="l" t="t" r="r" b="b"/>
              <a:pathLst>
                <a:path w="120000" h="134619" extrusionOk="0">
                  <a:moveTo>
                    <a:pt x="0" y="0"/>
                  </a:moveTo>
                  <a:lnTo>
                    <a:pt x="0" y="13455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21" name="Google Shape;421;p13"/>
            <p:cNvSpPr/>
            <p:nvPr/>
          </p:nvSpPr>
          <p:spPr>
            <a:xfrm>
              <a:off x="10724100" y="1380836"/>
              <a:ext cx="0" cy="134620"/>
            </a:xfrm>
            <a:custGeom>
              <a:avLst/>
              <a:gdLst/>
              <a:ahLst/>
              <a:cxnLst/>
              <a:rect l="l" t="t" r="r" b="b"/>
              <a:pathLst>
                <a:path w="120000" h="134619" extrusionOk="0">
                  <a:moveTo>
                    <a:pt x="0" y="0"/>
                  </a:moveTo>
                  <a:lnTo>
                    <a:pt x="0" y="134551"/>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22" name="Google Shape;422;p13"/>
            <p:cNvSpPr/>
            <p:nvPr/>
          </p:nvSpPr>
          <p:spPr>
            <a:xfrm>
              <a:off x="10595702" y="1380836"/>
              <a:ext cx="135255" cy="12700"/>
            </a:xfrm>
            <a:custGeom>
              <a:avLst/>
              <a:gdLst/>
              <a:ahLst/>
              <a:cxnLst/>
              <a:rect l="l" t="t" r="r" b="b"/>
              <a:pathLst>
                <a:path w="135254" h="12700" extrusionOk="0">
                  <a:moveTo>
                    <a:pt x="0" y="0"/>
                  </a:moveTo>
                  <a:lnTo>
                    <a:pt x="134745" y="0"/>
                  </a:lnTo>
                  <a:lnTo>
                    <a:pt x="134745" y="12693"/>
                  </a:lnTo>
                  <a:lnTo>
                    <a:pt x="0" y="12693"/>
                  </a:lnTo>
                  <a:lnTo>
                    <a:pt x="0"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23" name="Google Shape;423;p13"/>
            <p:cNvSpPr/>
            <p:nvPr/>
          </p:nvSpPr>
          <p:spPr>
            <a:xfrm>
              <a:off x="10595702" y="1509040"/>
              <a:ext cx="135255" cy="0"/>
            </a:xfrm>
            <a:custGeom>
              <a:avLst/>
              <a:gdLst/>
              <a:ahLst/>
              <a:cxnLst/>
              <a:rect l="l" t="t" r="r" b="b"/>
              <a:pathLst>
                <a:path w="135254" h="120000" extrusionOk="0">
                  <a:moveTo>
                    <a:pt x="0" y="0"/>
                  </a:moveTo>
                  <a:lnTo>
                    <a:pt x="134745"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424" name="Google Shape;424;p13"/>
          <p:cNvSpPr txBox="1"/>
          <p:nvPr/>
        </p:nvSpPr>
        <p:spPr>
          <a:xfrm>
            <a:off x="10239959" y="2320709"/>
            <a:ext cx="81026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1×1×4</a:t>
            </a:r>
            <a:endParaRPr sz="2000" dirty="0">
              <a:latin typeface="+mj-lt"/>
              <a:ea typeface="Cambria Math"/>
              <a:cs typeface="Cambria Math"/>
              <a:sym typeface="Cambria Math"/>
            </a:endParaRPr>
          </a:p>
        </p:txBody>
      </p:sp>
      <p:sp>
        <p:nvSpPr>
          <p:cNvPr id="425" name="Google Shape;425;p13"/>
          <p:cNvSpPr/>
          <p:nvPr/>
        </p:nvSpPr>
        <p:spPr>
          <a:xfrm>
            <a:off x="6626631" y="1377569"/>
            <a:ext cx="470534" cy="127000"/>
          </a:xfrm>
          <a:custGeom>
            <a:avLst/>
            <a:gdLst/>
            <a:ahLst/>
            <a:cxnLst/>
            <a:rect l="l" t="t" r="r" b="b"/>
            <a:pathLst>
              <a:path w="470534"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26" name="Google Shape;426;p13"/>
          <p:cNvSpPr/>
          <p:nvPr/>
        </p:nvSpPr>
        <p:spPr>
          <a:xfrm>
            <a:off x="7955915" y="1377569"/>
            <a:ext cx="470534" cy="127000"/>
          </a:xfrm>
          <a:custGeom>
            <a:avLst/>
            <a:gdLst/>
            <a:ahLst/>
            <a:cxnLst/>
            <a:rect l="l" t="t" r="r" b="b"/>
            <a:pathLst>
              <a:path w="470534"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27" name="Google Shape;427;p13"/>
          <p:cNvSpPr/>
          <p:nvPr/>
        </p:nvSpPr>
        <p:spPr>
          <a:xfrm>
            <a:off x="9600692" y="1377569"/>
            <a:ext cx="470534" cy="127000"/>
          </a:xfrm>
          <a:custGeom>
            <a:avLst/>
            <a:gdLst/>
            <a:ahLst/>
            <a:cxnLst/>
            <a:rect l="l" t="t" r="r" b="b"/>
            <a:pathLst>
              <a:path w="470534"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28" name="Google Shape;428;p13"/>
          <p:cNvSpPr txBox="1"/>
          <p:nvPr/>
        </p:nvSpPr>
        <p:spPr>
          <a:xfrm>
            <a:off x="585552" y="4320857"/>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16×16×3</a:t>
            </a:r>
            <a:endParaRPr sz="2000">
              <a:latin typeface="+mj-lt"/>
              <a:ea typeface="Cambria Math"/>
              <a:cs typeface="Cambria Math"/>
              <a:sym typeface="Cambria Math"/>
            </a:endParaRPr>
          </a:p>
        </p:txBody>
      </p:sp>
      <p:grpSp>
        <p:nvGrpSpPr>
          <p:cNvPr id="429" name="Google Shape;429;p13"/>
          <p:cNvGrpSpPr/>
          <p:nvPr/>
        </p:nvGrpSpPr>
        <p:grpSpPr>
          <a:xfrm>
            <a:off x="5590162" y="3121929"/>
            <a:ext cx="821055" cy="813435"/>
            <a:chOff x="5590162" y="3121929"/>
            <a:chExt cx="821055" cy="813435"/>
          </a:xfrm>
        </p:grpSpPr>
        <p:sp>
          <p:nvSpPr>
            <p:cNvPr id="430" name="Google Shape;430;p13"/>
            <p:cNvSpPr/>
            <p:nvPr/>
          </p:nvSpPr>
          <p:spPr>
            <a:xfrm>
              <a:off x="5596509" y="3128276"/>
              <a:ext cx="673735" cy="133985"/>
            </a:xfrm>
            <a:custGeom>
              <a:avLst/>
              <a:gdLst/>
              <a:ahLst/>
              <a:cxnLst/>
              <a:rect l="l" t="t" r="r" b="b"/>
              <a:pathLst>
                <a:path w="673735" h="133985" extrusionOk="0">
                  <a:moveTo>
                    <a:pt x="673595" y="0"/>
                  </a:moveTo>
                  <a:lnTo>
                    <a:pt x="673595" y="0"/>
                  </a:lnTo>
                  <a:lnTo>
                    <a:pt x="0" y="0"/>
                  </a:lnTo>
                  <a:lnTo>
                    <a:pt x="0" y="133438"/>
                  </a:lnTo>
                  <a:lnTo>
                    <a:pt x="673595" y="133438"/>
                  </a:lnTo>
                  <a:lnTo>
                    <a:pt x="673595" y="0"/>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31" name="Google Shape;431;p13"/>
            <p:cNvSpPr/>
            <p:nvPr/>
          </p:nvSpPr>
          <p:spPr>
            <a:xfrm>
              <a:off x="6270104" y="3128276"/>
              <a:ext cx="135255" cy="133985"/>
            </a:xfrm>
            <a:custGeom>
              <a:avLst/>
              <a:gdLst/>
              <a:ahLst/>
              <a:cxnLst/>
              <a:rect l="l" t="t" r="r" b="b"/>
              <a:pathLst>
                <a:path w="135254" h="133985" extrusionOk="0">
                  <a:moveTo>
                    <a:pt x="134721" y="0"/>
                  </a:moveTo>
                  <a:lnTo>
                    <a:pt x="0" y="0"/>
                  </a:lnTo>
                  <a:lnTo>
                    <a:pt x="0" y="133438"/>
                  </a:lnTo>
                  <a:lnTo>
                    <a:pt x="134721" y="133438"/>
                  </a:lnTo>
                  <a:lnTo>
                    <a:pt x="134721" y="0"/>
                  </a:lnTo>
                  <a:close/>
                </a:path>
              </a:pathLst>
            </a:custGeom>
            <a:solidFill>
              <a:srgbClr val="FF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32" name="Google Shape;432;p13"/>
            <p:cNvSpPr/>
            <p:nvPr/>
          </p:nvSpPr>
          <p:spPr>
            <a:xfrm>
              <a:off x="5596509" y="3261702"/>
              <a:ext cx="673735" cy="133985"/>
            </a:xfrm>
            <a:custGeom>
              <a:avLst/>
              <a:gdLst/>
              <a:ahLst/>
              <a:cxnLst/>
              <a:rect l="l" t="t" r="r" b="b"/>
              <a:pathLst>
                <a:path w="673735" h="133985" extrusionOk="0">
                  <a:moveTo>
                    <a:pt x="673595" y="0"/>
                  </a:moveTo>
                  <a:lnTo>
                    <a:pt x="673595" y="0"/>
                  </a:lnTo>
                  <a:lnTo>
                    <a:pt x="0" y="0"/>
                  </a:lnTo>
                  <a:lnTo>
                    <a:pt x="0" y="133438"/>
                  </a:lnTo>
                  <a:lnTo>
                    <a:pt x="673595" y="133438"/>
                  </a:lnTo>
                  <a:lnTo>
                    <a:pt x="673595" y="0"/>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33" name="Google Shape;433;p13"/>
            <p:cNvSpPr/>
            <p:nvPr/>
          </p:nvSpPr>
          <p:spPr>
            <a:xfrm>
              <a:off x="6270104" y="3261702"/>
              <a:ext cx="135255" cy="133985"/>
            </a:xfrm>
            <a:custGeom>
              <a:avLst/>
              <a:gdLst/>
              <a:ahLst/>
              <a:cxnLst/>
              <a:rect l="l" t="t" r="r" b="b"/>
              <a:pathLst>
                <a:path w="135254" h="133985" extrusionOk="0">
                  <a:moveTo>
                    <a:pt x="134721" y="0"/>
                  </a:moveTo>
                  <a:lnTo>
                    <a:pt x="0" y="0"/>
                  </a:lnTo>
                  <a:lnTo>
                    <a:pt x="0" y="133438"/>
                  </a:lnTo>
                  <a:lnTo>
                    <a:pt x="134721" y="133438"/>
                  </a:lnTo>
                  <a:lnTo>
                    <a:pt x="134721" y="0"/>
                  </a:lnTo>
                  <a:close/>
                </a:path>
              </a:pathLst>
            </a:custGeom>
            <a:solidFill>
              <a:srgbClr val="FF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34" name="Google Shape;434;p13"/>
            <p:cNvSpPr/>
            <p:nvPr/>
          </p:nvSpPr>
          <p:spPr>
            <a:xfrm>
              <a:off x="5596509" y="3395141"/>
              <a:ext cx="673735" cy="133985"/>
            </a:xfrm>
            <a:custGeom>
              <a:avLst/>
              <a:gdLst/>
              <a:ahLst/>
              <a:cxnLst/>
              <a:rect l="l" t="t" r="r" b="b"/>
              <a:pathLst>
                <a:path w="673735" h="133985" extrusionOk="0">
                  <a:moveTo>
                    <a:pt x="673595" y="0"/>
                  </a:moveTo>
                  <a:lnTo>
                    <a:pt x="673595" y="0"/>
                  </a:lnTo>
                  <a:lnTo>
                    <a:pt x="0" y="0"/>
                  </a:lnTo>
                  <a:lnTo>
                    <a:pt x="0" y="133438"/>
                  </a:lnTo>
                  <a:lnTo>
                    <a:pt x="673595" y="133438"/>
                  </a:lnTo>
                  <a:lnTo>
                    <a:pt x="673595" y="0"/>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35" name="Google Shape;435;p13"/>
            <p:cNvSpPr/>
            <p:nvPr/>
          </p:nvSpPr>
          <p:spPr>
            <a:xfrm>
              <a:off x="6270104" y="3395141"/>
              <a:ext cx="135255" cy="133985"/>
            </a:xfrm>
            <a:custGeom>
              <a:avLst/>
              <a:gdLst/>
              <a:ahLst/>
              <a:cxnLst/>
              <a:rect l="l" t="t" r="r" b="b"/>
              <a:pathLst>
                <a:path w="135254" h="133985" extrusionOk="0">
                  <a:moveTo>
                    <a:pt x="134721" y="0"/>
                  </a:moveTo>
                  <a:lnTo>
                    <a:pt x="0" y="0"/>
                  </a:lnTo>
                  <a:lnTo>
                    <a:pt x="0" y="133438"/>
                  </a:lnTo>
                  <a:lnTo>
                    <a:pt x="134721" y="133438"/>
                  </a:lnTo>
                  <a:lnTo>
                    <a:pt x="134721" y="0"/>
                  </a:lnTo>
                  <a:close/>
                </a:path>
              </a:pathLst>
            </a:custGeom>
            <a:solidFill>
              <a:srgbClr val="FF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36" name="Google Shape;436;p13"/>
            <p:cNvSpPr/>
            <p:nvPr/>
          </p:nvSpPr>
          <p:spPr>
            <a:xfrm>
              <a:off x="5596509" y="3528580"/>
              <a:ext cx="673735" cy="133985"/>
            </a:xfrm>
            <a:custGeom>
              <a:avLst/>
              <a:gdLst/>
              <a:ahLst/>
              <a:cxnLst/>
              <a:rect l="l" t="t" r="r" b="b"/>
              <a:pathLst>
                <a:path w="673735" h="133985" extrusionOk="0">
                  <a:moveTo>
                    <a:pt x="673595" y="0"/>
                  </a:moveTo>
                  <a:lnTo>
                    <a:pt x="673595" y="0"/>
                  </a:lnTo>
                  <a:lnTo>
                    <a:pt x="0" y="0"/>
                  </a:lnTo>
                  <a:lnTo>
                    <a:pt x="0" y="133438"/>
                  </a:lnTo>
                  <a:lnTo>
                    <a:pt x="673595" y="133438"/>
                  </a:lnTo>
                  <a:lnTo>
                    <a:pt x="673595" y="0"/>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37" name="Google Shape;437;p13"/>
            <p:cNvSpPr/>
            <p:nvPr/>
          </p:nvSpPr>
          <p:spPr>
            <a:xfrm>
              <a:off x="6270104" y="3528580"/>
              <a:ext cx="135255" cy="133985"/>
            </a:xfrm>
            <a:custGeom>
              <a:avLst/>
              <a:gdLst/>
              <a:ahLst/>
              <a:cxnLst/>
              <a:rect l="l" t="t" r="r" b="b"/>
              <a:pathLst>
                <a:path w="135254" h="133985" extrusionOk="0">
                  <a:moveTo>
                    <a:pt x="134721" y="0"/>
                  </a:moveTo>
                  <a:lnTo>
                    <a:pt x="0" y="0"/>
                  </a:lnTo>
                  <a:lnTo>
                    <a:pt x="0" y="133438"/>
                  </a:lnTo>
                  <a:lnTo>
                    <a:pt x="134721" y="133438"/>
                  </a:lnTo>
                  <a:lnTo>
                    <a:pt x="134721" y="0"/>
                  </a:lnTo>
                  <a:close/>
                </a:path>
              </a:pathLst>
            </a:custGeom>
            <a:solidFill>
              <a:srgbClr val="FF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38" name="Google Shape;438;p13"/>
            <p:cNvSpPr/>
            <p:nvPr/>
          </p:nvSpPr>
          <p:spPr>
            <a:xfrm>
              <a:off x="5596509" y="3662006"/>
              <a:ext cx="673735" cy="133985"/>
            </a:xfrm>
            <a:custGeom>
              <a:avLst/>
              <a:gdLst/>
              <a:ahLst/>
              <a:cxnLst/>
              <a:rect l="l" t="t" r="r" b="b"/>
              <a:pathLst>
                <a:path w="673735" h="133985" extrusionOk="0">
                  <a:moveTo>
                    <a:pt x="673595" y="0"/>
                  </a:moveTo>
                  <a:lnTo>
                    <a:pt x="673595" y="0"/>
                  </a:lnTo>
                  <a:lnTo>
                    <a:pt x="0" y="0"/>
                  </a:lnTo>
                  <a:lnTo>
                    <a:pt x="0" y="133438"/>
                  </a:lnTo>
                  <a:lnTo>
                    <a:pt x="673595" y="133438"/>
                  </a:lnTo>
                  <a:lnTo>
                    <a:pt x="673595" y="0"/>
                  </a:lnTo>
                  <a:close/>
                </a:path>
              </a:pathLst>
            </a:custGeom>
            <a:solidFill>
              <a:srgbClr val="0070C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39" name="Google Shape;439;p13"/>
            <p:cNvSpPr/>
            <p:nvPr/>
          </p:nvSpPr>
          <p:spPr>
            <a:xfrm>
              <a:off x="5596509" y="3662006"/>
              <a:ext cx="808355" cy="267335"/>
            </a:xfrm>
            <a:custGeom>
              <a:avLst/>
              <a:gdLst/>
              <a:ahLst/>
              <a:cxnLst/>
              <a:rect l="l" t="t" r="r" b="b"/>
              <a:pathLst>
                <a:path w="808354" h="267335" extrusionOk="0">
                  <a:moveTo>
                    <a:pt x="808316" y="0"/>
                  </a:moveTo>
                  <a:lnTo>
                    <a:pt x="673595" y="0"/>
                  </a:lnTo>
                  <a:lnTo>
                    <a:pt x="673595" y="133438"/>
                  </a:lnTo>
                  <a:lnTo>
                    <a:pt x="538873" y="133438"/>
                  </a:lnTo>
                  <a:lnTo>
                    <a:pt x="0" y="133438"/>
                  </a:lnTo>
                  <a:lnTo>
                    <a:pt x="0" y="266877"/>
                  </a:lnTo>
                  <a:lnTo>
                    <a:pt x="808316" y="266877"/>
                  </a:lnTo>
                  <a:lnTo>
                    <a:pt x="808316" y="133438"/>
                  </a:lnTo>
                  <a:lnTo>
                    <a:pt x="808316" y="0"/>
                  </a:lnTo>
                  <a:close/>
                </a:path>
              </a:pathLst>
            </a:custGeom>
            <a:solidFill>
              <a:srgbClr val="FFFF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0" name="Google Shape;440;p13"/>
            <p:cNvSpPr/>
            <p:nvPr/>
          </p:nvSpPr>
          <p:spPr>
            <a:xfrm>
              <a:off x="5731158" y="3121929"/>
              <a:ext cx="0" cy="813435"/>
            </a:xfrm>
            <a:custGeom>
              <a:avLst/>
              <a:gdLst/>
              <a:ahLst/>
              <a:cxnLst/>
              <a:rect l="l" t="t" r="r" b="b"/>
              <a:pathLst>
                <a:path w="120000" h="813435" extrusionOk="0">
                  <a:moveTo>
                    <a:pt x="0" y="0"/>
                  </a:moveTo>
                  <a:lnTo>
                    <a:pt x="0" y="81289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1" name="Google Shape;441;p13"/>
            <p:cNvSpPr/>
            <p:nvPr/>
          </p:nvSpPr>
          <p:spPr>
            <a:xfrm>
              <a:off x="5865807" y="3121929"/>
              <a:ext cx="0" cy="813435"/>
            </a:xfrm>
            <a:custGeom>
              <a:avLst/>
              <a:gdLst/>
              <a:ahLst/>
              <a:cxnLst/>
              <a:rect l="l" t="t" r="r" b="b"/>
              <a:pathLst>
                <a:path w="120000" h="813435" extrusionOk="0">
                  <a:moveTo>
                    <a:pt x="0" y="0"/>
                  </a:moveTo>
                  <a:lnTo>
                    <a:pt x="0" y="81289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2" name="Google Shape;442;p13"/>
            <p:cNvSpPr/>
            <p:nvPr/>
          </p:nvSpPr>
          <p:spPr>
            <a:xfrm>
              <a:off x="6000456" y="3121929"/>
              <a:ext cx="0" cy="813435"/>
            </a:xfrm>
            <a:custGeom>
              <a:avLst/>
              <a:gdLst/>
              <a:ahLst/>
              <a:cxnLst/>
              <a:rect l="l" t="t" r="r" b="b"/>
              <a:pathLst>
                <a:path w="120000" h="813435" extrusionOk="0">
                  <a:moveTo>
                    <a:pt x="0" y="0"/>
                  </a:moveTo>
                  <a:lnTo>
                    <a:pt x="0" y="81289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3" name="Google Shape;443;p13"/>
            <p:cNvSpPr/>
            <p:nvPr/>
          </p:nvSpPr>
          <p:spPr>
            <a:xfrm>
              <a:off x="6135106" y="3121929"/>
              <a:ext cx="0" cy="813435"/>
            </a:xfrm>
            <a:custGeom>
              <a:avLst/>
              <a:gdLst/>
              <a:ahLst/>
              <a:cxnLst/>
              <a:rect l="l" t="t" r="r" b="b"/>
              <a:pathLst>
                <a:path w="120000" h="813435" extrusionOk="0">
                  <a:moveTo>
                    <a:pt x="0" y="0"/>
                  </a:moveTo>
                  <a:lnTo>
                    <a:pt x="0" y="81289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4" name="Google Shape;444;p13"/>
            <p:cNvSpPr/>
            <p:nvPr/>
          </p:nvSpPr>
          <p:spPr>
            <a:xfrm>
              <a:off x="6269755" y="3121929"/>
              <a:ext cx="0" cy="813435"/>
            </a:xfrm>
            <a:custGeom>
              <a:avLst/>
              <a:gdLst/>
              <a:ahLst/>
              <a:cxnLst/>
              <a:rect l="l" t="t" r="r" b="b"/>
              <a:pathLst>
                <a:path w="120000" h="813435" extrusionOk="0">
                  <a:moveTo>
                    <a:pt x="0" y="0"/>
                  </a:moveTo>
                  <a:lnTo>
                    <a:pt x="0" y="81289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5" name="Google Shape;445;p13"/>
            <p:cNvSpPr/>
            <p:nvPr/>
          </p:nvSpPr>
          <p:spPr>
            <a:xfrm>
              <a:off x="5590162" y="3261643"/>
              <a:ext cx="821055" cy="0"/>
            </a:xfrm>
            <a:custGeom>
              <a:avLst/>
              <a:gdLst/>
              <a:ahLst/>
              <a:cxnLst/>
              <a:rect l="l" t="t" r="r" b="b"/>
              <a:pathLst>
                <a:path w="821055" h="120000" extrusionOk="0">
                  <a:moveTo>
                    <a:pt x="0" y="0"/>
                  </a:moveTo>
                  <a:lnTo>
                    <a:pt x="82058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6" name="Google Shape;446;p13"/>
            <p:cNvSpPr/>
            <p:nvPr/>
          </p:nvSpPr>
          <p:spPr>
            <a:xfrm>
              <a:off x="5590162" y="3395010"/>
              <a:ext cx="821055" cy="0"/>
            </a:xfrm>
            <a:custGeom>
              <a:avLst/>
              <a:gdLst/>
              <a:ahLst/>
              <a:cxnLst/>
              <a:rect l="l" t="t" r="r" b="b"/>
              <a:pathLst>
                <a:path w="821055" h="120000" extrusionOk="0">
                  <a:moveTo>
                    <a:pt x="0" y="0"/>
                  </a:moveTo>
                  <a:lnTo>
                    <a:pt x="82058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7" name="Google Shape;447;p13"/>
            <p:cNvSpPr/>
            <p:nvPr/>
          </p:nvSpPr>
          <p:spPr>
            <a:xfrm>
              <a:off x="5590162" y="3528377"/>
              <a:ext cx="821055" cy="0"/>
            </a:xfrm>
            <a:custGeom>
              <a:avLst/>
              <a:gdLst/>
              <a:ahLst/>
              <a:cxnLst/>
              <a:rect l="l" t="t" r="r" b="b"/>
              <a:pathLst>
                <a:path w="821055" h="120000" extrusionOk="0">
                  <a:moveTo>
                    <a:pt x="0" y="0"/>
                  </a:moveTo>
                  <a:lnTo>
                    <a:pt x="82058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8" name="Google Shape;448;p13"/>
            <p:cNvSpPr/>
            <p:nvPr/>
          </p:nvSpPr>
          <p:spPr>
            <a:xfrm>
              <a:off x="5590162" y="3661744"/>
              <a:ext cx="821055" cy="0"/>
            </a:xfrm>
            <a:custGeom>
              <a:avLst/>
              <a:gdLst/>
              <a:ahLst/>
              <a:cxnLst/>
              <a:rect l="l" t="t" r="r" b="b"/>
              <a:pathLst>
                <a:path w="821055" h="120000" extrusionOk="0">
                  <a:moveTo>
                    <a:pt x="0" y="0"/>
                  </a:moveTo>
                  <a:lnTo>
                    <a:pt x="82058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49" name="Google Shape;449;p13"/>
            <p:cNvSpPr/>
            <p:nvPr/>
          </p:nvSpPr>
          <p:spPr>
            <a:xfrm>
              <a:off x="5590162" y="3795111"/>
              <a:ext cx="821055" cy="0"/>
            </a:xfrm>
            <a:custGeom>
              <a:avLst/>
              <a:gdLst/>
              <a:ahLst/>
              <a:cxnLst/>
              <a:rect l="l" t="t" r="r" b="b"/>
              <a:pathLst>
                <a:path w="821055" h="120000" extrusionOk="0">
                  <a:moveTo>
                    <a:pt x="0" y="0"/>
                  </a:moveTo>
                  <a:lnTo>
                    <a:pt x="82058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50" name="Google Shape;450;p13"/>
            <p:cNvSpPr/>
            <p:nvPr/>
          </p:nvSpPr>
          <p:spPr>
            <a:xfrm>
              <a:off x="5596509" y="3121929"/>
              <a:ext cx="0" cy="813435"/>
            </a:xfrm>
            <a:custGeom>
              <a:avLst/>
              <a:gdLst/>
              <a:ahLst/>
              <a:cxnLst/>
              <a:rect l="l" t="t" r="r" b="b"/>
              <a:pathLst>
                <a:path w="120000" h="813435" extrusionOk="0">
                  <a:moveTo>
                    <a:pt x="0" y="0"/>
                  </a:moveTo>
                  <a:lnTo>
                    <a:pt x="0" y="81289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51" name="Google Shape;451;p13"/>
            <p:cNvSpPr/>
            <p:nvPr/>
          </p:nvSpPr>
          <p:spPr>
            <a:xfrm>
              <a:off x="6404404" y="3121929"/>
              <a:ext cx="0" cy="813435"/>
            </a:xfrm>
            <a:custGeom>
              <a:avLst/>
              <a:gdLst/>
              <a:ahLst/>
              <a:cxnLst/>
              <a:rect l="l" t="t" r="r" b="b"/>
              <a:pathLst>
                <a:path w="120000" h="813435" extrusionOk="0">
                  <a:moveTo>
                    <a:pt x="0" y="0"/>
                  </a:moveTo>
                  <a:lnTo>
                    <a:pt x="0" y="812895"/>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52" name="Google Shape;452;p13"/>
            <p:cNvSpPr/>
            <p:nvPr/>
          </p:nvSpPr>
          <p:spPr>
            <a:xfrm>
              <a:off x="5590162" y="3928478"/>
              <a:ext cx="821055" cy="0"/>
            </a:xfrm>
            <a:custGeom>
              <a:avLst/>
              <a:gdLst/>
              <a:ahLst/>
              <a:cxnLst/>
              <a:rect l="l" t="t" r="r" b="b"/>
              <a:pathLst>
                <a:path w="821055" h="120000" extrusionOk="0">
                  <a:moveTo>
                    <a:pt x="0" y="0"/>
                  </a:moveTo>
                  <a:lnTo>
                    <a:pt x="820589"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453" name="Google Shape;453;p13"/>
          <p:cNvSpPr txBox="1"/>
          <p:nvPr/>
        </p:nvSpPr>
        <p:spPr>
          <a:xfrm>
            <a:off x="7032104" y="4331347"/>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2×2×400</a:t>
            </a:r>
            <a:endParaRPr sz="2000">
              <a:latin typeface="+mj-lt"/>
              <a:ea typeface="Cambria Math"/>
              <a:cs typeface="Cambria Math"/>
              <a:sym typeface="Cambria Math"/>
            </a:endParaRPr>
          </a:p>
        </p:txBody>
      </p:sp>
      <p:sp>
        <p:nvSpPr>
          <p:cNvPr id="454" name="Google Shape;454;p13"/>
          <p:cNvSpPr/>
          <p:nvPr/>
        </p:nvSpPr>
        <p:spPr>
          <a:xfrm>
            <a:off x="2270988" y="3465080"/>
            <a:ext cx="470534" cy="127000"/>
          </a:xfrm>
          <a:custGeom>
            <a:avLst/>
            <a:gdLst/>
            <a:ahLst/>
            <a:cxnLst/>
            <a:rect l="l" t="t" r="r" b="b"/>
            <a:pathLst>
              <a:path w="470535"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55" name="Google Shape;455;p13"/>
          <p:cNvSpPr/>
          <p:nvPr/>
        </p:nvSpPr>
        <p:spPr>
          <a:xfrm>
            <a:off x="4717453" y="3465080"/>
            <a:ext cx="470534" cy="127000"/>
          </a:xfrm>
          <a:custGeom>
            <a:avLst/>
            <a:gdLst/>
            <a:ahLst/>
            <a:cxnLst/>
            <a:rect l="l" t="t" r="r" b="b"/>
            <a:pathLst>
              <a:path w="470535"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56" name="Google Shape;456;p13"/>
          <p:cNvSpPr/>
          <p:nvPr/>
        </p:nvSpPr>
        <p:spPr>
          <a:xfrm>
            <a:off x="6733311" y="3465080"/>
            <a:ext cx="470534" cy="127000"/>
          </a:xfrm>
          <a:custGeom>
            <a:avLst/>
            <a:gdLst/>
            <a:ahLst/>
            <a:cxnLst/>
            <a:rect l="l" t="t" r="r" b="b"/>
            <a:pathLst>
              <a:path w="470534"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57" name="Google Shape;457;p13"/>
          <p:cNvSpPr txBox="1"/>
          <p:nvPr/>
        </p:nvSpPr>
        <p:spPr>
          <a:xfrm>
            <a:off x="491342" y="2323122"/>
            <a:ext cx="1148715" cy="62837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14×14 ×3</a:t>
            </a:r>
            <a:endParaRPr sz="2000">
              <a:latin typeface="+mj-lt"/>
              <a:ea typeface="Cambria Math"/>
              <a:cs typeface="Cambria Math"/>
              <a:sym typeface="Cambria Math"/>
            </a:endParaRPr>
          </a:p>
        </p:txBody>
      </p:sp>
      <p:pic>
        <p:nvPicPr>
          <p:cNvPr id="458" name="Google Shape;458;p13"/>
          <p:cNvPicPr preferRelativeResize="0"/>
          <p:nvPr/>
        </p:nvPicPr>
        <p:blipFill rotWithShape="1">
          <a:blip r:embed="rId3">
            <a:alphaModFix/>
          </a:blip>
          <a:srcRect/>
          <a:stretch/>
        </p:blipFill>
        <p:spPr>
          <a:xfrm>
            <a:off x="448300" y="862215"/>
            <a:ext cx="1327706" cy="1319987"/>
          </a:xfrm>
          <a:prstGeom prst="rect">
            <a:avLst/>
          </a:prstGeom>
          <a:noFill/>
          <a:ln>
            <a:noFill/>
          </a:ln>
        </p:spPr>
      </p:pic>
      <p:sp>
        <p:nvSpPr>
          <p:cNvPr id="459" name="Google Shape;459;p13"/>
          <p:cNvSpPr txBox="1"/>
          <p:nvPr/>
        </p:nvSpPr>
        <p:spPr>
          <a:xfrm>
            <a:off x="2922879" y="2325738"/>
            <a:ext cx="123571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10×10×16</a:t>
            </a:r>
            <a:endParaRPr sz="2000">
              <a:latin typeface="+mj-lt"/>
              <a:ea typeface="Cambria Math"/>
              <a:cs typeface="Cambria Math"/>
              <a:sym typeface="Cambria Math"/>
            </a:endParaRPr>
          </a:p>
        </p:txBody>
      </p:sp>
      <p:pic>
        <p:nvPicPr>
          <p:cNvPr id="460" name="Google Shape;460;p13"/>
          <p:cNvPicPr preferRelativeResize="0"/>
          <p:nvPr/>
        </p:nvPicPr>
        <p:blipFill rotWithShape="1">
          <a:blip r:embed="rId4">
            <a:alphaModFix/>
          </a:blip>
          <a:srcRect/>
          <a:stretch/>
        </p:blipFill>
        <p:spPr>
          <a:xfrm>
            <a:off x="3039376" y="957566"/>
            <a:ext cx="1038313" cy="1046937"/>
          </a:xfrm>
          <a:prstGeom prst="rect">
            <a:avLst/>
          </a:prstGeom>
          <a:noFill/>
          <a:ln>
            <a:noFill/>
          </a:ln>
        </p:spPr>
      </p:pic>
      <p:grpSp>
        <p:nvGrpSpPr>
          <p:cNvPr id="461" name="Google Shape;461;p13"/>
          <p:cNvGrpSpPr/>
          <p:nvPr/>
        </p:nvGrpSpPr>
        <p:grpSpPr>
          <a:xfrm>
            <a:off x="376209" y="2669538"/>
            <a:ext cx="1518206" cy="1576503"/>
            <a:chOff x="320330" y="2647804"/>
            <a:chExt cx="1518206" cy="1576503"/>
          </a:xfrm>
        </p:grpSpPr>
        <p:pic>
          <p:nvPicPr>
            <p:cNvPr id="462" name="Google Shape;462;p13"/>
            <p:cNvPicPr preferRelativeResize="0"/>
            <p:nvPr/>
          </p:nvPicPr>
          <p:blipFill rotWithShape="1">
            <a:blip r:embed="rId5">
              <a:alphaModFix/>
            </a:blip>
            <a:srcRect/>
            <a:stretch/>
          </p:blipFill>
          <p:spPr>
            <a:xfrm>
              <a:off x="320330" y="2715179"/>
              <a:ext cx="1518206" cy="1509128"/>
            </a:xfrm>
            <a:prstGeom prst="rect">
              <a:avLst/>
            </a:prstGeom>
            <a:noFill/>
            <a:ln>
              <a:noFill/>
            </a:ln>
          </p:spPr>
        </p:pic>
        <p:sp>
          <p:nvSpPr>
            <p:cNvPr id="463" name="Google Shape;463;p13"/>
            <p:cNvSpPr/>
            <p:nvPr/>
          </p:nvSpPr>
          <p:spPr>
            <a:xfrm>
              <a:off x="476280" y="2647804"/>
              <a:ext cx="953135" cy="38735"/>
            </a:xfrm>
            <a:custGeom>
              <a:avLst/>
              <a:gdLst/>
              <a:ahLst/>
              <a:cxnLst/>
              <a:rect l="l" t="t" r="r" b="b"/>
              <a:pathLst>
                <a:path w="953135" h="38735" extrusionOk="0">
                  <a:moveTo>
                    <a:pt x="6480" y="12960"/>
                  </a:moveTo>
                  <a:lnTo>
                    <a:pt x="0" y="12960"/>
                  </a:lnTo>
                  <a:lnTo>
                    <a:pt x="6480" y="19080"/>
                  </a:lnTo>
                  <a:lnTo>
                    <a:pt x="12600" y="25560"/>
                  </a:lnTo>
                  <a:lnTo>
                    <a:pt x="19080" y="32040"/>
                  </a:lnTo>
                  <a:lnTo>
                    <a:pt x="31680" y="32040"/>
                  </a:lnTo>
                  <a:lnTo>
                    <a:pt x="44280" y="38160"/>
                  </a:lnTo>
                  <a:lnTo>
                    <a:pt x="57240" y="38160"/>
                  </a:lnTo>
                  <a:lnTo>
                    <a:pt x="69840" y="38160"/>
                  </a:lnTo>
                  <a:lnTo>
                    <a:pt x="88920" y="32040"/>
                  </a:lnTo>
                  <a:lnTo>
                    <a:pt x="108000" y="32040"/>
                  </a:lnTo>
                  <a:lnTo>
                    <a:pt x="133200" y="25560"/>
                  </a:lnTo>
                  <a:lnTo>
                    <a:pt x="158760" y="19080"/>
                  </a:lnTo>
                  <a:lnTo>
                    <a:pt x="183960" y="19080"/>
                  </a:lnTo>
                  <a:lnTo>
                    <a:pt x="209520" y="12960"/>
                  </a:lnTo>
                  <a:lnTo>
                    <a:pt x="235080" y="12960"/>
                  </a:lnTo>
                  <a:lnTo>
                    <a:pt x="507960" y="12960"/>
                  </a:lnTo>
                  <a:lnTo>
                    <a:pt x="539640" y="6480"/>
                  </a:lnTo>
                  <a:lnTo>
                    <a:pt x="577800" y="6480"/>
                  </a:lnTo>
                  <a:lnTo>
                    <a:pt x="609480" y="6480"/>
                  </a:lnTo>
                  <a:lnTo>
                    <a:pt x="641160" y="6480"/>
                  </a:lnTo>
                  <a:lnTo>
                    <a:pt x="666721" y="0"/>
                  </a:lnTo>
                  <a:lnTo>
                    <a:pt x="933481" y="0"/>
                  </a:lnTo>
                  <a:lnTo>
                    <a:pt x="939601" y="6480"/>
                  </a:lnTo>
                  <a:lnTo>
                    <a:pt x="946081" y="6480"/>
                  </a:lnTo>
                  <a:lnTo>
                    <a:pt x="952561" y="6480"/>
                  </a:lnTo>
                  <a:lnTo>
                    <a:pt x="939601" y="648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pic>
        <p:nvPicPr>
          <p:cNvPr id="464" name="Google Shape;464;p13"/>
          <p:cNvPicPr preferRelativeResize="0"/>
          <p:nvPr/>
        </p:nvPicPr>
        <p:blipFill rotWithShape="1">
          <a:blip r:embed="rId6">
            <a:alphaModFix/>
          </a:blip>
          <a:srcRect/>
          <a:stretch/>
        </p:blipFill>
        <p:spPr>
          <a:xfrm>
            <a:off x="3033645" y="2882613"/>
            <a:ext cx="1257541" cy="1251888"/>
          </a:xfrm>
          <a:prstGeom prst="rect">
            <a:avLst/>
          </a:prstGeom>
          <a:noFill/>
          <a:ln>
            <a:noFill/>
          </a:ln>
        </p:spPr>
      </p:pic>
      <p:sp>
        <p:nvSpPr>
          <p:cNvPr id="465" name="Google Shape;465;p13"/>
          <p:cNvSpPr txBox="1"/>
          <p:nvPr/>
        </p:nvSpPr>
        <p:spPr>
          <a:xfrm>
            <a:off x="3040244" y="4210726"/>
            <a:ext cx="123571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12×12×16</a:t>
            </a:r>
            <a:endParaRPr sz="2000" dirty="0">
              <a:latin typeface="+mj-lt"/>
              <a:ea typeface="Cambria Math"/>
              <a:cs typeface="Cambria Math"/>
              <a:sym typeface="Cambria Math"/>
            </a:endParaRPr>
          </a:p>
        </p:txBody>
      </p:sp>
      <p:sp>
        <p:nvSpPr>
          <p:cNvPr id="466" name="Google Shape;466;p13"/>
          <p:cNvSpPr txBox="1"/>
          <p:nvPr/>
        </p:nvSpPr>
        <p:spPr>
          <a:xfrm>
            <a:off x="5581752" y="4320962"/>
            <a:ext cx="95250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6×6×16</a:t>
            </a:r>
            <a:endParaRPr sz="2000">
              <a:latin typeface="+mj-lt"/>
              <a:ea typeface="Cambria Math"/>
              <a:cs typeface="Cambria Math"/>
              <a:sym typeface="Cambria Math"/>
            </a:endParaRPr>
          </a:p>
        </p:txBody>
      </p:sp>
      <p:grpSp>
        <p:nvGrpSpPr>
          <p:cNvPr id="467" name="Google Shape;467;p13"/>
          <p:cNvGrpSpPr/>
          <p:nvPr/>
        </p:nvGrpSpPr>
        <p:grpSpPr>
          <a:xfrm>
            <a:off x="7448260" y="3378279"/>
            <a:ext cx="270510" cy="277495"/>
            <a:chOff x="7448260" y="3378279"/>
            <a:chExt cx="270510" cy="277495"/>
          </a:xfrm>
        </p:grpSpPr>
        <p:pic>
          <p:nvPicPr>
            <p:cNvPr id="468" name="Google Shape;468;p13"/>
            <p:cNvPicPr preferRelativeResize="0"/>
            <p:nvPr/>
          </p:nvPicPr>
          <p:blipFill rotWithShape="1">
            <a:blip r:embed="rId7">
              <a:alphaModFix/>
            </a:blip>
            <a:srcRect/>
            <a:stretch/>
          </p:blipFill>
          <p:spPr>
            <a:xfrm>
              <a:off x="7454607" y="3384626"/>
              <a:ext cx="257809" cy="264414"/>
            </a:xfrm>
            <a:prstGeom prst="rect">
              <a:avLst/>
            </a:prstGeom>
            <a:noFill/>
            <a:ln>
              <a:noFill/>
            </a:ln>
          </p:spPr>
        </p:pic>
        <p:sp>
          <p:nvSpPr>
            <p:cNvPr id="469" name="Google Shape;469;p13"/>
            <p:cNvSpPr/>
            <p:nvPr/>
          </p:nvSpPr>
          <p:spPr>
            <a:xfrm>
              <a:off x="7583447" y="3378279"/>
              <a:ext cx="0" cy="277495"/>
            </a:xfrm>
            <a:custGeom>
              <a:avLst/>
              <a:gdLst/>
              <a:ahLst/>
              <a:cxnLst/>
              <a:rect l="l" t="t" r="r" b="b"/>
              <a:pathLst>
                <a:path w="120000" h="277495" extrusionOk="0">
                  <a:moveTo>
                    <a:pt x="0" y="0"/>
                  </a:moveTo>
                  <a:lnTo>
                    <a:pt x="0" y="2769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70" name="Google Shape;470;p13"/>
            <p:cNvSpPr/>
            <p:nvPr/>
          </p:nvSpPr>
          <p:spPr>
            <a:xfrm>
              <a:off x="7448260" y="3516768"/>
              <a:ext cx="270510" cy="0"/>
            </a:xfrm>
            <a:custGeom>
              <a:avLst/>
              <a:gdLst/>
              <a:ahLst/>
              <a:cxnLst/>
              <a:rect l="l" t="t" r="r" b="b"/>
              <a:pathLst>
                <a:path w="270509" h="120000" extrusionOk="0">
                  <a:moveTo>
                    <a:pt x="0" y="0"/>
                  </a:moveTo>
                  <a:lnTo>
                    <a:pt x="27037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71" name="Google Shape;471;p13"/>
            <p:cNvSpPr/>
            <p:nvPr/>
          </p:nvSpPr>
          <p:spPr>
            <a:xfrm>
              <a:off x="7454607" y="3378279"/>
              <a:ext cx="0" cy="277495"/>
            </a:xfrm>
            <a:custGeom>
              <a:avLst/>
              <a:gdLst/>
              <a:ahLst/>
              <a:cxnLst/>
              <a:rect l="l" t="t" r="r" b="b"/>
              <a:pathLst>
                <a:path w="120000" h="277495" extrusionOk="0">
                  <a:moveTo>
                    <a:pt x="0" y="0"/>
                  </a:moveTo>
                  <a:lnTo>
                    <a:pt x="0" y="2769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72" name="Google Shape;472;p13"/>
            <p:cNvSpPr/>
            <p:nvPr/>
          </p:nvSpPr>
          <p:spPr>
            <a:xfrm>
              <a:off x="7712288" y="3378279"/>
              <a:ext cx="0" cy="277495"/>
            </a:xfrm>
            <a:custGeom>
              <a:avLst/>
              <a:gdLst/>
              <a:ahLst/>
              <a:cxnLst/>
              <a:rect l="l" t="t" r="r" b="b"/>
              <a:pathLst>
                <a:path w="120000" h="277495" extrusionOk="0">
                  <a:moveTo>
                    <a:pt x="0" y="0"/>
                  </a:moveTo>
                  <a:lnTo>
                    <a:pt x="0" y="2769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73" name="Google Shape;473;p13"/>
            <p:cNvSpPr/>
            <p:nvPr/>
          </p:nvSpPr>
          <p:spPr>
            <a:xfrm>
              <a:off x="7448260" y="3384626"/>
              <a:ext cx="270510" cy="0"/>
            </a:xfrm>
            <a:custGeom>
              <a:avLst/>
              <a:gdLst/>
              <a:ahLst/>
              <a:cxnLst/>
              <a:rect l="l" t="t" r="r" b="b"/>
              <a:pathLst>
                <a:path w="270509" h="120000" extrusionOk="0">
                  <a:moveTo>
                    <a:pt x="0" y="0"/>
                  </a:moveTo>
                  <a:lnTo>
                    <a:pt x="27037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74" name="Google Shape;474;p13"/>
            <p:cNvSpPr/>
            <p:nvPr/>
          </p:nvSpPr>
          <p:spPr>
            <a:xfrm>
              <a:off x="7680445" y="3381319"/>
              <a:ext cx="19050" cy="19050"/>
            </a:xfrm>
            <a:custGeom>
              <a:avLst/>
              <a:gdLst/>
              <a:ahLst/>
              <a:cxnLst/>
              <a:rect l="l" t="t" r="r" b="b"/>
              <a:pathLst>
                <a:path w="19050" h="19050" extrusionOk="0">
                  <a:moveTo>
                    <a:pt x="0" y="9525"/>
                  </a:moveTo>
                  <a:lnTo>
                    <a:pt x="2789" y="16261"/>
                  </a:lnTo>
                  <a:lnTo>
                    <a:pt x="9525" y="19051"/>
                  </a:lnTo>
                  <a:lnTo>
                    <a:pt x="16261" y="16261"/>
                  </a:lnTo>
                  <a:lnTo>
                    <a:pt x="19051" y="9525"/>
                  </a:lnTo>
                  <a:lnTo>
                    <a:pt x="16261" y="2789"/>
                  </a:lnTo>
                  <a:lnTo>
                    <a:pt x="9525" y="0"/>
                  </a:lnTo>
                  <a:lnTo>
                    <a:pt x="2789" y="2789"/>
                  </a:lnTo>
                  <a:lnTo>
                    <a:pt x="0" y="9525"/>
                  </a:lnTo>
                  <a:close/>
                </a:path>
              </a:pathLst>
            </a:custGeom>
            <a:solidFill>
              <a:srgbClr val="00B05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475" name="Google Shape;475;p13"/>
          <p:cNvSpPr/>
          <p:nvPr/>
        </p:nvSpPr>
        <p:spPr>
          <a:xfrm>
            <a:off x="8037906" y="3465080"/>
            <a:ext cx="470534" cy="127000"/>
          </a:xfrm>
          <a:custGeom>
            <a:avLst/>
            <a:gdLst/>
            <a:ahLst/>
            <a:cxnLst/>
            <a:rect l="l" t="t" r="r" b="b"/>
            <a:pathLst>
              <a:path w="470534"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476" name="Google Shape;476;p13"/>
          <p:cNvGrpSpPr/>
          <p:nvPr/>
        </p:nvGrpSpPr>
        <p:grpSpPr>
          <a:xfrm>
            <a:off x="8917664" y="3378279"/>
            <a:ext cx="270510" cy="277495"/>
            <a:chOff x="8917664" y="3378279"/>
            <a:chExt cx="270510" cy="277495"/>
          </a:xfrm>
        </p:grpSpPr>
        <p:pic>
          <p:nvPicPr>
            <p:cNvPr id="477" name="Google Shape;477;p13"/>
            <p:cNvPicPr preferRelativeResize="0"/>
            <p:nvPr/>
          </p:nvPicPr>
          <p:blipFill rotWithShape="1">
            <a:blip r:embed="rId7">
              <a:alphaModFix/>
            </a:blip>
            <a:srcRect/>
            <a:stretch/>
          </p:blipFill>
          <p:spPr>
            <a:xfrm>
              <a:off x="8924010" y="3384626"/>
              <a:ext cx="257809" cy="264414"/>
            </a:xfrm>
            <a:prstGeom prst="rect">
              <a:avLst/>
            </a:prstGeom>
            <a:noFill/>
            <a:ln>
              <a:noFill/>
            </a:ln>
          </p:spPr>
        </p:pic>
        <p:sp>
          <p:nvSpPr>
            <p:cNvPr id="478" name="Google Shape;478;p13"/>
            <p:cNvSpPr/>
            <p:nvPr/>
          </p:nvSpPr>
          <p:spPr>
            <a:xfrm>
              <a:off x="9052851" y="3378279"/>
              <a:ext cx="0" cy="277495"/>
            </a:xfrm>
            <a:custGeom>
              <a:avLst/>
              <a:gdLst/>
              <a:ahLst/>
              <a:cxnLst/>
              <a:rect l="l" t="t" r="r" b="b"/>
              <a:pathLst>
                <a:path w="120000" h="277495" extrusionOk="0">
                  <a:moveTo>
                    <a:pt x="0" y="0"/>
                  </a:moveTo>
                  <a:lnTo>
                    <a:pt x="0" y="2769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79" name="Google Shape;479;p13"/>
            <p:cNvSpPr/>
            <p:nvPr/>
          </p:nvSpPr>
          <p:spPr>
            <a:xfrm>
              <a:off x="8917664" y="3516768"/>
              <a:ext cx="270510" cy="0"/>
            </a:xfrm>
            <a:custGeom>
              <a:avLst/>
              <a:gdLst/>
              <a:ahLst/>
              <a:cxnLst/>
              <a:rect l="l" t="t" r="r" b="b"/>
              <a:pathLst>
                <a:path w="270509" h="120000" extrusionOk="0">
                  <a:moveTo>
                    <a:pt x="0" y="0"/>
                  </a:moveTo>
                  <a:lnTo>
                    <a:pt x="27037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80" name="Google Shape;480;p13"/>
            <p:cNvSpPr/>
            <p:nvPr/>
          </p:nvSpPr>
          <p:spPr>
            <a:xfrm>
              <a:off x="8924010" y="3378279"/>
              <a:ext cx="0" cy="277495"/>
            </a:xfrm>
            <a:custGeom>
              <a:avLst/>
              <a:gdLst/>
              <a:ahLst/>
              <a:cxnLst/>
              <a:rect l="l" t="t" r="r" b="b"/>
              <a:pathLst>
                <a:path w="120000" h="277495" extrusionOk="0">
                  <a:moveTo>
                    <a:pt x="0" y="0"/>
                  </a:moveTo>
                  <a:lnTo>
                    <a:pt x="0" y="2769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81" name="Google Shape;481;p13"/>
            <p:cNvSpPr/>
            <p:nvPr/>
          </p:nvSpPr>
          <p:spPr>
            <a:xfrm>
              <a:off x="8917664" y="3384626"/>
              <a:ext cx="270510" cy="0"/>
            </a:xfrm>
            <a:custGeom>
              <a:avLst/>
              <a:gdLst/>
              <a:ahLst/>
              <a:cxnLst/>
              <a:rect l="l" t="t" r="r" b="b"/>
              <a:pathLst>
                <a:path w="270509" h="120000" extrusionOk="0">
                  <a:moveTo>
                    <a:pt x="0" y="0"/>
                  </a:moveTo>
                  <a:lnTo>
                    <a:pt x="27037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82" name="Google Shape;482;p13"/>
            <p:cNvSpPr/>
            <p:nvPr/>
          </p:nvSpPr>
          <p:spPr>
            <a:xfrm>
              <a:off x="8917664" y="3648911"/>
              <a:ext cx="270510" cy="0"/>
            </a:xfrm>
            <a:custGeom>
              <a:avLst/>
              <a:gdLst/>
              <a:ahLst/>
              <a:cxnLst/>
              <a:rect l="l" t="t" r="r" b="b"/>
              <a:pathLst>
                <a:path w="270509" h="120000" extrusionOk="0">
                  <a:moveTo>
                    <a:pt x="0" y="0"/>
                  </a:moveTo>
                  <a:lnTo>
                    <a:pt x="27037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483" name="Google Shape;483;p13"/>
          <p:cNvSpPr txBox="1"/>
          <p:nvPr/>
        </p:nvSpPr>
        <p:spPr>
          <a:xfrm>
            <a:off x="8530831" y="4320857"/>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2×2×400</a:t>
            </a:r>
            <a:endParaRPr sz="2000">
              <a:latin typeface="+mj-lt"/>
              <a:ea typeface="Cambria Math"/>
              <a:cs typeface="Cambria Math"/>
              <a:sym typeface="Cambria Math"/>
            </a:endParaRPr>
          </a:p>
        </p:txBody>
      </p:sp>
      <p:sp>
        <p:nvSpPr>
          <p:cNvPr id="484" name="Google Shape;484;p13"/>
          <p:cNvSpPr/>
          <p:nvPr/>
        </p:nvSpPr>
        <p:spPr>
          <a:xfrm>
            <a:off x="9715944" y="3465080"/>
            <a:ext cx="470534" cy="127000"/>
          </a:xfrm>
          <a:custGeom>
            <a:avLst/>
            <a:gdLst/>
            <a:ahLst/>
            <a:cxnLst/>
            <a:rect l="l" t="t" r="r" b="b"/>
            <a:pathLst>
              <a:path w="470534"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485" name="Google Shape;485;p13"/>
          <p:cNvGrpSpPr/>
          <p:nvPr/>
        </p:nvGrpSpPr>
        <p:grpSpPr>
          <a:xfrm>
            <a:off x="10595702" y="3378279"/>
            <a:ext cx="270510" cy="277495"/>
            <a:chOff x="10595702" y="3378279"/>
            <a:chExt cx="270510" cy="277495"/>
          </a:xfrm>
        </p:grpSpPr>
        <p:pic>
          <p:nvPicPr>
            <p:cNvPr id="486" name="Google Shape;486;p13"/>
            <p:cNvPicPr preferRelativeResize="0"/>
            <p:nvPr/>
          </p:nvPicPr>
          <p:blipFill rotWithShape="1">
            <a:blip r:embed="rId7">
              <a:alphaModFix/>
            </a:blip>
            <a:srcRect/>
            <a:stretch/>
          </p:blipFill>
          <p:spPr>
            <a:xfrm>
              <a:off x="10602048" y="3384626"/>
              <a:ext cx="257809" cy="264414"/>
            </a:xfrm>
            <a:prstGeom prst="rect">
              <a:avLst/>
            </a:prstGeom>
            <a:noFill/>
            <a:ln>
              <a:noFill/>
            </a:ln>
          </p:spPr>
        </p:pic>
        <p:sp>
          <p:nvSpPr>
            <p:cNvPr id="487" name="Google Shape;487;p13"/>
            <p:cNvSpPr/>
            <p:nvPr/>
          </p:nvSpPr>
          <p:spPr>
            <a:xfrm>
              <a:off x="10730889" y="3378279"/>
              <a:ext cx="0" cy="277495"/>
            </a:xfrm>
            <a:custGeom>
              <a:avLst/>
              <a:gdLst/>
              <a:ahLst/>
              <a:cxnLst/>
              <a:rect l="l" t="t" r="r" b="b"/>
              <a:pathLst>
                <a:path w="120000" h="277495" extrusionOk="0">
                  <a:moveTo>
                    <a:pt x="0" y="0"/>
                  </a:moveTo>
                  <a:lnTo>
                    <a:pt x="0" y="2769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88" name="Google Shape;488;p13"/>
            <p:cNvSpPr/>
            <p:nvPr/>
          </p:nvSpPr>
          <p:spPr>
            <a:xfrm>
              <a:off x="10595702" y="3516768"/>
              <a:ext cx="270510" cy="0"/>
            </a:xfrm>
            <a:custGeom>
              <a:avLst/>
              <a:gdLst/>
              <a:ahLst/>
              <a:cxnLst/>
              <a:rect l="l" t="t" r="r" b="b"/>
              <a:pathLst>
                <a:path w="270509" h="120000" extrusionOk="0">
                  <a:moveTo>
                    <a:pt x="0" y="0"/>
                  </a:moveTo>
                  <a:lnTo>
                    <a:pt x="27037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89" name="Google Shape;489;p13"/>
            <p:cNvSpPr/>
            <p:nvPr/>
          </p:nvSpPr>
          <p:spPr>
            <a:xfrm>
              <a:off x="10602048" y="3378279"/>
              <a:ext cx="0" cy="277495"/>
            </a:xfrm>
            <a:custGeom>
              <a:avLst/>
              <a:gdLst/>
              <a:ahLst/>
              <a:cxnLst/>
              <a:rect l="l" t="t" r="r" b="b"/>
              <a:pathLst>
                <a:path w="120000" h="277495" extrusionOk="0">
                  <a:moveTo>
                    <a:pt x="0" y="0"/>
                  </a:moveTo>
                  <a:lnTo>
                    <a:pt x="0" y="2769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90" name="Google Shape;490;p13"/>
            <p:cNvSpPr/>
            <p:nvPr/>
          </p:nvSpPr>
          <p:spPr>
            <a:xfrm>
              <a:off x="10859729" y="3378279"/>
              <a:ext cx="0" cy="277495"/>
            </a:xfrm>
            <a:custGeom>
              <a:avLst/>
              <a:gdLst/>
              <a:ahLst/>
              <a:cxnLst/>
              <a:rect l="l" t="t" r="r" b="b"/>
              <a:pathLst>
                <a:path w="120000" h="277495" extrusionOk="0">
                  <a:moveTo>
                    <a:pt x="0" y="0"/>
                  </a:moveTo>
                  <a:lnTo>
                    <a:pt x="0" y="276978"/>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91" name="Google Shape;491;p13"/>
            <p:cNvSpPr/>
            <p:nvPr/>
          </p:nvSpPr>
          <p:spPr>
            <a:xfrm>
              <a:off x="10595702" y="3384626"/>
              <a:ext cx="270510" cy="0"/>
            </a:xfrm>
            <a:custGeom>
              <a:avLst/>
              <a:gdLst/>
              <a:ahLst/>
              <a:cxnLst/>
              <a:rect l="l" t="t" r="r" b="b"/>
              <a:pathLst>
                <a:path w="270509" h="120000" extrusionOk="0">
                  <a:moveTo>
                    <a:pt x="0" y="0"/>
                  </a:moveTo>
                  <a:lnTo>
                    <a:pt x="27037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92" name="Google Shape;492;p13"/>
            <p:cNvSpPr/>
            <p:nvPr/>
          </p:nvSpPr>
          <p:spPr>
            <a:xfrm>
              <a:off x="10595702" y="3648911"/>
              <a:ext cx="270510" cy="0"/>
            </a:xfrm>
            <a:custGeom>
              <a:avLst/>
              <a:gdLst/>
              <a:ahLst/>
              <a:cxnLst/>
              <a:rect l="l" t="t" r="r" b="b"/>
              <a:pathLst>
                <a:path w="270509" h="120000" extrusionOk="0">
                  <a:moveTo>
                    <a:pt x="0" y="0"/>
                  </a:moveTo>
                  <a:lnTo>
                    <a:pt x="270374" y="0"/>
                  </a:lnTo>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493" name="Google Shape;493;p13"/>
          <p:cNvSpPr txBox="1"/>
          <p:nvPr/>
        </p:nvSpPr>
        <p:spPr>
          <a:xfrm>
            <a:off x="10341241" y="4320857"/>
            <a:ext cx="81026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2×2×4</a:t>
            </a:r>
            <a:endParaRPr sz="2000">
              <a:latin typeface="+mj-lt"/>
              <a:ea typeface="Cambria Math"/>
              <a:cs typeface="Cambria Math"/>
              <a:sym typeface="Cambria Math"/>
            </a:endParaRPr>
          </a:p>
        </p:txBody>
      </p:sp>
      <p:pic>
        <p:nvPicPr>
          <p:cNvPr id="494" name="Google Shape;494;p13"/>
          <p:cNvPicPr preferRelativeResize="0"/>
          <p:nvPr/>
        </p:nvPicPr>
        <p:blipFill rotWithShape="1">
          <a:blip r:embed="rId8">
            <a:alphaModFix/>
          </a:blip>
          <a:srcRect/>
          <a:stretch/>
        </p:blipFill>
        <p:spPr>
          <a:xfrm>
            <a:off x="361291" y="4710662"/>
            <a:ext cx="1470416" cy="1509124"/>
          </a:xfrm>
          <a:prstGeom prst="rect">
            <a:avLst/>
          </a:prstGeom>
          <a:noFill/>
          <a:ln>
            <a:noFill/>
          </a:ln>
        </p:spPr>
      </p:pic>
      <p:sp>
        <p:nvSpPr>
          <p:cNvPr id="495" name="Google Shape;495;p13"/>
          <p:cNvSpPr txBox="1"/>
          <p:nvPr/>
        </p:nvSpPr>
        <p:spPr>
          <a:xfrm>
            <a:off x="628008" y="6224795"/>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28×28×3</a:t>
            </a:r>
            <a:endParaRPr sz="2000">
              <a:latin typeface="+mj-lt"/>
              <a:ea typeface="Cambria Math"/>
              <a:cs typeface="Cambria Math"/>
              <a:sym typeface="Cambria Math"/>
            </a:endParaRPr>
          </a:p>
        </p:txBody>
      </p:sp>
      <p:pic>
        <p:nvPicPr>
          <p:cNvPr id="496" name="Google Shape;496;p13"/>
          <p:cNvPicPr preferRelativeResize="0"/>
          <p:nvPr/>
        </p:nvPicPr>
        <p:blipFill rotWithShape="1">
          <a:blip r:embed="rId9">
            <a:alphaModFix/>
          </a:blip>
          <a:srcRect/>
          <a:stretch/>
        </p:blipFill>
        <p:spPr>
          <a:xfrm>
            <a:off x="3070809" y="4809515"/>
            <a:ext cx="1260424" cy="1291412"/>
          </a:xfrm>
          <a:prstGeom prst="rect">
            <a:avLst/>
          </a:prstGeom>
          <a:noFill/>
          <a:ln>
            <a:noFill/>
          </a:ln>
        </p:spPr>
      </p:pic>
      <p:sp>
        <p:nvSpPr>
          <p:cNvPr id="497" name="Google Shape;497;p13"/>
          <p:cNvSpPr txBox="1"/>
          <p:nvPr/>
        </p:nvSpPr>
        <p:spPr>
          <a:xfrm>
            <a:off x="3147860" y="6237471"/>
            <a:ext cx="123507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24×24×16</a:t>
            </a:r>
            <a:endParaRPr sz="2000">
              <a:latin typeface="+mj-lt"/>
              <a:ea typeface="Cambria Math"/>
              <a:cs typeface="Cambria Math"/>
              <a:sym typeface="Cambria Math"/>
            </a:endParaRPr>
          </a:p>
        </p:txBody>
      </p:sp>
      <p:pic>
        <p:nvPicPr>
          <p:cNvPr id="498" name="Google Shape;498;p13"/>
          <p:cNvPicPr preferRelativeResize="0"/>
          <p:nvPr/>
        </p:nvPicPr>
        <p:blipFill rotWithShape="1">
          <a:blip r:embed="rId10">
            <a:alphaModFix/>
          </a:blip>
          <a:srcRect/>
          <a:stretch/>
        </p:blipFill>
        <p:spPr>
          <a:xfrm>
            <a:off x="5563704" y="4962202"/>
            <a:ext cx="963549" cy="980724"/>
          </a:xfrm>
          <a:prstGeom prst="rect">
            <a:avLst/>
          </a:prstGeom>
          <a:noFill/>
          <a:ln>
            <a:noFill/>
          </a:ln>
        </p:spPr>
      </p:pic>
      <p:sp>
        <p:nvSpPr>
          <p:cNvPr id="499" name="Google Shape;499;p13"/>
          <p:cNvSpPr txBox="1"/>
          <p:nvPr/>
        </p:nvSpPr>
        <p:spPr>
          <a:xfrm>
            <a:off x="5427217" y="6224795"/>
            <a:ext cx="123571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12×12×16</a:t>
            </a:r>
            <a:endParaRPr sz="2000">
              <a:latin typeface="+mj-lt"/>
              <a:ea typeface="Cambria Math"/>
              <a:cs typeface="Cambria Math"/>
              <a:sym typeface="Cambria Math"/>
            </a:endParaRPr>
          </a:p>
        </p:txBody>
      </p:sp>
      <p:pic>
        <p:nvPicPr>
          <p:cNvPr id="500" name="Google Shape;500;p13"/>
          <p:cNvPicPr preferRelativeResize="0"/>
          <p:nvPr/>
        </p:nvPicPr>
        <p:blipFill rotWithShape="1">
          <a:blip r:embed="rId11">
            <a:alphaModFix/>
          </a:blip>
          <a:srcRect/>
          <a:stretch/>
        </p:blipFill>
        <p:spPr>
          <a:xfrm>
            <a:off x="7260945" y="5123840"/>
            <a:ext cx="645147" cy="657453"/>
          </a:xfrm>
          <a:prstGeom prst="rect">
            <a:avLst/>
          </a:prstGeom>
          <a:noFill/>
          <a:ln>
            <a:noFill/>
          </a:ln>
        </p:spPr>
      </p:pic>
      <p:pic>
        <p:nvPicPr>
          <p:cNvPr id="501" name="Google Shape;501;p13"/>
          <p:cNvPicPr preferRelativeResize="0"/>
          <p:nvPr/>
        </p:nvPicPr>
        <p:blipFill rotWithShape="1">
          <a:blip r:embed="rId11">
            <a:alphaModFix/>
          </a:blip>
          <a:srcRect/>
          <a:stretch/>
        </p:blipFill>
        <p:spPr>
          <a:xfrm>
            <a:off x="8730348" y="5123840"/>
            <a:ext cx="645147" cy="657453"/>
          </a:xfrm>
          <a:prstGeom prst="rect">
            <a:avLst/>
          </a:prstGeom>
          <a:noFill/>
          <a:ln>
            <a:noFill/>
          </a:ln>
        </p:spPr>
      </p:pic>
      <p:pic>
        <p:nvPicPr>
          <p:cNvPr id="502" name="Google Shape;502;p13"/>
          <p:cNvPicPr preferRelativeResize="0"/>
          <p:nvPr/>
        </p:nvPicPr>
        <p:blipFill rotWithShape="1">
          <a:blip r:embed="rId11">
            <a:alphaModFix/>
          </a:blip>
          <a:srcRect/>
          <a:stretch/>
        </p:blipFill>
        <p:spPr>
          <a:xfrm>
            <a:off x="10438828" y="5123840"/>
            <a:ext cx="645147" cy="657453"/>
          </a:xfrm>
          <a:prstGeom prst="rect">
            <a:avLst/>
          </a:prstGeom>
          <a:noFill/>
          <a:ln>
            <a:noFill/>
          </a:ln>
        </p:spPr>
      </p:pic>
      <p:sp>
        <p:nvSpPr>
          <p:cNvPr id="503" name="Google Shape;503;p13"/>
          <p:cNvSpPr txBox="1"/>
          <p:nvPr/>
        </p:nvSpPr>
        <p:spPr>
          <a:xfrm>
            <a:off x="7040588" y="6230096"/>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8×8×400</a:t>
            </a:r>
            <a:endParaRPr sz="2000">
              <a:latin typeface="+mj-lt"/>
              <a:ea typeface="Cambria Math"/>
              <a:cs typeface="Cambria Math"/>
              <a:sym typeface="Cambria Math"/>
            </a:endParaRPr>
          </a:p>
        </p:txBody>
      </p:sp>
      <p:sp>
        <p:nvSpPr>
          <p:cNvPr id="504" name="Google Shape;504;p13"/>
          <p:cNvSpPr txBox="1"/>
          <p:nvPr/>
        </p:nvSpPr>
        <p:spPr>
          <a:xfrm>
            <a:off x="8514550" y="6230096"/>
            <a:ext cx="109347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8×8×400</a:t>
            </a:r>
            <a:endParaRPr sz="2000">
              <a:latin typeface="+mj-lt"/>
              <a:ea typeface="Cambria Math"/>
              <a:cs typeface="Cambria Math"/>
              <a:sym typeface="Cambria Math"/>
            </a:endParaRPr>
          </a:p>
        </p:txBody>
      </p:sp>
      <p:sp>
        <p:nvSpPr>
          <p:cNvPr id="505" name="Google Shape;505;p13"/>
          <p:cNvSpPr txBox="1"/>
          <p:nvPr/>
        </p:nvSpPr>
        <p:spPr>
          <a:xfrm>
            <a:off x="10354779" y="6224762"/>
            <a:ext cx="81026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8×8×4</a:t>
            </a:r>
            <a:endParaRPr sz="2000">
              <a:latin typeface="+mj-lt"/>
              <a:ea typeface="Cambria Math"/>
              <a:cs typeface="Cambria Math"/>
              <a:sym typeface="Cambria Math"/>
            </a:endParaRPr>
          </a:p>
        </p:txBody>
      </p:sp>
      <p:sp>
        <p:nvSpPr>
          <p:cNvPr id="506" name="Google Shape;506;p13"/>
          <p:cNvSpPr/>
          <p:nvPr/>
        </p:nvSpPr>
        <p:spPr>
          <a:xfrm>
            <a:off x="2270988" y="5389067"/>
            <a:ext cx="470534" cy="127000"/>
          </a:xfrm>
          <a:custGeom>
            <a:avLst/>
            <a:gdLst/>
            <a:ahLst/>
            <a:cxnLst/>
            <a:rect l="l" t="t" r="r" b="b"/>
            <a:pathLst>
              <a:path w="470535" h="127000" extrusionOk="0">
                <a:moveTo>
                  <a:pt x="343369" y="0"/>
                </a:moveTo>
                <a:lnTo>
                  <a:pt x="343369" y="50799"/>
                </a:lnTo>
                <a:lnTo>
                  <a:pt x="0" y="50799"/>
                </a:lnTo>
                <a:lnTo>
                  <a:pt x="0" y="76199"/>
                </a:lnTo>
                <a:lnTo>
                  <a:pt x="343369" y="76199"/>
                </a:lnTo>
                <a:lnTo>
                  <a:pt x="343369" y="126999"/>
                </a:lnTo>
                <a:lnTo>
                  <a:pt x="470369" y="63499"/>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07" name="Google Shape;507;p13"/>
          <p:cNvSpPr/>
          <p:nvPr/>
        </p:nvSpPr>
        <p:spPr>
          <a:xfrm>
            <a:off x="4669129" y="5398515"/>
            <a:ext cx="470534" cy="127000"/>
          </a:xfrm>
          <a:custGeom>
            <a:avLst/>
            <a:gdLst/>
            <a:ahLst/>
            <a:cxnLst/>
            <a:rect l="l" t="t" r="r" b="b"/>
            <a:pathLst>
              <a:path w="470535" h="127000" extrusionOk="0">
                <a:moveTo>
                  <a:pt x="343357" y="0"/>
                </a:moveTo>
                <a:lnTo>
                  <a:pt x="343357" y="50800"/>
                </a:lnTo>
                <a:lnTo>
                  <a:pt x="0" y="50800"/>
                </a:lnTo>
                <a:lnTo>
                  <a:pt x="0" y="76200"/>
                </a:lnTo>
                <a:lnTo>
                  <a:pt x="343357" y="76200"/>
                </a:lnTo>
                <a:lnTo>
                  <a:pt x="343357" y="127000"/>
                </a:lnTo>
                <a:lnTo>
                  <a:pt x="470357" y="63500"/>
                </a:lnTo>
                <a:lnTo>
                  <a:pt x="343357"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08" name="Google Shape;508;p13"/>
          <p:cNvSpPr/>
          <p:nvPr/>
        </p:nvSpPr>
        <p:spPr>
          <a:xfrm>
            <a:off x="6658914" y="5389067"/>
            <a:ext cx="470534" cy="127000"/>
          </a:xfrm>
          <a:custGeom>
            <a:avLst/>
            <a:gdLst/>
            <a:ahLst/>
            <a:cxnLst/>
            <a:rect l="l" t="t" r="r" b="b"/>
            <a:pathLst>
              <a:path w="470534" h="127000" extrusionOk="0">
                <a:moveTo>
                  <a:pt x="343369" y="0"/>
                </a:moveTo>
                <a:lnTo>
                  <a:pt x="343369" y="50799"/>
                </a:lnTo>
                <a:lnTo>
                  <a:pt x="0" y="50799"/>
                </a:lnTo>
                <a:lnTo>
                  <a:pt x="0" y="76199"/>
                </a:lnTo>
                <a:lnTo>
                  <a:pt x="343369" y="76199"/>
                </a:lnTo>
                <a:lnTo>
                  <a:pt x="343369" y="126999"/>
                </a:lnTo>
                <a:lnTo>
                  <a:pt x="470369" y="63499"/>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09" name="Google Shape;509;p13"/>
          <p:cNvSpPr/>
          <p:nvPr/>
        </p:nvSpPr>
        <p:spPr>
          <a:xfrm>
            <a:off x="8083029" y="5389067"/>
            <a:ext cx="470534" cy="127000"/>
          </a:xfrm>
          <a:custGeom>
            <a:avLst/>
            <a:gdLst/>
            <a:ahLst/>
            <a:cxnLst/>
            <a:rect l="l" t="t" r="r" b="b"/>
            <a:pathLst>
              <a:path w="470534" h="127000" extrusionOk="0">
                <a:moveTo>
                  <a:pt x="343369" y="0"/>
                </a:moveTo>
                <a:lnTo>
                  <a:pt x="343369" y="50799"/>
                </a:lnTo>
                <a:lnTo>
                  <a:pt x="0" y="50799"/>
                </a:lnTo>
                <a:lnTo>
                  <a:pt x="0" y="76199"/>
                </a:lnTo>
                <a:lnTo>
                  <a:pt x="343369" y="76199"/>
                </a:lnTo>
                <a:lnTo>
                  <a:pt x="343369" y="126999"/>
                </a:lnTo>
                <a:lnTo>
                  <a:pt x="470369" y="63499"/>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10" name="Google Shape;510;p13"/>
          <p:cNvSpPr/>
          <p:nvPr/>
        </p:nvSpPr>
        <p:spPr>
          <a:xfrm>
            <a:off x="9671977" y="5389067"/>
            <a:ext cx="470534" cy="127000"/>
          </a:xfrm>
          <a:custGeom>
            <a:avLst/>
            <a:gdLst/>
            <a:ahLst/>
            <a:cxnLst/>
            <a:rect l="l" t="t" r="r" b="b"/>
            <a:pathLst>
              <a:path w="470534" h="127000" extrusionOk="0">
                <a:moveTo>
                  <a:pt x="343369" y="0"/>
                </a:moveTo>
                <a:lnTo>
                  <a:pt x="343369" y="50799"/>
                </a:lnTo>
                <a:lnTo>
                  <a:pt x="0" y="50799"/>
                </a:lnTo>
                <a:lnTo>
                  <a:pt x="0" y="76199"/>
                </a:lnTo>
                <a:lnTo>
                  <a:pt x="343369" y="76199"/>
                </a:lnTo>
                <a:lnTo>
                  <a:pt x="343369" y="126999"/>
                </a:lnTo>
                <a:lnTo>
                  <a:pt x="470369" y="63499"/>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11" name="Google Shape;511;p13"/>
          <p:cNvSpPr/>
          <p:nvPr/>
        </p:nvSpPr>
        <p:spPr>
          <a:xfrm>
            <a:off x="2151951" y="1444371"/>
            <a:ext cx="470534" cy="127000"/>
          </a:xfrm>
          <a:custGeom>
            <a:avLst/>
            <a:gdLst/>
            <a:ahLst/>
            <a:cxnLst/>
            <a:rect l="l" t="t" r="r" b="b"/>
            <a:pathLst>
              <a:path w="470535"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12" name="Google Shape;512;p13"/>
          <p:cNvSpPr txBox="1"/>
          <p:nvPr/>
        </p:nvSpPr>
        <p:spPr>
          <a:xfrm>
            <a:off x="2141372" y="1589151"/>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5×5</a:t>
            </a:r>
            <a:endParaRPr sz="2000">
              <a:latin typeface="+mj-lt"/>
              <a:ea typeface="Cambria Math"/>
              <a:cs typeface="Cambria Math"/>
              <a:sym typeface="Cambria Math"/>
            </a:endParaRPr>
          </a:p>
        </p:txBody>
      </p:sp>
      <p:sp>
        <p:nvSpPr>
          <p:cNvPr id="513" name="Google Shape;513;p13"/>
          <p:cNvSpPr/>
          <p:nvPr/>
        </p:nvSpPr>
        <p:spPr>
          <a:xfrm>
            <a:off x="4694593" y="1377569"/>
            <a:ext cx="470534" cy="127000"/>
          </a:xfrm>
          <a:custGeom>
            <a:avLst/>
            <a:gdLst/>
            <a:ahLst/>
            <a:cxnLst/>
            <a:rect l="l" t="t" r="r" b="b"/>
            <a:pathLst>
              <a:path w="470535" h="127000" extrusionOk="0">
                <a:moveTo>
                  <a:pt x="343369" y="0"/>
                </a:moveTo>
                <a:lnTo>
                  <a:pt x="343369" y="50800"/>
                </a:lnTo>
                <a:lnTo>
                  <a:pt x="0" y="50800"/>
                </a:lnTo>
                <a:lnTo>
                  <a:pt x="0" y="76200"/>
                </a:lnTo>
                <a:lnTo>
                  <a:pt x="343369" y="76200"/>
                </a:lnTo>
                <a:lnTo>
                  <a:pt x="343369" y="127000"/>
                </a:lnTo>
                <a:lnTo>
                  <a:pt x="470369" y="63500"/>
                </a:lnTo>
                <a:lnTo>
                  <a:pt x="34336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14" name="Google Shape;514;p13"/>
          <p:cNvSpPr txBox="1"/>
          <p:nvPr/>
        </p:nvSpPr>
        <p:spPr>
          <a:xfrm>
            <a:off x="4416060" y="1032557"/>
            <a:ext cx="2696210" cy="81915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400" baseline="30000" dirty="0">
                <a:latin typeface="+mj-lt"/>
                <a:ea typeface="Cambria"/>
                <a:cs typeface="Cambria"/>
                <a:sym typeface="Cambria"/>
              </a:rPr>
              <a:t>MAX POOL	        </a:t>
            </a:r>
            <a:r>
              <a:rPr lang="en-US" sz="1600" dirty="0">
                <a:latin typeface="+mj-lt"/>
                <a:ea typeface="Cambria"/>
                <a:cs typeface="Cambria"/>
                <a:sym typeface="Cambria"/>
              </a:rPr>
              <a:t>FC</a:t>
            </a:r>
            <a:endParaRPr sz="1600" dirty="0">
              <a:latin typeface="+mj-lt"/>
              <a:ea typeface="Cambria"/>
              <a:cs typeface="Cambria"/>
              <a:sym typeface="Cambria"/>
            </a:endParaRPr>
          </a:p>
          <a:p>
            <a:pPr marL="0" lvl="0" indent="0" algn="l" rtl="0">
              <a:lnSpc>
                <a:spcPct val="100000"/>
              </a:lnSpc>
              <a:spcBef>
                <a:spcPts val="45"/>
              </a:spcBef>
              <a:spcAft>
                <a:spcPts val="0"/>
              </a:spcAft>
              <a:buNone/>
            </a:pPr>
            <a:endParaRPr sz="1600" dirty="0">
              <a:latin typeface="+mj-lt"/>
              <a:ea typeface="Cambria"/>
              <a:cs typeface="Cambria"/>
              <a:sym typeface="Cambria"/>
            </a:endParaRPr>
          </a:p>
          <a:p>
            <a:pPr marL="261620" lvl="0" indent="0" algn="l" rtl="0">
              <a:lnSpc>
                <a:spcPct val="100000"/>
              </a:lnSpc>
              <a:spcBef>
                <a:spcPts val="5"/>
              </a:spcBef>
              <a:spcAft>
                <a:spcPts val="0"/>
              </a:spcAft>
              <a:buNone/>
            </a:pPr>
            <a:r>
              <a:rPr lang="en-US" sz="2000" dirty="0">
                <a:latin typeface="+mj-lt"/>
                <a:ea typeface="Cambria Math"/>
                <a:cs typeface="Cambria Math"/>
                <a:sym typeface="Cambria Math"/>
              </a:rPr>
              <a:t>2×2	                  5×5</a:t>
            </a:r>
            <a:endParaRPr sz="2000" dirty="0">
              <a:latin typeface="+mj-lt"/>
              <a:ea typeface="Cambria Math"/>
              <a:cs typeface="Cambria Math"/>
              <a:sym typeface="Cambria Math"/>
            </a:endParaRPr>
          </a:p>
        </p:txBody>
      </p:sp>
      <p:sp>
        <p:nvSpPr>
          <p:cNvPr id="515" name="Google Shape;515;p13"/>
          <p:cNvSpPr txBox="1"/>
          <p:nvPr/>
        </p:nvSpPr>
        <p:spPr>
          <a:xfrm>
            <a:off x="8054153" y="1048813"/>
            <a:ext cx="306705"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FC</a:t>
            </a:r>
            <a:endParaRPr sz="1600">
              <a:latin typeface="+mj-lt"/>
              <a:ea typeface="Cambria"/>
              <a:cs typeface="Cambria"/>
              <a:sym typeface="Cambria"/>
            </a:endParaRPr>
          </a:p>
        </p:txBody>
      </p:sp>
      <p:sp>
        <p:nvSpPr>
          <p:cNvPr id="516" name="Google Shape;516;p13"/>
          <p:cNvSpPr txBox="1"/>
          <p:nvPr/>
        </p:nvSpPr>
        <p:spPr>
          <a:xfrm>
            <a:off x="9673657" y="1030931"/>
            <a:ext cx="306705"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FC</a:t>
            </a:r>
            <a:endParaRPr sz="1600">
              <a:latin typeface="+mj-lt"/>
              <a:ea typeface="Cambria"/>
              <a:cs typeface="Cambria"/>
              <a:sym typeface="Cambria"/>
            </a:endParaRPr>
          </a:p>
        </p:txBody>
      </p:sp>
      <p:sp>
        <p:nvSpPr>
          <p:cNvPr id="517" name="Google Shape;517;p13"/>
          <p:cNvSpPr txBox="1"/>
          <p:nvPr/>
        </p:nvSpPr>
        <p:spPr>
          <a:xfrm>
            <a:off x="2243073" y="3604818"/>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5×5</a:t>
            </a:r>
            <a:endParaRPr sz="2000">
              <a:latin typeface="+mj-lt"/>
              <a:ea typeface="Cambria Math"/>
              <a:cs typeface="Cambria Math"/>
              <a:sym typeface="Cambria Math"/>
            </a:endParaRPr>
          </a:p>
        </p:txBody>
      </p:sp>
      <p:sp>
        <p:nvSpPr>
          <p:cNvPr id="518" name="Google Shape;518;p13"/>
          <p:cNvSpPr txBox="1"/>
          <p:nvPr/>
        </p:nvSpPr>
        <p:spPr>
          <a:xfrm>
            <a:off x="4705096" y="3573830"/>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2×2</a:t>
            </a:r>
            <a:endParaRPr sz="2000">
              <a:latin typeface="+mj-lt"/>
              <a:ea typeface="Cambria Math"/>
              <a:cs typeface="Cambria Math"/>
              <a:sym typeface="Cambria Math"/>
            </a:endParaRPr>
          </a:p>
        </p:txBody>
      </p:sp>
      <p:sp>
        <p:nvSpPr>
          <p:cNvPr id="519" name="Google Shape;519;p13"/>
          <p:cNvSpPr txBox="1"/>
          <p:nvPr/>
        </p:nvSpPr>
        <p:spPr>
          <a:xfrm>
            <a:off x="4414761" y="3136582"/>
            <a:ext cx="1151890"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MAX POOL</a:t>
            </a:r>
            <a:endParaRPr sz="1600">
              <a:latin typeface="+mj-lt"/>
              <a:ea typeface="Cambria"/>
              <a:cs typeface="Cambria"/>
              <a:sym typeface="Cambria"/>
            </a:endParaRPr>
          </a:p>
        </p:txBody>
      </p:sp>
      <p:sp>
        <p:nvSpPr>
          <p:cNvPr id="520" name="Google Shape;520;p13"/>
          <p:cNvSpPr txBox="1"/>
          <p:nvPr/>
        </p:nvSpPr>
        <p:spPr>
          <a:xfrm>
            <a:off x="2267775" y="5482340"/>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5×5</a:t>
            </a:r>
            <a:endParaRPr sz="2000">
              <a:latin typeface="+mj-lt"/>
              <a:ea typeface="Cambria Math"/>
              <a:cs typeface="Cambria Math"/>
              <a:sym typeface="Cambria Math"/>
            </a:endParaRPr>
          </a:p>
        </p:txBody>
      </p:sp>
      <p:sp>
        <p:nvSpPr>
          <p:cNvPr id="521" name="Google Shape;521;p13"/>
          <p:cNvSpPr txBox="1"/>
          <p:nvPr/>
        </p:nvSpPr>
        <p:spPr>
          <a:xfrm>
            <a:off x="6782561" y="3165652"/>
            <a:ext cx="306705"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FC</a:t>
            </a:r>
            <a:endParaRPr sz="1600">
              <a:latin typeface="+mj-lt"/>
              <a:ea typeface="Cambria"/>
              <a:cs typeface="Cambria"/>
              <a:sym typeface="Cambria"/>
            </a:endParaRPr>
          </a:p>
        </p:txBody>
      </p:sp>
      <p:sp>
        <p:nvSpPr>
          <p:cNvPr id="522" name="Google Shape;522;p13"/>
          <p:cNvSpPr txBox="1"/>
          <p:nvPr/>
        </p:nvSpPr>
        <p:spPr>
          <a:xfrm>
            <a:off x="8112506" y="3165652"/>
            <a:ext cx="306705"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FC</a:t>
            </a:r>
            <a:endParaRPr sz="1600">
              <a:latin typeface="+mj-lt"/>
              <a:ea typeface="Cambria"/>
              <a:cs typeface="Cambria"/>
              <a:sym typeface="Cambria"/>
            </a:endParaRPr>
          </a:p>
        </p:txBody>
      </p:sp>
      <p:sp>
        <p:nvSpPr>
          <p:cNvPr id="523" name="Google Shape;523;p13"/>
          <p:cNvSpPr txBox="1"/>
          <p:nvPr/>
        </p:nvSpPr>
        <p:spPr>
          <a:xfrm>
            <a:off x="7967014" y="1520913"/>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1×1</a:t>
            </a:r>
            <a:endParaRPr sz="2000">
              <a:latin typeface="+mj-lt"/>
              <a:ea typeface="Cambria Math"/>
              <a:cs typeface="Cambria Math"/>
              <a:sym typeface="Cambria Math"/>
            </a:endParaRPr>
          </a:p>
        </p:txBody>
      </p:sp>
      <p:sp>
        <p:nvSpPr>
          <p:cNvPr id="524" name="Google Shape;524;p13"/>
          <p:cNvSpPr txBox="1"/>
          <p:nvPr/>
        </p:nvSpPr>
        <p:spPr>
          <a:xfrm>
            <a:off x="9596425" y="1520913"/>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dirty="0">
                <a:latin typeface="+mj-lt"/>
                <a:ea typeface="Cambria Math"/>
                <a:cs typeface="Cambria Math"/>
                <a:sym typeface="Cambria Math"/>
              </a:rPr>
              <a:t>1×1</a:t>
            </a:r>
            <a:endParaRPr sz="2000" dirty="0">
              <a:latin typeface="+mj-lt"/>
              <a:ea typeface="Cambria Math"/>
              <a:cs typeface="Cambria Math"/>
              <a:sym typeface="Cambria Math"/>
            </a:endParaRPr>
          </a:p>
        </p:txBody>
      </p:sp>
      <p:sp>
        <p:nvSpPr>
          <p:cNvPr id="525" name="Google Shape;525;p13"/>
          <p:cNvSpPr txBox="1"/>
          <p:nvPr/>
        </p:nvSpPr>
        <p:spPr>
          <a:xfrm>
            <a:off x="6730288" y="3604476"/>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5×5</a:t>
            </a:r>
            <a:endParaRPr sz="2000">
              <a:latin typeface="+mj-lt"/>
              <a:ea typeface="Cambria Math"/>
              <a:cs typeface="Cambria Math"/>
              <a:sym typeface="Cambria Math"/>
            </a:endParaRPr>
          </a:p>
        </p:txBody>
      </p:sp>
      <p:sp>
        <p:nvSpPr>
          <p:cNvPr id="526" name="Google Shape;526;p13"/>
          <p:cNvSpPr txBox="1"/>
          <p:nvPr/>
        </p:nvSpPr>
        <p:spPr>
          <a:xfrm>
            <a:off x="8073187" y="3604476"/>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1×1</a:t>
            </a:r>
            <a:endParaRPr sz="2000">
              <a:latin typeface="+mj-lt"/>
              <a:ea typeface="Cambria Math"/>
              <a:cs typeface="Cambria Math"/>
              <a:sym typeface="Cambria Math"/>
            </a:endParaRPr>
          </a:p>
        </p:txBody>
      </p:sp>
      <p:sp>
        <p:nvSpPr>
          <p:cNvPr id="527" name="Google Shape;527;p13"/>
          <p:cNvSpPr txBox="1"/>
          <p:nvPr/>
        </p:nvSpPr>
        <p:spPr>
          <a:xfrm>
            <a:off x="9702596" y="3604476"/>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1×1</a:t>
            </a:r>
            <a:endParaRPr sz="2000">
              <a:latin typeface="+mj-lt"/>
              <a:ea typeface="Cambria Math"/>
              <a:cs typeface="Cambria Math"/>
              <a:sym typeface="Cambria Math"/>
            </a:endParaRPr>
          </a:p>
        </p:txBody>
      </p:sp>
      <p:sp>
        <p:nvSpPr>
          <p:cNvPr id="528" name="Google Shape;528;p13"/>
          <p:cNvSpPr txBox="1"/>
          <p:nvPr/>
        </p:nvSpPr>
        <p:spPr>
          <a:xfrm>
            <a:off x="9770643" y="3165652"/>
            <a:ext cx="306705" cy="2692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FC</a:t>
            </a:r>
            <a:endParaRPr sz="1600">
              <a:latin typeface="+mj-lt"/>
              <a:ea typeface="Cambria"/>
              <a:cs typeface="Cambria"/>
              <a:sym typeface="Cambria"/>
            </a:endParaRPr>
          </a:p>
        </p:txBody>
      </p:sp>
      <p:sp>
        <p:nvSpPr>
          <p:cNvPr id="529" name="Google Shape;529;p13"/>
          <p:cNvSpPr txBox="1"/>
          <p:nvPr/>
        </p:nvSpPr>
        <p:spPr>
          <a:xfrm>
            <a:off x="4373879" y="4956514"/>
            <a:ext cx="1151890" cy="847090"/>
          </a:xfrm>
          <a:prstGeom prst="rect">
            <a:avLst/>
          </a:prstGeom>
          <a:noFill/>
          <a:ln>
            <a:noFill/>
          </a:ln>
        </p:spPr>
        <p:txBody>
          <a:bodyPr spcFirstLastPara="1" wrap="square" lIns="0" tIns="133350" rIns="0" bIns="0" anchor="t" anchorCtr="0">
            <a:spAutoFit/>
          </a:bodyPr>
          <a:lstStyle/>
          <a:p>
            <a:pPr marL="12700" lvl="0" indent="0" algn="l" rtl="0">
              <a:lnSpc>
                <a:spcPct val="100000"/>
              </a:lnSpc>
              <a:spcBef>
                <a:spcPts val="0"/>
              </a:spcBef>
              <a:spcAft>
                <a:spcPts val="0"/>
              </a:spcAft>
              <a:buNone/>
            </a:pPr>
            <a:r>
              <a:rPr lang="en-US" sz="1600">
                <a:latin typeface="+mj-lt"/>
                <a:ea typeface="Cambria"/>
                <a:cs typeface="Cambria"/>
                <a:sym typeface="Cambria"/>
              </a:rPr>
              <a:t>MAX POOL</a:t>
            </a:r>
            <a:endParaRPr sz="1600">
              <a:latin typeface="+mj-lt"/>
              <a:ea typeface="Cambria"/>
              <a:cs typeface="Cambria"/>
              <a:sym typeface="Cambria"/>
            </a:endParaRPr>
          </a:p>
          <a:p>
            <a:pPr marL="285750" lvl="0" indent="0" algn="l" rtl="0">
              <a:lnSpc>
                <a:spcPct val="100000"/>
              </a:lnSpc>
              <a:spcBef>
                <a:spcPts val="1195"/>
              </a:spcBef>
              <a:spcAft>
                <a:spcPts val="0"/>
              </a:spcAft>
              <a:buNone/>
            </a:pPr>
            <a:r>
              <a:rPr lang="en-US" sz="2000">
                <a:latin typeface="+mj-lt"/>
                <a:ea typeface="Cambria Math"/>
                <a:cs typeface="Cambria Math"/>
                <a:sym typeface="Cambria Math"/>
              </a:rPr>
              <a:t>2×2</a:t>
            </a:r>
            <a:endParaRPr sz="2000">
              <a:latin typeface="+mj-lt"/>
              <a:ea typeface="Cambria Math"/>
              <a:cs typeface="Cambria Math"/>
              <a:sym typeface="Cambria Math"/>
            </a:endParaRPr>
          </a:p>
        </p:txBody>
      </p:sp>
      <p:sp>
        <p:nvSpPr>
          <p:cNvPr id="530" name="Google Shape;530;p13"/>
          <p:cNvSpPr txBox="1"/>
          <p:nvPr/>
        </p:nvSpPr>
        <p:spPr>
          <a:xfrm>
            <a:off x="6660984" y="5468420"/>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5×5</a:t>
            </a:r>
            <a:endParaRPr sz="2000">
              <a:latin typeface="+mj-lt"/>
              <a:ea typeface="Cambria Math"/>
              <a:cs typeface="Cambria Math"/>
              <a:sym typeface="Cambria Math"/>
            </a:endParaRPr>
          </a:p>
        </p:txBody>
      </p:sp>
      <p:sp>
        <p:nvSpPr>
          <p:cNvPr id="531" name="Google Shape;531;p13"/>
          <p:cNvSpPr txBox="1"/>
          <p:nvPr/>
        </p:nvSpPr>
        <p:spPr>
          <a:xfrm>
            <a:off x="8063827" y="5475532"/>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1×1</a:t>
            </a:r>
            <a:endParaRPr sz="2000">
              <a:latin typeface="+mj-lt"/>
              <a:ea typeface="Cambria Math"/>
              <a:cs typeface="Cambria Math"/>
              <a:sym typeface="Cambria Math"/>
            </a:endParaRPr>
          </a:p>
        </p:txBody>
      </p:sp>
      <p:sp>
        <p:nvSpPr>
          <p:cNvPr id="532" name="Google Shape;532;p13"/>
          <p:cNvSpPr txBox="1"/>
          <p:nvPr/>
        </p:nvSpPr>
        <p:spPr>
          <a:xfrm>
            <a:off x="9662503" y="5468420"/>
            <a:ext cx="48831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Math"/>
                <a:cs typeface="Cambria Math"/>
                <a:sym typeface="Cambria Math"/>
              </a:rPr>
              <a:t>1×1</a:t>
            </a:r>
            <a:endParaRPr sz="2000">
              <a:latin typeface="+mj-lt"/>
              <a:ea typeface="Cambria Math"/>
              <a:cs typeface="Cambria Math"/>
              <a:sym typeface="Cambria Math"/>
            </a:endParaRPr>
          </a:p>
        </p:txBody>
      </p:sp>
      <p:sp>
        <p:nvSpPr>
          <p:cNvPr id="533" name="Google Shape;533;p13"/>
          <p:cNvSpPr/>
          <p:nvPr/>
        </p:nvSpPr>
        <p:spPr>
          <a:xfrm>
            <a:off x="9607694" y="939961"/>
            <a:ext cx="25400" cy="19050"/>
          </a:xfrm>
          <a:custGeom>
            <a:avLst/>
            <a:gdLst/>
            <a:ahLst/>
            <a:cxnLst/>
            <a:rect l="l" t="t" r="r" b="b"/>
            <a:pathLst>
              <a:path w="25400" h="19050" extrusionOk="0">
                <a:moveTo>
                  <a:pt x="0" y="0"/>
                </a:moveTo>
                <a:lnTo>
                  <a:pt x="0" y="6120"/>
                </a:lnTo>
                <a:lnTo>
                  <a:pt x="6120" y="6120"/>
                </a:lnTo>
                <a:lnTo>
                  <a:pt x="12600" y="6120"/>
                </a:lnTo>
                <a:lnTo>
                  <a:pt x="19080" y="6120"/>
                </a:lnTo>
                <a:lnTo>
                  <a:pt x="25200" y="6120"/>
                </a:lnTo>
                <a:lnTo>
                  <a:pt x="25200" y="0"/>
                </a:lnTo>
                <a:lnTo>
                  <a:pt x="19080" y="6120"/>
                </a:lnTo>
                <a:lnTo>
                  <a:pt x="19080" y="12600"/>
                </a:lnTo>
                <a:lnTo>
                  <a:pt x="12600" y="12600"/>
                </a:lnTo>
                <a:lnTo>
                  <a:pt x="12600" y="1872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34" name="Google Shape;534;p13"/>
          <p:cNvSpPr/>
          <p:nvPr/>
        </p:nvSpPr>
        <p:spPr>
          <a:xfrm>
            <a:off x="9118454" y="1479602"/>
            <a:ext cx="0" cy="12700"/>
          </a:xfrm>
          <a:custGeom>
            <a:avLst/>
            <a:gdLst/>
            <a:ahLst/>
            <a:cxnLst/>
            <a:rect l="l" t="t" r="r" b="b"/>
            <a:pathLst>
              <a:path w="120000" h="12700" extrusionOk="0">
                <a:moveTo>
                  <a:pt x="0" y="0"/>
                </a:moveTo>
                <a:lnTo>
                  <a:pt x="0" y="6480"/>
                </a:lnTo>
                <a:lnTo>
                  <a:pt x="0" y="12600"/>
                </a:lnTo>
              </a:path>
            </a:pathLst>
          </a:custGeom>
          <a:noFill/>
          <a:ln w="19050" cap="flat" cmpd="sng">
            <a:solidFill>
              <a:srgbClr val="0070C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535" name="Google Shape;535;p13"/>
          <p:cNvPicPr preferRelativeResize="0"/>
          <p:nvPr/>
        </p:nvPicPr>
        <p:blipFill rotWithShape="1">
          <a:blip r:embed="rId12">
            <a:alphaModFix/>
          </a:blip>
          <a:srcRect/>
          <a:stretch/>
        </p:blipFill>
        <p:spPr>
          <a:xfrm>
            <a:off x="727309" y="2666972"/>
            <a:ext cx="769687" cy="60965"/>
          </a:xfrm>
          <a:prstGeom prst="rect">
            <a:avLst/>
          </a:prstGeom>
          <a:noFill/>
          <a:ln>
            <a:noFill/>
          </a:ln>
        </p:spPr>
      </p:pic>
      <p:pic>
        <p:nvPicPr>
          <p:cNvPr id="536" name="Google Shape;536;p13"/>
          <p:cNvPicPr preferRelativeResize="0"/>
          <p:nvPr/>
        </p:nvPicPr>
        <p:blipFill rotWithShape="1">
          <a:blip r:embed="rId12">
            <a:alphaModFix/>
          </a:blip>
          <a:srcRect/>
          <a:stretch/>
        </p:blipFill>
        <p:spPr>
          <a:xfrm>
            <a:off x="46332" y="2660247"/>
            <a:ext cx="769687" cy="60965"/>
          </a:xfrm>
          <a:prstGeom prst="rect">
            <a:avLst/>
          </a:prstGeom>
          <a:noFill/>
          <a:ln>
            <a:noFill/>
          </a:ln>
        </p:spPr>
      </p:pic>
      <p:pic>
        <p:nvPicPr>
          <p:cNvPr id="537" name="Google Shape;537;p13"/>
          <p:cNvPicPr preferRelativeResize="0"/>
          <p:nvPr/>
        </p:nvPicPr>
        <p:blipFill>
          <a:blip r:embed="rId13">
            <a:alphaModFix/>
          </a:blip>
          <a:stretch>
            <a:fillRect/>
          </a:stretch>
        </p:blipFill>
        <p:spPr>
          <a:xfrm>
            <a:off x="11361425" y="0"/>
            <a:ext cx="821076" cy="45158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Shape 574"/>
        <p:cNvGrpSpPr/>
        <p:nvPr/>
      </p:nvGrpSpPr>
      <p:grpSpPr>
        <a:xfrm>
          <a:off x="0" y="0"/>
          <a:ext cx="0" cy="0"/>
          <a:chOff x="0" y="0"/>
          <a:chExt cx="0" cy="0"/>
        </a:xfrm>
      </p:grpSpPr>
      <p:sp>
        <p:nvSpPr>
          <p:cNvPr id="575" name="Google Shape;575;p15"/>
          <p:cNvSpPr txBox="1">
            <a:spLocks noGrp="1"/>
          </p:cNvSpPr>
          <p:nvPr>
            <p:ph type="title"/>
          </p:nvPr>
        </p:nvSpPr>
        <p:spPr>
          <a:xfrm>
            <a:off x="1037258" y="1696300"/>
            <a:ext cx="10566477" cy="936154"/>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576" name="Google Shape;576;p15"/>
          <p:cNvSpPr txBox="1"/>
          <p:nvPr/>
        </p:nvSpPr>
        <p:spPr>
          <a:xfrm>
            <a:off x="6088944" y="3704081"/>
            <a:ext cx="4403611" cy="2022590"/>
          </a:xfrm>
          <a:prstGeom prst="rect">
            <a:avLst/>
          </a:prstGeom>
          <a:noFill/>
          <a:ln>
            <a:noFill/>
          </a:ln>
        </p:spPr>
        <p:txBody>
          <a:bodyPr spcFirstLastPara="1" wrap="square" lIns="0" tIns="27925" rIns="0" bIns="0" anchor="t" anchorCtr="0">
            <a:spAutoFit/>
          </a:bodyPr>
          <a:lstStyle/>
          <a:p>
            <a:pPr marL="439419" marR="5080" lvl="0" indent="-427354" algn="l" rtl="0">
              <a:lnSpc>
                <a:spcPct val="119696"/>
              </a:lnSpc>
              <a:spcBef>
                <a:spcPts val="0"/>
              </a:spcBef>
              <a:spcAft>
                <a:spcPts val="0"/>
              </a:spcAft>
              <a:buNone/>
            </a:pPr>
            <a:r>
              <a:rPr lang="en-US" sz="5400" dirty="0">
                <a:latin typeface="+mj-lt"/>
                <a:ea typeface="Calibri"/>
                <a:cs typeface="Calibri"/>
                <a:sym typeface="Calibri"/>
              </a:rPr>
              <a:t>Bounding box predictions</a:t>
            </a:r>
            <a:endParaRPr sz="5400" dirty="0">
              <a:latin typeface="+mj-lt"/>
              <a:ea typeface="Calibri"/>
              <a:cs typeface="Calibri"/>
              <a:sym typeface="Calibri"/>
            </a:endParaRPr>
          </a:p>
        </p:txBody>
      </p:sp>
      <p:sp>
        <p:nvSpPr>
          <p:cNvPr id="577" name="Google Shape;577;p1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578" name="Google Shape;578;p15"/>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439419" marR="5080" lvl="0" indent="-427354" algn="l" rtl="0">
              <a:lnSpc>
                <a:spcPct val="119696"/>
              </a:lnSpc>
              <a:spcBef>
                <a:spcPts val="0"/>
              </a:spcBef>
              <a:spcAft>
                <a:spcPts val="0"/>
              </a:spcAft>
              <a:buNone/>
            </a:pPr>
            <a:r>
              <a:rPr lang="en-US" sz="4400" dirty="0">
                <a:latin typeface="+mj-lt"/>
                <a:ea typeface="Calibri"/>
                <a:cs typeface="Calibri"/>
                <a:sym typeface="Calibri"/>
              </a:rPr>
              <a:t>Bounding box predictions</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965054"/>
            <a:ext cx="11698732" cy="4893647"/>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YOLO (You Only Look Once) algorithm enhances bounding box prediction accuracy by dividing the image into a grid and applying classification and localization to each cell. </a:t>
            </a:r>
          </a:p>
          <a:p>
            <a:pPr marL="285750" indent="-285750">
              <a:buFont typeface="Arial" panose="020B0604020202020204" pitchFamily="34" charset="0"/>
              <a:buChar char="•"/>
            </a:pPr>
            <a:r>
              <a:rPr lang="en-US" sz="2400" dirty="0"/>
              <a:t>Each cell is assigned an 8-dimensional vector, including object presence probability, bounding box coordinates (BX, BY, BH, BW), and class probabilities (C1, C2, C3, etc.). </a:t>
            </a:r>
          </a:p>
          <a:p>
            <a:pPr marL="285750" indent="-285750">
              <a:buFont typeface="Arial" panose="020B0604020202020204" pitchFamily="34" charset="0"/>
              <a:buChar char="•"/>
            </a:pPr>
            <a:r>
              <a:rPr lang="en-US" sz="2400" dirty="0"/>
              <a:t>Training involves passing the input image through convolutional and max pool layers to produce a 3 by 3 by 8 output volume, aligning with target labels. YOLO encodes bounding box coordinates using a convention relative to the grid cell. Its efficiency lies in convolutional implementation, allowing shared computation for real-time object detection. </a:t>
            </a:r>
          </a:p>
          <a:p>
            <a:pPr marL="285750" indent="-285750">
              <a:buFont typeface="Arial" panose="020B0604020202020204" pitchFamily="34" charset="0"/>
              <a:buChar char="•"/>
            </a:pPr>
            <a:r>
              <a:rPr lang="en-US" sz="2400" dirty="0"/>
              <a:t>While the YOLO paper can be complex, improvements beyond its presented parameterization are explored in the following sections.</a:t>
            </a:r>
            <a:endParaRPr lang="en-GB"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21</a:t>
            </a:fld>
            <a:endParaRPr lang="en-US"/>
          </a:p>
        </p:txBody>
      </p:sp>
    </p:spTree>
    <p:extLst>
      <p:ext uri="{BB962C8B-B14F-4D97-AF65-F5344CB8AC3E}">
        <p14:creationId xmlns:p14="http://schemas.microsoft.com/office/powerpoint/2010/main" val="28272429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Shape 582"/>
        <p:cNvGrpSpPr/>
        <p:nvPr/>
      </p:nvGrpSpPr>
      <p:grpSpPr>
        <a:xfrm>
          <a:off x="0" y="0"/>
          <a:ext cx="0" cy="0"/>
          <a:chOff x="0" y="0"/>
          <a:chExt cx="0" cy="0"/>
        </a:xfrm>
      </p:grpSpPr>
      <p:sp>
        <p:nvSpPr>
          <p:cNvPr id="583" name="Google Shape;583;p16"/>
          <p:cNvSpPr txBox="1">
            <a:spLocks noGrp="1"/>
          </p:cNvSpPr>
          <p:nvPr>
            <p:ph type="title"/>
          </p:nvPr>
        </p:nvSpPr>
        <p:spPr>
          <a:xfrm>
            <a:off x="261620" y="139700"/>
            <a:ext cx="840930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Output accurate bounding boxes</a:t>
            </a:r>
            <a:endParaRPr sz="4400" dirty="0">
              <a:latin typeface="+mj-lt"/>
              <a:ea typeface="Cambria"/>
              <a:cs typeface="Cambria"/>
              <a:sym typeface="Cambria"/>
            </a:endParaRPr>
          </a:p>
        </p:txBody>
      </p:sp>
      <p:grpSp>
        <p:nvGrpSpPr>
          <p:cNvPr id="584" name="Google Shape;584;p16"/>
          <p:cNvGrpSpPr/>
          <p:nvPr/>
        </p:nvGrpSpPr>
        <p:grpSpPr>
          <a:xfrm>
            <a:off x="3797317" y="1234673"/>
            <a:ext cx="4845265" cy="4840909"/>
            <a:chOff x="3797317" y="1234673"/>
            <a:chExt cx="4845265" cy="4840909"/>
          </a:xfrm>
        </p:grpSpPr>
        <p:pic>
          <p:nvPicPr>
            <p:cNvPr id="585" name="Google Shape;585;p16"/>
            <p:cNvPicPr preferRelativeResize="0"/>
            <p:nvPr/>
          </p:nvPicPr>
          <p:blipFill rotWithShape="1">
            <a:blip r:embed="rId3">
              <a:alphaModFix/>
            </a:blip>
            <a:srcRect/>
            <a:stretch/>
          </p:blipFill>
          <p:spPr>
            <a:xfrm>
              <a:off x="3797317" y="1234673"/>
              <a:ext cx="4845265" cy="4840909"/>
            </a:xfrm>
            <a:prstGeom prst="rect">
              <a:avLst/>
            </a:prstGeom>
            <a:noFill/>
            <a:ln>
              <a:noFill/>
            </a:ln>
          </p:spPr>
        </p:pic>
        <p:sp>
          <p:nvSpPr>
            <p:cNvPr id="586" name="Google Shape;586;p16"/>
            <p:cNvSpPr/>
            <p:nvPr/>
          </p:nvSpPr>
          <p:spPr>
            <a:xfrm>
              <a:off x="6959530" y="5568848"/>
              <a:ext cx="0" cy="32384"/>
            </a:xfrm>
            <a:custGeom>
              <a:avLst/>
              <a:gdLst/>
              <a:ahLst/>
              <a:cxnLst/>
              <a:rect l="l" t="t" r="r" b="b"/>
              <a:pathLst>
                <a:path w="120000" h="32385" extrusionOk="0">
                  <a:moveTo>
                    <a:pt x="0" y="0"/>
                  </a:moveTo>
                  <a:lnTo>
                    <a:pt x="0" y="6480"/>
                  </a:lnTo>
                  <a:lnTo>
                    <a:pt x="0" y="0"/>
                  </a:lnTo>
                  <a:lnTo>
                    <a:pt x="0" y="12960"/>
                  </a:lnTo>
                  <a:lnTo>
                    <a:pt x="0" y="19080"/>
                  </a:lnTo>
                  <a:lnTo>
                    <a:pt x="0" y="25560"/>
                  </a:lnTo>
                  <a:lnTo>
                    <a:pt x="0" y="32040"/>
                  </a:lnTo>
                  <a:lnTo>
                    <a:pt x="0" y="25560"/>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graphicFrame>
        <p:nvGraphicFramePr>
          <p:cNvPr id="587" name="Google Shape;587;p16"/>
          <p:cNvGraphicFramePr/>
          <p:nvPr/>
        </p:nvGraphicFramePr>
        <p:xfrm>
          <a:off x="3800964" y="1208285"/>
          <a:ext cx="4841850" cy="4846950"/>
        </p:xfrm>
        <a:graphic>
          <a:graphicData uri="http://schemas.openxmlformats.org/drawingml/2006/table">
            <a:tbl>
              <a:tblPr firstRow="1" bandRow="1">
                <a:noFill/>
                <a:tableStyleId>{212714E9-6B82-488D-B99E-6F814BD6195D}</a:tableStyleId>
              </a:tblPr>
              <a:tblGrid>
                <a:gridCol w="1092825">
                  <a:extLst>
                    <a:ext uri="{9D8B030D-6E8A-4147-A177-3AD203B41FA5}">
                      <a16:colId xmlns:a16="http://schemas.microsoft.com/office/drawing/2014/main" val="20000"/>
                    </a:ext>
                  </a:extLst>
                </a:gridCol>
                <a:gridCol w="471800">
                  <a:extLst>
                    <a:ext uri="{9D8B030D-6E8A-4147-A177-3AD203B41FA5}">
                      <a16:colId xmlns:a16="http://schemas.microsoft.com/office/drawing/2014/main" val="20001"/>
                    </a:ext>
                  </a:extLst>
                </a:gridCol>
                <a:gridCol w="620400">
                  <a:extLst>
                    <a:ext uri="{9D8B030D-6E8A-4147-A177-3AD203B41FA5}">
                      <a16:colId xmlns:a16="http://schemas.microsoft.com/office/drawing/2014/main" val="20002"/>
                    </a:ext>
                  </a:extLst>
                </a:gridCol>
                <a:gridCol w="471800">
                  <a:extLst>
                    <a:ext uri="{9D8B030D-6E8A-4147-A177-3AD203B41FA5}">
                      <a16:colId xmlns:a16="http://schemas.microsoft.com/office/drawing/2014/main" val="20003"/>
                    </a:ext>
                  </a:extLst>
                </a:gridCol>
                <a:gridCol w="620400">
                  <a:extLst>
                    <a:ext uri="{9D8B030D-6E8A-4147-A177-3AD203B41FA5}">
                      <a16:colId xmlns:a16="http://schemas.microsoft.com/office/drawing/2014/main" val="20004"/>
                    </a:ext>
                  </a:extLst>
                </a:gridCol>
                <a:gridCol w="471800">
                  <a:extLst>
                    <a:ext uri="{9D8B030D-6E8A-4147-A177-3AD203B41FA5}">
                      <a16:colId xmlns:a16="http://schemas.microsoft.com/office/drawing/2014/main" val="20005"/>
                    </a:ext>
                  </a:extLst>
                </a:gridCol>
                <a:gridCol w="1092825">
                  <a:extLst>
                    <a:ext uri="{9D8B030D-6E8A-4147-A177-3AD203B41FA5}">
                      <a16:colId xmlns:a16="http://schemas.microsoft.com/office/drawing/2014/main" val="20006"/>
                    </a:ext>
                  </a:extLst>
                </a:gridCol>
              </a:tblGrid>
              <a:tr h="1058550">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0"/>
                  </a:ext>
                </a:extLst>
              </a:tr>
              <a:tr h="447675">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8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1"/>
                  </a:ext>
                </a:extLst>
              </a:tr>
              <a:tr h="708650">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2"/>
                  </a:ext>
                </a:extLst>
              </a:tr>
              <a:tr h="349250">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3"/>
                  </a:ext>
                </a:extLst>
              </a:tr>
              <a:tr h="775975">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5"/>
                  </a:ext>
                </a:extLst>
              </a:tr>
              <a:tr h="1125850">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588" name="Google Shape;588;p16"/>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Shape 592"/>
        <p:cNvGrpSpPr/>
        <p:nvPr/>
      </p:nvGrpSpPr>
      <p:grpSpPr>
        <a:xfrm>
          <a:off x="0" y="0"/>
          <a:ext cx="0" cy="0"/>
          <a:chOff x="0" y="0"/>
          <a:chExt cx="0" cy="0"/>
        </a:xfrm>
      </p:grpSpPr>
      <p:sp>
        <p:nvSpPr>
          <p:cNvPr id="593" name="Google Shape;593;p17"/>
          <p:cNvSpPr txBox="1">
            <a:spLocks noGrp="1"/>
          </p:cNvSpPr>
          <p:nvPr>
            <p:ph type="title"/>
          </p:nvPr>
        </p:nvSpPr>
        <p:spPr>
          <a:xfrm>
            <a:off x="261620" y="139700"/>
            <a:ext cx="436308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YOLO algorithm</a:t>
            </a:r>
            <a:endParaRPr sz="4400" dirty="0">
              <a:latin typeface="+mj-lt"/>
              <a:ea typeface="Cambria"/>
              <a:cs typeface="Cambria"/>
              <a:sym typeface="Cambria"/>
            </a:endParaRPr>
          </a:p>
        </p:txBody>
      </p:sp>
      <p:sp>
        <p:nvSpPr>
          <p:cNvPr id="594" name="Google Shape;594;p17"/>
          <p:cNvSpPr txBox="1"/>
          <p:nvPr/>
        </p:nvSpPr>
        <p:spPr>
          <a:xfrm>
            <a:off x="7104900" y="1088491"/>
            <a:ext cx="2664460" cy="949325"/>
          </a:xfrm>
          <a:prstGeom prst="rect">
            <a:avLst/>
          </a:prstGeom>
          <a:noFill/>
          <a:ln>
            <a:noFill/>
          </a:ln>
        </p:spPr>
        <p:txBody>
          <a:bodyPr spcFirstLastPara="1" wrap="square" lIns="0" tIns="12700" rIns="0" bIns="0" anchor="t" anchorCtr="0">
            <a:spAutoFit/>
          </a:bodyPr>
          <a:lstStyle/>
          <a:p>
            <a:pPr marL="12700" marR="5080" lvl="0" indent="0" algn="l" rtl="0">
              <a:lnSpc>
                <a:spcPct val="126200"/>
              </a:lnSpc>
              <a:spcBef>
                <a:spcPts val="0"/>
              </a:spcBef>
              <a:spcAft>
                <a:spcPts val="0"/>
              </a:spcAft>
              <a:buNone/>
            </a:pPr>
            <a:r>
              <a:rPr lang="en-US" sz="2400">
                <a:latin typeface="+mj-lt"/>
                <a:ea typeface="Cambria"/>
                <a:cs typeface="Cambria"/>
                <a:sym typeface="Cambria"/>
              </a:rPr>
              <a:t>Labels for training For each grid cell:</a:t>
            </a:r>
            <a:endParaRPr sz="2400">
              <a:latin typeface="+mj-lt"/>
              <a:ea typeface="Cambria"/>
              <a:cs typeface="Cambria"/>
              <a:sym typeface="Cambria"/>
            </a:endParaRPr>
          </a:p>
        </p:txBody>
      </p:sp>
      <p:sp>
        <p:nvSpPr>
          <p:cNvPr id="595" name="Google Shape;595;p17"/>
          <p:cNvSpPr txBox="1"/>
          <p:nvPr/>
        </p:nvSpPr>
        <p:spPr>
          <a:xfrm>
            <a:off x="2300554" y="4765789"/>
            <a:ext cx="449580"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a:cs typeface="Cambria"/>
                <a:sym typeface="Cambria"/>
              </a:rPr>
              <a:t>100</a:t>
            </a:r>
            <a:endParaRPr sz="2000">
              <a:latin typeface="+mj-lt"/>
              <a:ea typeface="Cambria"/>
              <a:cs typeface="Cambria"/>
              <a:sym typeface="Cambria"/>
            </a:endParaRPr>
          </a:p>
        </p:txBody>
      </p:sp>
      <p:pic>
        <p:nvPicPr>
          <p:cNvPr id="596" name="Google Shape;596;p17"/>
          <p:cNvPicPr preferRelativeResize="0"/>
          <p:nvPr/>
        </p:nvPicPr>
        <p:blipFill rotWithShape="1">
          <a:blip r:embed="rId3">
            <a:alphaModFix/>
          </a:blip>
          <a:srcRect/>
          <a:stretch/>
        </p:blipFill>
        <p:spPr>
          <a:xfrm>
            <a:off x="609600" y="2286000"/>
            <a:ext cx="9601200" cy="4163352"/>
          </a:xfrm>
          <a:prstGeom prst="rect">
            <a:avLst/>
          </a:prstGeom>
          <a:noFill/>
          <a:ln>
            <a:noFill/>
          </a:ln>
        </p:spPr>
      </p:pic>
      <p:pic>
        <p:nvPicPr>
          <p:cNvPr id="597" name="Google Shape;597;p17"/>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Shape 601"/>
        <p:cNvGrpSpPr/>
        <p:nvPr/>
      </p:nvGrpSpPr>
      <p:grpSpPr>
        <a:xfrm>
          <a:off x="0" y="0"/>
          <a:ext cx="0" cy="0"/>
          <a:chOff x="0" y="0"/>
          <a:chExt cx="0" cy="0"/>
        </a:xfrm>
      </p:grpSpPr>
      <p:sp>
        <p:nvSpPr>
          <p:cNvPr id="602" name="Google Shape;602;p18"/>
          <p:cNvSpPr txBox="1">
            <a:spLocks noGrp="1"/>
          </p:cNvSpPr>
          <p:nvPr>
            <p:ph type="title"/>
          </p:nvPr>
        </p:nvSpPr>
        <p:spPr>
          <a:xfrm>
            <a:off x="1037258" y="1696300"/>
            <a:ext cx="10411029" cy="936154"/>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603" name="Google Shape;603;p18"/>
          <p:cNvSpPr txBox="1"/>
          <p:nvPr/>
        </p:nvSpPr>
        <p:spPr>
          <a:xfrm>
            <a:off x="6452640" y="3852963"/>
            <a:ext cx="3676219" cy="2022590"/>
          </a:xfrm>
          <a:prstGeom prst="rect">
            <a:avLst/>
          </a:prstGeom>
          <a:noFill/>
          <a:ln>
            <a:noFill/>
          </a:ln>
        </p:spPr>
        <p:txBody>
          <a:bodyPr spcFirstLastPara="1" wrap="square" lIns="0" tIns="27925" rIns="0" bIns="0" anchor="t" anchorCtr="0">
            <a:spAutoFit/>
          </a:bodyPr>
          <a:lstStyle/>
          <a:p>
            <a:pPr marL="215265" marR="5080" lvl="0" indent="-203200" algn="l" rtl="0">
              <a:lnSpc>
                <a:spcPct val="119696"/>
              </a:lnSpc>
              <a:spcBef>
                <a:spcPts val="0"/>
              </a:spcBef>
              <a:spcAft>
                <a:spcPts val="0"/>
              </a:spcAft>
              <a:buNone/>
            </a:pPr>
            <a:r>
              <a:rPr lang="en-US" sz="5400" dirty="0">
                <a:latin typeface="+mj-lt"/>
                <a:ea typeface="Calibri"/>
                <a:cs typeface="Calibri"/>
                <a:sym typeface="Calibri"/>
              </a:rPr>
              <a:t>Intersection over union</a:t>
            </a:r>
            <a:endParaRPr sz="5400" dirty="0">
              <a:latin typeface="+mj-lt"/>
              <a:ea typeface="Calibri"/>
              <a:cs typeface="Calibri"/>
              <a:sym typeface="Calibri"/>
            </a:endParaRPr>
          </a:p>
        </p:txBody>
      </p:sp>
      <p:sp>
        <p:nvSpPr>
          <p:cNvPr id="604" name="Google Shape;604;p18"/>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605" name="Google Shape;605;p18"/>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215265" marR="5080" lvl="0" indent="-203200" algn="l" rtl="0">
              <a:lnSpc>
                <a:spcPct val="119696"/>
              </a:lnSpc>
              <a:spcBef>
                <a:spcPts val="0"/>
              </a:spcBef>
              <a:spcAft>
                <a:spcPts val="0"/>
              </a:spcAft>
              <a:buNone/>
            </a:pPr>
            <a:r>
              <a:rPr lang="en-US" sz="4400" dirty="0">
                <a:latin typeface="+mj-lt"/>
                <a:ea typeface="Calibri"/>
                <a:cs typeface="Calibri"/>
                <a:sym typeface="Calibri"/>
              </a:rPr>
              <a:t>Intersection over union</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965054"/>
            <a:ext cx="11698732" cy="4154984"/>
          </a:xfrm>
          <a:prstGeom prst="rect">
            <a:avLst/>
          </a:prstGeom>
          <a:noFill/>
        </p:spPr>
        <p:txBody>
          <a:bodyPr wrap="square" rtlCol="0">
            <a:spAutoFit/>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Intersection over Union (</a:t>
            </a:r>
            <a:r>
              <a:rPr lang="en-US" sz="2400" dirty="0" err="1"/>
              <a:t>IoU</a:t>
            </a:r>
            <a:r>
              <a:rPr lang="en-US" sz="2400" dirty="0"/>
              <a:t>) assesses object detection accuracy by evaluating the overlap between predicted and ground-truth bounding boxes. </a:t>
            </a:r>
          </a:p>
          <a:p>
            <a:pPr marL="285750" indent="-285750">
              <a:buFont typeface="Arial" panose="020B0604020202020204" pitchFamily="34" charset="0"/>
              <a:buChar char="•"/>
            </a:pPr>
            <a:r>
              <a:rPr lang="en-US" sz="2400" dirty="0"/>
              <a:t>The </a:t>
            </a:r>
            <a:r>
              <a:rPr lang="en-US" sz="2400" dirty="0" err="1"/>
              <a:t>IoU</a:t>
            </a:r>
            <a:r>
              <a:rPr lang="en-US" sz="2400" dirty="0"/>
              <a:t> is computed as the intersection area divided by the union area, producing a value from 0 to 1, where 1 indicates perfect overlap. </a:t>
            </a:r>
          </a:p>
          <a:p>
            <a:pPr marL="285750" indent="-285750">
              <a:buFont typeface="Arial" panose="020B0604020202020204" pitchFamily="34" charset="0"/>
              <a:buChar char="•"/>
            </a:pPr>
            <a:r>
              <a:rPr lang="en-US" sz="2400" dirty="0"/>
              <a:t>A threshold, commonly 0.5, determines the correctness of the predicted bounding box. </a:t>
            </a:r>
          </a:p>
          <a:p>
            <a:pPr marL="285750" indent="-285750">
              <a:buFont typeface="Arial" panose="020B0604020202020204" pitchFamily="34" charset="0"/>
              <a:buChar char="•"/>
            </a:pPr>
            <a:r>
              <a:rPr lang="en-US" sz="2400" dirty="0"/>
              <a:t>Adjusting the threshold allows for more stringent evaluation. </a:t>
            </a:r>
          </a:p>
          <a:p>
            <a:pPr marL="285750" indent="-285750">
              <a:buFont typeface="Arial" panose="020B0604020202020204" pitchFamily="34" charset="0"/>
              <a:buChar char="•"/>
            </a:pPr>
            <a:r>
              <a:rPr lang="en-US" sz="2400" dirty="0" err="1"/>
              <a:t>IoU</a:t>
            </a:r>
            <a:r>
              <a:rPr lang="en-US" sz="2400" dirty="0"/>
              <a:t> is versatile, serving not only as an evaluation metric for object detection algorithms but also as a tool to measure bounding box similarity, as discussed further in the next section on non-max suppression.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25</a:t>
            </a:fld>
            <a:endParaRPr lang="en-US"/>
          </a:p>
        </p:txBody>
      </p:sp>
    </p:spTree>
    <p:extLst>
      <p:ext uri="{BB962C8B-B14F-4D97-AF65-F5344CB8AC3E}">
        <p14:creationId xmlns:p14="http://schemas.microsoft.com/office/powerpoint/2010/main" val="3521573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Shape 609"/>
        <p:cNvGrpSpPr/>
        <p:nvPr/>
      </p:nvGrpSpPr>
      <p:grpSpPr>
        <a:xfrm>
          <a:off x="0" y="0"/>
          <a:ext cx="0" cy="0"/>
          <a:chOff x="0" y="0"/>
          <a:chExt cx="0" cy="0"/>
        </a:xfrm>
      </p:grpSpPr>
      <p:sp>
        <p:nvSpPr>
          <p:cNvPr id="610" name="Google Shape;610;p19"/>
          <p:cNvSpPr txBox="1">
            <a:spLocks noGrp="1"/>
          </p:cNvSpPr>
          <p:nvPr>
            <p:ph type="title"/>
          </p:nvPr>
        </p:nvSpPr>
        <p:spPr>
          <a:xfrm>
            <a:off x="261620" y="139700"/>
            <a:ext cx="7674609"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Evaluating object localization</a:t>
            </a:r>
            <a:endParaRPr sz="4400" dirty="0">
              <a:latin typeface="+mj-lt"/>
              <a:ea typeface="Cambria"/>
              <a:cs typeface="Cambria"/>
              <a:sym typeface="Cambria"/>
            </a:endParaRPr>
          </a:p>
        </p:txBody>
      </p:sp>
      <p:sp>
        <p:nvSpPr>
          <p:cNvPr id="611" name="Google Shape;611;p19"/>
          <p:cNvSpPr txBox="1"/>
          <p:nvPr/>
        </p:nvSpPr>
        <p:spPr>
          <a:xfrm>
            <a:off x="5598680" y="4123334"/>
            <a:ext cx="3244378" cy="4437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dirty="0">
                <a:latin typeface="+mj-lt"/>
                <a:ea typeface="Calibri"/>
                <a:cs typeface="Calibri"/>
                <a:sym typeface="Calibri"/>
              </a:rPr>
              <a:t>“Correct” if </a:t>
            </a:r>
            <a:r>
              <a:rPr lang="en-US" sz="2800" dirty="0" err="1">
                <a:latin typeface="+mj-lt"/>
                <a:ea typeface="Calibri"/>
                <a:cs typeface="Calibri"/>
                <a:sym typeface="Calibri"/>
              </a:rPr>
              <a:t>IoU</a:t>
            </a:r>
            <a:r>
              <a:rPr lang="en-US" sz="2800" dirty="0">
                <a:latin typeface="+mj-lt"/>
                <a:ea typeface="Calibri"/>
                <a:cs typeface="Calibri"/>
                <a:sym typeface="Calibri"/>
              </a:rPr>
              <a:t> </a:t>
            </a:r>
            <a:r>
              <a:rPr lang="en-US" sz="2800" dirty="0">
                <a:latin typeface="+mj-lt"/>
                <a:ea typeface="Cambria Math"/>
                <a:cs typeface="Cambria Math"/>
                <a:sym typeface="Cambria Math"/>
              </a:rPr>
              <a:t>≥ </a:t>
            </a:r>
            <a:r>
              <a:rPr lang="en-US" sz="2800" dirty="0">
                <a:latin typeface="+mj-lt"/>
                <a:ea typeface="Calibri"/>
                <a:cs typeface="Calibri"/>
                <a:sym typeface="Calibri"/>
              </a:rPr>
              <a:t>0.5</a:t>
            </a:r>
            <a:endParaRPr sz="2800" dirty="0">
              <a:latin typeface="+mj-lt"/>
              <a:ea typeface="Calibri"/>
              <a:cs typeface="Calibri"/>
              <a:sym typeface="Calibri"/>
            </a:endParaRPr>
          </a:p>
        </p:txBody>
      </p:sp>
      <p:grpSp>
        <p:nvGrpSpPr>
          <p:cNvPr id="612" name="Google Shape;612;p19"/>
          <p:cNvGrpSpPr/>
          <p:nvPr/>
        </p:nvGrpSpPr>
        <p:grpSpPr>
          <a:xfrm>
            <a:off x="875178" y="1713526"/>
            <a:ext cx="2833522" cy="2830982"/>
            <a:chOff x="875178" y="1713526"/>
            <a:chExt cx="2833522" cy="2830982"/>
          </a:xfrm>
        </p:grpSpPr>
        <p:pic>
          <p:nvPicPr>
            <p:cNvPr id="613" name="Google Shape;613;p19"/>
            <p:cNvPicPr preferRelativeResize="0"/>
            <p:nvPr/>
          </p:nvPicPr>
          <p:blipFill rotWithShape="1">
            <a:blip r:embed="rId3">
              <a:alphaModFix/>
            </a:blip>
            <a:srcRect/>
            <a:stretch/>
          </p:blipFill>
          <p:spPr>
            <a:xfrm>
              <a:off x="875178" y="1713526"/>
              <a:ext cx="2833522" cy="2830982"/>
            </a:xfrm>
            <a:prstGeom prst="rect">
              <a:avLst/>
            </a:prstGeom>
            <a:noFill/>
            <a:ln>
              <a:noFill/>
            </a:ln>
          </p:spPr>
        </p:pic>
        <p:sp>
          <p:nvSpPr>
            <p:cNvPr id="614" name="Google Shape;614;p19"/>
            <p:cNvSpPr/>
            <p:nvPr/>
          </p:nvSpPr>
          <p:spPr>
            <a:xfrm>
              <a:off x="1878901" y="3544582"/>
              <a:ext cx="703580" cy="739775"/>
            </a:xfrm>
            <a:custGeom>
              <a:avLst/>
              <a:gdLst/>
              <a:ahLst/>
              <a:cxnLst/>
              <a:rect l="l" t="t" r="r" b="b"/>
              <a:pathLst>
                <a:path w="703580" h="739775" extrusionOk="0">
                  <a:moveTo>
                    <a:pt x="0" y="0"/>
                  </a:moveTo>
                  <a:lnTo>
                    <a:pt x="703116" y="0"/>
                  </a:lnTo>
                  <a:lnTo>
                    <a:pt x="703116" y="739362"/>
                  </a:lnTo>
                  <a:lnTo>
                    <a:pt x="0" y="739362"/>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615" name="Google Shape;615;p19"/>
            <p:cNvSpPr/>
            <p:nvPr/>
          </p:nvSpPr>
          <p:spPr>
            <a:xfrm>
              <a:off x="1653438" y="3133077"/>
              <a:ext cx="841375" cy="998855"/>
            </a:xfrm>
            <a:custGeom>
              <a:avLst/>
              <a:gdLst/>
              <a:ahLst/>
              <a:cxnLst/>
              <a:rect l="l" t="t" r="r" b="b"/>
              <a:pathLst>
                <a:path w="841375" h="998854" extrusionOk="0">
                  <a:moveTo>
                    <a:pt x="0" y="0"/>
                  </a:moveTo>
                  <a:lnTo>
                    <a:pt x="840831" y="0"/>
                  </a:lnTo>
                  <a:lnTo>
                    <a:pt x="840831" y="998440"/>
                  </a:lnTo>
                  <a:lnTo>
                    <a:pt x="0" y="998440"/>
                  </a:lnTo>
                  <a:lnTo>
                    <a:pt x="0" y="0"/>
                  </a:lnTo>
                  <a:close/>
                </a:path>
              </a:pathLst>
            </a:custGeom>
            <a:noFill/>
            <a:ln w="32750" cap="flat" cmpd="sng">
              <a:solidFill>
                <a:srgbClr val="6E31A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616" name="Google Shape;616;p19"/>
            <p:cNvSpPr/>
            <p:nvPr/>
          </p:nvSpPr>
          <p:spPr>
            <a:xfrm>
              <a:off x="1670042" y="3238564"/>
              <a:ext cx="12700" cy="12700"/>
            </a:xfrm>
            <a:custGeom>
              <a:avLst/>
              <a:gdLst/>
              <a:ahLst/>
              <a:cxnLst/>
              <a:rect l="l" t="t" r="r" b="b"/>
              <a:pathLst>
                <a:path w="12700" h="12700" extrusionOk="0">
                  <a:moveTo>
                    <a:pt x="12600" y="0"/>
                  </a:moveTo>
                  <a:lnTo>
                    <a:pt x="6480" y="6120"/>
                  </a:lnTo>
                  <a:lnTo>
                    <a:pt x="6480" y="12600"/>
                  </a:lnTo>
                  <a:lnTo>
                    <a:pt x="0" y="12600"/>
                  </a:lnTo>
                </a:path>
              </a:pathLst>
            </a:custGeom>
            <a:noFill/>
            <a:ln w="19050" cap="flat" cmpd="sng">
              <a:solidFill>
                <a:srgbClr val="00B05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617" name="Google Shape;617;p19"/>
          <p:cNvSpPr txBox="1"/>
          <p:nvPr/>
        </p:nvSpPr>
        <p:spPr>
          <a:xfrm>
            <a:off x="405290" y="5884988"/>
            <a:ext cx="11285855" cy="874598"/>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libri"/>
                <a:cs typeface="Calibri"/>
                <a:sym typeface="Calibri"/>
              </a:rPr>
              <a:t>More generally, IoU is a measure of the overlap between two bounding boxes.</a:t>
            </a:r>
            <a:endParaRPr sz="2800">
              <a:latin typeface="+mj-lt"/>
              <a:ea typeface="Calibri"/>
              <a:cs typeface="Calibri"/>
              <a:sym typeface="Calibri"/>
            </a:endParaRPr>
          </a:p>
        </p:txBody>
      </p:sp>
      <p:pic>
        <p:nvPicPr>
          <p:cNvPr id="618" name="Google Shape;618;p19" descr="Intersection over Union (IoU) for object detection - PyImageSearch"/>
          <p:cNvPicPr preferRelativeResize="0"/>
          <p:nvPr/>
        </p:nvPicPr>
        <p:blipFill rotWithShape="1">
          <a:blip r:embed="rId4">
            <a:alphaModFix/>
          </a:blip>
          <a:srcRect/>
          <a:stretch/>
        </p:blipFill>
        <p:spPr>
          <a:xfrm>
            <a:off x="5791200" y="1049745"/>
            <a:ext cx="3666031" cy="2859504"/>
          </a:xfrm>
          <a:prstGeom prst="rect">
            <a:avLst/>
          </a:prstGeom>
          <a:noFill/>
          <a:ln>
            <a:noFill/>
          </a:ln>
        </p:spPr>
      </p:pic>
      <p:pic>
        <p:nvPicPr>
          <p:cNvPr id="619" name="Google Shape;619;p19"/>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Shape 623"/>
        <p:cNvGrpSpPr/>
        <p:nvPr/>
      </p:nvGrpSpPr>
      <p:grpSpPr>
        <a:xfrm>
          <a:off x="0" y="0"/>
          <a:ext cx="0" cy="0"/>
          <a:chOff x="0" y="0"/>
          <a:chExt cx="0" cy="0"/>
        </a:xfrm>
      </p:grpSpPr>
      <p:sp>
        <p:nvSpPr>
          <p:cNvPr id="624" name="Google Shape;624;p20"/>
          <p:cNvSpPr txBox="1">
            <a:spLocks noGrp="1"/>
          </p:cNvSpPr>
          <p:nvPr>
            <p:ph type="title"/>
          </p:nvPr>
        </p:nvSpPr>
        <p:spPr>
          <a:xfrm>
            <a:off x="1037258" y="1696300"/>
            <a:ext cx="10374453" cy="936154"/>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625" name="Google Shape;625;p20"/>
          <p:cNvSpPr txBox="1"/>
          <p:nvPr/>
        </p:nvSpPr>
        <p:spPr>
          <a:xfrm>
            <a:off x="6354937" y="3740449"/>
            <a:ext cx="3871626" cy="2022590"/>
          </a:xfrm>
          <a:prstGeom prst="rect">
            <a:avLst/>
          </a:prstGeom>
          <a:noFill/>
          <a:ln>
            <a:noFill/>
          </a:ln>
        </p:spPr>
        <p:txBody>
          <a:bodyPr spcFirstLastPara="1" wrap="square" lIns="0" tIns="27925" rIns="0" bIns="0" anchor="t" anchorCtr="0">
            <a:spAutoFit/>
          </a:bodyPr>
          <a:lstStyle/>
          <a:p>
            <a:pPr marL="12700" marR="5080" lvl="0" indent="484505" algn="l" rtl="0">
              <a:lnSpc>
                <a:spcPct val="119696"/>
              </a:lnSpc>
              <a:spcBef>
                <a:spcPts val="0"/>
              </a:spcBef>
              <a:spcAft>
                <a:spcPts val="0"/>
              </a:spcAft>
              <a:buNone/>
            </a:pPr>
            <a:r>
              <a:rPr lang="en-US" sz="5400" dirty="0">
                <a:latin typeface="+mj-lt"/>
                <a:ea typeface="Calibri"/>
                <a:cs typeface="Calibri"/>
                <a:sym typeface="Calibri"/>
              </a:rPr>
              <a:t>Non-max suppression</a:t>
            </a:r>
            <a:endParaRPr sz="5400" dirty="0">
              <a:latin typeface="+mj-lt"/>
              <a:ea typeface="Calibri"/>
              <a:cs typeface="Calibri"/>
              <a:sym typeface="Calibri"/>
            </a:endParaRPr>
          </a:p>
        </p:txBody>
      </p:sp>
      <p:sp>
        <p:nvSpPr>
          <p:cNvPr id="626" name="Google Shape;626;p20"/>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627" name="Google Shape;627;p20"/>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215265" marR="5080" lvl="0" indent="-203200" algn="l" rtl="0">
              <a:lnSpc>
                <a:spcPct val="119696"/>
              </a:lnSpc>
              <a:spcBef>
                <a:spcPts val="0"/>
              </a:spcBef>
              <a:spcAft>
                <a:spcPts val="0"/>
              </a:spcAft>
              <a:buNone/>
            </a:pPr>
            <a:r>
              <a:rPr lang="en-US" sz="4400" dirty="0">
                <a:latin typeface="+mj-lt"/>
                <a:ea typeface="Calibri"/>
                <a:cs typeface="Calibri"/>
                <a:sym typeface="Calibri"/>
              </a:rPr>
              <a:t>Non-max </a:t>
            </a:r>
            <a:r>
              <a:rPr lang="en-US" sz="4400" dirty="0" err="1">
                <a:latin typeface="+mj-lt"/>
                <a:ea typeface="Calibri"/>
                <a:cs typeface="Calibri"/>
                <a:sym typeface="Calibri"/>
              </a:rPr>
              <a:t>supperssion</a:t>
            </a:r>
            <a:endParaRPr lang="en-US" sz="4400" dirty="0">
              <a:latin typeface="+mj-lt"/>
              <a:ea typeface="Calibri"/>
              <a:cs typeface="Calibri"/>
              <a:sym typeface="Calibri"/>
            </a:endParaRP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207370"/>
            <a:ext cx="11698732" cy="3785652"/>
          </a:xfrm>
          <a:prstGeom prst="rect">
            <a:avLst/>
          </a:prstGeom>
          <a:noFill/>
        </p:spPr>
        <p:txBody>
          <a:bodyPr wrap="square" rtlCol="0">
            <a:spAutoFit/>
          </a:bodyPr>
          <a:lstStyle/>
          <a:p>
            <a:pPr marL="342900" indent="-342900">
              <a:buFont typeface="Arial" panose="020B0604020202020204" pitchFamily="34" charset="0"/>
              <a:buChar char="•"/>
            </a:pPr>
            <a:r>
              <a:rPr lang="en-US" sz="2400" dirty="0"/>
              <a:t>Non-max suppression ensures object detection algorithms identify each object only once. </a:t>
            </a:r>
          </a:p>
          <a:p>
            <a:r>
              <a:rPr lang="en-US" sz="2400" dirty="0"/>
              <a:t>	1. Assigning a probability (Pc) to each predicted bounding box, boxes below a 	threshold are discarded. </a:t>
            </a:r>
          </a:p>
          <a:p>
            <a:r>
              <a:rPr lang="en-US" sz="2400" dirty="0"/>
              <a:t>	2. Boxes with the highest Pc values are highlighted, and overlapping boxes 	are suppressed based on Intersection over Union (</a:t>
            </a:r>
            <a:r>
              <a:rPr lang="en-US" sz="2400" dirty="0" err="1"/>
              <a:t>IoU</a:t>
            </a:r>
            <a:r>
              <a:rPr lang="en-US" sz="2400" dirty="0"/>
              <a:t>). </a:t>
            </a:r>
          </a:p>
          <a:p>
            <a:pPr lvl="1"/>
            <a:r>
              <a:rPr lang="en-US" sz="2400" dirty="0"/>
              <a:t>	3. This process repeats until all boxes are either predicted or suppressed. </a:t>
            </a:r>
          </a:p>
          <a:p>
            <a:pPr marL="342900" indent="-342900">
              <a:buFont typeface="Arial" panose="020B0604020202020204" pitchFamily="34" charset="0"/>
              <a:buChar char="•"/>
            </a:pPr>
            <a:r>
              <a:rPr lang="en-US" sz="2400" dirty="0"/>
              <a:t>Applied independently to each class's output, non-max suppression enhances accuracy by eliminating duplicates and reducing false positives in object detection algorithms.</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28</a:t>
            </a:fld>
            <a:endParaRPr lang="en-US"/>
          </a:p>
        </p:txBody>
      </p:sp>
    </p:spTree>
    <p:extLst>
      <p:ext uri="{BB962C8B-B14F-4D97-AF65-F5344CB8AC3E}">
        <p14:creationId xmlns:p14="http://schemas.microsoft.com/office/powerpoint/2010/main" val="27356312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Shape 631"/>
        <p:cNvGrpSpPr/>
        <p:nvPr/>
      </p:nvGrpSpPr>
      <p:grpSpPr>
        <a:xfrm>
          <a:off x="0" y="0"/>
          <a:ext cx="0" cy="0"/>
          <a:chOff x="0" y="0"/>
          <a:chExt cx="0" cy="0"/>
        </a:xfrm>
      </p:grpSpPr>
      <p:sp>
        <p:nvSpPr>
          <p:cNvPr id="632" name="Google Shape;632;p21"/>
          <p:cNvSpPr txBox="1"/>
          <p:nvPr/>
        </p:nvSpPr>
        <p:spPr>
          <a:xfrm>
            <a:off x="10928260" y="6478210"/>
            <a:ext cx="1172845" cy="3302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Calibri"/>
                <a:ea typeface="Calibri"/>
                <a:cs typeface="Calibri"/>
                <a:sym typeface="Calibri"/>
              </a:rPr>
              <a:t>Andrew Ng</a:t>
            </a:r>
            <a:endParaRPr sz="2000">
              <a:latin typeface="Calibri"/>
              <a:ea typeface="Calibri"/>
              <a:cs typeface="Calibri"/>
              <a:sym typeface="Calibri"/>
            </a:endParaRPr>
          </a:p>
        </p:txBody>
      </p:sp>
      <p:sp>
        <p:nvSpPr>
          <p:cNvPr id="633" name="Google Shape;633;p21"/>
          <p:cNvSpPr txBox="1">
            <a:spLocks noGrp="1"/>
          </p:cNvSpPr>
          <p:nvPr>
            <p:ph type="title"/>
          </p:nvPr>
        </p:nvSpPr>
        <p:spPr>
          <a:xfrm>
            <a:off x="261620" y="139700"/>
            <a:ext cx="795337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Non-max suppression example</a:t>
            </a:r>
            <a:endParaRPr sz="4400" dirty="0">
              <a:latin typeface="+mj-lt"/>
              <a:ea typeface="Cambria"/>
              <a:cs typeface="Cambria"/>
              <a:sym typeface="Cambria"/>
            </a:endParaRPr>
          </a:p>
        </p:txBody>
      </p:sp>
      <p:pic>
        <p:nvPicPr>
          <p:cNvPr id="634" name="Google Shape;634;p21"/>
          <p:cNvPicPr preferRelativeResize="0"/>
          <p:nvPr/>
        </p:nvPicPr>
        <p:blipFill rotWithShape="1">
          <a:blip r:embed="rId3">
            <a:alphaModFix/>
          </a:blip>
          <a:srcRect/>
          <a:stretch/>
        </p:blipFill>
        <p:spPr>
          <a:xfrm>
            <a:off x="3492144" y="1508442"/>
            <a:ext cx="5015839" cy="4007611"/>
          </a:xfrm>
          <a:prstGeom prst="rect">
            <a:avLst/>
          </a:prstGeom>
          <a:noFill/>
          <a:ln>
            <a:noFill/>
          </a:ln>
        </p:spPr>
      </p:pic>
      <p:pic>
        <p:nvPicPr>
          <p:cNvPr id="635" name="Google Shape;635;p21"/>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Shape 639"/>
        <p:cNvGrpSpPr/>
        <p:nvPr/>
      </p:nvGrpSpPr>
      <p:grpSpPr>
        <a:xfrm>
          <a:off x="0" y="0"/>
          <a:ext cx="0" cy="0"/>
          <a:chOff x="0" y="0"/>
          <a:chExt cx="0" cy="0"/>
        </a:xfrm>
      </p:grpSpPr>
      <p:sp>
        <p:nvSpPr>
          <p:cNvPr id="640" name="Google Shape;640;p22"/>
          <p:cNvSpPr txBox="1">
            <a:spLocks noGrp="1"/>
          </p:cNvSpPr>
          <p:nvPr>
            <p:ph type="title"/>
          </p:nvPr>
        </p:nvSpPr>
        <p:spPr>
          <a:xfrm>
            <a:off x="261620" y="139700"/>
            <a:ext cx="795337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Non-max suppression example</a:t>
            </a:r>
            <a:endParaRPr sz="4400" dirty="0">
              <a:latin typeface="+mj-lt"/>
              <a:ea typeface="Cambria"/>
              <a:cs typeface="Cambria"/>
              <a:sym typeface="Cambria"/>
            </a:endParaRPr>
          </a:p>
        </p:txBody>
      </p:sp>
      <p:grpSp>
        <p:nvGrpSpPr>
          <p:cNvPr id="641" name="Google Shape;641;p22"/>
          <p:cNvGrpSpPr/>
          <p:nvPr/>
        </p:nvGrpSpPr>
        <p:grpSpPr>
          <a:xfrm>
            <a:off x="3489862" y="1748727"/>
            <a:ext cx="5048427" cy="4037647"/>
            <a:chOff x="3489862" y="1748727"/>
            <a:chExt cx="5048427" cy="4037647"/>
          </a:xfrm>
        </p:grpSpPr>
        <p:pic>
          <p:nvPicPr>
            <p:cNvPr id="642" name="Google Shape;642;p22"/>
            <p:cNvPicPr preferRelativeResize="0"/>
            <p:nvPr/>
          </p:nvPicPr>
          <p:blipFill rotWithShape="1">
            <a:blip r:embed="rId3">
              <a:alphaModFix/>
            </a:blip>
            <a:srcRect/>
            <a:stretch/>
          </p:blipFill>
          <p:spPr>
            <a:xfrm>
              <a:off x="3512168" y="1778763"/>
              <a:ext cx="5015839" cy="4007611"/>
            </a:xfrm>
            <a:prstGeom prst="rect">
              <a:avLst/>
            </a:prstGeom>
            <a:noFill/>
            <a:ln>
              <a:noFill/>
            </a:ln>
          </p:spPr>
        </p:pic>
        <p:pic>
          <p:nvPicPr>
            <p:cNvPr id="643" name="Google Shape;643;p22"/>
            <p:cNvPicPr preferRelativeResize="0"/>
            <p:nvPr/>
          </p:nvPicPr>
          <p:blipFill rotWithShape="1">
            <a:blip r:embed="rId4">
              <a:alphaModFix/>
            </a:blip>
            <a:srcRect/>
            <a:stretch/>
          </p:blipFill>
          <p:spPr>
            <a:xfrm>
              <a:off x="3489862" y="1748727"/>
              <a:ext cx="5048427" cy="4023359"/>
            </a:xfrm>
            <a:prstGeom prst="rect">
              <a:avLst/>
            </a:prstGeom>
            <a:noFill/>
            <a:ln>
              <a:noFill/>
            </a:ln>
          </p:spPr>
        </p:pic>
      </p:grpSp>
      <p:pic>
        <p:nvPicPr>
          <p:cNvPr id="644" name="Google Shape;644;p22"/>
          <p:cNvPicPr preferRelativeResize="0"/>
          <p:nvPr/>
        </p:nvPicPr>
        <p:blipFill rotWithShape="1">
          <a:blip r:embed="rId5">
            <a:alphaModFix/>
          </a:blip>
          <a:srcRect/>
          <a:stretch/>
        </p:blipFill>
        <p:spPr>
          <a:xfrm>
            <a:off x="5455567" y="5848365"/>
            <a:ext cx="1117015" cy="415300"/>
          </a:xfrm>
          <a:prstGeom prst="rect">
            <a:avLst/>
          </a:prstGeom>
          <a:noFill/>
          <a:ln>
            <a:noFill/>
          </a:ln>
        </p:spPr>
      </p:pic>
      <p:pic>
        <p:nvPicPr>
          <p:cNvPr id="645" name="Google Shape;645;p22"/>
          <p:cNvPicPr preferRelativeResize="0"/>
          <p:nvPr/>
        </p:nvPicPr>
        <p:blipFill>
          <a:blip r:embed="rId6">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Shape 649"/>
        <p:cNvGrpSpPr/>
        <p:nvPr/>
      </p:nvGrpSpPr>
      <p:grpSpPr>
        <a:xfrm>
          <a:off x="0" y="0"/>
          <a:ext cx="0" cy="0"/>
          <a:chOff x="0" y="0"/>
          <a:chExt cx="0" cy="0"/>
        </a:xfrm>
      </p:grpSpPr>
      <p:sp>
        <p:nvSpPr>
          <p:cNvPr id="650" name="Google Shape;650;p23"/>
          <p:cNvSpPr txBox="1">
            <a:spLocks noGrp="1"/>
          </p:cNvSpPr>
          <p:nvPr>
            <p:ph type="title"/>
          </p:nvPr>
        </p:nvSpPr>
        <p:spPr>
          <a:xfrm>
            <a:off x="261620" y="139700"/>
            <a:ext cx="795337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Non-max suppression example</a:t>
            </a:r>
            <a:endParaRPr sz="4400" dirty="0">
              <a:latin typeface="+mj-lt"/>
              <a:ea typeface="Cambria"/>
              <a:cs typeface="Cambria"/>
              <a:sym typeface="Cambria"/>
            </a:endParaRPr>
          </a:p>
        </p:txBody>
      </p:sp>
      <p:grpSp>
        <p:nvGrpSpPr>
          <p:cNvPr id="651" name="Google Shape;651;p23"/>
          <p:cNvGrpSpPr/>
          <p:nvPr/>
        </p:nvGrpSpPr>
        <p:grpSpPr>
          <a:xfrm>
            <a:off x="3572238" y="1478406"/>
            <a:ext cx="5015839" cy="4007611"/>
            <a:chOff x="3572238" y="1478406"/>
            <a:chExt cx="5015839" cy="4007611"/>
          </a:xfrm>
        </p:grpSpPr>
        <p:pic>
          <p:nvPicPr>
            <p:cNvPr id="652" name="Google Shape;652;p23"/>
            <p:cNvPicPr preferRelativeResize="0"/>
            <p:nvPr/>
          </p:nvPicPr>
          <p:blipFill rotWithShape="1">
            <a:blip r:embed="rId3">
              <a:alphaModFix/>
            </a:blip>
            <a:srcRect/>
            <a:stretch/>
          </p:blipFill>
          <p:spPr>
            <a:xfrm>
              <a:off x="3572238" y="1478406"/>
              <a:ext cx="5015839" cy="4007611"/>
            </a:xfrm>
            <a:prstGeom prst="rect">
              <a:avLst/>
            </a:prstGeom>
            <a:noFill/>
            <a:ln>
              <a:noFill/>
            </a:ln>
          </p:spPr>
        </p:pic>
        <p:sp>
          <p:nvSpPr>
            <p:cNvPr id="653" name="Google Shape;653;p23"/>
            <p:cNvSpPr/>
            <p:nvPr/>
          </p:nvSpPr>
          <p:spPr>
            <a:xfrm>
              <a:off x="4024324" y="3238703"/>
              <a:ext cx="1154430" cy="645795"/>
            </a:xfrm>
            <a:custGeom>
              <a:avLst/>
              <a:gdLst/>
              <a:ahLst/>
              <a:cxnLst/>
              <a:rect l="l" t="t" r="r" b="b"/>
              <a:pathLst>
                <a:path w="1154429" h="645795" extrusionOk="0">
                  <a:moveTo>
                    <a:pt x="0" y="0"/>
                  </a:moveTo>
                  <a:lnTo>
                    <a:pt x="1154151" y="0"/>
                  </a:lnTo>
                  <a:lnTo>
                    <a:pt x="1154151" y="645501"/>
                  </a:lnTo>
                  <a:lnTo>
                    <a:pt x="0" y="645501"/>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54" name="Google Shape;654;p23"/>
            <p:cNvSpPr/>
            <p:nvPr/>
          </p:nvSpPr>
          <p:spPr>
            <a:xfrm>
              <a:off x="6546163" y="3074682"/>
              <a:ext cx="1521460" cy="474345"/>
            </a:xfrm>
            <a:custGeom>
              <a:avLst/>
              <a:gdLst/>
              <a:ahLst/>
              <a:cxnLst/>
              <a:rect l="l" t="t" r="r" b="b"/>
              <a:pathLst>
                <a:path w="1521459" h="474345" extrusionOk="0">
                  <a:moveTo>
                    <a:pt x="0" y="0"/>
                  </a:moveTo>
                  <a:lnTo>
                    <a:pt x="1520874" y="0"/>
                  </a:lnTo>
                  <a:lnTo>
                    <a:pt x="1520874" y="474026"/>
                  </a:lnTo>
                  <a:lnTo>
                    <a:pt x="0" y="474026"/>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55" name="Google Shape;655;p23"/>
            <p:cNvSpPr/>
            <p:nvPr/>
          </p:nvSpPr>
          <p:spPr>
            <a:xfrm>
              <a:off x="4220159" y="3309632"/>
              <a:ext cx="1154430" cy="744220"/>
            </a:xfrm>
            <a:custGeom>
              <a:avLst/>
              <a:gdLst/>
              <a:ahLst/>
              <a:cxnLst/>
              <a:rect l="l" t="t" r="r" b="b"/>
              <a:pathLst>
                <a:path w="1154429" h="744220" extrusionOk="0">
                  <a:moveTo>
                    <a:pt x="0" y="0"/>
                  </a:moveTo>
                  <a:lnTo>
                    <a:pt x="1154151" y="0"/>
                  </a:lnTo>
                  <a:lnTo>
                    <a:pt x="1154151" y="744179"/>
                  </a:lnTo>
                  <a:lnTo>
                    <a:pt x="0" y="744179"/>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56" name="Google Shape;656;p23"/>
          <p:cNvSpPr txBox="1"/>
          <p:nvPr/>
        </p:nvSpPr>
        <p:spPr>
          <a:xfrm>
            <a:off x="4040759" y="2907665"/>
            <a:ext cx="31496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libri"/>
                <a:ea typeface="Calibri"/>
                <a:cs typeface="Calibri"/>
                <a:sym typeface="Calibri"/>
              </a:rPr>
              <a:t>0.8</a:t>
            </a:r>
            <a:endParaRPr sz="1800">
              <a:latin typeface="Calibri"/>
              <a:ea typeface="Calibri"/>
              <a:cs typeface="Calibri"/>
              <a:sym typeface="Calibri"/>
            </a:endParaRPr>
          </a:p>
        </p:txBody>
      </p:sp>
      <p:sp>
        <p:nvSpPr>
          <p:cNvPr id="657" name="Google Shape;657;p23"/>
          <p:cNvSpPr txBox="1"/>
          <p:nvPr/>
        </p:nvSpPr>
        <p:spPr>
          <a:xfrm>
            <a:off x="5209819" y="4017746"/>
            <a:ext cx="31496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libri"/>
                <a:ea typeface="Calibri"/>
                <a:cs typeface="Calibri"/>
                <a:sym typeface="Calibri"/>
              </a:rPr>
              <a:t>0.7</a:t>
            </a:r>
            <a:endParaRPr sz="1800">
              <a:latin typeface="Calibri"/>
              <a:ea typeface="Calibri"/>
              <a:cs typeface="Calibri"/>
              <a:sym typeface="Calibri"/>
            </a:endParaRPr>
          </a:p>
        </p:txBody>
      </p:sp>
      <p:grpSp>
        <p:nvGrpSpPr>
          <p:cNvPr id="658" name="Google Shape;658;p23"/>
          <p:cNvGrpSpPr/>
          <p:nvPr/>
        </p:nvGrpSpPr>
        <p:grpSpPr>
          <a:xfrm>
            <a:off x="6758266" y="3154756"/>
            <a:ext cx="1476375" cy="750354"/>
            <a:chOff x="6758266" y="3154756"/>
            <a:chExt cx="1476375" cy="750354"/>
          </a:xfrm>
        </p:grpSpPr>
        <p:sp>
          <p:nvSpPr>
            <p:cNvPr id="659" name="Google Shape;659;p23"/>
            <p:cNvSpPr/>
            <p:nvPr/>
          </p:nvSpPr>
          <p:spPr>
            <a:xfrm>
              <a:off x="6758266" y="3154756"/>
              <a:ext cx="1476375" cy="528955"/>
            </a:xfrm>
            <a:custGeom>
              <a:avLst/>
              <a:gdLst/>
              <a:ahLst/>
              <a:cxnLst/>
              <a:rect l="l" t="t" r="r" b="b"/>
              <a:pathLst>
                <a:path w="1476375" h="528954" extrusionOk="0">
                  <a:moveTo>
                    <a:pt x="0" y="0"/>
                  </a:moveTo>
                  <a:lnTo>
                    <a:pt x="1476156" y="0"/>
                  </a:lnTo>
                  <a:lnTo>
                    <a:pt x="1476156" y="528392"/>
                  </a:lnTo>
                  <a:lnTo>
                    <a:pt x="0" y="528392"/>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60" name="Google Shape;660;p23"/>
            <p:cNvSpPr/>
            <p:nvPr/>
          </p:nvSpPr>
          <p:spPr>
            <a:xfrm>
              <a:off x="7120127" y="3209150"/>
              <a:ext cx="1099185" cy="695960"/>
            </a:xfrm>
            <a:custGeom>
              <a:avLst/>
              <a:gdLst/>
              <a:ahLst/>
              <a:cxnLst/>
              <a:rect l="l" t="t" r="r" b="b"/>
              <a:pathLst>
                <a:path w="1099184" h="695960" extrusionOk="0">
                  <a:moveTo>
                    <a:pt x="0" y="0"/>
                  </a:moveTo>
                  <a:lnTo>
                    <a:pt x="1098829" y="0"/>
                  </a:lnTo>
                  <a:lnTo>
                    <a:pt x="1098829" y="695539"/>
                  </a:lnTo>
                  <a:lnTo>
                    <a:pt x="0" y="695539"/>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sp>
        <p:nvSpPr>
          <p:cNvPr id="661" name="Google Shape;661;p23"/>
          <p:cNvSpPr txBox="1"/>
          <p:nvPr/>
        </p:nvSpPr>
        <p:spPr>
          <a:xfrm>
            <a:off x="6198222" y="2767850"/>
            <a:ext cx="31496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libri"/>
                <a:ea typeface="Calibri"/>
                <a:cs typeface="Calibri"/>
                <a:sym typeface="Calibri"/>
              </a:rPr>
              <a:t>0.6</a:t>
            </a:r>
            <a:endParaRPr sz="1800">
              <a:latin typeface="Calibri"/>
              <a:ea typeface="Calibri"/>
              <a:cs typeface="Calibri"/>
              <a:sym typeface="Calibri"/>
            </a:endParaRPr>
          </a:p>
        </p:txBody>
      </p:sp>
      <p:sp>
        <p:nvSpPr>
          <p:cNvPr id="662" name="Google Shape;662;p23"/>
          <p:cNvSpPr txBox="1"/>
          <p:nvPr/>
        </p:nvSpPr>
        <p:spPr>
          <a:xfrm>
            <a:off x="6562611" y="3606812"/>
            <a:ext cx="31496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libri"/>
                <a:ea typeface="Calibri"/>
                <a:cs typeface="Calibri"/>
                <a:sym typeface="Calibri"/>
              </a:rPr>
              <a:t>0.9</a:t>
            </a:r>
            <a:endParaRPr sz="1800">
              <a:latin typeface="Calibri"/>
              <a:ea typeface="Calibri"/>
              <a:cs typeface="Calibri"/>
              <a:sym typeface="Calibri"/>
            </a:endParaRPr>
          </a:p>
        </p:txBody>
      </p:sp>
      <p:sp>
        <p:nvSpPr>
          <p:cNvPr id="663" name="Google Shape;663;p23"/>
          <p:cNvSpPr txBox="1"/>
          <p:nvPr/>
        </p:nvSpPr>
        <p:spPr>
          <a:xfrm>
            <a:off x="7887817" y="3928859"/>
            <a:ext cx="31496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Calibri"/>
                <a:ea typeface="Calibri"/>
                <a:cs typeface="Calibri"/>
                <a:sym typeface="Calibri"/>
              </a:rPr>
              <a:t>0.7</a:t>
            </a:r>
            <a:endParaRPr sz="1800">
              <a:latin typeface="Calibri"/>
              <a:ea typeface="Calibri"/>
              <a:cs typeface="Calibri"/>
              <a:sym typeface="Calibri"/>
            </a:endParaRPr>
          </a:p>
        </p:txBody>
      </p:sp>
      <p:grpSp>
        <p:nvGrpSpPr>
          <p:cNvPr id="664" name="Google Shape;664;p23"/>
          <p:cNvGrpSpPr/>
          <p:nvPr/>
        </p:nvGrpSpPr>
        <p:grpSpPr>
          <a:xfrm>
            <a:off x="5213528" y="4190703"/>
            <a:ext cx="2989567" cy="133723"/>
            <a:chOff x="5213528" y="4190703"/>
            <a:chExt cx="2989567" cy="133723"/>
          </a:xfrm>
        </p:grpSpPr>
        <p:sp>
          <p:nvSpPr>
            <p:cNvPr id="665" name="Google Shape;665;p23"/>
            <p:cNvSpPr/>
            <p:nvPr/>
          </p:nvSpPr>
          <p:spPr>
            <a:xfrm>
              <a:off x="7887500" y="4190703"/>
              <a:ext cx="315595" cy="25400"/>
            </a:xfrm>
            <a:custGeom>
              <a:avLst/>
              <a:gdLst/>
              <a:ahLst/>
              <a:cxnLst/>
              <a:rect l="l" t="t" r="r" b="b"/>
              <a:pathLst>
                <a:path w="315595" h="25400" extrusionOk="0">
                  <a:moveTo>
                    <a:pt x="6321" y="0"/>
                  </a:moveTo>
                  <a:lnTo>
                    <a:pt x="0" y="0"/>
                  </a:lnTo>
                  <a:lnTo>
                    <a:pt x="0" y="6120"/>
                  </a:lnTo>
                  <a:lnTo>
                    <a:pt x="6321" y="6120"/>
                  </a:lnTo>
                  <a:lnTo>
                    <a:pt x="19709" y="12601"/>
                  </a:lnTo>
                  <a:lnTo>
                    <a:pt x="32725" y="12601"/>
                  </a:lnTo>
                  <a:lnTo>
                    <a:pt x="45740" y="19082"/>
                  </a:lnTo>
                  <a:lnTo>
                    <a:pt x="59128" y="19082"/>
                  </a:lnTo>
                  <a:lnTo>
                    <a:pt x="236141" y="19082"/>
                  </a:lnTo>
                  <a:lnTo>
                    <a:pt x="249157" y="25203"/>
                  </a:lnTo>
                  <a:lnTo>
                    <a:pt x="314979" y="25203"/>
                  </a:lnTo>
                  <a:lnTo>
                    <a:pt x="308285" y="25203"/>
                  </a:lnTo>
                  <a:lnTo>
                    <a:pt x="301591" y="25203"/>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sp>
          <p:nvSpPr>
            <p:cNvPr id="666" name="Google Shape;666;p23"/>
            <p:cNvSpPr/>
            <p:nvPr/>
          </p:nvSpPr>
          <p:spPr>
            <a:xfrm>
              <a:off x="5213528" y="4311726"/>
              <a:ext cx="342900" cy="12700"/>
            </a:xfrm>
            <a:custGeom>
              <a:avLst/>
              <a:gdLst/>
              <a:ahLst/>
              <a:cxnLst/>
              <a:rect l="l" t="t" r="r" b="b"/>
              <a:pathLst>
                <a:path w="342900" h="12700" extrusionOk="0">
                  <a:moveTo>
                    <a:pt x="6120" y="12600"/>
                  </a:moveTo>
                  <a:lnTo>
                    <a:pt x="0" y="12600"/>
                  </a:lnTo>
                  <a:lnTo>
                    <a:pt x="6120" y="12600"/>
                  </a:lnTo>
                  <a:lnTo>
                    <a:pt x="12600" y="12600"/>
                  </a:lnTo>
                  <a:lnTo>
                    <a:pt x="18720" y="12600"/>
                  </a:lnTo>
                  <a:lnTo>
                    <a:pt x="37800" y="12600"/>
                  </a:lnTo>
                  <a:lnTo>
                    <a:pt x="56880" y="12600"/>
                  </a:lnTo>
                  <a:lnTo>
                    <a:pt x="88560" y="6120"/>
                  </a:lnTo>
                  <a:lnTo>
                    <a:pt x="114120" y="6120"/>
                  </a:lnTo>
                  <a:lnTo>
                    <a:pt x="133200" y="6120"/>
                  </a:lnTo>
                  <a:lnTo>
                    <a:pt x="158760" y="0"/>
                  </a:lnTo>
                  <a:lnTo>
                    <a:pt x="342720" y="0"/>
                  </a:lnTo>
                  <a:lnTo>
                    <a:pt x="336240" y="0"/>
                  </a:lnTo>
                  <a:lnTo>
                    <a:pt x="330120" y="0"/>
                  </a:lnTo>
                </a:path>
              </a:pathLst>
            </a:custGeom>
            <a:noFill/>
            <a:ln w="19050" cap="flat" cmpd="sng">
              <a:solidFill>
                <a:srgbClr val="00B05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grpSp>
      <p:pic>
        <p:nvPicPr>
          <p:cNvPr id="667" name="Google Shape;667;p23"/>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671"/>
        <p:cNvGrpSpPr/>
        <p:nvPr/>
      </p:nvGrpSpPr>
      <p:grpSpPr>
        <a:xfrm>
          <a:off x="0" y="0"/>
          <a:ext cx="0" cy="0"/>
          <a:chOff x="0" y="0"/>
          <a:chExt cx="0" cy="0"/>
        </a:xfrm>
      </p:grpSpPr>
      <p:sp>
        <p:nvSpPr>
          <p:cNvPr id="672" name="Google Shape;672;p24"/>
          <p:cNvSpPr txBox="1">
            <a:spLocks noGrp="1"/>
          </p:cNvSpPr>
          <p:nvPr>
            <p:ph type="title"/>
          </p:nvPr>
        </p:nvSpPr>
        <p:spPr>
          <a:xfrm>
            <a:off x="261620" y="139700"/>
            <a:ext cx="8335645"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Non-max suppression algorithm</a:t>
            </a:r>
            <a:endParaRPr sz="4400" dirty="0">
              <a:latin typeface="+mj-lt"/>
              <a:ea typeface="Cambria"/>
              <a:cs typeface="Cambria"/>
              <a:sym typeface="Cambria"/>
            </a:endParaRPr>
          </a:p>
        </p:txBody>
      </p:sp>
      <p:sp>
        <p:nvSpPr>
          <p:cNvPr id="673" name="Google Shape;673;p24"/>
          <p:cNvSpPr txBox="1"/>
          <p:nvPr/>
        </p:nvSpPr>
        <p:spPr>
          <a:xfrm>
            <a:off x="1889950" y="4972570"/>
            <a:ext cx="1327812" cy="4437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dirty="0">
                <a:latin typeface="+mj-lt"/>
                <a:ea typeface="Calibri"/>
                <a:cs typeface="Calibri"/>
                <a:sym typeface="Calibri"/>
              </a:rPr>
              <a:t>19</a:t>
            </a:r>
            <a:r>
              <a:rPr lang="en-US" sz="2800" dirty="0">
                <a:latin typeface="+mj-lt"/>
                <a:ea typeface="Cambria Math"/>
                <a:cs typeface="Cambria Math"/>
                <a:sym typeface="Cambria Math"/>
              </a:rPr>
              <a:t>×19</a:t>
            </a:r>
            <a:endParaRPr sz="2800" dirty="0">
              <a:latin typeface="+mj-lt"/>
              <a:ea typeface="Cambria Math"/>
              <a:cs typeface="Cambria Math"/>
              <a:sym typeface="Cambria Math"/>
            </a:endParaRPr>
          </a:p>
        </p:txBody>
      </p:sp>
      <p:sp>
        <p:nvSpPr>
          <p:cNvPr id="677" name="Google Shape;677;p24"/>
          <p:cNvSpPr txBox="1"/>
          <p:nvPr/>
        </p:nvSpPr>
        <p:spPr>
          <a:xfrm>
            <a:off x="5029377" y="2773705"/>
            <a:ext cx="6255385" cy="1339850"/>
          </a:xfrm>
          <a:prstGeom prst="rect">
            <a:avLst/>
          </a:prstGeom>
          <a:noFill/>
          <a:ln>
            <a:noFill/>
          </a:ln>
        </p:spPr>
        <p:txBody>
          <a:bodyPr spcFirstLastPara="1" wrap="square" lIns="0" tIns="243200" rIns="0" bIns="0" anchor="t" anchorCtr="0">
            <a:spAutoFit/>
          </a:bodyPr>
          <a:lstStyle/>
          <a:p>
            <a:pPr marL="38100" lvl="0" indent="0" algn="l" rtl="0">
              <a:lnSpc>
                <a:spcPct val="100000"/>
              </a:lnSpc>
              <a:spcBef>
                <a:spcPts val="0"/>
              </a:spcBef>
              <a:spcAft>
                <a:spcPts val="0"/>
              </a:spcAft>
              <a:buNone/>
            </a:pPr>
            <a:r>
              <a:rPr lang="en-US" sz="2800" dirty="0">
                <a:latin typeface="+mj-lt"/>
                <a:ea typeface="Cambria"/>
                <a:cs typeface="Cambria"/>
                <a:sym typeface="Cambria"/>
              </a:rPr>
              <a:t>Discard all boxes with </a:t>
            </a:r>
            <a:r>
              <a:rPr lang="en-US" sz="2800" dirty="0">
                <a:latin typeface="+mj-lt"/>
                <a:ea typeface="Cambria Math"/>
                <a:cs typeface="Cambria Math"/>
                <a:sym typeface="Cambria Math"/>
              </a:rPr>
              <a:t>$</a:t>
            </a:r>
            <a:r>
              <a:rPr lang="en-US" sz="3000" baseline="-25000" dirty="0">
                <a:latin typeface="+mj-lt"/>
                <a:ea typeface="Cambria Math"/>
                <a:cs typeface="Cambria Math"/>
                <a:sym typeface="Cambria Math"/>
              </a:rPr>
              <a:t>%  </a:t>
            </a:r>
            <a:r>
              <a:rPr lang="en-US" sz="2800" dirty="0">
                <a:latin typeface="+mj-lt"/>
                <a:ea typeface="Cambria Math"/>
                <a:cs typeface="Cambria Math"/>
                <a:sym typeface="Cambria Math"/>
              </a:rPr>
              <a:t>≤ 0.6</a:t>
            </a:r>
            <a:endParaRPr sz="2800" dirty="0">
              <a:latin typeface="+mj-lt"/>
              <a:ea typeface="Cambria Math"/>
              <a:cs typeface="Cambria Math"/>
              <a:sym typeface="Cambria Math"/>
            </a:endParaRPr>
          </a:p>
          <a:p>
            <a:pPr marL="38100" lvl="0" indent="0" algn="l" rtl="0">
              <a:lnSpc>
                <a:spcPct val="100000"/>
              </a:lnSpc>
              <a:spcBef>
                <a:spcPts val="1810"/>
              </a:spcBef>
              <a:spcAft>
                <a:spcPts val="0"/>
              </a:spcAft>
              <a:buNone/>
            </a:pPr>
            <a:r>
              <a:rPr lang="en-US" sz="2800" dirty="0">
                <a:latin typeface="+mj-lt"/>
                <a:ea typeface="Cambria"/>
                <a:cs typeface="Cambria"/>
                <a:sym typeface="Cambria"/>
              </a:rPr>
              <a:t>While there are any remaining boxes:</a:t>
            </a:r>
            <a:endParaRPr sz="2800" dirty="0">
              <a:latin typeface="+mj-lt"/>
              <a:ea typeface="Cambria"/>
              <a:cs typeface="Cambria"/>
              <a:sym typeface="Cambria"/>
            </a:endParaRPr>
          </a:p>
        </p:txBody>
      </p:sp>
      <p:sp>
        <p:nvSpPr>
          <p:cNvPr id="678" name="Google Shape;678;p24"/>
          <p:cNvSpPr txBox="1"/>
          <p:nvPr/>
        </p:nvSpPr>
        <p:spPr>
          <a:xfrm>
            <a:off x="5685409" y="4280027"/>
            <a:ext cx="5854700" cy="2404110"/>
          </a:xfrm>
          <a:prstGeom prst="rect">
            <a:avLst/>
          </a:prstGeom>
          <a:noFill/>
          <a:ln>
            <a:noFill/>
          </a:ln>
        </p:spPr>
        <p:txBody>
          <a:bodyPr spcFirstLastPara="1" wrap="square" lIns="0" tIns="12700" rIns="0" bIns="0" anchor="t" anchorCtr="0">
            <a:spAutoFit/>
          </a:bodyPr>
          <a:lstStyle/>
          <a:p>
            <a:pPr marL="457200" marR="166370" lvl="0" indent="-457200" algn="l" rtl="0">
              <a:lnSpc>
                <a:spcPct val="100000"/>
              </a:lnSpc>
              <a:spcBef>
                <a:spcPts val="0"/>
              </a:spcBef>
              <a:spcAft>
                <a:spcPts val="0"/>
              </a:spcAft>
              <a:buSzPts val="2800"/>
              <a:buFont typeface="Arial"/>
              <a:buChar char="•"/>
            </a:pPr>
            <a:r>
              <a:rPr lang="en-US" sz="2800" dirty="0">
                <a:latin typeface="+mj-lt"/>
                <a:ea typeface="Cambria"/>
                <a:cs typeface="Cambria"/>
                <a:sym typeface="Cambria"/>
              </a:rPr>
              <a:t>Pick the box with the largest </a:t>
            </a:r>
            <a:endParaRPr sz="3000" baseline="-25000" dirty="0">
              <a:latin typeface="+mj-lt"/>
              <a:ea typeface="Cambria Math"/>
              <a:cs typeface="Cambria Math"/>
              <a:sym typeface="Cambria Math"/>
            </a:endParaRPr>
          </a:p>
          <a:p>
            <a:pPr marL="0" marR="161925" lvl="0" indent="0" algn="ctr" rtl="0">
              <a:lnSpc>
                <a:spcPct val="100000"/>
              </a:lnSpc>
              <a:spcBef>
                <a:spcPts val="140"/>
              </a:spcBef>
              <a:spcAft>
                <a:spcPts val="0"/>
              </a:spcAft>
              <a:buNone/>
            </a:pPr>
            <a:r>
              <a:rPr lang="en-US" sz="2800" dirty="0">
                <a:latin typeface="+mj-lt"/>
                <a:ea typeface="Cambria"/>
                <a:cs typeface="Cambria"/>
                <a:sym typeface="Cambria"/>
              </a:rPr>
              <a:t>Output that as a prediction.</a:t>
            </a:r>
            <a:endParaRPr sz="2800" dirty="0">
              <a:latin typeface="+mj-lt"/>
              <a:ea typeface="Cambria"/>
              <a:cs typeface="Cambria"/>
              <a:sym typeface="Cambria"/>
            </a:endParaRPr>
          </a:p>
          <a:p>
            <a:pPr marL="542290" marR="55880" lvl="0" indent="-492759" algn="l" rtl="0">
              <a:lnSpc>
                <a:spcPct val="99700"/>
              </a:lnSpc>
              <a:spcBef>
                <a:spcPts val="1814"/>
              </a:spcBef>
              <a:spcAft>
                <a:spcPts val="0"/>
              </a:spcAft>
              <a:buSzPts val="2800"/>
              <a:buFont typeface="Arial"/>
              <a:buChar char="•"/>
            </a:pPr>
            <a:r>
              <a:rPr lang="en-US" sz="2800" dirty="0">
                <a:latin typeface="+mj-lt"/>
                <a:ea typeface="Cambria"/>
                <a:cs typeface="Cambria"/>
                <a:sym typeface="Cambria"/>
              </a:rPr>
              <a:t>Discard any remaining box with </a:t>
            </a:r>
            <a:r>
              <a:rPr lang="en-US" sz="2800" dirty="0" err="1">
                <a:latin typeface="+mj-lt"/>
                <a:ea typeface="Cambria"/>
                <a:cs typeface="Cambria"/>
                <a:sym typeface="Cambria"/>
              </a:rPr>
              <a:t>IoU</a:t>
            </a:r>
            <a:r>
              <a:rPr lang="en-US" sz="2800" dirty="0">
                <a:latin typeface="+mj-lt"/>
                <a:ea typeface="Cambria"/>
                <a:cs typeface="Cambria"/>
                <a:sym typeface="Cambria"/>
              </a:rPr>
              <a:t> </a:t>
            </a:r>
            <a:r>
              <a:rPr lang="en-US" sz="2800" dirty="0">
                <a:latin typeface="+mj-lt"/>
                <a:ea typeface="Cambria Math"/>
                <a:cs typeface="Cambria Math"/>
                <a:sym typeface="Cambria Math"/>
              </a:rPr>
              <a:t>≥ 0.5 </a:t>
            </a:r>
            <a:r>
              <a:rPr lang="en-US" sz="2800" dirty="0">
                <a:latin typeface="+mj-lt"/>
                <a:ea typeface="Cambria"/>
                <a:cs typeface="Cambria"/>
                <a:sym typeface="Cambria"/>
              </a:rPr>
              <a:t>with the box output in the previous step</a:t>
            </a:r>
            <a:endParaRPr sz="2800" dirty="0">
              <a:latin typeface="+mj-lt"/>
              <a:ea typeface="Cambria"/>
              <a:cs typeface="Cambria"/>
              <a:sym typeface="Cambria"/>
            </a:endParaRPr>
          </a:p>
        </p:txBody>
      </p:sp>
      <p:pic>
        <p:nvPicPr>
          <p:cNvPr id="679" name="Google Shape;679;p24"/>
          <p:cNvPicPr preferRelativeResize="0"/>
          <p:nvPr/>
        </p:nvPicPr>
        <p:blipFill rotWithShape="1">
          <a:blip r:embed="rId3">
            <a:alphaModFix/>
          </a:blip>
          <a:srcRect/>
          <a:stretch/>
        </p:blipFill>
        <p:spPr>
          <a:xfrm>
            <a:off x="859383" y="1761299"/>
            <a:ext cx="3107836" cy="3082556"/>
          </a:xfrm>
          <a:prstGeom prst="rect">
            <a:avLst/>
          </a:prstGeom>
          <a:noFill/>
          <a:ln>
            <a:noFill/>
          </a:ln>
        </p:spPr>
      </p:pic>
      <p:sp>
        <p:nvSpPr>
          <p:cNvPr id="680" name="Google Shape;680;p24"/>
          <p:cNvSpPr txBox="1"/>
          <p:nvPr/>
        </p:nvSpPr>
        <p:spPr>
          <a:xfrm>
            <a:off x="5054777" y="1620875"/>
            <a:ext cx="428244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mbria"/>
                <a:cs typeface="Cambria"/>
                <a:sym typeface="Cambria"/>
              </a:rPr>
              <a:t>Each output prediction is:</a:t>
            </a:r>
            <a:endParaRPr sz="2800">
              <a:latin typeface="+mj-lt"/>
              <a:ea typeface="Cambria"/>
              <a:cs typeface="Cambria"/>
              <a:sym typeface="Cambria"/>
            </a:endParaRPr>
          </a:p>
        </p:txBody>
      </p:sp>
      <p:pic>
        <p:nvPicPr>
          <p:cNvPr id="681" name="Google Shape;681;p24"/>
          <p:cNvPicPr preferRelativeResize="0"/>
          <p:nvPr/>
        </p:nvPicPr>
        <p:blipFill rotWithShape="1">
          <a:blip r:embed="rId4">
            <a:alphaModFix/>
          </a:blip>
          <a:srcRect/>
          <a:stretch/>
        </p:blipFill>
        <p:spPr>
          <a:xfrm>
            <a:off x="9128344" y="693122"/>
            <a:ext cx="1062158" cy="2223121"/>
          </a:xfrm>
          <a:prstGeom prst="rect">
            <a:avLst/>
          </a:prstGeom>
          <a:noFill/>
          <a:ln>
            <a:noFill/>
          </a:ln>
        </p:spPr>
      </p:pic>
      <p:pic>
        <p:nvPicPr>
          <p:cNvPr id="682" name="Google Shape;682;p24"/>
          <p:cNvPicPr preferRelativeResize="0"/>
          <p:nvPr/>
        </p:nvPicPr>
        <p:blipFill rotWithShape="1">
          <a:blip r:embed="rId5">
            <a:alphaModFix/>
          </a:blip>
          <a:srcRect/>
          <a:stretch/>
        </p:blipFill>
        <p:spPr>
          <a:xfrm>
            <a:off x="8503058" y="3036698"/>
            <a:ext cx="625286" cy="406932"/>
          </a:xfrm>
          <a:prstGeom prst="rect">
            <a:avLst/>
          </a:prstGeom>
          <a:noFill/>
          <a:ln>
            <a:noFill/>
          </a:ln>
        </p:spPr>
      </p:pic>
      <p:pic>
        <p:nvPicPr>
          <p:cNvPr id="683" name="Google Shape;683;p24"/>
          <p:cNvPicPr preferRelativeResize="0"/>
          <p:nvPr/>
        </p:nvPicPr>
        <p:blipFill rotWithShape="1">
          <a:blip r:embed="rId5">
            <a:alphaModFix/>
          </a:blip>
          <a:srcRect/>
          <a:stretch/>
        </p:blipFill>
        <p:spPr>
          <a:xfrm>
            <a:off x="10580262" y="4368992"/>
            <a:ext cx="577485" cy="375823"/>
          </a:xfrm>
          <a:prstGeom prst="rect">
            <a:avLst/>
          </a:prstGeom>
          <a:noFill/>
          <a:ln>
            <a:noFill/>
          </a:ln>
        </p:spPr>
      </p:pic>
      <p:pic>
        <p:nvPicPr>
          <p:cNvPr id="684" name="Google Shape;684;p24"/>
          <p:cNvPicPr preferRelativeResize="0"/>
          <p:nvPr/>
        </p:nvPicPr>
        <p:blipFill>
          <a:blip r:embed="rId6">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Shape 688"/>
        <p:cNvGrpSpPr/>
        <p:nvPr/>
      </p:nvGrpSpPr>
      <p:grpSpPr>
        <a:xfrm>
          <a:off x="0" y="0"/>
          <a:ext cx="0" cy="0"/>
          <a:chOff x="0" y="0"/>
          <a:chExt cx="0" cy="0"/>
        </a:xfrm>
      </p:grpSpPr>
      <p:sp>
        <p:nvSpPr>
          <p:cNvPr id="689" name="Google Shape;689;p25"/>
          <p:cNvSpPr txBox="1">
            <a:spLocks noGrp="1"/>
          </p:cNvSpPr>
          <p:nvPr>
            <p:ph type="title"/>
          </p:nvPr>
        </p:nvSpPr>
        <p:spPr>
          <a:xfrm>
            <a:off x="1037258" y="1696300"/>
            <a:ext cx="10383597" cy="936154"/>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690" name="Google Shape;690;p25"/>
          <p:cNvSpPr txBox="1"/>
          <p:nvPr/>
        </p:nvSpPr>
        <p:spPr>
          <a:xfrm>
            <a:off x="6160363" y="3962691"/>
            <a:ext cx="4260774" cy="84382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5400" dirty="0">
                <a:latin typeface="+mj-lt"/>
                <a:ea typeface="Calibri"/>
                <a:cs typeface="Calibri"/>
                <a:sym typeface="Calibri"/>
              </a:rPr>
              <a:t>Anchor boxes</a:t>
            </a:r>
            <a:endParaRPr sz="5400" dirty="0">
              <a:latin typeface="+mj-lt"/>
              <a:ea typeface="Calibri"/>
              <a:cs typeface="Calibri"/>
              <a:sym typeface="Calibri"/>
            </a:endParaRPr>
          </a:p>
        </p:txBody>
      </p:sp>
      <p:sp>
        <p:nvSpPr>
          <p:cNvPr id="691" name="Google Shape;691;p25"/>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692" name="Google Shape;692;p25"/>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dirty="0">
                <a:latin typeface="+mj-lt"/>
                <a:ea typeface="Calibri"/>
                <a:cs typeface="Calibri"/>
                <a:sym typeface="Calibri"/>
              </a:rPr>
              <a:t>Anchor boxes</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193654"/>
            <a:ext cx="11698732"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Anchor boxes in object detection enable each grid cell to detect multiple objects, overcoming the limitation of one object per cell. </a:t>
            </a:r>
          </a:p>
          <a:p>
            <a:pPr marL="285750" indent="-285750">
              <a:buFont typeface="Arial" panose="020B0604020202020204" pitchFamily="34" charset="0"/>
              <a:buChar char="•"/>
            </a:pPr>
            <a:r>
              <a:rPr lang="en-US" sz="2400" dirty="0"/>
              <a:t>By pre-defining anchor box shapes and associating predictions based on the highest Intersection over Union (</a:t>
            </a:r>
            <a:r>
              <a:rPr lang="en-US" sz="2400" dirty="0" err="1"/>
              <a:t>IoU</a:t>
            </a:r>
            <a:r>
              <a:rPr lang="en-US" sz="2400" dirty="0"/>
              <a:t>) with the object's shape, the YOLO algorithm encodes objects in a 16-dimensional vector. </a:t>
            </a:r>
          </a:p>
          <a:p>
            <a:pPr marL="285750" indent="-285750">
              <a:buFont typeface="Arial" panose="020B0604020202020204" pitchFamily="34" charset="0"/>
              <a:buChar char="•"/>
            </a:pPr>
            <a:r>
              <a:rPr lang="en-US" sz="2400" dirty="0"/>
              <a:t>This method allows specialization for various object types, such as tall or wide objects.</a:t>
            </a:r>
          </a:p>
          <a:p>
            <a:pPr marL="285750" indent="-285750">
              <a:buFont typeface="Arial" panose="020B0604020202020204" pitchFamily="34" charset="0"/>
              <a:buChar char="•"/>
            </a:pPr>
            <a:r>
              <a:rPr lang="en-US" sz="2400" dirty="0"/>
              <a:t>Anchor boxes can be selected manually or through a K-means algorithm, providing versatility in object shape detection.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34</a:t>
            </a:fld>
            <a:endParaRPr lang="en-US"/>
          </a:p>
        </p:txBody>
      </p:sp>
    </p:spTree>
    <p:extLst>
      <p:ext uri="{BB962C8B-B14F-4D97-AF65-F5344CB8AC3E}">
        <p14:creationId xmlns:p14="http://schemas.microsoft.com/office/powerpoint/2010/main" val="313987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Shape 696"/>
        <p:cNvGrpSpPr/>
        <p:nvPr/>
      </p:nvGrpSpPr>
      <p:grpSpPr>
        <a:xfrm>
          <a:off x="0" y="0"/>
          <a:ext cx="0" cy="0"/>
          <a:chOff x="0" y="0"/>
          <a:chExt cx="0" cy="0"/>
        </a:xfrm>
      </p:grpSpPr>
      <p:sp>
        <p:nvSpPr>
          <p:cNvPr id="697" name="Google Shape;697;p26"/>
          <p:cNvSpPr txBox="1">
            <a:spLocks noGrp="1"/>
          </p:cNvSpPr>
          <p:nvPr>
            <p:ph type="title"/>
          </p:nvPr>
        </p:nvSpPr>
        <p:spPr>
          <a:xfrm>
            <a:off x="261620" y="139700"/>
            <a:ext cx="53022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Overlapping objects:</a:t>
            </a:r>
            <a:endParaRPr sz="4400" dirty="0">
              <a:latin typeface="+mj-lt"/>
              <a:ea typeface="Cambria"/>
              <a:cs typeface="Cambria"/>
              <a:sym typeface="Cambria"/>
            </a:endParaRPr>
          </a:p>
        </p:txBody>
      </p:sp>
      <p:sp>
        <p:nvSpPr>
          <p:cNvPr id="698" name="Google Shape;698;p26"/>
          <p:cNvSpPr txBox="1"/>
          <p:nvPr/>
        </p:nvSpPr>
        <p:spPr>
          <a:xfrm>
            <a:off x="8988056" y="1252740"/>
            <a:ext cx="227076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mbria"/>
                <a:cs typeface="Cambria"/>
                <a:sym typeface="Cambria"/>
              </a:rPr>
              <a:t>Anchor box 2:</a:t>
            </a:r>
            <a:endParaRPr sz="2800">
              <a:latin typeface="+mj-lt"/>
              <a:ea typeface="Cambria"/>
              <a:cs typeface="Cambria"/>
              <a:sym typeface="Cambria"/>
            </a:endParaRPr>
          </a:p>
        </p:txBody>
      </p:sp>
      <p:grpSp>
        <p:nvGrpSpPr>
          <p:cNvPr id="699" name="Google Shape;699;p26"/>
          <p:cNvGrpSpPr/>
          <p:nvPr/>
        </p:nvGrpSpPr>
        <p:grpSpPr>
          <a:xfrm>
            <a:off x="8992768" y="2089340"/>
            <a:ext cx="2555875" cy="911860"/>
            <a:chOff x="8992768" y="2089340"/>
            <a:chExt cx="2555875" cy="911860"/>
          </a:xfrm>
        </p:grpSpPr>
        <p:sp>
          <p:nvSpPr>
            <p:cNvPr id="700" name="Google Shape;700;p26"/>
            <p:cNvSpPr/>
            <p:nvPr/>
          </p:nvSpPr>
          <p:spPr>
            <a:xfrm>
              <a:off x="8992768" y="2089340"/>
              <a:ext cx="2555875" cy="911860"/>
            </a:xfrm>
            <a:custGeom>
              <a:avLst/>
              <a:gdLst/>
              <a:ahLst/>
              <a:cxnLst/>
              <a:rect l="l" t="t" r="r" b="b"/>
              <a:pathLst>
                <a:path w="2555875" h="911860" extrusionOk="0">
                  <a:moveTo>
                    <a:pt x="0" y="0"/>
                  </a:moveTo>
                  <a:lnTo>
                    <a:pt x="2555516" y="0"/>
                  </a:lnTo>
                  <a:lnTo>
                    <a:pt x="2555516" y="911403"/>
                  </a:lnTo>
                  <a:lnTo>
                    <a:pt x="0" y="911403"/>
                  </a:lnTo>
                  <a:lnTo>
                    <a:pt x="0" y="0"/>
                  </a:lnTo>
                  <a:close/>
                </a:path>
              </a:pathLst>
            </a:custGeom>
            <a:noFill/>
            <a:ln w="32750" cap="flat" cmpd="sng">
              <a:solidFill>
                <a:srgbClr val="6E31A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701" name="Google Shape;701;p26"/>
            <p:cNvPicPr preferRelativeResize="0"/>
            <p:nvPr/>
          </p:nvPicPr>
          <p:blipFill rotWithShape="1">
            <a:blip r:embed="rId3">
              <a:alphaModFix/>
            </a:blip>
            <a:srcRect/>
            <a:stretch/>
          </p:blipFill>
          <p:spPr>
            <a:xfrm>
              <a:off x="10219108" y="2524039"/>
              <a:ext cx="104086" cy="104086"/>
            </a:xfrm>
            <a:prstGeom prst="rect">
              <a:avLst/>
            </a:prstGeom>
            <a:noFill/>
            <a:ln>
              <a:noFill/>
            </a:ln>
          </p:spPr>
        </p:pic>
      </p:grpSp>
      <p:sp>
        <p:nvSpPr>
          <p:cNvPr id="702" name="Google Shape;702;p26"/>
          <p:cNvSpPr txBox="1"/>
          <p:nvPr/>
        </p:nvSpPr>
        <p:spPr>
          <a:xfrm>
            <a:off x="5574233" y="1252740"/>
            <a:ext cx="227076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dirty="0">
                <a:latin typeface="+mj-lt"/>
                <a:ea typeface="Cambria"/>
                <a:cs typeface="Cambria"/>
                <a:sym typeface="Cambria"/>
              </a:rPr>
              <a:t>Anchor box 1:</a:t>
            </a:r>
            <a:endParaRPr sz="2800" dirty="0">
              <a:latin typeface="+mj-lt"/>
              <a:ea typeface="Cambria"/>
              <a:cs typeface="Cambria"/>
              <a:sym typeface="Cambria"/>
            </a:endParaRPr>
          </a:p>
        </p:txBody>
      </p:sp>
      <p:grpSp>
        <p:nvGrpSpPr>
          <p:cNvPr id="703" name="Google Shape;703;p26"/>
          <p:cNvGrpSpPr/>
          <p:nvPr/>
        </p:nvGrpSpPr>
        <p:grpSpPr>
          <a:xfrm>
            <a:off x="6243180" y="1856778"/>
            <a:ext cx="852805" cy="2056764"/>
            <a:chOff x="6243180" y="1856778"/>
            <a:chExt cx="852805" cy="2056764"/>
          </a:xfrm>
        </p:grpSpPr>
        <p:sp>
          <p:nvSpPr>
            <p:cNvPr id="704" name="Google Shape;704;p26"/>
            <p:cNvSpPr/>
            <p:nvPr/>
          </p:nvSpPr>
          <p:spPr>
            <a:xfrm>
              <a:off x="6243180" y="1856778"/>
              <a:ext cx="852805" cy="2056764"/>
            </a:xfrm>
            <a:custGeom>
              <a:avLst/>
              <a:gdLst/>
              <a:ahLst/>
              <a:cxnLst/>
              <a:rect l="l" t="t" r="r" b="b"/>
              <a:pathLst>
                <a:path w="852804" h="2056764" extrusionOk="0">
                  <a:moveTo>
                    <a:pt x="0" y="0"/>
                  </a:moveTo>
                  <a:lnTo>
                    <a:pt x="852606" y="0"/>
                  </a:lnTo>
                  <a:lnTo>
                    <a:pt x="852606" y="2056350"/>
                  </a:lnTo>
                  <a:lnTo>
                    <a:pt x="0" y="2056350"/>
                  </a:lnTo>
                  <a:lnTo>
                    <a:pt x="0" y="0"/>
                  </a:lnTo>
                  <a:close/>
                </a:path>
              </a:pathLst>
            </a:custGeom>
            <a:noFill/>
            <a:ln w="32750" cap="flat" cmpd="sng">
              <a:solidFill>
                <a:srgbClr val="6E31A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705" name="Google Shape;705;p26"/>
            <p:cNvPicPr preferRelativeResize="0"/>
            <p:nvPr/>
          </p:nvPicPr>
          <p:blipFill rotWithShape="1">
            <a:blip r:embed="rId4">
              <a:alphaModFix/>
            </a:blip>
            <a:srcRect/>
            <a:stretch/>
          </p:blipFill>
          <p:spPr>
            <a:xfrm>
              <a:off x="6617147" y="2828597"/>
              <a:ext cx="105059" cy="104086"/>
            </a:xfrm>
            <a:prstGeom prst="rect">
              <a:avLst/>
            </a:prstGeom>
            <a:noFill/>
            <a:ln>
              <a:noFill/>
            </a:ln>
          </p:spPr>
        </p:pic>
      </p:grpSp>
      <p:sp>
        <p:nvSpPr>
          <p:cNvPr id="706" name="Google Shape;706;p26"/>
          <p:cNvSpPr txBox="1"/>
          <p:nvPr/>
        </p:nvSpPr>
        <p:spPr>
          <a:xfrm>
            <a:off x="1232624" y="5246585"/>
            <a:ext cx="1313801"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dirty="0">
                <a:latin typeface="+mj-lt"/>
                <a:ea typeface="Cambria Math"/>
                <a:cs typeface="Cambria"/>
                <a:sym typeface="Cambria Math"/>
              </a:rPr>
              <a:t>y </a:t>
            </a:r>
            <a:r>
              <a:rPr lang="en-US" sz="3200" dirty="0">
                <a:latin typeface="+mj-lt"/>
                <a:ea typeface="Cambria"/>
                <a:cs typeface="Cambria"/>
                <a:sym typeface="Cambria"/>
              </a:rPr>
              <a:t>=</a:t>
            </a:r>
            <a:endParaRPr sz="3200" dirty="0">
              <a:latin typeface="+mj-lt"/>
              <a:ea typeface="Cambria"/>
              <a:cs typeface="Cambria"/>
              <a:sym typeface="Cambria"/>
            </a:endParaRPr>
          </a:p>
        </p:txBody>
      </p:sp>
      <p:grpSp>
        <p:nvGrpSpPr>
          <p:cNvPr id="707" name="Google Shape;707;p26"/>
          <p:cNvGrpSpPr/>
          <p:nvPr/>
        </p:nvGrpSpPr>
        <p:grpSpPr>
          <a:xfrm>
            <a:off x="733965" y="1086893"/>
            <a:ext cx="3261360" cy="3244850"/>
            <a:chOff x="956075" y="1166839"/>
            <a:chExt cx="3261360" cy="3244850"/>
          </a:xfrm>
        </p:grpSpPr>
        <p:pic>
          <p:nvPicPr>
            <p:cNvPr id="708" name="Google Shape;708;p26"/>
            <p:cNvPicPr preferRelativeResize="0"/>
            <p:nvPr/>
          </p:nvPicPr>
          <p:blipFill rotWithShape="1">
            <a:blip r:embed="rId5">
              <a:alphaModFix/>
            </a:blip>
            <a:srcRect/>
            <a:stretch/>
          </p:blipFill>
          <p:spPr>
            <a:xfrm>
              <a:off x="968413" y="1183982"/>
              <a:ext cx="3205797" cy="3184347"/>
            </a:xfrm>
            <a:prstGeom prst="rect">
              <a:avLst/>
            </a:prstGeom>
            <a:noFill/>
            <a:ln>
              <a:noFill/>
            </a:ln>
          </p:spPr>
        </p:pic>
        <p:pic>
          <p:nvPicPr>
            <p:cNvPr id="709" name="Google Shape;709;p26"/>
            <p:cNvPicPr preferRelativeResize="0"/>
            <p:nvPr/>
          </p:nvPicPr>
          <p:blipFill rotWithShape="1">
            <a:blip r:embed="rId6">
              <a:alphaModFix/>
            </a:blip>
            <a:srcRect/>
            <a:stretch/>
          </p:blipFill>
          <p:spPr>
            <a:xfrm>
              <a:off x="1304874" y="2885478"/>
              <a:ext cx="2407323" cy="1170800"/>
            </a:xfrm>
            <a:prstGeom prst="rect">
              <a:avLst/>
            </a:prstGeom>
            <a:noFill/>
            <a:ln>
              <a:noFill/>
            </a:ln>
          </p:spPr>
        </p:pic>
        <p:pic>
          <p:nvPicPr>
            <p:cNvPr id="710" name="Google Shape;710;p26"/>
            <p:cNvPicPr preferRelativeResize="0"/>
            <p:nvPr/>
          </p:nvPicPr>
          <p:blipFill rotWithShape="1">
            <a:blip r:embed="rId7">
              <a:alphaModFix/>
            </a:blip>
            <a:srcRect/>
            <a:stretch/>
          </p:blipFill>
          <p:spPr>
            <a:xfrm>
              <a:off x="2294369" y="2795422"/>
              <a:ext cx="586333" cy="1572907"/>
            </a:xfrm>
            <a:prstGeom prst="rect">
              <a:avLst/>
            </a:prstGeom>
            <a:noFill/>
            <a:ln>
              <a:noFill/>
            </a:ln>
          </p:spPr>
        </p:pic>
        <p:sp>
          <p:nvSpPr>
            <p:cNvPr id="711" name="Google Shape;711;p26"/>
            <p:cNvSpPr/>
            <p:nvPr/>
          </p:nvSpPr>
          <p:spPr>
            <a:xfrm>
              <a:off x="2128215" y="2795422"/>
              <a:ext cx="852805" cy="1569085"/>
            </a:xfrm>
            <a:custGeom>
              <a:avLst/>
              <a:gdLst/>
              <a:ahLst/>
              <a:cxnLst/>
              <a:rect l="l" t="t" r="r" b="b"/>
              <a:pathLst>
                <a:path w="852805" h="1569085" extrusionOk="0">
                  <a:moveTo>
                    <a:pt x="0" y="0"/>
                  </a:moveTo>
                  <a:lnTo>
                    <a:pt x="852606" y="0"/>
                  </a:lnTo>
                  <a:lnTo>
                    <a:pt x="852606" y="1569059"/>
                  </a:lnTo>
                  <a:lnTo>
                    <a:pt x="0" y="1569059"/>
                  </a:lnTo>
                  <a:lnTo>
                    <a:pt x="0" y="0"/>
                  </a:lnTo>
                  <a:close/>
                </a:path>
              </a:pathLst>
            </a:custGeom>
            <a:noFill/>
            <a:ln w="32750" cap="flat" cmpd="sng">
              <a:solidFill>
                <a:srgbClr val="6E31A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12" name="Google Shape;712;p26"/>
            <p:cNvSpPr/>
            <p:nvPr/>
          </p:nvSpPr>
          <p:spPr>
            <a:xfrm>
              <a:off x="1351076" y="3269462"/>
              <a:ext cx="2406650" cy="757555"/>
            </a:xfrm>
            <a:custGeom>
              <a:avLst/>
              <a:gdLst/>
              <a:ahLst/>
              <a:cxnLst/>
              <a:rect l="l" t="t" r="r" b="b"/>
              <a:pathLst>
                <a:path w="2406650" h="757554" extrusionOk="0">
                  <a:moveTo>
                    <a:pt x="0" y="0"/>
                  </a:moveTo>
                  <a:lnTo>
                    <a:pt x="2406092" y="0"/>
                  </a:lnTo>
                  <a:lnTo>
                    <a:pt x="2406092" y="757526"/>
                  </a:lnTo>
                  <a:lnTo>
                    <a:pt x="0" y="757526"/>
                  </a:lnTo>
                  <a:lnTo>
                    <a:pt x="0" y="0"/>
                  </a:lnTo>
                  <a:close/>
                </a:path>
              </a:pathLst>
            </a:custGeom>
            <a:noFill/>
            <a:ln w="32750" cap="flat" cmpd="sng">
              <a:solidFill>
                <a:srgbClr val="6E31A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713" name="Google Shape;713;p26"/>
            <p:cNvPicPr preferRelativeResize="0"/>
            <p:nvPr/>
          </p:nvPicPr>
          <p:blipFill rotWithShape="1">
            <a:blip r:embed="rId8">
              <a:alphaModFix/>
            </a:blip>
            <a:srcRect/>
            <a:stretch/>
          </p:blipFill>
          <p:spPr>
            <a:xfrm>
              <a:off x="2521905" y="3571535"/>
              <a:ext cx="98743" cy="84313"/>
            </a:xfrm>
            <a:prstGeom prst="rect">
              <a:avLst/>
            </a:prstGeom>
            <a:noFill/>
            <a:ln>
              <a:noFill/>
            </a:ln>
          </p:spPr>
        </p:pic>
        <p:sp>
          <p:nvSpPr>
            <p:cNvPr id="714" name="Google Shape;714;p26"/>
            <p:cNvSpPr/>
            <p:nvPr/>
          </p:nvSpPr>
          <p:spPr>
            <a:xfrm>
              <a:off x="2052691" y="1166839"/>
              <a:ext cx="0" cy="3244850"/>
            </a:xfrm>
            <a:custGeom>
              <a:avLst/>
              <a:gdLst/>
              <a:ahLst/>
              <a:cxnLst/>
              <a:rect l="l" t="t" r="r" b="b"/>
              <a:pathLst>
                <a:path w="120000" h="3244850" extrusionOk="0">
                  <a:moveTo>
                    <a:pt x="0" y="0"/>
                  </a:moveTo>
                  <a:lnTo>
                    <a:pt x="0" y="3244439"/>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15" name="Google Shape;715;p26"/>
            <p:cNvSpPr/>
            <p:nvPr/>
          </p:nvSpPr>
          <p:spPr>
            <a:xfrm>
              <a:off x="3120736" y="1166839"/>
              <a:ext cx="0" cy="3244850"/>
            </a:xfrm>
            <a:custGeom>
              <a:avLst/>
              <a:gdLst/>
              <a:ahLst/>
              <a:cxnLst/>
              <a:rect l="l" t="t" r="r" b="b"/>
              <a:pathLst>
                <a:path w="120000" h="3244850" extrusionOk="0">
                  <a:moveTo>
                    <a:pt x="0" y="0"/>
                  </a:moveTo>
                  <a:lnTo>
                    <a:pt x="0" y="3244439"/>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16" name="Google Shape;716;p26"/>
            <p:cNvSpPr/>
            <p:nvPr/>
          </p:nvSpPr>
          <p:spPr>
            <a:xfrm>
              <a:off x="956075" y="2257838"/>
              <a:ext cx="3261360" cy="0"/>
            </a:xfrm>
            <a:custGeom>
              <a:avLst/>
              <a:gdLst/>
              <a:ahLst/>
              <a:cxnLst/>
              <a:rect l="l" t="t" r="r" b="b"/>
              <a:pathLst>
                <a:path w="3261360" h="120000" extrusionOk="0">
                  <a:moveTo>
                    <a:pt x="0" y="0"/>
                  </a:moveTo>
                  <a:lnTo>
                    <a:pt x="3261281"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17" name="Google Shape;717;p26"/>
            <p:cNvSpPr/>
            <p:nvPr/>
          </p:nvSpPr>
          <p:spPr>
            <a:xfrm>
              <a:off x="956075" y="3320275"/>
              <a:ext cx="3261360" cy="0"/>
            </a:xfrm>
            <a:custGeom>
              <a:avLst/>
              <a:gdLst/>
              <a:ahLst/>
              <a:cxnLst/>
              <a:rect l="l" t="t" r="r" b="b"/>
              <a:pathLst>
                <a:path w="3261360" h="120000" extrusionOk="0">
                  <a:moveTo>
                    <a:pt x="0" y="0"/>
                  </a:moveTo>
                  <a:lnTo>
                    <a:pt x="3261281"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18" name="Google Shape;718;p26"/>
            <p:cNvSpPr/>
            <p:nvPr/>
          </p:nvSpPr>
          <p:spPr>
            <a:xfrm>
              <a:off x="984636" y="1166839"/>
              <a:ext cx="0" cy="3244850"/>
            </a:xfrm>
            <a:custGeom>
              <a:avLst/>
              <a:gdLst/>
              <a:ahLst/>
              <a:cxnLst/>
              <a:rect l="l" t="t" r="r" b="b"/>
              <a:pathLst>
                <a:path w="120000" h="3244850" extrusionOk="0">
                  <a:moveTo>
                    <a:pt x="0" y="0"/>
                  </a:moveTo>
                  <a:lnTo>
                    <a:pt x="0" y="3244439"/>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19" name="Google Shape;719;p26"/>
            <p:cNvSpPr/>
            <p:nvPr/>
          </p:nvSpPr>
          <p:spPr>
            <a:xfrm>
              <a:off x="4188791" y="1166839"/>
              <a:ext cx="0" cy="3244850"/>
            </a:xfrm>
            <a:custGeom>
              <a:avLst/>
              <a:gdLst/>
              <a:ahLst/>
              <a:cxnLst/>
              <a:rect l="l" t="t" r="r" b="b"/>
              <a:pathLst>
                <a:path w="120000" h="3244850" extrusionOk="0">
                  <a:moveTo>
                    <a:pt x="0" y="0"/>
                  </a:moveTo>
                  <a:lnTo>
                    <a:pt x="0" y="3244439"/>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20" name="Google Shape;720;p26"/>
            <p:cNvSpPr/>
            <p:nvPr/>
          </p:nvSpPr>
          <p:spPr>
            <a:xfrm>
              <a:off x="956075" y="1195400"/>
              <a:ext cx="3261360" cy="0"/>
            </a:xfrm>
            <a:custGeom>
              <a:avLst/>
              <a:gdLst/>
              <a:ahLst/>
              <a:cxnLst/>
              <a:rect l="l" t="t" r="r" b="b"/>
              <a:pathLst>
                <a:path w="3261360" h="120000" extrusionOk="0">
                  <a:moveTo>
                    <a:pt x="0" y="0"/>
                  </a:moveTo>
                  <a:lnTo>
                    <a:pt x="3261281"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21" name="Google Shape;721;p26"/>
            <p:cNvSpPr/>
            <p:nvPr/>
          </p:nvSpPr>
          <p:spPr>
            <a:xfrm>
              <a:off x="956075" y="4382713"/>
              <a:ext cx="3261360" cy="0"/>
            </a:xfrm>
            <a:custGeom>
              <a:avLst/>
              <a:gdLst/>
              <a:ahLst/>
              <a:cxnLst/>
              <a:rect l="l" t="t" r="r" b="b"/>
              <a:pathLst>
                <a:path w="3261360" h="120000" extrusionOk="0">
                  <a:moveTo>
                    <a:pt x="0" y="0"/>
                  </a:moveTo>
                  <a:lnTo>
                    <a:pt x="3261281"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pic>
        <p:nvPicPr>
          <p:cNvPr id="722" name="Google Shape;722;p26"/>
          <p:cNvPicPr preferRelativeResize="0"/>
          <p:nvPr/>
        </p:nvPicPr>
        <p:blipFill rotWithShape="1">
          <a:blip r:embed="rId9">
            <a:alphaModFix/>
          </a:blip>
          <a:srcRect/>
          <a:stretch/>
        </p:blipFill>
        <p:spPr>
          <a:xfrm>
            <a:off x="2055475" y="4423502"/>
            <a:ext cx="587381" cy="2159245"/>
          </a:xfrm>
          <a:prstGeom prst="rect">
            <a:avLst/>
          </a:prstGeom>
          <a:noFill/>
          <a:ln>
            <a:noFill/>
          </a:ln>
        </p:spPr>
      </p:pic>
      <p:pic>
        <p:nvPicPr>
          <p:cNvPr id="723" name="Google Shape;723;p26"/>
          <p:cNvPicPr preferRelativeResize="0"/>
          <p:nvPr/>
        </p:nvPicPr>
        <p:blipFill rotWithShape="1">
          <a:blip r:embed="rId9">
            <a:alphaModFix/>
          </a:blip>
          <a:srcRect/>
          <a:stretch/>
        </p:blipFill>
        <p:spPr>
          <a:xfrm>
            <a:off x="7844994" y="2715475"/>
            <a:ext cx="481660" cy="1770609"/>
          </a:xfrm>
          <a:prstGeom prst="rect">
            <a:avLst/>
          </a:prstGeom>
          <a:noFill/>
          <a:ln>
            <a:noFill/>
          </a:ln>
        </p:spPr>
      </p:pic>
      <p:pic>
        <p:nvPicPr>
          <p:cNvPr id="724" name="Google Shape;724;p26"/>
          <p:cNvPicPr preferRelativeResize="0"/>
          <p:nvPr/>
        </p:nvPicPr>
        <p:blipFill rotWithShape="1">
          <a:blip r:embed="rId9">
            <a:alphaModFix/>
          </a:blip>
          <a:srcRect/>
          <a:stretch/>
        </p:blipFill>
        <p:spPr>
          <a:xfrm>
            <a:off x="7827771" y="4486084"/>
            <a:ext cx="516106" cy="1897233"/>
          </a:xfrm>
          <a:prstGeom prst="rect">
            <a:avLst/>
          </a:prstGeom>
          <a:noFill/>
          <a:ln>
            <a:noFill/>
          </a:ln>
        </p:spPr>
      </p:pic>
      <p:pic>
        <p:nvPicPr>
          <p:cNvPr id="725" name="Google Shape;725;p26"/>
          <p:cNvPicPr preferRelativeResize="0"/>
          <p:nvPr/>
        </p:nvPicPr>
        <p:blipFill rotWithShape="1">
          <a:blip r:embed="rId10">
            <a:alphaModFix/>
          </a:blip>
          <a:srcRect/>
          <a:stretch/>
        </p:blipFill>
        <p:spPr>
          <a:xfrm>
            <a:off x="6656476" y="4352545"/>
            <a:ext cx="662997" cy="464860"/>
          </a:xfrm>
          <a:prstGeom prst="rect">
            <a:avLst/>
          </a:prstGeom>
          <a:noFill/>
          <a:ln>
            <a:noFill/>
          </a:ln>
        </p:spPr>
      </p:pic>
      <p:pic>
        <p:nvPicPr>
          <p:cNvPr id="726" name="Google Shape;726;p26"/>
          <p:cNvPicPr preferRelativeResize="0"/>
          <p:nvPr/>
        </p:nvPicPr>
        <p:blipFill rotWithShape="1">
          <a:blip r:embed="rId11">
            <a:alphaModFix/>
          </a:blip>
          <a:srcRect/>
          <a:stretch/>
        </p:blipFill>
        <p:spPr>
          <a:xfrm>
            <a:off x="8290093" y="3500197"/>
            <a:ext cx="1889924" cy="449619"/>
          </a:xfrm>
          <a:prstGeom prst="rect">
            <a:avLst/>
          </a:prstGeom>
          <a:noFill/>
          <a:ln>
            <a:noFill/>
          </a:ln>
        </p:spPr>
      </p:pic>
      <p:pic>
        <p:nvPicPr>
          <p:cNvPr id="727" name="Google Shape;727;p26"/>
          <p:cNvPicPr preferRelativeResize="0"/>
          <p:nvPr/>
        </p:nvPicPr>
        <p:blipFill rotWithShape="1">
          <a:blip r:embed="rId12">
            <a:alphaModFix/>
          </a:blip>
          <a:srcRect/>
          <a:stretch/>
        </p:blipFill>
        <p:spPr>
          <a:xfrm>
            <a:off x="8368532" y="5140443"/>
            <a:ext cx="1767993" cy="419136"/>
          </a:xfrm>
          <a:prstGeom prst="rect">
            <a:avLst/>
          </a:prstGeom>
          <a:noFill/>
          <a:ln>
            <a:noFill/>
          </a:ln>
        </p:spPr>
      </p:pic>
      <p:pic>
        <p:nvPicPr>
          <p:cNvPr id="728" name="Google Shape;728;p26"/>
          <p:cNvPicPr preferRelativeResize="0"/>
          <p:nvPr/>
        </p:nvPicPr>
        <p:blipFill>
          <a:blip r:embed="rId1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Shape 732"/>
        <p:cNvGrpSpPr/>
        <p:nvPr/>
      </p:nvGrpSpPr>
      <p:grpSpPr>
        <a:xfrm>
          <a:off x="0" y="0"/>
          <a:ext cx="0" cy="0"/>
          <a:chOff x="0" y="0"/>
          <a:chExt cx="0" cy="0"/>
        </a:xfrm>
      </p:grpSpPr>
      <p:sp>
        <p:nvSpPr>
          <p:cNvPr id="733" name="Google Shape;733;p27"/>
          <p:cNvSpPr txBox="1">
            <a:spLocks noGrp="1"/>
          </p:cNvSpPr>
          <p:nvPr>
            <p:ph type="title"/>
          </p:nvPr>
        </p:nvSpPr>
        <p:spPr>
          <a:xfrm>
            <a:off x="261620" y="139700"/>
            <a:ext cx="563372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mj-lt"/>
                <a:ea typeface="Cambria"/>
                <a:cs typeface="Cambria"/>
                <a:sym typeface="Cambria"/>
              </a:rPr>
              <a:t>Anchor box algorithm</a:t>
            </a:r>
            <a:endParaRPr sz="4400">
              <a:latin typeface="+mj-lt"/>
              <a:ea typeface="Cambria"/>
              <a:cs typeface="Cambria"/>
              <a:sym typeface="Cambria"/>
            </a:endParaRPr>
          </a:p>
        </p:txBody>
      </p:sp>
      <p:sp>
        <p:nvSpPr>
          <p:cNvPr id="734" name="Google Shape;734;p27"/>
          <p:cNvSpPr txBox="1"/>
          <p:nvPr/>
        </p:nvSpPr>
        <p:spPr>
          <a:xfrm>
            <a:off x="418475" y="1047406"/>
            <a:ext cx="5267325" cy="2834005"/>
          </a:xfrm>
          <a:prstGeom prst="rect">
            <a:avLst/>
          </a:prstGeom>
          <a:noFill/>
          <a:ln>
            <a:noFill/>
          </a:ln>
        </p:spPr>
        <p:txBody>
          <a:bodyPr spcFirstLastPara="1" wrap="square" lIns="0" tIns="170800" rIns="0" bIns="0" anchor="t" anchorCtr="0">
            <a:spAutoFit/>
          </a:bodyPr>
          <a:lstStyle/>
          <a:p>
            <a:pPr marL="12700" lvl="0" indent="0" algn="l" rtl="0">
              <a:lnSpc>
                <a:spcPct val="100000"/>
              </a:lnSpc>
              <a:spcBef>
                <a:spcPts val="0"/>
              </a:spcBef>
              <a:spcAft>
                <a:spcPts val="0"/>
              </a:spcAft>
              <a:buNone/>
            </a:pPr>
            <a:r>
              <a:rPr lang="en-US" sz="3600" dirty="0">
                <a:latin typeface="+mj-lt"/>
                <a:ea typeface="Cambria"/>
                <a:cs typeface="Cambria"/>
                <a:sym typeface="Cambria"/>
              </a:rPr>
              <a:t>Previously</a:t>
            </a:r>
            <a:r>
              <a:rPr lang="en-US" sz="3200" dirty="0">
                <a:latin typeface="+mj-lt"/>
                <a:ea typeface="Cambria"/>
                <a:cs typeface="Cambria"/>
                <a:sym typeface="Cambria"/>
              </a:rPr>
              <a:t>:</a:t>
            </a:r>
            <a:endParaRPr sz="3200" dirty="0">
              <a:latin typeface="+mj-lt"/>
              <a:ea typeface="Cambria"/>
              <a:cs typeface="Cambria"/>
              <a:sym typeface="Cambria"/>
            </a:endParaRPr>
          </a:p>
          <a:p>
            <a:pPr marL="588010" marR="5080" lvl="0" indent="0" algn="l" rtl="0">
              <a:lnSpc>
                <a:spcPct val="100699"/>
              </a:lnSpc>
              <a:spcBef>
                <a:spcPts val="1080"/>
              </a:spcBef>
              <a:spcAft>
                <a:spcPts val="0"/>
              </a:spcAft>
              <a:buNone/>
            </a:pPr>
            <a:r>
              <a:rPr lang="en-US" sz="3200" dirty="0">
                <a:latin typeface="+mj-lt"/>
                <a:ea typeface="Cambria"/>
                <a:cs typeface="Cambria"/>
                <a:sym typeface="Cambria"/>
              </a:rPr>
              <a:t>Each object in training image is assigned to grid cell that contains that object’s midpoint.</a:t>
            </a:r>
            <a:endParaRPr sz="3200" dirty="0">
              <a:latin typeface="+mj-lt"/>
              <a:ea typeface="Cambria"/>
              <a:cs typeface="Cambria"/>
              <a:sym typeface="Cambria"/>
            </a:endParaRPr>
          </a:p>
        </p:txBody>
      </p:sp>
      <p:sp>
        <p:nvSpPr>
          <p:cNvPr id="735" name="Google Shape;735;p27"/>
          <p:cNvSpPr txBox="1">
            <a:spLocks noGrp="1"/>
          </p:cNvSpPr>
          <p:nvPr>
            <p:ph type="body" idx="2"/>
          </p:nvPr>
        </p:nvSpPr>
        <p:spPr>
          <a:xfrm>
            <a:off x="6296952" y="1047378"/>
            <a:ext cx="5380355" cy="3798570"/>
          </a:xfrm>
          <a:prstGeom prst="rect">
            <a:avLst/>
          </a:prstGeom>
          <a:noFill/>
          <a:ln>
            <a:noFill/>
          </a:ln>
        </p:spPr>
        <p:txBody>
          <a:bodyPr spcFirstLastPara="1" wrap="square" lIns="0" tIns="170800" rIns="0" bIns="0" anchor="t" anchorCtr="0">
            <a:spAutoFit/>
          </a:bodyPr>
          <a:lstStyle/>
          <a:p>
            <a:pPr marL="653415" lvl="0" indent="-641350" algn="l" rtl="0">
              <a:lnSpc>
                <a:spcPct val="100000"/>
              </a:lnSpc>
              <a:spcBef>
                <a:spcPts val="0"/>
              </a:spcBef>
              <a:spcAft>
                <a:spcPts val="0"/>
              </a:spcAft>
              <a:buNone/>
            </a:pPr>
            <a:r>
              <a:rPr lang="en-US">
                <a:latin typeface="+mj-lt"/>
              </a:rPr>
              <a:t>With two anchor boxes:</a:t>
            </a:r>
            <a:endParaRPr>
              <a:latin typeface="+mj-lt"/>
            </a:endParaRPr>
          </a:p>
          <a:p>
            <a:pPr marL="653415" marR="5080" lvl="0" indent="0" algn="l" rtl="0">
              <a:lnSpc>
                <a:spcPct val="100000"/>
              </a:lnSpc>
              <a:spcBef>
                <a:spcPts val="1105"/>
              </a:spcBef>
              <a:spcAft>
                <a:spcPts val="0"/>
              </a:spcAft>
              <a:buNone/>
            </a:pPr>
            <a:r>
              <a:rPr lang="en-US" sz="3200">
                <a:latin typeface="+mj-lt"/>
              </a:rPr>
              <a:t>Each object in training image is assigned to grid cell that contains object’s midpoint and anchor box for the grid cell with highest IoU.</a:t>
            </a:r>
            <a:endParaRPr sz="3200">
              <a:latin typeface="+mj-lt"/>
            </a:endParaRPr>
          </a:p>
        </p:txBody>
      </p:sp>
      <p:pic>
        <p:nvPicPr>
          <p:cNvPr id="736" name="Google Shape;736;p27"/>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858"/>
        <p:cNvGrpSpPr/>
        <p:nvPr/>
      </p:nvGrpSpPr>
      <p:grpSpPr>
        <a:xfrm>
          <a:off x="0" y="0"/>
          <a:ext cx="0" cy="0"/>
          <a:chOff x="0" y="0"/>
          <a:chExt cx="0" cy="0"/>
        </a:xfrm>
      </p:grpSpPr>
      <p:sp>
        <p:nvSpPr>
          <p:cNvPr id="859" name="Google Shape;859;p33"/>
          <p:cNvSpPr txBox="1">
            <a:spLocks noGrp="1"/>
          </p:cNvSpPr>
          <p:nvPr>
            <p:ph type="title"/>
          </p:nvPr>
        </p:nvSpPr>
        <p:spPr>
          <a:xfrm>
            <a:off x="1037258" y="1696300"/>
            <a:ext cx="10337877" cy="936154"/>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860" name="Google Shape;860;p33"/>
          <p:cNvSpPr txBox="1"/>
          <p:nvPr/>
        </p:nvSpPr>
        <p:spPr>
          <a:xfrm>
            <a:off x="5605550" y="3825531"/>
            <a:ext cx="5370399" cy="2022590"/>
          </a:xfrm>
          <a:prstGeom prst="rect">
            <a:avLst/>
          </a:prstGeom>
          <a:noFill/>
          <a:ln>
            <a:noFill/>
          </a:ln>
        </p:spPr>
        <p:txBody>
          <a:bodyPr spcFirstLastPara="1" wrap="square" lIns="0" tIns="27925" rIns="0" bIns="0" anchor="t" anchorCtr="0">
            <a:spAutoFit/>
          </a:bodyPr>
          <a:lstStyle/>
          <a:p>
            <a:pPr marL="1192530" marR="5080" lvl="0" indent="-1180465" algn="l" rtl="0">
              <a:lnSpc>
                <a:spcPct val="119696"/>
              </a:lnSpc>
              <a:spcBef>
                <a:spcPts val="0"/>
              </a:spcBef>
              <a:spcAft>
                <a:spcPts val="0"/>
              </a:spcAft>
              <a:buNone/>
            </a:pPr>
            <a:r>
              <a:rPr lang="en-US" sz="5400" dirty="0">
                <a:latin typeface="+mj-lt"/>
                <a:ea typeface="Calibri"/>
                <a:cs typeface="Calibri"/>
                <a:sym typeface="Calibri"/>
              </a:rPr>
              <a:t>Region proposals (Optional)</a:t>
            </a:r>
            <a:endParaRPr sz="5400" dirty="0">
              <a:latin typeface="+mj-lt"/>
              <a:ea typeface="Calibri"/>
              <a:cs typeface="Calibri"/>
              <a:sym typeface="Calibri"/>
            </a:endParaRPr>
          </a:p>
        </p:txBody>
      </p:sp>
      <p:sp>
        <p:nvSpPr>
          <p:cNvPr id="861" name="Google Shape;861;p33"/>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862" name="Google Shape;862;p33"/>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1192530" marR="5080" lvl="0" indent="-1180465" algn="l" rtl="0">
              <a:lnSpc>
                <a:spcPct val="119696"/>
              </a:lnSpc>
              <a:spcBef>
                <a:spcPts val="0"/>
              </a:spcBef>
              <a:spcAft>
                <a:spcPts val="0"/>
              </a:spcAft>
              <a:buNone/>
            </a:pPr>
            <a:r>
              <a:rPr lang="en-US" sz="4400" dirty="0">
                <a:latin typeface="+mj-lt"/>
                <a:ea typeface="Calibri"/>
                <a:cs typeface="Calibri"/>
                <a:sym typeface="Calibri"/>
              </a:rPr>
              <a:t>Region proposals (Optional)</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240699"/>
            <a:ext cx="11698732" cy="3785652"/>
          </a:xfrm>
          <a:prstGeom prst="rect">
            <a:avLst/>
          </a:prstGeom>
          <a:noFill/>
        </p:spPr>
        <p:txBody>
          <a:bodyPr wrap="square" rtlCol="0">
            <a:spAutoFit/>
          </a:bodyPr>
          <a:lstStyle/>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In object detection, region proposals, like those in R-CNN (Regions with Convolutional Neural Networks), select specific windows for algorithm processing instead of evaluating each window individually. </a:t>
            </a:r>
          </a:p>
          <a:p>
            <a:pPr marL="285750" indent="-285750">
              <a:buFont typeface="Arial" panose="020B0604020202020204" pitchFamily="34" charset="0"/>
              <a:buChar char="•"/>
            </a:pPr>
            <a:r>
              <a:rPr lang="en-US" sz="2400" dirty="0"/>
              <a:t>While effective, R-CNN is slow, leading to improvements like Fast R-CNN and Faster R-CNN, employing convolutional methods. An alternative is the YOLO (You Only Look Once) algorithm, processing the entire image at once for direct object detections.</a:t>
            </a:r>
          </a:p>
          <a:p>
            <a:pPr marL="285750" indent="-285750">
              <a:buFont typeface="Arial" panose="020B0604020202020204" pitchFamily="34" charset="0"/>
              <a:buChar char="•"/>
            </a:pPr>
            <a:r>
              <a:rPr lang="en-US" sz="2400" dirty="0"/>
              <a:t>Understanding region proposals is key, but ongoing research aims to develop more efficient object detection algorithms without relying on region proposals.</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38</a:t>
            </a:fld>
            <a:endParaRPr lang="en-US"/>
          </a:p>
        </p:txBody>
      </p:sp>
    </p:spTree>
    <p:extLst>
      <p:ext uri="{BB962C8B-B14F-4D97-AF65-F5344CB8AC3E}">
        <p14:creationId xmlns:p14="http://schemas.microsoft.com/office/powerpoint/2010/main" val="2107564849"/>
      </p:ext>
    </p:extLst>
  </p:cSld>
  <p:clrMapOvr>
    <a:masterClrMapping/>
  </p:clrMapOvr>
  <p:extLst>
    <p:ext uri="{6950BFC3-D8DA-4A85-94F7-54DA5524770B}">
      <p188:commentRel xmlns="" xmlns:p188="http://schemas.microsoft.com/office/powerpoint/2018/8/main" r:id="rId4"/>
    </p:ext>
  </p:extLst>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Shape 866"/>
        <p:cNvGrpSpPr/>
        <p:nvPr/>
      </p:nvGrpSpPr>
      <p:grpSpPr>
        <a:xfrm>
          <a:off x="0" y="0"/>
          <a:ext cx="0" cy="0"/>
          <a:chOff x="0" y="0"/>
          <a:chExt cx="0" cy="0"/>
        </a:xfrm>
      </p:grpSpPr>
      <p:pic>
        <p:nvPicPr>
          <p:cNvPr id="867" name="Google Shape;867;p34"/>
          <p:cNvPicPr preferRelativeResize="0"/>
          <p:nvPr/>
        </p:nvPicPr>
        <p:blipFill rotWithShape="1">
          <a:blip r:embed="rId3">
            <a:alphaModFix/>
          </a:blip>
          <a:srcRect/>
          <a:stretch/>
        </p:blipFill>
        <p:spPr>
          <a:xfrm>
            <a:off x="4386542" y="1444028"/>
            <a:ext cx="3493693" cy="3052152"/>
          </a:xfrm>
          <a:prstGeom prst="rect">
            <a:avLst/>
          </a:prstGeom>
          <a:noFill/>
          <a:ln>
            <a:noFill/>
          </a:ln>
        </p:spPr>
      </p:pic>
      <p:pic>
        <p:nvPicPr>
          <p:cNvPr id="868" name="Google Shape;868;p34"/>
          <p:cNvPicPr preferRelativeResize="0"/>
          <p:nvPr/>
        </p:nvPicPr>
        <p:blipFill rotWithShape="1">
          <a:blip r:embed="rId3">
            <a:alphaModFix/>
          </a:blip>
          <a:srcRect/>
          <a:stretch/>
        </p:blipFill>
        <p:spPr>
          <a:xfrm>
            <a:off x="276788" y="1353921"/>
            <a:ext cx="3493693" cy="3052152"/>
          </a:xfrm>
          <a:prstGeom prst="rect">
            <a:avLst/>
          </a:prstGeom>
          <a:noFill/>
          <a:ln>
            <a:noFill/>
          </a:ln>
        </p:spPr>
      </p:pic>
      <p:sp>
        <p:nvSpPr>
          <p:cNvPr id="869" name="Google Shape;869;p34"/>
          <p:cNvSpPr txBox="1">
            <a:spLocks noGrp="1"/>
          </p:cNvSpPr>
          <p:nvPr>
            <p:ph type="title"/>
          </p:nvPr>
        </p:nvSpPr>
        <p:spPr>
          <a:xfrm>
            <a:off x="261620" y="139700"/>
            <a:ext cx="63690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mj-lt"/>
                <a:ea typeface="Cambria"/>
                <a:cs typeface="Cambria"/>
                <a:sym typeface="Cambria"/>
              </a:rPr>
              <a:t>Region proposal: R-CNN</a:t>
            </a:r>
            <a:endParaRPr sz="4400">
              <a:latin typeface="+mj-lt"/>
              <a:ea typeface="Cambria"/>
              <a:cs typeface="Cambria"/>
              <a:sym typeface="Cambria"/>
            </a:endParaRPr>
          </a:p>
        </p:txBody>
      </p:sp>
      <p:graphicFrame>
        <p:nvGraphicFramePr>
          <p:cNvPr id="870" name="Google Shape;870;p34"/>
          <p:cNvGraphicFramePr/>
          <p:nvPr/>
        </p:nvGraphicFramePr>
        <p:xfrm>
          <a:off x="290450" y="1367581"/>
          <a:ext cx="3521675" cy="3052440"/>
        </p:xfrm>
        <a:graphic>
          <a:graphicData uri="http://schemas.openxmlformats.org/drawingml/2006/table">
            <a:tbl>
              <a:tblPr firstRow="1" bandRow="1">
                <a:noFill/>
                <a:tableStyleId>{212714E9-6B82-488D-B99E-6F814BD6195D}</a:tableStyleId>
              </a:tblPr>
              <a:tblGrid>
                <a:gridCol w="588000">
                  <a:extLst>
                    <a:ext uri="{9D8B030D-6E8A-4147-A177-3AD203B41FA5}">
                      <a16:colId xmlns:a16="http://schemas.microsoft.com/office/drawing/2014/main" val="20000"/>
                    </a:ext>
                  </a:extLst>
                </a:gridCol>
                <a:gridCol w="585475">
                  <a:extLst>
                    <a:ext uri="{9D8B030D-6E8A-4147-A177-3AD203B41FA5}">
                      <a16:colId xmlns:a16="http://schemas.microsoft.com/office/drawing/2014/main" val="20001"/>
                    </a:ext>
                  </a:extLst>
                </a:gridCol>
                <a:gridCol w="588000">
                  <a:extLst>
                    <a:ext uri="{9D8B030D-6E8A-4147-A177-3AD203B41FA5}">
                      <a16:colId xmlns:a16="http://schemas.microsoft.com/office/drawing/2014/main" val="20002"/>
                    </a:ext>
                  </a:extLst>
                </a:gridCol>
                <a:gridCol w="588000">
                  <a:extLst>
                    <a:ext uri="{9D8B030D-6E8A-4147-A177-3AD203B41FA5}">
                      <a16:colId xmlns:a16="http://schemas.microsoft.com/office/drawing/2014/main" val="20003"/>
                    </a:ext>
                  </a:extLst>
                </a:gridCol>
                <a:gridCol w="581650">
                  <a:extLst>
                    <a:ext uri="{9D8B030D-6E8A-4147-A177-3AD203B41FA5}">
                      <a16:colId xmlns:a16="http://schemas.microsoft.com/office/drawing/2014/main" val="20004"/>
                    </a:ext>
                  </a:extLst>
                </a:gridCol>
                <a:gridCol w="590550">
                  <a:extLst>
                    <a:ext uri="{9D8B030D-6E8A-4147-A177-3AD203B41FA5}">
                      <a16:colId xmlns:a16="http://schemas.microsoft.com/office/drawing/2014/main" val="20005"/>
                    </a:ext>
                  </a:extLst>
                </a:gridCol>
              </a:tblGrid>
              <a:tr h="653425">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0"/>
                  </a:ext>
                </a:extLst>
              </a:tr>
              <a:tr h="415925">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1"/>
                  </a:ext>
                </a:extLst>
              </a:tr>
              <a:tr h="257175">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2"/>
                  </a:ext>
                </a:extLst>
              </a:tr>
              <a:tr h="395600">
                <a:tc>
                  <a:txBody>
                    <a:bodyPr/>
                    <a:lstStyle/>
                    <a:p>
                      <a:pPr marL="0" marR="0" lvl="0" indent="0" algn="l" rtl="0">
                        <a:lnSpc>
                          <a:spcPct val="100000"/>
                        </a:lnSpc>
                        <a:spcBef>
                          <a:spcPts val="0"/>
                        </a:spcBef>
                        <a:spcAft>
                          <a:spcPts val="0"/>
                        </a:spcAft>
                        <a:buNone/>
                      </a:pPr>
                      <a:endParaRPr sz="25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5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5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5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5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5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3"/>
                  </a:ext>
                </a:extLst>
              </a:tr>
              <a:tr h="257175">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4"/>
                  </a:ext>
                </a:extLst>
              </a:tr>
              <a:tr h="415925">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6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5"/>
                  </a:ext>
                </a:extLst>
              </a:tr>
              <a:tr h="653425">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43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3810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pic>
        <p:nvPicPr>
          <p:cNvPr id="871" name="Google Shape;871;p34"/>
          <p:cNvPicPr preferRelativeResize="0"/>
          <p:nvPr/>
        </p:nvPicPr>
        <p:blipFill rotWithShape="1">
          <a:blip r:embed="rId4">
            <a:alphaModFix/>
          </a:blip>
          <a:srcRect/>
          <a:stretch/>
        </p:blipFill>
        <p:spPr>
          <a:xfrm>
            <a:off x="8183392" y="1432174"/>
            <a:ext cx="3506228" cy="3053994"/>
          </a:xfrm>
          <a:prstGeom prst="rect">
            <a:avLst/>
          </a:prstGeom>
          <a:noFill/>
          <a:ln>
            <a:noFill/>
          </a:ln>
        </p:spPr>
      </p:pic>
      <p:sp>
        <p:nvSpPr>
          <p:cNvPr id="872" name="Google Shape;872;p34"/>
          <p:cNvSpPr/>
          <p:nvPr/>
        </p:nvSpPr>
        <p:spPr>
          <a:xfrm>
            <a:off x="4378185" y="3365462"/>
            <a:ext cx="1166495" cy="1070610"/>
          </a:xfrm>
          <a:custGeom>
            <a:avLst/>
            <a:gdLst/>
            <a:ahLst/>
            <a:cxnLst/>
            <a:rect l="l" t="t" r="r" b="b"/>
            <a:pathLst>
              <a:path w="1166495" h="1070610" extrusionOk="0">
                <a:moveTo>
                  <a:pt x="0" y="0"/>
                </a:moveTo>
                <a:lnTo>
                  <a:pt x="1166464" y="0"/>
                </a:lnTo>
                <a:lnTo>
                  <a:pt x="1166464" y="1070104"/>
                </a:lnTo>
                <a:lnTo>
                  <a:pt x="0" y="1070104"/>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873" name="Google Shape;873;p34"/>
          <p:cNvPicPr preferRelativeResize="0"/>
          <p:nvPr/>
        </p:nvPicPr>
        <p:blipFill rotWithShape="1">
          <a:blip r:embed="rId5">
            <a:alphaModFix/>
          </a:blip>
          <a:srcRect/>
          <a:stretch/>
        </p:blipFill>
        <p:spPr>
          <a:xfrm>
            <a:off x="8183392" y="4648200"/>
            <a:ext cx="3401823" cy="403869"/>
          </a:xfrm>
          <a:prstGeom prst="rect">
            <a:avLst/>
          </a:prstGeom>
          <a:noFill/>
          <a:ln>
            <a:noFill/>
          </a:ln>
        </p:spPr>
      </p:pic>
      <p:pic>
        <p:nvPicPr>
          <p:cNvPr id="874" name="Google Shape;874;p34"/>
          <p:cNvPicPr preferRelativeResize="0"/>
          <p:nvPr/>
        </p:nvPicPr>
        <p:blipFill>
          <a:blip r:embed="rId6">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Shape 740"/>
        <p:cNvGrpSpPr/>
        <p:nvPr/>
      </p:nvGrpSpPr>
      <p:grpSpPr>
        <a:xfrm>
          <a:off x="0" y="0"/>
          <a:ext cx="0" cy="0"/>
          <a:chOff x="0" y="0"/>
          <a:chExt cx="0" cy="0"/>
        </a:xfrm>
      </p:grpSpPr>
      <p:sp>
        <p:nvSpPr>
          <p:cNvPr id="741" name="Google Shape;741;p28"/>
          <p:cNvSpPr txBox="1">
            <a:spLocks noGrp="1"/>
          </p:cNvSpPr>
          <p:nvPr>
            <p:ph type="title"/>
          </p:nvPr>
        </p:nvSpPr>
        <p:spPr>
          <a:xfrm>
            <a:off x="261620" y="139700"/>
            <a:ext cx="52514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Anchor box example</a:t>
            </a:r>
            <a:endParaRPr sz="4400" dirty="0">
              <a:latin typeface="+mj-lt"/>
              <a:ea typeface="Cambria"/>
              <a:cs typeface="Cambria"/>
              <a:sym typeface="Cambria"/>
            </a:endParaRPr>
          </a:p>
        </p:txBody>
      </p:sp>
      <p:sp>
        <p:nvSpPr>
          <p:cNvPr id="742" name="Google Shape;742;p28"/>
          <p:cNvSpPr txBox="1"/>
          <p:nvPr/>
        </p:nvSpPr>
        <p:spPr>
          <a:xfrm>
            <a:off x="2972993" y="4867147"/>
            <a:ext cx="227076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mbria"/>
                <a:cs typeface="Cambria"/>
                <a:sym typeface="Cambria"/>
              </a:rPr>
              <a:t>Anchor box 2:</a:t>
            </a:r>
            <a:endParaRPr sz="2800">
              <a:latin typeface="+mj-lt"/>
              <a:ea typeface="Cambria"/>
              <a:cs typeface="Cambria"/>
              <a:sym typeface="Cambria"/>
            </a:endParaRPr>
          </a:p>
        </p:txBody>
      </p:sp>
      <p:grpSp>
        <p:nvGrpSpPr>
          <p:cNvPr id="743" name="Google Shape;743;p28"/>
          <p:cNvGrpSpPr/>
          <p:nvPr/>
        </p:nvGrpSpPr>
        <p:grpSpPr>
          <a:xfrm>
            <a:off x="3493820" y="5801537"/>
            <a:ext cx="1363980" cy="516255"/>
            <a:chOff x="3493820" y="5801537"/>
            <a:chExt cx="1363980" cy="516255"/>
          </a:xfrm>
        </p:grpSpPr>
        <p:sp>
          <p:nvSpPr>
            <p:cNvPr id="744" name="Google Shape;744;p28"/>
            <p:cNvSpPr/>
            <p:nvPr/>
          </p:nvSpPr>
          <p:spPr>
            <a:xfrm>
              <a:off x="3493820" y="5801537"/>
              <a:ext cx="1363980" cy="516255"/>
            </a:xfrm>
            <a:custGeom>
              <a:avLst/>
              <a:gdLst/>
              <a:ahLst/>
              <a:cxnLst/>
              <a:rect l="l" t="t" r="r" b="b"/>
              <a:pathLst>
                <a:path w="1363979" h="516254" extrusionOk="0">
                  <a:moveTo>
                    <a:pt x="0" y="0"/>
                  </a:moveTo>
                  <a:lnTo>
                    <a:pt x="1363614" y="0"/>
                  </a:lnTo>
                  <a:lnTo>
                    <a:pt x="1363614" y="516073"/>
                  </a:lnTo>
                  <a:lnTo>
                    <a:pt x="0" y="516073"/>
                  </a:lnTo>
                  <a:lnTo>
                    <a:pt x="0" y="0"/>
                  </a:lnTo>
                  <a:close/>
                </a:path>
              </a:pathLst>
            </a:custGeom>
            <a:noFill/>
            <a:ln w="32750" cap="flat" cmpd="sng">
              <a:solidFill>
                <a:srgbClr val="6E31A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745" name="Google Shape;745;p28"/>
            <p:cNvPicPr preferRelativeResize="0"/>
            <p:nvPr/>
          </p:nvPicPr>
          <p:blipFill rotWithShape="1">
            <a:blip r:embed="rId3">
              <a:alphaModFix/>
            </a:blip>
            <a:srcRect/>
            <a:stretch/>
          </p:blipFill>
          <p:spPr>
            <a:xfrm>
              <a:off x="4117309" y="5997610"/>
              <a:ext cx="124144" cy="124144"/>
            </a:xfrm>
            <a:prstGeom prst="rect">
              <a:avLst/>
            </a:prstGeom>
            <a:noFill/>
            <a:ln>
              <a:noFill/>
            </a:ln>
          </p:spPr>
        </p:pic>
      </p:grpSp>
      <p:sp>
        <p:nvSpPr>
          <p:cNvPr id="746" name="Google Shape;746;p28"/>
          <p:cNvSpPr txBox="1"/>
          <p:nvPr/>
        </p:nvSpPr>
        <p:spPr>
          <a:xfrm>
            <a:off x="261620" y="4867147"/>
            <a:ext cx="227076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mbria"/>
                <a:cs typeface="Cambria"/>
                <a:sym typeface="Cambria"/>
              </a:rPr>
              <a:t>Anchor box 1:</a:t>
            </a:r>
            <a:endParaRPr sz="2800">
              <a:latin typeface="+mj-lt"/>
              <a:ea typeface="Cambria"/>
              <a:cs typeface="Cambria"/>
              <a:sym typeface="Cambria"/>
            </a:endParaRPr>
          </a:p>
        </p:txBody>
      </p:sp>
      <p:grpSp>
        <p:nvGrpSpPr>
          <p:cNvPr id="747" name="Google Shape;747;p28"/>
          <p:cNvGrpSpPr/>
          <p:nvPr/>
        </p:nvGrpSpPr>
        <p:grpSpPr>
          <a:xfrm>
            <a:off x="986725" y="5580303"/>
            <a:ext cx="534035" cy="958850"/>
            <a:chOff x="986725" y="5580303"/>
            <a:chExt cx="534035" cy="958850"/>
          </a:xfrm>
        </p:grpSpPr>
        <p:sp>
          <p:nvSpPr>
            <p:cNvPr id="748" name="Google Shape;748;p28"/>
            <p:cNvSpPr/>
            <p:nvPr/>
          </p:nvSpPr>
          <p:spPr>
            <a:xfrm>
              <a:off x="986725" y="5580303"/>
              <a:ext cx="534035" cy="958850"/>
            </a:xfrm>
            <a:custGeom>
              <a:avLst/>
              <a:gdLst/>
              <a:ahLst/>
              <a:cxnLst/>
              <a:rect l="l" t="t" r="r" b="b"/>
              <a:pathLst>
                <a:path w="534035" h="958850" extrusionOk="0">
                  <a:moveTo>
                    <a:pt x="0" y="0"/>
                  </a:moveTo>
                  <a:lnTo>
                    <a:pt x="533588" y="0"/>
                  </a:lnTo>
                  <a:lnTo>
                    <a:pt x="533588" y="958330"/>
                  </a:lnTo>
                  <a:lnTo>
                    <a:pt x="0" y="958330"/>
                  </a:lnTo>
                  <a:lnTo>
                    <a:pt x="0" y="0"/>
                  </a:lnTo>
                  <a:close/>
                </a:path>
              </a:pathLst>
            </a:custGeom>
            <a:noFill/>
            <a:ln w="32750" cap="flat" cmpd="sng">
              <a:solidFill>
                <a:srgbClr val="6E31A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749" name="Google Shape;749;p28"/>
            <p:cNvPicPr preferRelativeResize="0"/>
            <p:nvPr/>
          </p:nvPicPr>
          <p:blipFill rotWithShape="1">
            <a:blip r:embed="rId3">
              <a:alphaModFix/>
            </a:blip>
            <a:srcRect/>
            <a:stretch/>
          </p:blipFill>
          <p:spPr>
            <a:xfrm>
              <a:off x="1191559" y="5997611"/>
              <a:ext cx="124144" cy="124144"/>
            </a:xfrm>
            <a:prstGeom prst="rect">
              <a:avLst/>
            </a:prstGeom>
            <a:noFill/>
            <a:ln>
              <a:noFill/>
            </a:ln>
          </p:spPr>
        </p:pic>
      </p:grpSp>
      <p:sp>
        <p:nvSpPr>
          <p:cNvPr id="750" name="Google Shape;750;p28"/>
          <p:cNvSpPr txBox="1"/>
          <p:nvPr/>
        </p:nvSpPr>
        <p:spPr>
          <a:xfrm>
            <a:off x="6242582" y="3038627"/>
            <a:ext cx="1467135" cy="4437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dirty="0">
                <a:latin typeface="+mj-lt"/>
                <a:ea typeface="Cambria"/>
                <a:cs typeface="Cambria"/>
                <a:sym typeface="Cambria"/>
              </a:rPr>
              <a:t>y =</a:t>
            </a:r>
            <a:endParaRPr sz="2800" dirty="0">
              <a:latin typeface="+mj-lt"/>
              <a:ea typeface="Cambria"/>
              <a:cs typeface="Cambria"/>
              <a:sym typeface="Cambria"/>
            </a:endParaRPr>
          </a:p>
        </p:txBody>
      </p:sp>
      <p:grpSp>
        <p:nvGrpSpPr>
          <p:cNvPr id="751" name="Google Shape;751;p28"/>
          <p:cNvGrpSpPr/>
          <p:nvPr/>
        </p:nvGrpSpPr>
        <p:grpSpPr>
          <a:xfrm>
            <a:off x="956075" y="1166839"/>
            <a:ext cx="3261360" cy="3244850"/>
            <a:chOff x="956075" y="1166839"/>
            <a:chExt cx="3261360" cy="3244850"/>
          </a:xfrm>
        </p:grpSpPr>
        <p:pic>
          <p:nvPicPr>
            <p:cNvPr id="752" name="Google Shape;752;p28"/>
            <p:cNvPicPr preferRelativeResize="0"/>
            <p:nvPr/>
          </p:nvPicPr>
          <p:blipFill rotWithShape="1">
            <a:blip r:embed="rId4">
              <a:alphaModFix/>
            </a:blip>
            <a:srcRect/>
            <a:stretch/>
          </p:blipFill>
          <p:spPr>
            <a:xfrm>
              <a:off x="968413" y="1183982"/>
              <a:ext cx="3205797" cy="3184347"/>
            </a:xfrm>
            <a:prstGeom prst="rect">
              <a:avLst/>
            </a:prstGeom>
            <a:noFill/>
            <a:ln>
              <a:noFill/>
            </a:ln>
          </p:spPr>
        </p:pic>
        <p:pic>
          <p:nvPicPr>
            <p:cNvPr id="753" name="Google Shape;753;p28"/>
            <p:cNvPicPr preferRelativeResize="0"/>
            <p:nvPr/>
          </p:nvPicPr>
          <p:blipFill rotWithShape="1">
            <a:blip r:embed="rId5">
              <a:alphaModFix/>
            </a:blip>
            <a:srcRect/>
            <a:stretch/>
          </p:blipFill>
          <p:spPr>
            <a:xfrm>
              <a:off x="1304874" y="2885478"/>
              <a:ext cx="2407323" cy="1170800"/>
            </a:xfrm>
            <a:prstGeom prst="rect">
              <a:avLst/>
            </a:prstGeom>
            <a:noFill/>
            <a:ln>
              <a:noFill/>
            </a:ln>
          </p:spPr>
        </p:pic>
        <p:pic>
          <p:nvPicPr>
            <p:cNvPr id="754" name="Google Shape;754;p28"/>
            <p:cNvPicPr preferRelativeResize="0"/>
            <p:nvPr/>
          </p:nvPicPr>
          <p:blipFill rotWithShape="1">
            <a:blip r:embed="rId6">
              <a:alphaModFix/>
            </a:blip>
            <a:srcRect/>
            <a:stretch/>
          </p:blipFill>
          <p:spPr>
            <a:xfrm>
              <a:off x="2294369" y="2795422"/>
              <a:ext cx="586333" cy="1572907"/>
            </a:xfrm>
            <a:prstGeom prst="rect">
              <a:avLst/>
            </a:prstGeom>
            <a:noFill/>
            <a:ln>
              <a:noFill/>
            </a:ln>
          </p:spPr>
        </p:pic>
        <p:sp>
          <p:nvSpPr>
            <p:cNvPr id="755" name="Google Shape;755;p28"/>
            <p:cNvSpPr/>
            <p:nvPr/>
          </p:nvSpPr>
          <p:spPr>
            <a:xfrm>
              <a:off x="2128215" y="2795422"/>
              <a:ext cx="852805" cy="1569085"/>
            </a:xfrm>
            <a:custGeom>
              <a:avLst/>
              <a:gdLst/>
              <a:ahLst/>
              <a:cxnLst/>
              <a:rect l="l" t="t" r="r" b="b"/>
              <a:pathLst>
                <a:path w="852805" h="1569085" extrusionOk="0">
                  <a:moveTo>
                    <a:pt x="0" y="0"/>
                  </a:moveTo>
                  <a:lnTo>
                    <a:pt x="852606" y="0"/>
                  </a:lnTo>
                  <a:lnTo>
                    <a:pt x="852606" y="1569059"/>
                  </a:lnTo>
                  <a:lnTo>
                    <a:pt x="0" y="1569059"/>
                  </a:lnTo>
                  <a:lnTo>
                    <a:pt x="0" y="0"/>
                  </a:lnTo>
                  <a:close/>
                </a:path>
              </a:pathLst>
            </a:custGeom>
            <a:noFill/>
            <a:ln w="32750" cap="flat" cmpd="sng">
              <a:solidFill>
                <a:srgbClr val="6E31A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56" name="Google Shape;756;p28"/>
            <p:cNvSpPr/>
            <p:nvPr/>
          </p:nvSpPr>
          <p:spPr>
            <a:xfrm>
              <a:off x="1351076" y="3269462"/>
              <a:ext cx="2406650" cy="757555"/>
            </a:xfrm>
            <a:custGeom>
              <a:avLst/>
              <a:gdLst/>
              <a:ahLst/>
              <a:cxnLst/>
              <a:rect l="l" t="t" r="r" b="b"/>
              <a:pathLst>
                <a:path w="2406650" h="757554" extrusionOk="0">
                  <a:moveTo>
                    <a:pt x="0" y="0"/>
                  </a:moveTo>
                  <a:lnTo>
                    <a:pt x="2406092" y="0"/>
                  </a:lnTo>
                  <a:lnTo>
                    <a:pt x="2406092" y="757526"/>
                  </a:lnTo>
                  <a:lnTo>
                    <a:pt x="0" y="757526"/>
                  </a:lnTo>
                  <a:lnTo>
                    <a:pt x="0" y="0"/>
                  </a:lnTo>
                  <a:close/>
                </a:path>
              </a:pathLst>
            </a:custGeom>
            <a:noFill/>
            <a:ln w="32750" cap="flat" cmpd="sng">
              <a:solidFill>
                <a:srgbClr val="6E31A1"/>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757" name="Google Shape;757;p28"/>
            <p:cNvPicPr preferRelativeResize="0"/>
            <p:nvPr/>
          </p:nvPicPr>
          <p:blipFill rotWithShape="1">
            <a:blip r:embed="rId7">
              <a:alphaModFix/>
            </a:blip>
            <a:srcRect/>
            <a:stretch/>
          </p:blipFill>
          <p:spPr>
            <a:xfrm>
              <a:off x="2521905" y="3571535"/>
              <a:ext cx="98743" cy="84313"/>
            </a:xfrm>
            <a:prstGeom prst="rect">
              <a:avLst/>
            </a:prstGeom>
            <a:noFill/>
            <a:ln>
              <a:noFill/>
            </a:ln>
          </p:spPr>
        </p:pic>
        <p:sp>
          <p:nvSpPr>
            <p:cNvPr id="758" name="Google Shape;758;p28"/>
            <p:cNvSpPr/>
            <p:nvPr/>
          </p:nvSpPr>
          <p:spPr>
            <a:xfrm>
              <a:off x="2052691" y="1166839"/>
              <a:ext cx="0" cy="3244850"/>
            </a:xfrm>
            <a:custGeom>
              <a:avLst/>
              <a:gdLst/>
              <a:ahLst/>
              <a:cxnLst/>
              <a:rect l="l" t="t" r="r" b="b"/>
              <a:pathLst>
                <a:path w="120000" h="3244850" extrusionOk="0">
                  <a:moveTo>
                    <a:pt x="0" y="0"/>
                  </a:moveTo>
                  <a:lnTo>
                    <a:pt x="0" y="3244439"/>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59" name="Google Shape;759;p28"/>
            <p:cNvSpPr/>
            <p:nvPr/>
          </p:nvSpPr>
          <p:spPr>
            <a:xfrm>
              <a:off x="3120736" y="1166839"/>
              <a:ext cx="0" cy="3244850"/>
            </a:xfrm>
            <a:custGeom>
              <a:avLst/>
              <a:gdLst/>
              <a:ahLst/>
              <a:cxnLst/>
              <a:rect l="l" t="t" r="r" b="b"/>
              <a:pathLst>
                <a:path w="120000" h="3244850" extrusionOk="0">
                  <a:moveTo>
                    <a:pt x="0" y="0"/>
                  </a:moveTo>
                  <a:lnTo>
                    <a:pt x="0" y="3244439"/>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60" name="Google Shape;760;p28"/>
            <p:cNvSpPr/>
            <p:nvPr/>
          </p:nvSpPr>
          <p:spPr>
            <a:xfrm>
              <a:off x="956075" y="2257838"/>
              <a:ext cx="3261360" cy="0"/>
            </a:xfrm>
            <a:custGeom>
              <a:avLst/>
              <a:gdLst/>
              <a:ahLst/>
              <a:cxnLst/>
              <a:rect l="l" t="t" r="r" b="b"/>
              <a:pathLst>
                <a:path w="3261360" h="120000" extrusionOk="0">
                  <a:moveTo>
                    <a:pt x="0" y="0"/>
                  </a:moveTo>
                  <a:lnTo>
                    <a:pt x="3261281"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61" name="Google Shape;761;p28"/>
            <p:cNvSpPr/>
            <p:nvPr/>
          </p:nvSpPr>
          <p:spPr>
            <a:xfrm>
              <a:off x="956075" y="3320275"/>
              <a:ext cx="3261360" cy="0"/>
            </a:xfrm>
            <a:custGeom>
              <a:avLst/>
              <a:gdLst/>
              <a:ahLst/>
              <a:cxnLst/>
              <a:rect l="l" t="t" r="r" b="b"/>
              <a:pathLst>
                <a:path w="3261360" h="120000" extrusionOk="0">
                  <a:moveTo>
                    <a:pt x="0" y="0"/>
                  </a:moveTo>
                  <a:lnTo>
                    <a:pt x="3261281"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62" name="Google Shape;762;p28"/>
            <p:cNvSpPr/>
            <p:nvPr/>
          </p:nvSpPr>
          <p:spPr>
            <a:xfrm>
              <a:off x="984636" y="1166839"/>
              <a:ext cx="0" cy="3244850"/>
            </a:xfrm>
            <a:custGeom>
              <a:avLst/>
              <a:gdLst/>
              <a:ahLst/>
              <a:cxnLst/>
              <a:rect l="l" t="t" r="r" b="b"/>
              <a:pathLst>
                <a:path w="120000" h="3244850" extrusionOk="0">
                  <a:moveTo>
                    <a:pt x="0" y="0"/>
                  </a:moveTo>
                  <a:lnTo>
                    <a:pt x="0" y="3244439"/>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63" name="Google Shape;763;p28"/>
            <p:cNvSpPr/>
            <p:nvPr/>
          </p:nvSpPr>
          <p:spPr>
            <a:xfrm>
              <a:off x="4188791" y="1166839"/>
              <a:ext cx="0" cy="3244850"/>
            </a:xfrm>
            <a:custGeom>
              <a:avLst/>
              <a:gdLst/>
              <a:ahLst/>
              <a:cxnLst/>
              <a:rect l="l" t="t" r="r" b="b"/>
              <a:pathLst>
                <a:path w="120000" h="3244850" extrusionOk="0">
                  <a:moveTo>
                    <a:pt x="0" y="0"/>
                  </a:moveTo>
                  <a:lnTo>
                    <a:pt x="0" y="3244439"/>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64" name="Google Shape;764;p28"/>
            <p:cNvSpPr/>
            <p:nvPr/>
          </p:nvSpPr>
          <p:spPr>
            <a:xfrm>
              <a:off x="956075" y="1195400"/>
              <a:ext cx="3261360" cy="0"/>
            </a:xfrm>
            <a:custGeom>
              <a:avLst/>
              <a:gdLst/>
              <a:ahLst/>
              <a:cxnLst/>
              <a:rect l="l" t="t" r="r" b="b"/>
              <a:pathLst>
                <a:path w="3261360" h="120000" extrusionOk="0">
                  <a:moveTo>
                    <a:pt x="0" y="0"/>
                  </a:moveTo>
                  <a:lnTo>
                    <a:pt x="3261281"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765" name="Google Shape;765;p28"/>
            <p:cNvSpPr/>
            <p:nvPr/>
          </p:nvSpPr>
          <p:spPr>
            <a:xfrm>
              <a:off x="956075" y="4382713"/>
              <a:ext cx="3261360" cy="0"/>
            </a:xfrm>
            <a:custGeom>
              <a:avLst/>
              <a:gdLst/>
              <a:ahLst/>
              <a:cxnLst/>
              <a:rect l="l" t="t" r="r" b="b"/>
              <a:pathLst>
                <a:path w="3261360" h="120000" extrusionOk="0">
                  <a:moveTo>
                    <a:pt x="0" y="0"/>
                  </a:moveTo>
                  <a:lnTo>
                    <a:pt x="3261281"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pic>
        <p:nvPicPr>
          <p:cNvPr id="766" name="Google Shape;766;p28"/>
          <p:cNvPicPr preferRelativeResize="0"/>
          <p:nvPr/>
        </p:nvPicPr>
        <p:blipFill rotWithShape="1">
          <a:blip r:embed="rId8">
            <a:alphaModFix/>
          </a:blip>
          <a:srcRect/>
          <a:stretch/>
        </p:blipFill>
        <p:spPr>
          <a:xfrm>
            <a:off x="7072732" y="650288"/>
            <a:ext cx="826795" cy="5347322"/>
          </a:xfrm>
          <a:prstGeom prst="rect">
            <a:avLst/>
          </a:prstGeom>
          <a:noFill/>
          <a:ln>
            <a:noFill/>
          </a:ln>
        </p:spPr>
      </p:pic>
      <p:pic>
        <p:nvPicPr>
          <p:cNvPr id="767" name="Google Shape;767;p28"/>
          <p:cNvPicPr preferRelativeResize="0"/>
          <p:nvPr/>
        </p:nvPicPr>
        <p:blipFill rotWithShape="1">
          <a:blip r:embed="rId8">
            <a:alphaModFix/>
          </a:blip>
          <a:srcRect/>
          <a:stretch/>
        </p:blipFill>
        <p:spPr>
          <a:xfrm>
            <a:off x="7940814" y="650288"/>
            <a:ext cx="816973" cy="5283798"/>
          </a:xfrm>
          <a:prstGeom prst="rect">
            <a:avLst/>
          </a:prstGeom>
          <a:noFill/>
          <a:ln>
            <a:noFill/>
          </a:ln>
        </p:spPr>
      </p:pic>
      <p:pic>
        <p:nvPicPr>
          <p:cNvPr id="768" name="Google Shape;768;p28"/>
          <p:cNvPicPr preferRelativeResize="0"/>
          <p:nvPr/>
        </p:nvPicPr>
        <p:blipFill rotWithShape="1">
          <a:blip r:embed="rId9">
            <a:alphaModFix/>
          </a:blip>
          <a:srcRect/>
          <a:stretch/>
        </p:blipFill>
        <p:spPr>
          <a:xfrm>
            <a:off x="8247447" y="622300"/>
            <a:ext cx="241840" cy="454660"/>
          </a:xfrm>
          <a:prstGeom prst="rect">
            <a:avLst/>
          </a:prstGeom>
          <a:noFill/>
          <a:ln>
            <a:noFill/>
          </a:ln>
        </p:spPr>
      </p:pic>
      <p:pic>
        <p:nvPicPr>
          <p:cNvPr id="769" name="Google Shape;769;p28"/>
          <p:cNvPicPr preferRelativeResize="0"/>
          <p:nvPr/>
        </p:nvPicPr>
        <p:blipFill rotWithShape="1">
          <a:blip r:embed="rId9">
            <a:alphaModFix/>
          </a:blip>
          <a:srcRect/>
          <a:stretch/>
        </p:blipFill>
        <p:spPr>
          <a:xfrm>
            <a:off x="8221705" y="2293939"/>
            <a:ext cx="241840" cy="454658"/>
          </a:xfrm>
          <a:prstGeom prst="rect">
            <a:avLst/>
          </a:prstGeom>
          <a:noFill/>
          <a:ln>
            <a:noFill/>
          </a:ln>
        </p:spPr>
      </p:pic>
      <p:pic>
        <p:nvPicPr>
          <p:cNvPr id="770" name="Google Shape;770;p28"/>
          <p:cNvPicPr preferRelativeResize="0"/>
          <p:nvPr/>
        </p:nvPicPr>
        <p:blipFill rotWithShape="1">
          <a:blip r:embed="rId9">
            <a:alphaModFix/>
          </a:blip>
          <a:srcRect/>
          <a:stretch/>
        </p:blipFill>
        <p:spPr>
          <a:xfrm>
            <a:off x="8218720" y="5181744"/>
            <a:ext cx="241840" cy="454658"/>
          </a:xfrm>
          <a:prstGeom prst="rect">
            <a:avLst/>
          </a:prstGeom>
          <a:noFill/>
          <a:ln>
            <a:noFill/>
          </a:ln>
        </p:spPr>
      </p:pic>
      <p:pic>
        <p:nvPicPr>
          <p:cNvPr id="771" name="Google Shape;771;p28"/>
          <p:cNvPicPr preferRelativeResize="0"/>
          <p:nvPr/>
        </p:nvPicPr>
        <p:blipFill rotWithShape="1">
          <a:blip r:embed="rId9">
            <a:alphaModFix/>
          </a:blip>
          <a:srcRect/>
          <a:stretch/>
        </p:blipFill>
        <p:spPr>
          <a:xfrm>
            <a:off x="8240378" y="3297677"/>
            <a:ext cx="223167" cy="358171"/>
          </a:xfrm>
          <a:prstGeom prst="rect">
            <a:avLst/>
          </a:prstGeom>
          <a:noFill/>
          <a:ln>
            <a:noFill/>
          </a:ln>
        </p:spPr>
      </p:pic>
      <p:pic>
        <p:nvPicPr>
          <p:cNvPr id="772" name="Google Shape;772;p28"/>
          <p:cNvPicPr preferRelativeResize="0"/>
          <p:nvPr/>
        </p:nvPicPr>
        <p:blipFill rotWithShape="1">
          <a:blip r:embed="rId10">
            <a:alphaModFix/>
          </a:blip>
          <a:srcRect/>
          <a:stretch/>
        </p:blipFill>
        <p:spPr>
          <a:xfrm>
            <a:off x="8254240" y="2620953"/>
            <a:ext cx="206320" cy="317415"/>
          </a:xfrm>
          <a:prstGeom prst="rect">
            <a:avLst/>
          </a:prstGeom>
          <a:noFill/>
          <a:ln>
            <a:noFill/>
          </a:ln>
        </p:spPr>
      </p:pic>
      <p:pic>
        <p:nvPicPr>
          <p:cNvPr id="773" name="Google Shape;773;p28"/>
          <p:cNvPicPr preferRelativeResize="0"/>
          <p:nvPr/>
        </p:nvPicPr>
        <p:blipFill rotWithShape="1">
          <a:blip r:embed="rId10">
            <a:alphaModFix/>
          </a:blip>
          <a:srcRect/>
          <a:stretch/>
        </p:blipFill>
        <p:spPr>
          <a:xfrm>
            <a:off x="8247447" y="2945365"/>
            <a:ext cx="219907" cy="338318"/>
          </a:xfrm>
          <a:prstGeom prst="rect">
            <a:avLst/>
          </a:prstGeom>
          <a:noFill/>
          <a:ln>
            <a:noFill/>
          </a:ln>
        </p:spPr>
      </p:pic>
      <p:pic>
        <p:nvPicPr>
          <p:cNvPr id="774" name="Google Shape;774;p28"/>
          <p:cNvPicPr preferRelativeResize="0"/>
          <p:nvPr/>
        </p:nvPicPr>
        <p:blipFill rotWithShape="1">
          <a:blip r:embed="rId10">
            <a:alphaModFix/>
          </a:blip>
          <a:srcRect/>
          <a:stretch/>
        </p:blipFill>
        <p:spPr>
          <a:xfrm>
            <a:off x="8221705" y="5477882"/>
            <a:ext cx="265039" cy="407752"/>
          </a:xfrm>
          <a:prstGeom prst="rect">
            <a:avLst/>
          </a:prstGeom>
          <a:noFill/>
          <a:ln>
            <a:noFill/>
          </a:ln>
        </p:spPr>
      </p:pic>
      <p:pic>
        <p:nvPicPr>
          <p:cNvPr id="775" name="Google Shape;775;p28"/>
          <p:cNvPicPr preferRelativeResize="0"/>
          <p:nvPr/>
        </p:nvPicPr>
        <p:blipFill rotWithShape="1">
          <a:blip r:embed="rId10">
            <a:alphaModFix/>
          </a:blip>
          <a:srcRect/>
          <a:stretch/>
        </p:blipFill>
        <p:spPr>
          <a:xfrm>
            <a:off x="8247447" y="4868854"/>
            <a:ext cx="219907" cy="338318"/>
          </a:xfrm>
          <a:prstGeom prst="rect">
            <a:avLst/>
          </a:prstGeom>
          <a:noFill/>
          <a:ln>
            <a:noFill/>
          </a:ln>
        </p:spPr>
      </p:pic>
      <p:pic>
        <p:nvPicPr>
          <p:cNvPr id="776" name="Google Shape;776;p28"/>
          <p:cNvPicPr preferRelativeResize="0"/>
          <p:nvPr/>
        </p:nvPicPr>
        <p:blipFill>
          <a:blip r:embed="rId11">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780"/>
        <p:cNvGrpSpPr/>
        <p:nvPr/>
      </p:nvGrpSpPr>
      <p:grpSpPr>
        <a:xfrm>
          <a:off x="0" y="0"/>
          <a:ext cx="0" cy="0"/>
          <a:chOff x="0" y="0"/>
          <a:chExt cx="0" cy="0"/>
        </a:xfrm>
      </p:grpSpPr>
      <p:sp>
        <p:nvSpPr>
          <p:cNvPr id="781" name="Google Shape;781;p29"/>
          <p:cNvSpPr txBox="1">
            <a:spLocks noGrp="1"/>
          </p:cNvSpPr>
          <p:nvPr>
            <p:ph type="title"/>
          </p:nvPr>
        </p:nvSpPr>
        <p:spPr>
          <a:xfrm>
            <a:off x="1037258" y="1696300"/>
            <a:ext cx="10347021" cy="936154"/>
          </a:xfrm>
          <a:prstGeom prst="rect">
            <a:avLst/>
          </a:prstGeom>
          <a:noFill/>
          <a:ln>
            <a:noFill/>
          </a:ln>
        </p:spPr>
        <p:txBody>
          <a:bodyPr spcFirstLastPara="1" wrap="square" lIns="0" tIns="12700" rIns="0" bIns="0" anchor="t" anchorCtr="0">
            <a:spAutoFit/>
          </a:bodyPr>
          <a:lstStyle/>
          <a:p>
            <a:pPr marL="4401185" lvl="0" indent="0" algn="l" rtl="0">
              <a:lnSpc>
                <a:spcPct val="100000"/>
              </a:lnSpc>
              <a:spcBef>
                <a:spcPts val="0"/>
              </a:spcBef>
              <a:spcAft>
                <a:spcPts val="0"/>
              </a:spcAft>
              <a:buNone/>
            </a:pPr>
            <a:r>
              <a:rPr lang="en-US" sz="6000" dirty="0">
                <a:latin typeface="+mj-lt"/>
              </a:rPr>
              <a:t>Object Detection</a:t>
            </a:r>
            <a:endParaRPr sz="6000" dirty="0">
              <a:latin typeface="+mj-lt"/>
            </a:endParaRPr>
          </a:p>
        </p:txBody>
      </p:sp>
      <p:sp>
        <p:nvSpPr>
          <p:cNvPr id="782" name="Google Shape;782;p29"/>
          <p:cNvSpPr txBox="1"/>
          <p:nvPr/>
        </p:nvSpPr>
        <p:spPr>
          <a:xfrm>
            <a:off x="5466943" y="3926115"/>
            <a:ext cx="5647614" cy="2022590"/>
          </a:xfrm>
          <a:prstGeom prst="rect">
            <a:avLst/>
          </a:prstGeom>
          <a:noFill/>
          <a:ln>
            <a:noFill/>
          </a:ln>
        </p:spPr>
        <p:txBody>
          <a:bodyPr spcFirstLastPara="1" wrap="square" lIns="0" tIns="27925" rIns="0" bIns="0" anchor="t" anchorCtr="0">
            <a:spAutoFit/>
          </a:bodyPr>
          <a:lstStyle/>
          <a:p>
            <a:pPr marL="590550" marR="5080" lvl="0" indent="-578485" algn="l" rtl="0">
              <a:lnSpc>
                <a:spcPct val="119696"/>
              </a:lnSpc>
              <a:spcBef>
                <a:spcPts val="0"/>
              </a:spcBef>
              <a:spcAft>
                <a:spcPts val="0"/>
              </a:spcAft>
              <a:buNone/>
            </a:pPr>
            <a:r>
              <a:rPr lang="en-US" sz="5400" dirty="0">
                <a:latin typeface="+mj-lt"/>
                <a:ea typeface="Calibri"/>
                <a:cs typeface="Calibri"/>
                <a:sym typeface="Calibri"/>
              </a:rPr>
              <a:t>Putting it together: YOLO algorithm</a:t>
            </a:r>
            <a:endParaRPr sz="5400" dirty="0">
              <a:latin typeface="+mj-lt"/>
              <a:ea typeface="Calibri"/>
              <a:cs typeface="Calibri"/>
              <a:sym typeface="Calibri"/>
            </a:endParaRPr>
          </a:p>
        </p:txBody>
      </p:sp>
      <p:sp>
        <p:nvSpPr>
          <p:cNvPr id="783" name="Google Shape;783;p29"/>
          <p:cNvSpPr/>
          <p:nvPr/>
        </p:nvSpPr>
        <p:spPr>
          <a:xfrm>
            <a:off x="4836350" y="3410419"/>
            <a:ext cx="6908800" cy="17780"/>
          </a:xfrm>
          <a:custGeom>
            <a:avLst/>
            <a:gdLst/>
            <a:ahLst/>
            <a:cxnLst/>
            <a:rect l="l" t="t" r="r" b="b"/>
            <a:pathLst>
              <a:path w="6908800" h="17779" extrusionOk="0">
                <a:moveTo>
                  <a:pt x="0" y="0"/>
                </a:moveTo>
                <a:lnTo>
                  <a:pt x="6908333" y="17737"/>
                </a:lnTo>
              </a:path>
            </a:pathLst>
          </a:custGeom>
          <a:noFill/>
          <a:ln w="19050" cap="flat" cmpd="sng">
            <a:solidFill>
              <a:srgbClr val="40404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784" name="Google Shape;784;p29"/>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590550" marR="5080" lvl="0" indent="-578485" algn="l" rtl="0">
              <a:lnSpc>
                <a:spcPct val="119696"/>
              </a:lnSpc>
              <a:spcBef>
                <a:spcPts val="0"/>
              </a:spcBef>
              <a:spcAft>
                <a:spcPts val="0"/>
              </a:spcAft>
              <a:buNone/>
            </a:pPr>
            <a:r>
              <a:rPr lang="en-GB" sz="4400" dirty="0">
                <a:latin typeface="+mj-lt"/>
                <a:ea typeface="Calibri"/>
                <a:cs typeface="Calibri"/>
                <a:sym typeface="Calibri"/>
              </a:rPr>
              <a:t>Putting it together: YOLO algorithm</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235218"/>
            <a:ext cx="11698732" cy="4154984"/>
          </a:xfrm>
          <a:prstGeom prst="rect">
            <a:avLst/>
          </a:prstGeom>
          <a:noFill/>
        </p:spPr>
        <p:txBody>
          <a:bodyPr wrap="square" rtlCol="0">
            <a:spAutoFit/>
          </a:bodyPr>
          <a:lstStyle/>
          <a:p>
            <a:pPr marL="285750" indent="-285750">
              <a:buFont typeface="Arial" panose="020B0604020202020204" pitchFamily="34" charset="0"/>
              <a:buChar char="•"/>
            </a:pPr>
            <a:r>
              <a:rPr lang="en-GB" sz="2400" dirty="0"/>
              <a:t>The YOLO (You Only Look Once) object detection algorithm is a popular and effective algorithm that encompasses many of the best ideas in computer vision related to object detection. </a:t>
            </a:r>
          </a:p>
          <a:p>
            <a:pPr marL="285750" indent="-285750">
              <a:buFont typeface="Arial" panose="020B0604020202020204" pitchFamily="34" charset="0"/>
              <a:buChar char="•"/>
            </a:pPr>
            <a:r>
              <a:rPr lang="en-GB" sz="2400" dirty="0"/>
              <a:t>To train the YOLO algorithm, you need to construct a training set with explicit labels for the three classes you want to detect (pedestrians, cars, and motorcycles) and a background class. If you use two anchor boxes, the output y will be 3 by 3 by 2 by 8 or 3 by 3 by 16. For each of the nine grid cells in the training set, you form the appropriate target vector y, specifying whether there is an object there and its class, along with its bounding box. You train a convolutional neural network (</a:t>
            </a:r>
            <a:r>
              <a:rPr lang="en-GB" sz="2400" dirty="0" err="1"/>
              <a:t>ConvNet</a:t>
            </a:r>
            <a:r>
              <a:rPr lang="en-GB" sz="2400" dirty="0"/>
              <a:t>) on this training set, with an input image (e.g., 100 by 100 by 3) and an output volume (e.g., 3 by 3 by 16).</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42</a:t>
            </a:fld>
            <a:endParaRPr lang="en-US"/>
          </a:p>
        </p:txBody>
      </p:sp>
    </p:spTree>
    <p:extLst>
      <p:ext uri="{BB962C8B-B14F-4D97-AF65-F5344CB8AC3E}">
        <p14:creationId xmlns:p14="http://schemas.microsoft.com/office/powerpoint/2010/main" val="27686655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590550" marR="5080" lvl="0" indent="-578485" algn="l" rtl="0">
              <a:lnSpc>
                <a:spcPct val="119696"/>
              </a:lnSpc>
              <a:spcBef>
                <a:spcPts val="0"/>
              </a:spcBef>
              <a:spcAft>
                <a:spcPts val="0"/>
              </a:spcAft>
              <a:buNone/>
            </a:pPr>
            <a:r>
              <a:rPr lang="en-GB" sz="4400" dirty="0">
                <a:latin typeface="+mj-lt"/>
                <a:ea typeface="Calibri"/>
                <a:cs typeface="Calibri"/>
                <a:sym typeface="Calibri"/>
              </a:rPr>
              <a:t>Putting it together: YOLO algorithm</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965054"/>
            <a:ext cx="11698732" cy="3785652"/>
          </a:xfrm>
          <a:prstGeom prst="rect">
            <a:avLst/>
          </a:prstGeom>
          <a:noFill/>
        </p:spPr>
        <p:txBody>
          <a:bodyPr wrap="square" lIns="91440" tIns="45720" rIns="91440" bIns="45720" rtlCol="0" anchor="t">
            <a:spAutoFit/>
          </a:bodyPr>
          <a:lstStyle/>
          <a:p>
            <a:pPr marL="285750" indent="-285750">
              <a:buFont typeface="Wingdings" panose="020B0604020202020204" pitchFamily="34" charset="0"/>
              <a:buChar char="v"/>
            </a:pPr>
            <a:r>
              <a:rPr lang="en-GB" sz="2400" dirty="0"/>
              <a:t>To make predictions, the neural network outputs a 3 by 3 by 2 by 8 volume, with each grid cell having a vector specifying whether there is an object there, its class, and its bounding box:</a:t>
            </a:r>
            <a:endParaRPr lang="vi-VN" dirty="0"/>
          </a:p>
          <a:p>
            <a:pPr marL="285750" lvl="5" indent="-285750">
              <a:buFont typeface="Wingdings" panose="020B0604020202020204" pitchFamily="34" charset="0"/>
              <a:buChar char="§"/>
            </a:pPr>
            <a:r>
              <a:rPr lang="en-GB" sz="2400" dirty="0"/>
              <a:t> Run non-max suppression on the predicted bounding boxes to eliminate low-probability predictions and to eliminate overlapping predictions for the same object.</a:t>
            </a:r>
            <a:endParaRPr lang="en-GB" dirty="0"/>
          </a:p>
          <a:p>
            <a:pPr marL="342900" lvl="5" indent="-342900">
              <a:buFont typeface="Wingdings" panose="020B0604020202020204" pitchFamily="34" charset="0"/>
              <a:buChar char="§"/>
            </a:pPr>
            <a:r>
              <a:rPr lang="en-GB" sz="2400" dirty="0"/>
              <a:t>Run non-max suppression for each of the classes (pedestrians, cars, and motorcycles) to generate the final predictions.</a:t>
            </a:r>
            <a:endParaRPr lang="en-GB"/>
          </a:p>
          <a:p>
            <a:pPr marL="285750" indent="-285750">
              <a:buFont typeface="Wingdings" panose="020B0604020202020204" pitchFamily="34" charset="0"/>
              <a:buChar char="v"/>
            </a:pPr>
            <a:r>
              <a:rPr lang="en-GB" sz="2400" dirty="0"/>
              <a:t>The YOLO algorithm is one of the most effective object detection algorithms, and you get to practice implementing many of its components in this week's problem exercise.</a:t>
            </a:r>
            <a:endParaRPr lang="en-US"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43</a:t>
            </a:fld>
            <a:endParaRPr lang="en-US"/>
          </a:p>
        </p:txBody>
      </p:sp>
    </p:spTree>
    <p:extLst>
      <p:ext uri="{BB962C8B-B14F-4D97-AF65-F5344CB8AC3E}">
        <p14:creationId xmlns:p14="http://schemas.microsoft.com/office/powerpoint/2010/main" val="109363752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Shape 788"/>
        <p:cNvGrpSpPr/>
        <p:nvPr/>
      </p:nvGrpSpPr>
      <p:grpSpPr>
        <a:xfrm>
          <a:off x="0" y="0"/>
          <a:ext cx="0" cy="0"/>
          <a:chOff x="0" y="0"/>
          <a:chExt cx="0" cy="0"/>
        </a:xfrm>
      </p:grpSpPr>
      <p:sp>
        <p:nvSpPr>
          <p:cNvPr id="789" name="Google Shape;789;p30"/>
          <p:cNvSpPr txBox="1">
            <a:spLocks noGrp="1"/>
          </p:cNvSpPr>
          <p:nvPr>
            <p:ph type="title"/>
          </p:nvPr>
        </p:nvSpPr>
        <p:spPr>
          <a:xfrm>
            <a:off x="261620" y="139700"/>
            <a:ext cx="229235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a:latin typeface="+mj-lt"/>
                <a:ea typeface="Cambria"/>
                <a:cs typeface="Cambria"/>
                <a:sym typeface="Cambria"/>
              </a:rPr>
              <a:t>Training</a:t>
            </a:r>
            <a:endParaRPr sz="4400">
              <a:latin typeface="+mj-lt"/>
              <a:ea typeface="Cambria"/>
              <a:cs typeface="Cambria"/>
              <a:sym typeface="Cambria"/>
            </a:endParaRPr>
          </a:p>
        </p:txBody>
      </p:sp>
      <p:sp>
        <p:nvSpPr>
          <p:cNvPr id="790" name="Google Shape;790;p30"/>
          <p:cNvSpPr txBox="1"/>
          <p:nvPr/>
        </p:nvSpPr>
        <p:spPr>
          <a:xfrm>
            <a:off x="631046" y="5249559"/>
            <a:ext cx="3332636"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dirty="0">
                <a:latin typeface="+mj-lt"/>
                <a:ea typeface="Cambria"/>
                <a:cs typeface="Cambria"/>
                <a:sym typeface="Cambria"/>
              </a:rPr>
              <a:t>y is </a:t>
            </a:r>
            <a:r>
              <a:rPr lang="en-US" sz="3200" dirty="0">
                <a:latin typeface="+mj-lt"/>
                <a:ea typeface="Cambria Math"/>
                <a:cs typeface="Cambria Math"/>
                <a:sym typeface="Cambria Math"/>
              </a:rPr>
              <a:t>3×3×2×8</a:t>
            </a:r>
            <a:endParaRPr sz="3200" dirty="0">
              <a:latin typeface="+mj-lt"/>
              <a:ea typeface="Cambria Math"/>
              <a:cs typeface="Cambria Math"/>
              <a:sym typeface="Cambria Math"/>
            </a:endParaRPr>
          </a:p>
        </p:txBody>
      </p:sp>
      <p:pic>
        <p:nvPicPr>
          <p:cNvPr id="791" name="Google Shape;791;p30"/>
          <p:cNvPicPr preferRelativeResize="0"/>
          <p:nvPr/>
        </p:nvPicPr>
        <p:blipFill rotWithShape="1">
          <a:blip r:embed="rId3">
            <a:alphaModFix/>
          </a:blip>
          <a:srcRect/>
          <a:stretch/>
        </p:blipFill>
        <p:spPr>
          <a:xfrm>
            <a:off x="437845" y="1393968"/>
            <a:ext cx="3525837" cy="3199917"/>
          </a:xfrm>
          <a:prstGeom prst="rect">
            <a:avLst/>
          </a:prstGeom>
          <a:noFill/>
          <a:ln>
            <a:noFill/>
          </a:ln>
        </p:spPr>
      </p:pic>
      <p:graphicFrame>
        <p:nvGraphicFramePr>
          <p:cNvPr id="792" name="Google Shape;792;p30"/>
          <p:cNvGraphicFramePr/>
          <p:nvPr/>
        </p:nvGraphicFramePr>
        <p:xfrm>
          <a:off x="420010" y="1364068"/>
          <a:ext cx="3524250" cy="3196575"/>
        </p:xfrm>
        <a:graphic>
          <a:graphicData uri="http://schemas.openxmlformats.org/drawingml/2006/table">
            <a:tbl>
              <a:tblPr firstRow="1" bandRow="1">
                <a:noFill/>
                <a:tableStyleId>{212714E9-6B82-488D-B99E-6F814BD6195D}</a:tableStyleId>
              </a:tblPr>
              <a:tblGrid>
                <a:gridCol w="1174750">
                  <a:extLst>
                    <a:ext uri="{9D8B030D-6E8A-4147-A177-3AD203B41FA5}">
                      <a16:colId xmlns:a16="http://schemas.microsoft.com/office/drawing/2014/main" val="20000"/>
                    </a:ext>
                  </a:extLst>
                </a:gridCol>
                <a:gridCol w="1174750">
                  <a:extLst>
                    <a:ext uri="{9D8B030D-6E8A-4147-A177-3AD203B41FA5}">
                      <a16:colId xmlns:a16="http://schemas.microsoft.com/office/drawing/2014/main" val="20001"/>
                    </a:ext>
                  </a:extLst>
                </a:gridCol>
                <a:gridCol w="1174750">
                  <a:extLst>
                    <a:ext uri="{9D8B030D-6E8A-4147-A177-3AD203B41FA5}">
                      <a16:colId xmlns:a16="http://schemas.microsoft.com/office/drawing/2014/main" val="20002"/>
                    </a:ext>
                  </a:extLst>
                </a:gridCol>
              </a:tblGrid>
              <a:tr h="1065525">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65525">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B05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65525">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B05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00B050"/>
                      </a:solidFill>
                      <a:prstDash val="solid"/>
                      <a:round/>
                      <a:headEnd type="none" w="sm" len="sm"/>
                      <a:tailEnd type="none" w="sm" len="sm"/>
                    </a:lnL>
                    <a:lnR w="38100" cap="flat" cmpd="sng">
                      <a:solidFill>
                        <a:srgbClr val="00B050"/>
                      </a:solidFill>
                      <a:prstDash val="solid"/>
                      <a:round/>
                      <a:headEnd type="none" w="sm" len="sm"/>
                      <a:tailEnd type="none" w="sm" len="sm"/>
                    </a:lnR>
                    <a:lnT w="38100" cap="flat" cmpd="sng">
                      <a:solidFill>
                        <a:srgbClr val="00B050"/>
                      </a:solidFill>
                      <a:prstDash val="solid"/>
                      <a:round/>
                      <a:headEnd type="none" w="sm" len="sm"/>
                      <a:tailEnd type="none" w="sm" len="sm"/>
                    </a:lnT>
                    <a:lnB w="57150" cap="flat" cmpd="sng">
                      <a:solidFill>
                        <a:srgbClr val="00B05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200" u="none" strike="noStrike" cap="none">
                        <a:latin typeface="Times New Roman"/>
                        <a:ea typeface="Times New Roman"/>
                        <a:cs typeface="Times New Roman"/>
                        <a:sym typeface="Times New Roman"/>
                      </a:endParaRPr>
                    </a:p>
                  </a:txBody>
                  <a:tcPr marL="0" marR="0" marT="0" marB="0">
                    <a:lnL w="38100" cap="flat" cmpd="sng">
                      <a:solidFill>
                        <a:srgbClr val="00B05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793" name="Google Shape;793;p30"/>
          <p:cNvSpPr txBox="1"/>
          <p:nvPr/>
        </p:nvSpPr>
        <p:spPr>
          <a:xfrm>
            <a:off x="5519000" y="2698229"/>
            <a:ext cx="243840" cy="513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a:latin typeface="+mj-lt"/>
                <a:ea typeface="Cambria"/>
                <a:cs typeface="Cambria"/>
                <a:sym typeface="Cambria"/>
              </a:rPr>
              <a:t>y</a:t>
            </a:r>
            <a:endParaRPr sz="3200">
              <a:latin typeface="+mj-lt"/>
              <a:ea typeface="Cambria"/>
              <a:cs typeface="Cambria"/>
              <a:sym typeface="Cambria"/>
            </a:endParaRPr>
          </a:p>
        </p:txBody>
      </p:sp>
      <p:sp>
        <p:nvSpPr>
          <p:cNvPr id="794" name="Google Shape;794;p30"/>
          <p:cNvSpPr txBox="1"/>
          <p:nvPr/>
        </p:nvSpPr>
        <p:spPr>
          <a:xfrm>
            <a:off x="6072289" y="2698229"/>
            <a:ext cx="302895"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a:latin typeface="+mj-lt"/>
                <a:ea typeface="Cambria"/>
                <a:cs typeface="Cambria"/>
                <a:sym typeface="Cambria"/>
              </a:rPr>
              <a:t>=</a:t>
            </a:r>
            <a:endParaRPr sz="3600">
              <a:latin typeface="+mj-lt"/>
              <a:ea typeface="Cambria"/>
              <a:cs typeface="Cambria"/>
              <a:sym typeface="Cambria"/>
            </a:endParaRPr>
          </a:p>
        </p:txBody>
      </p:sp>
      <p:sp>
        <p:nvSpPr>
          <p:cNvPr id="795" name="Google Shape;795;p30"/>
          <p:cNvSpPr txBox="1"/>
          <p:nvPr/>
        </p:nvSpPr>
        <p:spPr>
          <a:xfrm>
            <a:off x="4268101" y="320268"/>
            <a:ext cx="2723008" cy="1351652"/>
          </a:xfrm>
          <a:prstGeom prst="rect">
            <a:avLst/>
          </a:prstGeom>
          <a:noFill/>
          <a:ln>
            <a:noFill/>
          </a:ln>
        </p:spPr>
        <p:txBody>
          <a:bodyPr spcFirstLastPara="1" wrap="square" lIns="0" tIns="88900" rIns="0" bIns="0" anchor="t" anchorCtr="0">
            <a:spAutoFit/>
          </a:bodyPr>
          <a:lstStyle/>
          <a:p>
            <a:pPr marL="266700" lvl="0" indent="-254634" algn="l" rtl="0">
              <a:lnSpc>
                <a:spcPct val="100000"/>
              </a:lnSpc>
              <a:spcBef>
                <a:spcPts val="0"/>
              </a:spcBef>
              <a:spcAft>
                <a:spcPts val="0"/>
              </a:spcAft>
              <a:buSzPts val="2400"/>
              <a:buFont typeface="Cambria"/>
              <a:buAutoNum type="arabicPlain"/>
            </a:pPr>
            <a:r>
              <a:rPr lang="en-US" sz="2400" dirty="0">
                <a:latin typeface="+mj-lt"/>
                <a:ea typeface="Cambria"/>
                <a:cs typeface="Cambria"/>
                <a:sym typeface="Cambria"/>
              </a:rPr>
              <a:t>-	pedestrian</a:t>
            </a:r>
            <a:endParaRPr sz="2400" dirty="0">
              <a:latin typeface="+mj-lt"/>
              <a:ea typeface="Cambria"/>
              <a:cs typeface="Cambria"/>
              <a:sym typeface="Cambria"/>
            </a:endParaRPr>
          </a:p>
          <a:p>
            <a:pPr marL="266700" lvl="0" indent="-254634" algn="l" rtl="0">
              <a:lnSpc>
                <a:spcPct val="100000"/>
              </a:lnSpc>
              <a:spcBef>
                <a:spcPts val="605"/>
              </a:spcBef>
              <a:spcAft>
                <a:spcPts val="0"/>
              </a:spcAft>
              <a:buSzPts val="2400"/>
              <a:buFont typeface="Cambria"/>
              <a:buAutoNum type="arabicPlain"/>
            </a:pPr>
            <a:r>
              <a:rPr lang="en-US" sz="2400" dirty="0">
                <a:latin typeface="+mj-lt"/>
                <a:ea typeface="Cambria"/>
                <a:cs typeface="Cambria"/>
                <a:sym typeface="Cambria"/>
              </a:rPr>
              <a:t>-	car</a:t>
            </a:r>
            <a:endParaRPr sz="2400" dirty="0">
              <a:latin typeface="+mj-lt"/>
              <a:ea typeface="Cambria"/>
              <a:cs typeface="Cambria"/>
              <a:sym typeface="Cambria"/>
            </a:endParaRPr>
          </a:p>
          <a:p>
            <a:pPr marL="266065" lvl="0" indent="-254000" algn="l" rtl="0">
              <a:lnSpc>
                <a:spcPct val="100000"/>
              </a:lnSpc>
              <a:spcBef>
                <a:spcPts val="600"/>
              </a:spcBef>
              <a:spcAft>
                <a:spcPts val="0"/>
              </a:spcAft>
              <a:buSzPts val="2400"/>
              <a:buFont typeface="Cambria"/>
              <a:buAutoNum type="arabicPlain"/>
            </a:pPr>
            <a:r>
              <a:rPr lang="en-US" sz="2400" dirty="0">
                <a:latin typeface="+mj-lt"/>
                <a:ea typeface="Cambria"/>
                <a:cs typeface="Cambria"/>
                <a:sym typeface="Cambria"/>
              </a:rPr>
              <a:t>-	motorcycle</a:t>
            </a:r>
            <a:endParaRPr sz="2400" dirty="0">
              <a:latin typeface="+mj-lt"/>
              <a:ea typeface="Cambria"/>
              <a:cs typeface="Cambria"/>
              <a:sym typeface="Cambria"/>
            </a:endParaRPr>
          </a:p>
        </p:txBody>
      </p:sp>
      <p:pic>
        <p:nvPicPr>
          <p:cNvPr id="796" name="Google Shape;796;p30"/>
          <p:cNvPicPr preferRelativeResize="0"/>
          <p:nvPr/>
        </p:nvPicPr>
        <p:blipFill rotWithShape="1">
          <a:blip r:embed="rId4">
            <a:alphaModFix/>
          </a:blip>
          <a:srcRect/>
          <a:stretch/>
        </p:blipFill>
        <p:spPr>
          <a:xfrm>
            <a:off x="6684633" y="950535"/>
            <a:ext cx="3830967" cy="4809280"/>
          </a:xfrm>
          <a:prstGeom prst="rect">
            <a:avLst/>
          </a:prstGeom>
          <a:noFill/>
          <a:ln>
            <a:noFill/>
          </a:ln>
        </p:spPr>
      </p:pic>
      <p:pic>
        <p:nvPicPr>
          <p:cNvPr id="797" name="Google Shape;797;p30"/>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Shape 801"/>
        <p:cNvGrpSpPr/>
        <p:nvPr/>
      </p:nvGrpSpPr>
      <p:grpSpPr>
        <a:xfrm>
          <a:off x="0" y="0"/>
          <a:ext cx="0" cy="0"/>
          <a:chOff x="0" y="0"/>
          <a:chExt cx="0" cy="0"/>
        </a:xfrm>
      </p:grpSpPr>
      <p:sp>
        <p:nvSpPr>
          <p:cNvPr id="802" name="Google Shape;802;p31"/>
          <p:cNvSpPr txBox="1">
            <a:spLocks noGrp="1"/>
          </p:cNvSpPr>
          <p:nvPr>
            <p:ph type="title"/>
          </p:nvPr>
        </p:nvSpPr>
        <p:spPr>
          <a:xfrm>
            <a:off x="261620" y="139700"/>
            <a:ext cx="503301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Making predictions</a:t>
            </a:r>
            <a:endParaRPr sz="4400" dirty="0">
              <a:latin typeface="+mj-lt"/>
              <a:ea typeface="Cambria"/>
              <a:cs typeface="Cambria"/>
              <a:sym typeface="Cambria"/>
            </a:endParaRPr>
          </a:p>
        </p:txBody>
      </p:sp>
      <p:sp>
        <p:nvSpPr>
          <p:cNvPr id="803" name="Google Shape;803;p31"/>
          <p:cNvSpPr txBox="1"/>
          <p:nvPr/>
        </p:nvSpPr>
        <p:spPr>
          <a:xfrm>
            <a:off x="8143350" y="2828058"/>
            <a:ext cx="544195" cy="4437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dirty="0">
                <a:latin typeface="+mj-lt"/>
                <a:ea typeface="Cambria Math"/>
                <a:cs typeface="Cambria"/>
                <a:sym typeface="Cambria Math"/>
              </a:rPr>
              <a:t>y </a:t>
            </a:r>
            <a:r>
              <a:rPr lang="en-US" sz="2800" dirty="0">
                <a:latin typeface="+mj-lt"/>
                <a:ea typeface="Cambria"/>
                <a:cs typeface="Cambria"/>
                <a:sym typeface="Cambria"/>
              </a:rPr>
              <a:t>=</a:t>
            </a:r>
            <a:endParaRPr sz="2800" dirty="0">
              <a:latin typeface="+mj-lt"/>
              <a:ea typeface="Cambria"/>
              <a:cs typeface="Cambria"/>
              <a:sym typeface="Cambria"/>
            </a:endParaRPr>
          </a:p>
        </p:txBody>
      </p:sp>
      <p:grpSp>
        <p:nvGrpSpPr>
          <p:cNvPr id="804" name="Google Shape;804;p31"/>
          <p:cNvGrpSpPr/>
          <p:nvPr/>
        </p:nvGrpSpPr>
        <p:grpSpPr>
          <a:xfrm>
            <a:off x="5384275" y="2503009"/>
            <a:ext cx="2651099" cy="1235050"/>
            <a:chOff x="6209665" y="2486151"/>
            <a:chExt cx="2651099" cy="1235050"/>
          </a:xfrm>
        </p:grpSpPr>
        <p:sp>
          <p:nvSpPr>
            <p:cNvPr id="805" name="Google Shape;805;p31"/>
            <p:cNvSpPr/>
            <p:nvPr/>
          </p:nvSpPr>
          <p:spPr>
            <a:xfrm>
              <a:off x="7552664" y="3384651"/>
              <a:ext cx="409575" cy="336550"/>
            </a:xfrm>
            <a:custGeom>
              <a:avLst/>
              <a:gdLst/>
              <a:ahLst/>
              <a:cxnLst/>
              <a:rect l="l" t="t" r="r" b="b"/>
              <a:pathLst>
                <a:path w="409575" h="336550" extrusionOk="0">
                  <a:moveTo>
                    <a:pt x="409308" y="0"/>
                  </a:moveTo>
                  <a:lnTo>
                    <a:pt x="0" y="0"/>
                  </a:lnTo>
                  <a:lnTo>
                    <a:pt x="0" y="335927"/>
                  </a:lnTo>
                  <a:lnTo>
                    <a:pt x="409308" y="335927"/>
                  </a:lnTo>
                  <a:lnTo>
                    <a:pt x="409308" y="0"/>
                  </a:lnTo>
                  <a:close/>
                </a:path>
              </a:pathLst>
            </a:custGeom>
            <a:solidFill>
              <a:srgbClr val="4472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06" name="Google Shape;806;p31"/>
            <p:cNvSpPr/>
            <p:nvPr/>
          </p:nvSpPr>
          <p:spPr>
            <a:xfrm>
              <a:off x="7961973" y="2486152"/>
              <a:ext cx="898525" cy="1234440"/>
            </a:xfrm>
            <a:custGeom>
              <a:avLst/>
              <a:gdLst/>
              <a:ahLst/>
              <a:cxnLst/>
              <a:rect l="l" t="t" r="r" b="b"/>
              <a:pathLst>
                <a:path w="898525" h="1234439" extrusionOk="0">
                  <a:moveTo>
                    <a:pt x="898486" y="0"/>
                  </a:moveTo>
                  <a:lnTo>
                    <a:pt x="0" y="898486"/>
                  </a:lnTo>
                  <a:lnTo>
                    <a:pt x="0" y="1234427"/>
                  </a:lnTo>
                  <a:lnTo>
                    <a:pt x="898486" y="335940"/>
                  </a:lnTo>
                  <a:lnTo>
                    <a:pt x="898486" y="0"/>
                  </a:lnTo>
                  <a:close/>
                </a:path>
              </a:pathLst>
            </a:custGeom>
            <a:solidFill>
              <a:srgbClr val="375C9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07" name="Google Shape;807;p31"/>
            <p:cNvSpPr/>
            <p:nvPr/>
          </p:nvSpPr>
          <p:spPr>
            <a:xfrm>
              <a:off x="7552664" y="2486152"/>
              <a:ext cx="1308100" cy="898525"/>
            </a:xfrm>
            <a:custGeom>
              <a:avLst/>
              <a:gdLst/>
              <a:ahLst/>
              <a:cxnLst/>
              <a:rect l="l" t="t" r="r" b="b"/>
              <a:pathLst>
                <a:path w="1308100" h="898525" extrusionOk="0">
                  <a:moveTo>
                    <a:pt x="1307795" y="0"/>
                  </a:moveTo>
                  <a:lnTo>
                    <a:pt x="898486" y="0"/>
                  </a:lnTo>
                  <a:lnTo>
                    <a:pt x="0" y="898486"/>
                  </a:lnTo>
                  <a:lnTo>
                    <a:pt x="409308" y="898486"/>
                  </a:lnTo>
                  <a:lnTo>
                    <a:pt x="1307795" y="0"/>
                  </a:lnTo>
                  <a:close/>
                </a:path>
              </a:pathLst>
            </a:custGeom>
            <a:solidFill>
              <a:srgbClr val="698ED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08" name="Google Shape;808;p31"/>
            <p:cNvSpPr/>
            <p:nvPr/>
          </p:nvSpPr>
          <p:spPr>
            <a:xfrm>
              <a:off x="7552664" y="2486151"/>
              <a:ext cx="1307465" cy="1233805"/>
            </a:xfrm>
            <a:custGeom>
              <a:avLst/>
              <a:gdLst/>
              <a:ahLst/>
              <a:cxnLst/>
              <a:rect l="l" t="t" r="r" b="b"/>
              <a:pathLst>
                <a:path w="1307465" h="1233804" extrusionOk="0">
                  <a:moveTo>
                    <a:pt x="0" y="898024"/>
                  </a:moveTo>
                  <a:lnTo>
                    <a:pt x="898024" y="0"/>
                  </a:lnTo>
                  <a:lnTo>
                    <a:pt x="1307123" y="0"/>
                  </a:lnTo>
                  <a:lnTo>
                    <a:pt x="1307123" y="335763"/>
                  </a:lnTo>
                  <a:lnTo>
                    <a:pt x="409102" y="1233790"/>
                  </a:lnTo>
                  <a:lnTo>
                    <a:pt x="0" y="1233790"/>
                  </a:lnTo>
                  <a:lnTo>
                    <a:pt x="0" y="898024"/>
                  </a:lnTo>
                  <a:close/>
                </a:path>
                <a:path w="1307465" h="1233804" extrusionOk="0">
                  <a:moveTo>
                    <a:pt x="0" y="898024"/>
                  </a:moveTo>
                  <a:lnTo>
                    <a:pt x="409102" y="898024"/>
                  </a:lnTo>
                  <a:lnTo>
                    <a:pt x="1307123" y="0"/>
                  </a:lnTo>
                </a:path>
                <a:path w="1307465" h="1233804" extrusionOk="0">
                  <a:moveTo>
                    <a:pt x="409102" y="898024"/>
                  </a:moveTo>
                  <a:lnTo>
                    <a:pt x="409102" y="1233790"/>
                  </a:lnTo>
                </a:path>
              </a:pathLst>
            </a:custGeom>
            <a:noFill/>
            <a:ln w="12675" cap="flat" cmpd="sng">
              <a:solidFill>
                <a:srgbClr val="2F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09" name="Google Shape;809;p31"/>
            <p:cNvSpPr/>
            <p:nvPr/>
          </p:nvSpPr>
          <p:spPr>
            <a:xfrm>
              <a:off x="6209665" y="2980029"/>
              <a:ext cx="1343025" cy="127000"/>
            </a:xfrm>
            <a:custGeom>
              <a:avLst/>
              <a:gdLst/>
              <a:ahLst/>
              <a:cxnLst/>
              <a:rect l="l" t="t" r="r" b="b"/>
              <a:pathLst>
                <a:path w="1343025" h="127000" extrusionOk="0">
                  <a:moveTo>
                    <a:pt x="1215999" y="0"/>
                  </a:moveTo>
                  <a:lnTo>
                    <a:pt x="1215999" y="50800"/>
                  </a:lnTo>
                  <a:lnTo>
                    <a:pt x="0" y="50800"/>
                  </a:lnTo>
                  <a:lnTo>
                    <a:pt x="0" y="76200"/>
                  </a:lnTo>
                  <a:lnTo>
                    <a:pt x="1215999" y="76200"/>
                  </a:lnTo>
                  <a:lnTo>
                    <a:pt x="1215999" y="127000"/>
                  </a:lnTo>
                  <a:lnTo>
                    <a:pt x="1342999" y="63500"/>
                  </a:lnTo>
                  <a:lnTo>
                    <a:pt x="1215999"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810" name="Google Shape;810;p31"/>
          <p:cNvGrpSpPr/>
          <p:nvPr/>
        </p:nvGrpSpPr>
        <p:grpSpPr>
          <a:xfrm>
            <a:off x="182879" y="1415503"/>
            <a:ext cx="3525837" cy="3199917"/>
            <a:chOff x="182879" y="1415503"/>
            <a:chExt cx="3525837" cy="3199917"/>
          </a:xfrm>
        </p:grpSpPr>
        <p:pic>
          <p:nvPicPr>
            <p:cNvPr id="811" name="Google Shape;811;p31"/>
            <p:cNvPicPr preferRelativeResize="0"/>
            <p:nvPr/>
          </p:nvPicPr>
          <p:blipFill rotWithShape="1">
            <a:blip r:embed="rId3">
              <a:alphaModFix/>
            </a:blip>
            <a:srcRect/>
            <a:stretch/>
          </p:blipFill>
          <p:spPr>
            <a:xfrm>
              <a:off x="182879" y="1415503"/>
              <a:ext cx="3525837" cy="3199917"/>
            </a:xfrm>
            <a:prstGeom prst="rect">
              <a:avLst/>
            </a:prstGeom>
            <a:noFill/>
            <a:ln>
              <a:noFill/>
            </a:ln>
          </p:spPr>
        </p:pic>
        <p:sp>
          <p:nvSpPr>
            <p:cNvPr id="812" name="Google Shape;812;p31"/>
            <p:cNvSpPr/>
            <p:nvPr/>
          </p:nvSpPr>
          <p:spPr>
            <a:xfrm>
              <a:off x="1451114" y="3617848"/>
              <a:ext cx="824865" cy="745490"/>
            </a:xfrm>
            <a:custGeom>
              <a:avLst/>
              <a:gdLst/>
              <a:ahLst/>
              <a:cxnLst/>
              <a:rect l="l" t="t" r="r" b="b"/>
              <a:pathLst>
                <a:path w="824864" h="745489" extrusionOk="0">
                  <a:moveTo>
                    <a:pt x="0" y="0"/>
                  </a:moveTo>
                  <a:lnTo>
                    <a:pt x="824527" y="0"/>
                  </a:lnTo>
                  <a:lnTo>
                    <a:pt x="824527" y="745054"/>
                  </a:lnTo>
                  <a:lnTo>
                    <a:pt x="0" y="745054"/>
                  </a:lnTo>
                  <a:lnTo>
                    <a:pt x="0" y="0"/>
                  </a:lnTo>
                  <a:close/>
                </a:path>
              </a:pathLst>
            </a:custGeom>
            <a:noFill/>
            <a:ln w="327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13" name="Google Shape;813;p31"/>
            <p:cNvSpPr/>
            <p:nvPr/>
          </p:nvSpPr>
          <p:spPr>
            <a:xfrm>
              <a:off x="1447922" y="3625925"/>
              <a:ext cx="812800" cy="736600"/>
            </a:xfrm>
            <a:custGeom>
              <a:avLst/>
              <a:gdLst/>
              <a:ahLst/>
              <a:cxnLst/>
              <a:rect l="l" t="t" r="r" b="b"/>
              <a:pathLst>
                <a:path w="812800" h="736600" extrusionOk="0">
                  <a:moveTo>
                    <a:pt x="56880" y="44280"/>
                  </a:moveTo>
                  <a:lnTo>
                    <a:pt x="56880" y="38160"/>
                  </a:lnTo>
                  <a:lnTo>
                    <a:pt x="63360" y="31680"/>
                  </a:lnTo>
                  <a:lnTo>
                    <a:pt x="63360" y="25200"/>
                  </a:lnTo>
                  <a:lnTo>
                    <a:pt x="63360" y="19080"/>
                  </a:lnTo>
                  <a:lnTo>
                    <a:pt x="63360" y="12600"/>
                  </a:lnTo>
                  <a:lnTo>
                    <a:pt x="56880" y="6120"/>
                  </a:lnTo>
                  <a:lnTo>
                    <a:pt x="56880" y="0"/>
                  </a:lnTo>
                  <a:lnTo>
                    <a:pt x="50760" y="0"/>
                  </a:lnTo>
                  <a:lnTo>
                    <a:pt x="50760" y="6120"/>
                  </a:lnTo>
                  <a:lnTo>
                    <a:pt x="50760" y="12600"/>
                  </a:lnTo>
                  <a:lnTo>
                    <a:pt x="56880" y="19080"/>
                  </a:lnTo>
                  <a:lnTo>
                    <a:pt x="56880" y="38160"/>
                  </a:lnTo>
                  <a:lnTo>
                    <a:pt x="56880" y="44280"/>
                  </a:lnTo>
                  <a:lnTo>
                    <a:pt x="56880" y="63360"/>
                  </a:lnTo>
                  <a:lnTo>
                    <a:pt x="56880" y="75960"/>
                  </a:lnTo>
                  <a:lnTo>
                    <a:pt x="56880" y="95040"/>
                  </a:lnTo>
                  <a:lnTo>
                    <a:pt x="56880" y="108000"/>
                  </a:lnTo>
                  <a:lnTo>
                    <a:pt x="50760" y="133200"/>
                  </a:lnTo>
                  <a:lnTo>
                    <a:pt x="50760" y="177840"/>
                  </a:lnTo>
                  <a:lnTo>
                    <a:pt x="50760" y="203040"/>
                  </a:lnTo>
                  <a:lnTo>
                    <a:pt x="44280" y="266760"/>
                  </a:lnTo>
                  <a:lnTo>
                    <a:pt x="44280" y="291960"/>
                  </a:lnTo>
                  <a:lnTo>
                    <a:pt x="50760" y="342720"/>
                  </a:lnTo>
                  <a:lnTo>
                    <a:pt x="50760" y="368280"/>
                  </a:lnTo>
                  <a:lnTo>
                    <a:pt x="56880" y="393480"/>
                  </a:lnTo>
                  <a:lnTo>
                    <a:pt x="56880" y="419040"/>
                  </a:lnTo>
                  <a:lnTo>
                    <a:pt x="56880" y="444600"/>
                  </a:lnTo>
                  <a:lnTo>
                    <a:pt x="63360" y="488880"/>
                  </a:lnTo>
                  <a:lnTo>
                    <a:pt x="63360" y="514440"/>
                  </a:lnTo>
                  <a:lnTo>
                    <a:pt x="63360" y="539640"/>
                  </a:lnTo>
                  <a:lnTo>
                    <a:pt x="63360" y="565200"/>
                  </a:lnTo>
                  <a:lnTo>
                    <a:pt x="69840" y="584280"/>
                  </a:lnTo>
                  <a:lnTo>
                    <a:pt x="69840" y="609480"/>
                  </a:lnTo>
                  <a:lnTo>
                    <a:pt x="69840" y="641160"/>
                  </a:lnTo>
                  <a:lnTo>
                    <a:pt x="69840" y="660240"/>
                  </a:lnTo>
                  <a:lnTo>
                    <a:pt x="69840" y="673201"/>
                  </a:lnTo>
                  <a:lnTo>
                    <a:pt x="75960" y="685801"/>
                  </a:lnTo>
                  <a:lnTo>
                    <a:pt x="75960" y="691921"/>
                  </a:lnTo>
                  <a:lnTo>
                    <a:pt x="75960" y="698401"/>
                  </a:lnTo>
                  <a:lnTo>
                    <a:pt x="75960" y="704881"/>
                  </a:lnTo>
                  <a:lnTo>
                    <a:pt x="82440" y="711001"/>
                  </a:lnTo>
                  <a:lnTo>
                    <a:pt x="82440" y="717481"/>
                  </a:lnTo>
                  <a:lnTo>
                    <a:pt x="88920" y="717481"/>
                  </a:lnTo>
                  <a:lnTo>
                    <a:pt x="88920" y="723961"/>
                  </a:lnTo>
                  <a:lnTo>
                    <a:pt x="95040" y="723961"/>
                  </a:lnTo>
                  <a:lnTo>
                    <a:pt x="101520" y="723961"/>
                  </a:lnTo>
                  <a:lnTo>
                    <a:pt x="108000" y="730081"/>
                  </a:lnTo>
                  <a:lnTo>
                    <a:pt x="330120" y="730081"/>
                  </a:lnTo>
                  <a:lnTo>
                    <a:pt x="380880" y="736561"/>
                  </a:lnTo>
                  <a:lnTo>
                    <a:pt x="406440" y="736561"/>
                  </a:lnTo>
                  <a:lnTo>
                    <a:pt x="431640" y="736561"/>
                  </a:lnTo>
                  <a:lnTo>
                    <a:pt x="463320" y="736561"/>
                  </a:lnTo>
                  <a:lnTo>
                    <a:pt x="495360" y="736561"/>
                  </a:lnTo>
                  <a:lnTo>
                    <a:pt x="552240" y="730081"/>
                  </a:lnTo>
                  <a:lnTo>
                    <a:pt x="577800" y="723961"/>
                  </a:lnTo>
                  <a:lnTo>
                    <a:pt x="603000" y="723961"/>
                  </a:lnTo>
                  <a:lnTo>
                    <a:pt x="622080" y="723961"/>
                  </a:lnTo>
                  <a:lnTo>
                    <a:pt x="660240" y="717481"/>
                  </a:lnTo>
                  <a:lnTo>
                    <a:pt x="679321" y="717481"/>
                  </a:lnTo>
                  <a:lnTo>
                    <a:pt x="717481" y="717481"/>
                  </a:lnTo>
                  <a:lnTo>
                    <a:pt x="742681" y="711001"/>
                  </a:lnTo>
                  <a:lnTo>
                    <a:pt x="755641" y="704881"/>
                  </a:lnTo>
                  <a:lnTo>
                    <a:pt x="761761" y="704881"/>
                  </a:lnTo>
                  <a:lnTo>
                    <a:pt x="774721" y="704881"/>
                  </a:lnTo>
                  <a:lnTo>
                    <a:pt x="780841" y="698401"/>
                  </a:lnTo>
                  <a:lnTo>
                    <a:pt x="787321" y="698401"/>
                  </a:lnTo>
                  <a:lnTo>
                    <a:pt x="787321" y="704881"/>
                  </a:lnTo>
                  <a:lnTo>
                    <a:pt x="793801" y="704881"/>
                  </a:lnTo>
                  <a:lnTo>
                    <a:pt x="799921" y="704881"/>
                  </a:lnTo>
                  <a:lnTo>
                    <a:pt x="806401" y="704881"/>
                  </a:lnTo>
                  <a:lnTo>
                    <a:pt x="806401" y="698401"/>
                  </a:lnTo>
                  <a:lnTo>
                    <a:pt x="806401" y="691921"/>
                  </a:lnTo>
                  <a:lnTo>
                    <a:pt x="806401" y="685801"/>
                  </a:lnTo>
                  <a:lnTo>
                    <a:pt x="799921" y="673201"/>
                  </a:lnTo>
                  <a:lnTo>
                    <a:pt x="799921" y="660240"/>
                  </a:lnTo>
                  <a:lnTo>
                    <a:pt x="799921" y="647640"/>
                  </a:lnTo>
                  <a:lnTo>
                    <a:pt x="799921" y="622080"/>
                  </a:lnTo>
                  <a:lnTo>
                    <a:pt x="799921" y="609480"/>
                  </a:lnTo>
                  <a:lnTo>
                    <a:pt x="799921" y="596880"/>
                  </a:lnTo>
                  <a:lnTo>
                    <a:pt x="806401" y="565200"/>
                  </a:lnTo>
                  <a:lnTo>
                    <a:pt x="806401" y="216000"/>
                  </a:lnTo>
                  <a:lnTo>
                    <a:pt x="799921" y="190440"/>
                  </a:lnTo>
                  <a:lnTo>
                    <a:pt x="799921" y="171360"/>
                  </a:lnTo>
                  <a:lnTo>
                    <a:pt x="799921" y="152280"/>
                  </a:lnTo>
                  <a:lnTo>
                    <a:pt x="806401" y="120600"/>
                  </a:lnTo>
                  <a:lnTo>
                    <a:pt x="806401" y="108000"/>
                  </a:lnTo>
                  <a:lnTo>
                    <a:pt x="812521" y="75960"/>
                  </a:lnTo>
                  <a:lnTo>
                    <a:pt x="812521" y="69840"/>
                  </a:lnTo>
                  <a:lnTo>
                    <a:pt x="812521" y="57240"/>
                  </a:lnTo>
                  <a:lnTo>
                    <a:pt x="812521" y="50760"/>
                  </a:lnTo>
                  <a:lnTo>
                    <a:pt x="806401" y="38160"/>
                  </a:lnTo>
                  <a:lnTo>
                    <a:pt x="806401" y="31680"/>
                  </a:lnTo>
                  <a:lnTo>
                    <a:pt x="799921" y="31680"/>
                  </a:lnTo>
                  <a:lnTo>
                    <a:pt x="799921" y="25200"/>
                  </a:lnTo>
                  <a:lnTo>
                    <a:pt x="799921" y="19080"/>
                  </a:lnTo>
                  <a:lnTo>
                    <a:pt x="799921" y="12600"/>
                  </a:lnTo>
                  <a:lnTo>
                    <a:pt x="793801" y="12600"/>
                  </a:lnTo>
                  <a:lnTo>
                    <a:pt x="793801" y="6120"/>
                  </a:lnTo>
                  <a:lnTo>
                    <a:pt x="793801" y="0"/>
                  </a:lnTo>
                  <a:lnTo>
                    <a:pt x="787321" y="0"/>
                  </a:lnTo>
                  <a:lnTo>
                    <a:pt x="679321" y="0"/>
                  </a:lnTo>
                  <a:lnTo>
                    <a:pt x="641160" y="6120"/>
                  </a:lnTo>
                  <a:lnTo>
                    <a:pt x="615960" y="6120"/>
                  </a:lnTo>
                  <a:lnTo>
                    <a:pt x="552240" y="6120"/>
                  </a:lnTo>
                  <a:lnTo>
                    <a:pt x="514080" y="6120"/>
                  </a:lnTo>
                  <a:lnTo>
                    <a:pt x="476280" y="12600"/>
                  </a:lnTo>
                  <a:lnTo>
                    <a:pt x="393480" y="12600"/>
                  </a:lnTo>
                  <a:lnTo>
                    <a:pt x="342720" y="19080"/>
                  </a:lnTo>
                  <a:lnTo>
                    <a:pt x="298440" y="19080"/>
                  </a:lnTo>
                  <a:lnTo>
                    <a:pt x="215640" y="12600"/>
                  </a:lnTo>
                  <a:lnTo>
                    <a:pt x="177840" y="12600"/>
                  </a:lnTo>
                  <a:lnTo>
                    <a:pt x="145800" y="6120"/>
                  </a:lnTo>
                  <a:lnTo>
                    <a:pt x="19080" y="6120"/>
                  </a:lnTo>
                  <a:lnTo>
                    <a:pt x="6120" y="12600"/>
                  </a:lnTo>
                  <a:lnTo>
                    <a:pt x="0" y="25200"/>
                  </a:lnTo>
                </a:path>
              </a:pathLst>
            </a:custGeom>
            <a:noFill/>
            <a:ln w="1905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aphicFrame>
        <p:nvGraphicFramePr>
          <p:cNvPr id="814" name="Google Shape;814;p31"/>
          <p:cNvGraphicFramePr/>
          <p:nvPr/>
        </p:nvGraphicFramePr>
        <p:xfrm>
          <a:off x="165048" y="1398580"/>
          <a:ext cx="3524250" cy="3196575"/>
        </p:xfrm>
        <a:graphic>
          <a:graphicData uri="http://schemas.openxmlformats.org/drawingml/2006/table">
            <a:tbl>
              <a:tblPr firstRow="1" bandRow="1">
                <a:noFill/>
                <a:tableStyleId>{212714E9-6B82-488D-B99E-6F814BD6195D}</a:tableStyleId>
              </a:tblPr>
              <a:tblGrid>
                <a:gridCol w="1174750">
                  <a:extLst>
                    <a:ext uri="{9D8B030D-6E8A-4147-A177-3AD203B41FA5}">
                      <a16:colId xmlns:a16="http://schemas.microsoft.com/office/drawing/2014/main" val="20000"/>
                    </a:ext>
                  </a:extLst>
                </a:gridCol>
                <a:gridCol w="1174750">
                  <a:extLst>
                    <a:ext uri="{9D8B030D-6E8A-4147-A177-3AD203B41FA5}">
                      <a16:colId xmlns:a16="http://schemas.microsoft.com/office/drawing/2014/main" val="20001"/>
                    </a:ext>
                  </a:extLst>
                </a:gridCol>
                <a:gridCol w="1174750">
                  <a:extLst>
                    <a:ext uri="{9D8B030D-6E8A-4147-A177-3AD203B41FA5}">
                      <a16:colId xmlns:a16="http://schemas.microsoft.com/office/drawing/2014/main" val="20002"/>
                    </a:ext>
                  </a:extLst>
                </a:gridCol>
              </a:tblGrid>
              <a:tr h="1065525">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4572C4"/>
                      </a:solidFill>
                      <a:prstDash val="solid"/>
                      <a:round/>
                      <a:headEnd type="none" w="sm" len="sm"/>
                      <a:tailEnd type="none" w="sm" len="sm"/>
                    </a:lnL>
                    <a:lnR w="57150" cap="flat" cmpd="sng">
                      <a:solidFill>
                        <a:srgbClr val="4572C4"/>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4572C4"/>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57150" cap="flat" cmpd="sng">
                      <a:solidFill>
                        <a:srgbClr val="4572C4"/>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1065525">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4572C4"/>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B05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1065525">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000000"/>
                      </a:solidFill>
                      <a:prstDash val="solid"/>
                      <a:round/>
                      <a:headEnd type="none" w="sm" len="sm"/>
                      <a:tailEnd type="none" w="sm" len="sm"/>
                    </a:lnL>
                    <a:lnR w="38100" cap="flat" cmpd="sng">
                      <a:solidFill>
                        <a:srgbClr val="00B05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00B050"/>
                      </a:solidFill>
                      <a:prstDash val="solid"/>
                      <a:round/>
                      <a:headEnd type="none" w="sm" len="sm"/>
                      <a:tailEnd type="none" w="sm" len="sm"/>
                    </a:lnL>
                    <a:lnR w="38100" cap="flat" cmpd="sng">
                      <a:solidFill>
                        <a:srgbClr val="00B050"/>
                      </a:solidFill>
                      <a:prstDash val="solid"/>
                      <a:round/>
                      <a:headEnd type="none" w="sm" len="sm"/>
                      <a:tailEnd type="none" w="sm" len="sm"/>
                    </a:lnR>
                    <a:lnT w="38100" cap="flat" cmpd="sng">
                      <a:solidFill>
                        <a:srgbClr val="00B050"/>
                      </a:solidFill>
                      <a:prstDash val="solid"/>
                      <a:round/>
                      <a:headEnd type="none" w="sm" len="sm"/>
                      <a:tailEnd type="none" w="sm" len="sm"/>
                    </a:lnT>
                    <a:lnB w="38100" cap="flat" cmpd="sng">
                      <a:solidFill>
                        <a:srgbClr val="00B050"/>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400" u="none" strike="noStrike" cap="none">
                        <a:latin typeface="Times New Roman"/>
                        <a:ea typeface="Times New Roman"/>
                        <a:cs typeface="Times New Roman"/>
                        <a:sym typeface="Times New Roman"/>
                      </a:endParaRPr>
                    </a:p>
                  </a:txBody>
                  <a:tcPr marL="0" marR="0" marT="0" marB="0">
                    <a:lnL w="38100" cap="flat" cmpd="sng">
                      <a:solidFill>
                        <a:srgbClr val="00B050"/>
                      </a:solidFill>
                      <a:prstDash val="solid"/>
                      <a:round/>
                      <a:headEnd type="none" w="sm" len="sm"/>
                      <a:tailEnd type="none" w="sm" len="sm"/>
                    </a:lnL>
                    <a:lnR w="38100" cap="flat" cmpd="sng">
                      <a:solidFill>
                        <a:srgbClr val="000000"/>
                      </a:solidFill>
                      <a:prstDash val="solid"/>
                      <a:round/>
                      <a:headEnd type="none" w="sm" len="sm"/>
                      <a:tailEnd type="none" w="sm" len="sm"/>
                    </a:ln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815" name="Google Shape;815;p31"/>
          <p:cNvSpPr/>
          <p:nvPr/>
        </p:nvSpPr>
        <p:spPr>
          <a:xfrm>
            <a:off x="3665009" y="2992916"/>
            <a:ext cx="1343025" cy="127000"/>
          </a:xfrm>
          <a:custGeom>
            <a:avLst/>
            <a:gdLst/>
            <a:ahLst/>
            <a:cxnLst/>
            <a:rect l="l" t="t" r="r" b="b"/>
            <a:pathLst>
              <a:path w="1343025" h="127000" extrusionOk="0">
                <a:moveTo>
                  <a:pt x="1216012" y="0"/>
                </a:moveTo>
                <a:lnTo>
                  <a:pt x="1216012" y="50800"/>
                </a:lnTo>
                <a:lnTo>
                  <a:pt x="0" y="50800"/>
                </a:lnTo>
                <a:lnTo>
                  <a:pt x="0" y="76200"/>
                </a:lnTo>
                <a:lnTo>
                  <a:pt x="1216012" y="76200"/>
                </a:lnTo>
                <a:lnTo>
                  <a:pt x="1216012" y="127000"/>
                </a:lnTo>
                <a:lnTo>
                  <a:pt x="1343012" y="63500"/>
                </a:lnTo>
                <a:lnTo>
                  <a:pt x="1216012" y="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16" name="Google Shape;816;p31"/>
          <p:cNvSpPr txBox="1"/>
          <p:nvPr/>
        </p:nvSpPr>
        <p:spPr>
          <a:xfrm>
            <a:off x="5032297" y="2758921"/>
            <a:ext cx="374015" cy="5130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200">
                <a:latin typeface="+mj-lt"/>
                <a:ea typeface="Cambria Math"/>
                <a:cs typeface="Cambria Math"/>
                <a:sym typeface="Cambria Math"/>
              </a:rPr>
              <a:t>⋯</a:t>
            </a:r>
            <a:endParaRPr>
              <a:latin typeface="+mj-lt"/>
            </a:endParaRPr>
          </a:p>
        </p:txBody>
      </p:sp>
      <p:sp>
        <p:nvSpPr>
          <p:cNvPr id="817" name="Google Shape;817;p31"/>
          <p:cNvSpPr txBox="1"/>
          <p:nvPr/>
        </p:nvSpPr>
        <p:spPr>
          <a:xfrm>
            <a:off x="6466233" y="3840733"/>
            <a:ext cx="102425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mj-lt"/>
                <a:ea typeface="Cambria Math"/>
                <a:cs typeface="Cambria Math"/>
                <a:sym typeface="Cambria Math"/>
              </a:rPr>
              <a:t>3×3×2×8</a:t>
            </a:r>
            <a:endParaRPr sz="1800">
              <a:latin typeface="+mj-lt"/>
              <a:ea typeface="Cambria Math"/>
              <a:cs typeface="Cambria Math"/>
              <a:sym typeface="Cambria Math"/>
            </a:endParaRPr>
          </a:p>
        </p:txBody>
      </p:sp>
      <p:pic>
        <p:nvPicPr>
          <p:cNvPr id="818" name="Google Shape;818;p31"/>
          <p:cNvPicPr preferRelativeResize="0"/>
          <p:nvPr/>
        </p:nvPicPr>
        <p:blipFill rotWithShape="1">
          <a:blip r:embed="rId4">
            <a:alphaModFix/>
          </a:blip>
          <a:srcRect/>
          <a:stretch/>
        </p:blipFill>
        <p:spPr>
          <a:xfrm>
            <a:off x="8647168" y="851476"/>
            <a:ext cx="3525838" cy="4647172"/>
          </a:xfrm>
          <a:prstGeom prst="rect">
            <a:avLst/>
          </a:prstGeom>
          <a:noFill/>
          <a:ln>
            <a:noFill/>
          </a:ln>
        </p:spPr>
      </p:pic>
      <p:pic>
        <p:nvPicPr>
          <p:cNvPr id="819" name="Google Shape;819;p31"/>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Shape 823"/>
        <p:cNvGrpSpPr/>
        <p:nvPr/>
      </p:nvGrpSpPr>
      <p:grpSpPr>
        <a:xfrm>
          <a:off x="0" y="0"/>
          <a:ext cx="0" cy="0"/>
          <a:chOff x="0" y="0"/>
          <a:chExt cx="0" cy="0"/>
        </a:xfrm>
      </p:grpSpPr>
      <p:sp>
        <p:nvSpPr>
          <p:cNvPr id="824" name="Google Shape;824;p32"/>
          <p:cNvSpPr txBox="1">
            <a:spLocks noGrp="1"/>
          </p:cNvSpPr>
          <p:nvPr>
            <p:ph type="title"/>
          </p:nvPr>
        </p:nvSpPr>
        <p:spPr>
          <a:xfrm>
            <a:off x="261620" y="139700"/>
            <a:ext cx="11192510" cy="136704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Outputting the non-max </a:t>
            </a:r>
            <a:r>
              <a:rPr lang="en-US" sz="4400" b="0" dirty="0" err="1">
                <a:latin typeface="+mj-lt"/>
                <a:ea typeface="Cambria"/>
                <a:cs typeface="Cambria"/>
                <a:sym typeface="Cambria"/>
              </a:rPr>
              <a:t>supressed</a:t>
            </a:r>
            <a:r>
              <a:rPr lang="en-US" sz="4400" b="0" dirty="0">
                <a:latin typeface="+mj-lt"/>
                <a:ea typeface="Cambria"/>
                <a:cs typeface="Cambria"/>
                <a:sym typeface="Cambria"/>
              </a:rPr>
              <a:t> </a:t>
            </a:r>
            <a:br>
              <a:rPr lang="en-US" sz="4400" b="0" dirty="0">
                <a:latin typeface="+mj-lt"/>
                <a:ea typeface="Cambria"/>
                <a:cs typeface="Cambria"/>
                <a:sym typeface="Cambria"/>
              </a:rPr>
            </a:br>
            <a:r>
              <a:rPr lang="en-US" sz="4400" b="0" dirty="0">
                <a:latin typeface="+mj-lt"/>
                <a:ea typeface="Cambria"/>
                <a:cs typeface="Cambria"/>
                <a:sym typeface="Cambria"/>
              </a:rPr>
              <a:t>outputs</a:t>
            </a:r>
            <a:endParaRPr sz="4400" dirty="0">
              <a:latin typeface="+mj-lt"/>
              <a:ea typeface="Cambria"/>
              <a:cs typeface="Cambria"/>
              <a:sym typeface="Cambria"/>
            </a:endParaRPr>
          </a:p>
        </p:txBody>
      </p:sp>
      <p:sp>
        <p:nvSpPr>
          <p:cNvPr id="825" name="Google Shape;825;p32"/>
          <p:cNvSpPr txBox="1">
            <a:spLocks noGrp="1"/>
          </p:cNvSpPr>
          <p:nvPr>
            <p:ph type="body" idx="1"/>
          </p:nvPr>
        </p:nvSpPr>
        <p:spPr>
          <a:xfrm>
            <a:off x="661606" y="2018538"/>
            <a:ext cx="10868786" cy="2953609"/>
          </a:xfrm>
          <a:prstGeom prst="rect">
            <a:avLst/>
          </a:prstGeom>
          <a:noFill/>
          <a:ln>
            <a:noFill/>
          </a:ln>
        </p:spPr>
        <p:txBody>
          <a:bodyPr spcFirstLastPara="1" wrap="square" lIns="0" tIns="33000" rIns="0" bIns="0" anchor="t" anchorCtr="0">
            <a:spAutoFit/>
          </a:bodyPr>
          <a:lstStyle/>
          <a:p>
            <a:pPr marL="4754245" marR="5080" lvl="0" indent="-342900" algn="l" rtl="0">
              <a:lnSpc>
                <a:spcPct val="116666"/>
              </a:lnSpc>
              <a:spcBef>
                <a:spcPts val="0"/>
              </a:spcBef>
              <a:spcAft>
                <a:spcPts val="0"/>
              </a:spcAft>
              <a:buClr>
                <a:schemeClr val="dk1"/>
              </a:buClr>
              <a:buSzPts val="2400"/>
              <a:buFont typeface="Arial"/>
              <a:buChar char="•"/>
            </a:pPr>
            <a:r>
              <a:rPr lang="en-US" dirty="0">
                <a:latin typeface="+mj-lt"/>
              </a:rPr>
              <a:t>For each </a:t>
            </a:r>
            <a:r>
              <a:rPr lang="en-US">
                <a:latin typeface="+mj-lt"/>
              </a:rPr>
              <a:t>grid cell</a:t>
            </a:r>
            <a:r>
              <a:rPr lang="en-US" dirty="0">
                <a:latin typeface="+mj-lt"/>
              </a:rPr>
              <a:t>, get 2 predicted bounding boxes.</a:t>
            </a:r>
            <a:endParaRPr dirty="0">
              <a:latin typeface="+mj-lt"/>
            </a:endParaRPr>
          </a:p>
          <a:p>
            <a:pPr marL="4754245" lvl="0" indent="-342900" algn="l" rtl="0">
              <a:lnSpc>
                <a:spcPct val="100000"/>
              </a:lnSpc>
              <a:spcBef>
                <a:spcPts val="2305"/>
              </a:spcBef>
              <a:spcAft>
                <a:spcPts val="0"/>
              </a:spcAft>
              <a:buClr>
                <a:schemeClr val="dk1"/>
              </a:buClr>
              <a:buSzPts val="2400"/>
              <a:buFont typeface="Arial"/>
              <a:buChar char="•"/>
            </a:pPr>
            <a:r>
              <a:rPr lang="en-US" dirty="0">
                <a:latin typeface="+mj-lt"/>
              </a:rPr>
              <a:t>Get rid of low probability predictions.</a:t>
            </a:r>
            <a:endParaRPr dirty="0">
              <a:latin typeface="+mj-lt"/>
            </a:endParaRPr>
          </a:p>
          <a:p>
            <a:pPr marL="4754245" marR="46990" lvl="0" indent="-342900" algn="l" rtl="0">
              <a:lnSpc>
                <a:spcPct val="99000"/>
              </a:lnSpc>
              <a:spcBef>
                <a:spcPts val="2305"/>
              </a:spcBef>
              <a:spcAft>
                <a:spcPts val="0"/>
              </a:spcAft>
              <a:buClr>
                <a:schemeClr val="dk1"/>
              </a:buClr>
              <a:buSzPts val="2400"/>
              <a:buFont typeface="Arial"/>
              <a:buChar char="•"/>
            </a:pPr>
            <a:r>
              <a:rPr lang="en-US" dirty="0">
                <a:latin typeface="+mj-lt"/>
              </a:rPr>
              <a:t>For each class (pedestrian, car, motorcycle) use non-max suppression to generate final predictions.</a:t>
            </a:r>
            <a:endParaRPr dirty="0">
              <a:latin typeface="+mj-lt"/>
            </a:endParaRPr>
          </a:p>
        </p:txBody>
      </p:sp>
      <p:grpSp>
        <p:nvGrpSpPr>
          <p:cNvPr id="826" name="Google Shape;826;p32"/>
          <p:cNvGrpSpPr/>
          <p:nvPr/>
        </p:nvGrpSpPr>
        <p:grpSpPr>
          <a:xfrm>
            <a:off x="482065" y="1947437"/>
            <a:ext cx="3159125" cy="3120390"/>
            <a:chOff x="482065" y="1947437"/>
            <a:chExt cx="3159125" cy="3120390"/>
          </a:xfrm>
        </p:grpSpPr>
        <p:pic>
          <p:nvPicPr>
            <p:cNvPr id="827" name="Google Shape;827;p32"/>
            <p:cNvPicPr preferRelativeResize="0"/>
            <p:nvPr/>
          </p:nvPicPr>
          <p:blipFill rotWithShape="1">
            <a:blip r:embed="rId3">
              <a:alphaModFix/>
            </a:blip>
            <a:srcRect/>
            <a:stretch/>
          </p:blipFill>
          <p:spPr>
            <a:xfrm>
              <a:off x="553275" y="1985518"/>
              <a:ext cx="3051314" cy="3045561"/>
            </a:xfrm>
            <a:prstGeom prst="rect">
              <a:avLst/>
            </a:prstGeom>
            <a:noFill/>
            <a:ln>
              <a:noFill/>
            </a:ln>
          </p:spPr>
        </p:pic>
        <p:sp>
          <p:nvSpPr>
            <p:cNvPr id="828" name="Google Shape;828;p32"/>
            <p:cNvSpPr/>
            <p:nvPr/>
          </p:nvSpPr>
          <p:spPr>
            <a:xfrm>
              <a:off x="1547771" y="1947437"/>
              <a:ext cx="0" cy="3120390"/>
            </a:xfrm>
            <a:custGeom>
              <a:avLst/>
              <a:gdLst/>
              <a:ahLst/>
              <a:cxnLst/>
              <a:rect l="l" t="t" r="r" b="b"/>
              <a:pathLst>
                <a:path w="120000" h="3120390" extrusionOk="0">
                  <a:moveTo>
                    <a:pt x="0" y="0"/>
                  </a:moveTo>
                  <a:lnTo>
                    <a:pt x="0" y="3120168"/>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29" name="Google Shape;829;p32"/>
            <p:cNvSpPr/>
            <p:nvPr/>
          </p:nvSpPr>
          <p:spPr>
            <a:xfrm>
              <a:off x="2575397" y="1947437"/>
              <a:ext cx="0" cy="3120390"/>
            </a:xfrm>
            <a:custGeom>
              <a:avLst/>
              <a:gdLst/>
              <a:ahLst/>
              <a:cxnLst/>
              <a:rect l="l" t="t" r="r" b="b"/>
              <a:pathLst>
                <a:path w="120000" h="3120390" extrusionOk="0">
                  <a:moveTo>
                    <a:pt x="0" y="0"/>
                  </a:moveTo>
                  <a:lnTo>
                    <a:pt x="0" y="3120168"/>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0" name="Google Shape;830;p32"/>
            <p:cNvSpPr/>
            <p:nvPr/>
          </p:nvSpPr>
          <p:spPr>
            <a:xfrm>
              <a:off x="482065" y="3000190"/>
              <a:ext cx="3159125" cy="0"/>
            </a:xfrm>
            <a:custGeom>
              <a:avLst/>
              <a:gdLst/>
              <a:ahLst/>
              <a:cxnLst/>
              <a:rect l="l" t="t" r="r" b="b"/>
              <a:pathLst>
                <a:path w="3159125" h="120000" extrusionOk="0">
                  <a:moveTo>
                    <a:pt x="0" y="0"/>
                  </a:moveTo>
                  <a:lnTo>
                    <a:pt x="3159028"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1" name="Google Shape;831;p32"/>
            <p:cNvSpPr/>
            <p:nvPr/>
          </p:nvSpPr>
          <p:spPr>
            <a:xfrm>
              <a:off x="482065" y="4014852"/>
              <a:ext cx="3159125" cy="0"/>
            </a:xfrm>
            <a:custGeom>
              <a:avLst/>
              <a:gdLst/>
              <a:ahLst/>
              <a:cxnLst/>
              <a:rect l="l" t="t" r="r" b="b"/>
              <a:pathLst>
                <a:path w="3159125" h="120000" extrusionOk="0">
                  <a:moveTo>
                    <a:pt x="0" y="0"/>
                  </a:moveTo>
                  <a:lnTo>
                    <a:pt x="3159028"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2" name="Google Shape;832;p32"/>
            <p:cNvSpPr/>
            <p:nvPr/>
          </p:nvSpPr>
          <p:spPr>
            <a:xfrm>
              <a:off x="520146" y="1947437"/>
              <a:ext cx="0" cy="3120390"/>
            </a:xfrm>
            <a:custGeom>
              <a:avLst/>
              <a:gdLst/>
              <a:ahLst/>
              <a:cxnLst/>
              <a:rect l="l" t="t" r="r" b="b"/>
              <a:pathLst>
                <a:path w="120000" h="3120390" extrusionOk="0">
                  <a:moveTo>
                    <a:pt x="0" y="0"/>
                  </a:moveTo>
                  <a:lnTo>
                    <a:pt x="0" y="3120168"/>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3" name="Google Shape;833;p32"/>
            <p:cNvSpPr/>
            <p:nvPr/>
          </p:nvSpPr>
          <p:spPr>
            <a:xfrm>
              <a:off x="3603013" y="1947437"/>
              <a:ext cx="0" cy="3120390"/>
            </a:xfrm>
            <a:custGeom>
              <a:avLst/>
              <a:gdLst/>
              <a:ahLst/>
              <a:cxnLst/>
              <a:rect l="l" t="t" r="r" b="b"/>
              <a:pathLst>
                <a:path w="120000" h="3120390" extrusionOk="0">
                  <a:moveTo>
                    <a:pt x="0" y="0"/>
                  </a:moveTo>
                  <a:lnTo>
                    <a:pt x="0" y="3120168"/>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4" name="Google Shape;834;p32"/>
            <p:cNvSpPr/>
            <p:nvPr/>
          </p:nvSpPr>
          <p:spPr>
            <a:xfrm>
              <a:off x="482065" y="1985518"/>
              <a:ext cx="3159125" cy="0"/>
            </a:xfrm>
            <a:custGeom>
              <a:avLst/>
              <a:gdLst/>
              <a:ahLst/>
              <a:cxnLst/>
              <a:rect l="l" t="t" r="r" b="b"/>
              <a:pathLst>
                <a:path w="3159125" h="120000" extrusionOk="0">
                  <a:moveTo>
                    <a:pt x="0" y="0"/>
                  </a:moveTo>
                  <a:lnTo>
                    <a:pt x="3159028"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5" name="Google Shape;835;p32"/>
            <p:cNvSpPr/>
            <p:nvPr/>
          </p:nvSpPr>
          <p:spPr>
            <a:xfrm>
              <a:off x="482065" y="5029524"/>
              <a:ext cx="3159125" cy="0"/>
            </a:xfrm>
            <a:custGeom>
              <a:avLst/>
              <a:gdLst/>
              <a:ahLst/>
              <a:cxnLst/>
              <a:rect l="l" t="t" r="r" b="b"/>
              <a:pathLst>
                <a:path w="3159125" h="120000" extrusionOk="0">
                  <a:moveTo>
                    <a:pt x="0" y="0"/>
                  </a:moveTo>
                  <a:lnTo>
                    <a:pt x="3159028" y="0"/>
                  </a:lnTo>
                </a:path>
              </a:pathLst>
            </a:custGeom>
            <a:noFill/>
            <a:ln w="327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6" name="Google Shape;836;p32"/>
            <p:cNvSpPr/>
            <p:nvPr/>
          </p:nvSpPr>
          <p:spPr>
            <a:xfrm>
              <a:off x="2450769" y="2843301"/>
              <a:ext cx="1058545" cy="2186940"/>
            </a:xfrm>
            <a:custGeom>
              <a:avLst/>
              <a:gdLst/>
              <a:ahLst/>
              <a:cxnLst/>
              <a:rect l="l" t="t" r="r" b="b"/>
              <a:pathLst>
                <a:path w="1058545" h="2186940" extrusionOk="0">
                  <a:moveTo>
                    <a:pt x="0" y="0"/>
                  </a:moveTo>
                  <a:lnTo>
                    <a:pt x="1058340" y="0"/>
                  </a:lnTo>
                  <a:lnTo>
                    <a:pt x="1058340" y="2186664"/>
                  </a:lnTo>
                  <a:lnTo>
                    <a:pt x="0" y="2186664"/>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7" name="Google Shape;837;p32"/>
            <p:cNvSpPr/>
            <p:nvPr/>
          </p:nvSpPr>
          <p:spPr>
            <a:xfrm>
              <a:off x="785995" y="3188195"/>
              <a:ext cx="861694" cy="640080"/>
            </a:xfrm>
            <a:custGeom>
              <a:avLst/>
              <a:gdLst/>
              <a:ahLst/>
              <a:cxnLst/>
              <a:rect l="l" t="t" r="r" b="b"/>
              <a:pathLst>
                <a:path w="861694" h="640079" extrusionOk="0">
                  <a:moveTo>
                    <a:pt x="0" y="0"/>
                  </a:moveTo>
                  <a:lnTo>
                    <a:pt x="861289" y="0"/>
                  </a:lnTo>
                  <a:lnTo>
                    <a:pt x="861289" y="639881"/>
                  </a:lnTo>
                  <a:lnTo>
                    <a:pt x="0" y="639881"/>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8" name="Google Shape;838;p32"/>
            <p:cNvSpPr/>
            <p:nvPr/>
          </p:nvSpPr>
          <p:spPr>
            <a:xfrm>
              <a:off x="890964" y="3034779"/>
              <a:ext cx="651510" cy="1079500"/>
            </a:xfrm>
            <a:custGeom>
              <a:avLst/>
              <a:gdLst/>
              <a:ahLst/>
              <a:cxnLst/>
              <a:rect l="l" t="t" r="r" b="b"/>
              <a:pathLst>
                <a:path w="651510" h="1079500" extrusionOk="0">
                  <a:moveTo>
                    <a:pt x="0" y="0"/>
                  </a:moveTo>
                  <a:lnTo>
                    <a:pt x="651456" y="0"/>
                  </a:lnTo>
                  <a:lnTo>
                    <a:pt x="651456" y="1079469"/>
                  </a:lnTo>
                  <a:lnTo>
                    <a:pt x="0" y="1079469"/>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39" name="Google Shape;839;p32"/>
            <p:cNvSpPr/>
            <p:nvPr/>
          </p:nvSpPr>
          <p:spPr>
            <a:xfrm>
              <a:off x="1985416" y="3239401"/>
              <a:ext cx="1618615" cy="589280"/>
            </a:xfrm>
            <a:custGeom>
              <a:avLst/>
              <a:gdLst/>
              <a:ahLst/>
              <a:cxnLst/>
              <a:rect l="l" t="t" r="r" b="b"/>
              <a:pathLst>
                <a:path w="1618614" h="589279" extrusionOk="0">
                  <a:moveTo>
                    <a:pt x="0" y="0"/>
                  </a:moveTo>
                  <a:lnTo>
                    <a:pt x="1618354" y="0"/>
                  </a:lnTo>
                  <a:lnTo>
                    <a:pt x="1618354" y="588695"/>
                  </a:lnTo>
                  <a:lnTo>
                    <a:pt x="0" y="588695"/>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0" name="Google Shape;840;p32"/>
            <p:cNvSpPr/>
            <p:nvPr/>
          </p:nvSpPr>
          <p:spPr>
            <a:xfrm>
              <a:off x="565068" y="2076678"/>
              <a:ext cx="651510" cy="510540"/>
            </a:xfrm>
            <a:custGeom>
              <a:avLst/>
              <a:gdLst/>
              <a:ahLst/>
              <a:cxnLst/>
              <a:rect l="l" t="t" r="r" b="b"/>
              <a:pathLst>
                <a:path w="651510" h="510539" extrusionOk="0">
                  <a:moveTo>
                    <a:pt x="0" y="0"/>
                  </a:moveTo>
                  <a:lnTo>
                    <a:pt x="651456" y="0"/>
                  </a:lnTo>
                  <a:lnTo>
                    <a:pt x="651456" y="509914"/>
                  </a:lnTo>
                  <a:lnTo>
                    <a:pt x="0" y="509914"/>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1" name="Google Shape;841;p32"/>
            <p:cNvSpPr/>
            <p:nvPr/>
          </p:nvSpPr>
          <p:spPr>
            <a:xfrm>
              <a:off x="1736471" y="2118842"/>
              <a:ext cx="248920" cy="510540"/>
            </a:xfrm>
            <a:custGeom>
              <a:avLst/>
              <a:gdLst/>
              <a:ahLst/>
              <a:cxnLst/>
              <a:rect l="l" t="t" r="r" b="b"/>
              <a:pathLst>
                <a:path w="248919" h="510539" extrusionOk="0">
                  <a:moveTo>
                    <a:pt x="0" y="0"/>
                  </a:moveTo>
                  <a:lnTo>
                    <a:pt x="248809" y="0"/>
                  </a:lnTo>
                  <a:lnTo>
                    <a:pt x="248809" y="509914"/>
                  </a:lnTo>
                  <a:lnTo>
                    <a:pt x="0" y="509914"/>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2" name="Google Shape;842;p32"/>
            <p:cNvSpPr/>
            <p:nvPr/>
          </p:nvSpPr>
          <p:spPr>
            <a:xfrm>
              <a:off x="869868" y="1985518"/>
              <a:ext cx="651510" cy="906144"/>
            </a:xfrm>
            <a:custGeom>
              <a:avLst/>
              <a:gdLst/>
              <a:ahLst/>
              <a:cxnLst/>
              <a:rect l="l" t="t" r="r" b="b"/>
              <a:pathLst>
                <a:path w="651510" h="906144" extrusionOk="0">
                  <a:moveTo>
                    <a:pt x="0" y="0"/>
                  </a:moveTo>
                  <a:lnTo>
                    <a:pt x="651456" y="0"/>
                  </a:lnTo>
                  <a:lnTo>
                    <a:pt x="651456" y="905675"/>
                  </a:lnTo>
                  <a:lnTo>
                    <a:pt x="0" y="905675"/>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3" name="Google Shape;843;p32"/>
            <p:cNvSpPr/>
            <p:nvPr/>
          </p:nvSpPr>
          <p:spPr>
            <a:xfrm>
              <a:off x="1888871" y="2447188"/>
              <a:ext cx="561975" cy="315595"/>
            </a:xfrm>
            <a:custGeom>
              <a:avLst/>
              <a:gdLst/>
              <a:ahLst/>
              <a:cxnLst/>
              <a:rect l="l" t="t" r="r" b="b"/>
              <a:pathLst>
                <a:path w="561975" h="315594" extrusionOk="0">
                  <a:moveTo>
                    <a:pt x="0" y="0"/>
                  </a:moveTo>
                  <a:lnTo>
                    <a:pt x="561615" y="0"/>
                  </a:lnTo>
                  <a:lnTo>
                    <a:pt x="561615" y="314981"/>
                  </a:lnTo>
                  <a:lnTo>
                    <a:pt x="0" y="314981"/>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4" name="Google Shape;844;p32"/>
            <p:cNvSpPr/>
            <p:nvPr/>
          </p:nvSpPr>
          <p:spPr>
            <a:xfrm>
              <a:off x="2766402" y="2051532"/>
              <a:ext cx="596265" cy="315595"/>
            </a:xfrm>
            <a:custGeom>
              <a:avLst/>
              <a:gdLst/>
              <a:ahLst/>
              <a:cxnLst/>
              <a:rect l="l" t="t" r="r" b="b"/>
              <a:pathLst>
                <a:path w="596264" h="315594" extrusionOk="0">
                  <a:moveTo>
                    <a:pt x="0" y="0"/>
                  </a:moveTo>
                  <a:lnTo>
                    <a:pt x="595749" y="0"/>
                  </a:lnTo>
                  <a:lnTo>
                    <a:pt x="595749" y="314981"/>
                  </a:lnTo>
                  <a:lnTo>
                    <a:pt x="0" y="314981"/>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5" name="Google Shape;845;p32"/>
            <p:cNvSpPr/>
            <p:nvPr/>
          </p:nvSpPr>
          <p:spPr>
            <a:xfrm>
              <a:off x="3230156" y="2051532"/>
              <a:ext cx="285115" cy="467359"/>
            </a:xfrm>
            <a:custGeom>
              <a:avLst/>
              <a:gdLst/>
              <a:ahLst/>
              <a:cxnLst/>
              <a:rect l="l" t="t" r="r" b="b"/>
              <a:pathLst>
                <a:path w="285114" h="467360" extrusionOk="0">
                  <a:moveTo>
                    <a:pt x="0" y="0"/>
                  </a:moveTo>
                  <a:lnTo>
                    <a:pt x="284555" y="0"/>
                  </a:lnTo>
                  <a:lnTo>
                    <a:pt x="284555" y="467304"/>
                  </a:lnTo>
                  <a:lnTo>
                    <a:pt x="0" y="467304"/>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6" name="Google Shape;846;p32"/>
            <p:cNvSpPr/>
            <p:nvPr/>
          </p:nvSpPr>
          <p:spPr>
            <a:xfrm>
              <a:off x="905973" y="4676216"/>
              <a:ext cx="596265" cy="315595"/>
            </a:xfrm>
            <a:custGeom>
              <a:avLst/>
              <a:gdLst/>
              <a:ahLst/>
              <a:cxnLst/>
              <a:rect l="l" t="t" r="r" b="b"/>
              <a:pathLst>
                <a:path w="596265" h="315595" extrusionOk="0">
                  <a:moveTo>
                    <a:pt x="0" y="0"/>
                  </a:moveTo>
                  <a:lnTo>
                    <a:pt x="595749" y="0"/>
                  </a:lnTo>
                  <a:lnTo>
                    <a:pt x="595749" y="314981"/>
                  </a:lnTo>
                  <a:lnTo>
                    <a:pt x="0" y="314981"/>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7" name="Google Shape;847;p32"/>
            <p:cNvSpPr/>
            <p:nvPr/>
          </p:nvSpPr>
          <p:spPr>
            <a:xfrm>
              <a:off x="535471" y="3712781"/>
              <a:ext cx="596265" cy="1278255"/>
            </a:xfrm>
            <a:custGeom>
              <a:avLst/>
              <a:gdLst/>
              <a:ahLst/>
              <a:cxnLst/>
              <a:rect l="l" t="t" r="r" b="b"/>
              <a:pathLst>
                <a:path w="596265" h="1278254" extrusionOk="0">
                  <a:moveTo>
                    <a:pt x="0" y="0"/>
                  </a:moveTo>
                  <a:lnTo>
                    <a:pt x="595749" y="0"/>
                  </a:lnTo>
                  <a:lnTo>
                    <a:pt x="595749" y="1277917"/>
                  </a:lnTo>
                  <a:lnTo>
                    <a:pt x="0" y="1277917"/>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8" name="Google Shape;848;p32"/>
            <p:cNvSpPr/>
            <p:nvPr/>
          </p:nvSpPr>
          <p:spPr>
            <a:xfrm>
              <a:off x="1647723" y="4114596"/>
              <a:ext cx="596265" cy="315595"/>
            </a:xfrm>
            <a:custGeom>
              <a:avLst/>
              <a:gdLst/>
              <a:ahLst/>
              <a:cxnLst/>
              <a:rect l="l" t="t" r="r" b="b"/>
              <a:pathLst>
                <a:path w="596264" h="315595" extrusionOk="0">
                  <a:moveTo>
                    <a:pt x="0" y="0"/>
                  </a:moveTo>
                  <a:lnTo>
                    <a:pt x="595749" y="0"/>
                  </a:lnTo>
                  <a:lnTo>
                    <a:pt x="595749" y="314981"/>
                  </a:lnTo>
                  <a:lnTo>
                    <a:pt x="0" y="314981"/>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49" name="Google Shape;849;p32"/>
            <p:cNvSpPr/>
            <p:nvPr/>
          </p:nvSpPr>
          <p:spPr>
            <a:xfrm>
              <a:off x="2039543" y="4266996"/>
              <a:ext cx="356870" cy="494030"/>
            </a:xfrm>
            <a:custGeom>
              <a:avLst/>
              <a:gdLst/>
              <a:ahLst/>
              <a:cxnLst/>
              <a:rect l="l" t="t" r="r" b="b"/>
              <a:pathLst>
                <a:path w="356869" h="494029" extrusionOk="0">
                  <a:moveTo>
                    <a:pt x="0" y="0"/>
                  </a:moveTo>
                  <a:lnTo>
                    <a:pt x="356448" y="0"/>
                  </a:lnTo>
                  <a:lnTo>
                    <a:pt x="356448" y="493593"/>
                  </a:lnTo>
                  <a:lnTo>
                    <a:pt x="0" y="493593"/>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50" name="Google Shape;850;p32"/>
            <p:cNvSpPr/>
            <p:nvPr/>
          </p:nvSpPr>
          <p:spPr>
            <a:xfrm>
              <a:off x="1824659" y="3490810"/>
              <a:ext cx="596265" cy="315595"/>
            </a:xfrm>
            <a:custGeom>
              <a:avLst/>
              <a:gdLst/>
              <a:ahLst/>
              <a:cxnLst/>
              <a:rect l="l" t="t" r="r" b="b"/>
              <a:pathLst>
                <a:path w="596264" h="315595" extrusionOk="0">
                  <a:moveTo>
                    <a:pt x="0" y="0"/>
                  </a:moveTo>
                  <a:lnTo>
                    <a:pt x="595749" y="0"/>
                  </a:lnTo>
                  <a:lnTo>
                    <a:pt x="595749" y="314981"/>
                  </a:lnTo>
                  <a:lnTo>
                    <a:pt x="0" y="314981"/>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51" name="Google Shape;851;p32"/>
            <p:cNvSpPr/>
            <p:nvPr/>
          </p:nvSpPr>
          <p:spPr>
            <a:xfrm>
              <a:off x="1675206" y="3017888"/>
              <a:ext cx="356870" cy="494030"/>
            </a:xfrm>
            <a:custGeom>
              <a:avLst/>
              <a:gdLst/>
              <a:ahLst/>
              <a:cxnLst/>
              <a:rect l="l" t="t" r="r" b="b"/>
              <a:pathLst>
                <a:path w="356869" h="494029" extrusionOk="0">
                  <a:moveTo>
                    <a:pt x="0" y="0"/>
                  </a:moveTo>
                  <a:lnTo>
                    <a:pt x="356448" y="0"/>
                  </a:lnTo>
                  <a:lnTo>
                    <a:pt x="356448" y="493593"/>
                  </a:lnTo>
                  <a:lnTo>
                    <a:pt x="0" y="493593"/>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52" name="Google Shape;852;p32"/>
            <p:cNvSpPr/>
            <p:nvPr/>
          </p:nvSpPr>
          <p:spPr>
            <a:xfrm>
              <a:off x="2191943" y="4419396"/>
              <a:ext cx="1317625" cy="494030"/>
            </a:xfrm>
            <a:custGeom>
              <a:avLst/>
              <a:gdLst/>
              <a:ahLst/>
              <a:cxnLst/>
              <a:rect l="l" t="t" r="r" b="b"/>
              <a:pathLst>
                <a:path w="1317625" h="494029" extrusionOk="0">
                  <a:moveTo>
                    <a:pt x="0" y="0"/>
                  </a:moveTo>
                  <a:lnTo>
                    <a:pt x="1317038" y="0"/>
                  </a:lnTo>
                  <a:lnTo>
                    <a:pt x="1317038" y="493593"/>
                  </a:lnTo>
                  <a:lnTo>
                    <a:pt x="0" y="493593"/>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853" name="Google Shape;853;p32"/>
            <p:cNvSpPr/>
            <p:nvPr/>
          </p:nvSpPr>
          <p:spPr>
            <a:xfrm>
              <a:off x="3003448" y="4176496"/>
              <a:ext cx="356870" cy="405130"/>
            </a:xfrm>
            <a:custGeom>
              <a:avLst/>
              <a:gdLst/>
              <a:ahLst/>
              <a:cxnLst/>
              <a:rect l="l" t="t" r="r" b="b"/>
              <a:pathLst>
                <a:path w="356870" h="405129" extrusionOk="0">
                  <a:moveTo>
                    <a:pt x="0" y="0"/>
                  </a:moveTo>
                  <a:lnTo>
                    <a:pt x="356448" y="0"/>
                  </a:lnTo>
                  <a:lnTo>
                    <a:pt x="356448" y="404638"/>
                  </a:lnTo>
                  <a:lnTo>
                    <a:pt x="0" y="404638"/>
                  </a:lnTo>
                  <a:lnTo>
                    <a:pt x="0" y="0"/>
                  </a:lnTo>
                  <a:close/>
                </a:path>
              </a:pathLst>
            </a:custGeom>
            <a:noFill/>
            <a:ln w="32750" cap="flat" cmpd="sng">
              <a:solidFill>
                <a:srgbClr val="4572C4"/>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pic>
        <p:nvPicPr>
          <p:cNvPr id="854" name="Google Shape;854;p32"/>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Shape 878"/>
        <p:cNvGrpSpPr/>
        <p:nvPr/>
      </p:nvGrpSpPr>
      <p:grpSpPr>
        <a:xfrm>
          <a:off x="0" y="0"/>
          <a:ext cx="0" cy="0"/>
          <a:chOff x="0" y="0"/>
          <a:chExt cx="0" cy="0"/>
        </a:xfrm>
      </p:grpSpPr>
      <p:sp>
        <p:nvSpPr>
          <p:cNvPr id="879" name="Google Shape;879;p35"/>
          <p:cNvSpPr txBox="1">
            <a:spLocks noGrp="1"/>
          </p:cNvSpPr>
          <p:nvPr>
            <p:ph type="title"/>
          </p:nvPr>
        </p:nvSpPr>
        <p:spPr>
          <a:xfrm>
            <a:off x="261620" y="139700"/>
            <a:ext cx="4673600" cy="69596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4400" b="0" dirty="0">
                <a:latin typeface="+mj-lt"/>
                <a:ea typeface="Cambria"/>
                <a:cs typeface="Cambria"/>
                <a:sym typeface="Cambria"/>
              </a:rPr>
              <a:t>Faster algorithms</a:t>
            </a:r>
            <a:endParaRPr sz="4400" dirty="0">
              <a:latin typeface="+mj-lt"/>
              <a:ea typeface="Cambria"/>
              <a:cs typeface="Cambria"/>
              <a:sym typeface="Cambria"/>
            </a:endParaRPr>
          </a:p>
        </p:txBody>
      </p:sp>
      <p:sp>
        <p:nvSpPr>
          <p:cNvPr id="880" name="Google Shape;880;p35"/>
          <p:cNvSpPr txBox="1"/>
          <p:nvPr/>
        </p:nvSpPr>
        <p:spPr>
          <a:xfrm>
            <a:off x="608129" y="1541462"/>
            <a:ext cx="1339215"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mbria"/>
                <a:cs typeface="Cambria"/>
                <a:sym typeface="Cambria"/>
              </a:rPr>
              <a:t>R-CNN:</a:t>
            </a:r>
            <a:endParaRPr sz="2800">
              <a:latin typeface="+mj-lt"/>
              <a:ea typeface="Cambria"/>
              <a:cs typeface="Cambria"/>
              <a:sym typeface="Cambria"/>
            </a:endParaRPr>
          </a:p>
        </p:txBody>
      </p:sp>
      <p:sp>
        <p:nvSpPr>
          <p:cNvPr id="881" name="Google Shape;881;p35"/>
          <p:cNvSpPr txBox="1"/>
          <p:nvPr/>
        </p:nvSpPr>
        <p:spPr>
          <a:xfrm>
            <a:off x="3301443" y="1541462"/>
            <a:ext cx="8405495" cy="1050267"/>
          </a:xfrm>
          <a:prstGeom prst="rect">
            <a:avLst/>
          </a:prstGeom>
          <a:noFill/>
          <a:ln>
            <a:noFill/>
          </a:ln>
        </p:spPr>
        <p:txBody>
          <a:bodyPr spcFirstLastPara="1" wrap="square" lIns="0" tIns="33000" rIns="0" bIns="0" anchor="t" anchorCtr="0">
            <a:spAutoFit/>
          </a:bodyPr>
          <a:lstStyle/>
          <a:p>
            <a:pPr marL="12700" marR="5080" lvl="0" indent="0" algn="l" rtl="0">
              <a:lnSpc>
                <a:spcPct val="117857"/>
              </a:lnSpc>
              <a:spcBef>
                <a:spcPts val="0"/>
              </a:spcBef>
              <a:spcAft>
                <a:spcPts val="0"/>
              </a:spcAft>
              <a:buNone/>
            </a:pPr>
            <a:r>
              <a:rPr lang="en-US" sz="2800" dirty="0">
                <a:latin typeface="+mj-lt"/>
                <a:ea typeface="Cambria"/>
                <a:cs typeface="Cambria"/>
                <a:sym typeface="Cambria"/>
              </a:rPr>
              <a:t>Propose regions. Classify proposed regions one at a time. Output label + bounding box.</a:t>
            </a:r>
            <a:endParaRPr sz="2800" dirty="0">
              <a:latin typeface="+mj-lt"/>
              <a:ea typeface="Cambria"/>
              <a:cs typeface="Cambria"/>
              <a:sym typeface="Cambria"/>
            </a:endParaRPr>
          </a:p>
        </p:txBody>
      </p:sp>
      <p:sp>
        <p:nvSpPr>
          <p:cNvPr id="882" name="Google Shape;882;p35"/>
          <p:cNvSpPr txBox="1"/>
          <p:nvPr/>
        </p:nvSpPr>
        <p:spPr>
          <a:xfrm>
            <a:off x="608129" y="3222028"/>
            <a:ext cx="217551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800">
                <a:latin typeface="+mj-lt"/>
                <a:ea typeface="Cambria"/>
                <a:cs typeface="Cambria"/>
                <a:sym typeface="Cambria"/>
              </a:rPr>
              <a:t>Fast R-CNN:</a:t>
            </a:r>
            <a:endParaRPr sz="2800">
              <a:latin typeface="+mj-lt"/>
              <a:ea typeface="Cambria"/>
              <a:cs typeface="Cambria"/>
              <a:sym typeface="Cambria"/>
            </a:endParaRPr>
          </a:p>
        </p:txBody>
      </p:sp>
      <p:sp>
        <p:nvSpPr>
          <p:cNvPr id="883" name="Google Shape;883;p35"/>
          <p:cNvSpPr txBox="1"/>
          <p:nvPr/>
        </p:nvSpPr>
        <p:spPr>
          <a:xfrm>
            <a:off x="3301443" y="3118193"/>
            <a:ext cx="8161655" cy="1303655"/>
          </a:xfrm>
          <a:prstGeom prst="rect">
            <a:avLst/>
          </a:prstGeom>
          <a:noFill/>
          <a:ln>
            <a:noFill/>
          </a:ln>
        </p:spPr>
        <p:txBody>
          <a:bodyPr spcFirstLastPara="1" wrap="square" lIns="0" tIns="13950" rIns="0" bIns="0" anchor="t" anchorCtr="0">
            <a:spAutoFit/>
          </a:bodyPr>
          <a:lstStyle/>
          <a:p>
            <a:pPr marL="12700" marR="5080" lvl="0" indent="0" algn="l" rtl="0">
              <a:lnSpc>
                <a:spcPct val="99700"/>
              </a:lnSpc>
              <a:spcBef>
                <a:spcPts val="0"/>
              </a:spcBef>
              <a:spcAft>
                <a:spcPts val="0"/>
              </a:spcAft>
              <a:buNone/>
            </a:pPr>
            <a:r>
              <a:rPr lang="en-US" sz="2800" dirty="0">
                <a:latin typeface="+mj-lt"/>
                <a:ea typeface="Cambria"/>
                <a:cs typeface="Cambria"/>
                <a:sym typeface="Cambria"/>
              </a:rPr>
              <a:t>Propose regions. Use convolution implementation of sliding windows to classify all the proposed regions.</a:t>
            </a:r>
            <a:endParaRPr sz="2800" dirty="0">
              <a:latin typeface="+mj-lt"/>
              <a:ea typeface="Cambria"/>
              <a:cs typeface="Cambria"/>
              <a:sym typeface="Cambria"/>
            </a:endParaRPr>
          </a:p>
        </p:txBody>
      </p:sp>
      <p:sp>
        <p:nvSpPr>
          <p:cNvPr id="884" name="Google Shape;884;p35"/>
          <p:cNvSpPr txBox="1"/>
          <p:nvPr/>
        </p:nvSpPr>
        <p:spPr>
          <a:xfrm>
            <a:off x="608129" y="5090478"/>
            <a:ext cx="10337800" cy="452120"/>
          </a:xfrm>
          <a:prstGeom prst="rect">
            <a:avLst/>
          </a:prstGeom>
          <a:noFill/>
          <a:ln>
            <a:noFill/>
          </a:ln>
        </p:spPr>
        <p:txBody>
          <a:bodyPr spcFirstLastPara="1" wrap="square" lIns="0" tIns="12700" rIns="0" bIns="0" anchor="t" anchorCtr="0">
            <a:spAutoFit/>
          </a:bodyPr>
          <a:lstStyle/>
          <a:p>
            <a:pPr marL="38100" lvl="0" indent="0" rtl="0">
              <a:lnSpc>
                <a:spcPct val="100000"/>
              </a:lnSpc>
              <a:spcBef>
                <a:spcPts val="0"/>
              </a:spcBef>
              <a:spcAft>
                <a:spcPts val="0"/>
              </a:spcAft>
              <a:buNone/>
            </a:pPr>
            <a:r>
              <a:rPr lang="en-US" sz="4200" baseline="30000" dirty="0">
                <a:latin typeface="+mj-lt"/>
                <a:ea typeface="Cambria"/>
                <a:cs typeface="Cambria"/>
                <a:sym typeface="Cambria"/>
              </a:rPr>
              <a:t>Faster R-CNN:	</a:t>
            </a:r>
            <a:r>
              <a:rPr lang="en-US" sz="2800" dirty="0">
                <a:latin typeface="+mj-lt"/>
                <a:ea typeface="Cambria"/>
                <a:cs typeface="Cambria"/>
                <a:sym typeface="Cambria"/>
              </a:rPr>
              <a:t>Use convolutional network to propose regions.</a:t>
            </a:r>
            <a:endParaRPr sz="2800" dirty="0">
              <a:latin typeface="+mj-lt"/>
              <a:ea typeface="Cambria"/>
              <a:cs typeface="Cambria"/>
              <a:sym typeface="Cambria"/>
            </a:endParaRPr>
          </a:p>
        </p:txBody>
      </p:sp>
      <p:pic>
        <p:nvPicPr>
          <p:cNvPr id="885" name="Google Shape;885;p35"/>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Shape 889"/>
        <p:cNvGrpSpPr/>
        <p:nvPr/>
      </p:nvGrpSpPr>
      <p:grpSpPr>
        <a:xfrm>
          <a:off x="0" y="0"/>
          <a:ext cx="0" cy="0"/>
          <a:chOff x="0" y="0"/>
          <a:chExt cx="0" cy="0"/>
        </a:xfrm>
      </p:grpSpPr>
      <p:sp>
        <p:nvSpPr>
          <p:cNvPr id="890" name="Google Shape;890;p36"/>
          <p:cNvSpPr txBox="1">
            <a:spLocks noGrp="1"/>
          </p:cNvSpPr>
          <p:nvPr>
            <p:ph type="subTitle" idx="1"/>
          </p:nvPr>
        </p:nvSpPr>
        <p:spPr>
          <a:xfrm>
            <a:off x="119062" y="4074632"/>
            <a:ext cx="11953876" cy="1902039"/>
          </a:xfrm>
          <a:prstGeom prst="rect">
            <a:avLst/>
          </a:prstGeom>
          <a:noFill/>
          <a:ln>
            <a:noFill/>
          </a:ln>
        </p:spPr>
        <p:txBody>
          <a:bodyPr spcFirstLastPara="1" wrap="square" lIns="0" tIns="106025" rIns="0" bIns="0" anchor="t" anchorCtr="0">
            <a:spAutoFit/>
          </a:bodyPr>
          <a:lstStyle/>
          <a:p>
            <a:pPr marL="6280150" marR="5080" lvl="0" indent="-1694814" algn="l" rtl="0">
              <a:lnSpc>
                <a:spcPct val="107962"/>
              </a:lnSpc>
              <a:spcBef>
                <a:spcPts val="0"/>
              </a:spcBef>
              <a:spcAft>
                <a:spcPts val="0"/>
              </a:spcAft>
              <a:buNone/>
            </a:pPr>
            <a:r>
              <a:rPr lang="en-US" dirty="0">
                <a:latin typeface="+mj-lt"/>
              </a:rPr>
              <a:t>Semantic segmentation with U-Net</a:t>
            </a:r>
            <a:endParaRPr dirty="0">
              <a:latin typeface="+mj-lt"/>
            </a:endParaRPr>
          </a:p>
        </p:txBody>
      </p:sp>
      <p:sp>
        <p:nvSpPr>
          <p:cNvPr id="891" name="Google Shape;891;p36"/>
          <p:cNvSpPr txBox="1">
            <a:spLocks noGrp="1"/>
          </p:cNvSpPr>
          <p:nvPr>
            <p:ph type="ctrTitle"/>
          </p:nvPr>
        </p:nvSpPr>
        <p:spPr>
          <a:xfrm>
            <a:off x="745997" y="881329"/>
            <a:ext cx="10857737" cy="2111727"/>
          </a:xfrm>
          <a:prstGeom prst="rect">
            <a:avLst/>
          </a:prstGeom>
          <a:noFill/>
          <a:ln>
            <a:noFill/>
          </a:ln>
        </p:spPr>
        <p:txBody>
          <a:bodyPr spcFirstLastPara="1" wrap="square" lIns="0" tIns="116200" rIns="0" bIns="0" anchor="t" anchorCtr="0">
            <a:spAutoFit/>
          </a:bodyPr>
          <a:lstStyle/>
          <a:p>
            <a:pPr marL="4853940" marR="5080" lvl="0" indent="452119" algn="l" rtl="0">
              <a:lnSpc>
                <a:spcPct val="108000"/>
              </a:lnSpc>
              <a:spcBef>
                <a:spcPts val="0"/>
              </a:spcBef>
              <a:spcAft>
                <a:spcPts val="0"/>
              </a:spcAft>
              <a:buNone/>
            </a:pPr>
            <a:r>
              <a:rPr lang="en-US" dirty="0">
                <a:latin typeface="+mj-lt"/>
              </a:rPr>
              <a:t>Convolutional Neural Networks</a:t>
            </a:r>
            <a:endParaRPr dirty="0">
              <a:latin typeface="+mj-lt"/>
            </a:endParaRPr>
          </a:p>
        </p:txBody>
      </p:sp>
      <p:sp>
        <p:nvSpPr>
          <p:cNvPr id="892" name="Google Shape;892;p36"/>
          <p:cNvSpPr/>
          <p:nvPr/>
        </p:nvSpPr>
        <p:spPr>
          <a:xfrm>
            <a:off x="5026914" y="3429761"/>
            <a:ext cx="6706234" cy="0"/>
          </a:xfrm>
          <a:custGeom>
            <a:avLst/>
            <a:gdLst/>
            <a:ahLst/>
            <a:cxnLst/>
            <a:rect l="l" t="t" r="r" b="b"/>
            <a:pathLst>
              <a:path w="6706234" h="120000" extrusionOk="0">
                <a:moveTo>
                  <a:pt x="0" y="0"/>
                </a:moveTo>
                <a:lnTo>
                  <a:pt x="6705854" y="0"/>
                </a:lnTo>
              </a:path>
            </a:pathLst>
          </a:custGeom>
          <a:noFill/>
          <a:ln w="222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893" name="Google Shape;893;p3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1192530" marR="5080" lvl="0" indent="-1180465" algn="l" rtl="0">
              <a:lnSpc>
                <a:spcPct val="119696"/>
              </a:lnSpc>
              <a:spcBef>
                <a:spcPts val="0"/>
              </a:spcBef>
              <a:spcAft>
                <a:spcPts val="0"/>
              </a:spcAft>
              <a:buNone/>
            </a:pPr>
            <a:r>
              <a:rPr lang="en-US" sz="4400" dirty="0">
                <a:latin typeface="+mj-lt"/>
                <a:ea typeface="Calibri"/>
                <a:cs typeface="Calibri"/>
                <a:sym typeface="Calibri"/>
              </a:rPr>
              <a:t>Semantic segmentation with U-Net</a:t>
            </a: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237615"/>
            <a:ext cx="11698732" cy="3046988"/>
          </a:xfrm>
          <a:prstGeom prst="rect">
            <a:avLst/>
          </a:prstGeom>
          <a:noFill/>
        </p:spPr>
        <p:txBody>
          <a:bodyPr wrap="square" rtlCol="0">
            <a:spAutoFit/>
          </a:bodyPr>
          <a:lstStyle/>
          <a:p>
            <a:pPr marL="285750" indent="-285750">
              <a:buFont typeface="Arial" panose="020B0604020202020204" pitchFamily="34" charset="0"/>
              <a:buChar char="•"/>
            </a:pPr>
            <a:r>
              <a:rPr lang="en-US" sz="2400" dirty="0"/>
              <a:t>Semantic segmentation, distinct from object detection, labels each pixel in an image to determine object presence. Applied in various domains like self-driving cars and medical imaging, it relies on algorithms outputting a matrix of class labels for every pixel. </a:t>
            </a:r>
          </a:p>
          <a:p>
            <a:pPr marL="285750" indent="-285750">
              <a:buFont typeface="Arial" panose="020B0604020202020204" pitchFamily="34" charset="0"/>
              <a:buChar char="•"/>
            </a:pPr>
            <a:r>
              <a:rPr lang="en-US" sz="2400" dirty="0"/>
              <a:t>The unit architecture, a convolutional neural network, employs transpose convolutions to expand activations and label each pixel. </a:t>
            </a:r>
          </a:p>
          <a:p>
            <a:pPr marL="285750" indent="-285750">
              <a:buFont typeface="Arial" panose="020B0604020202020204" pitchFamily="34" charset="0"/>
              <a:buChar char="•"/>
            </a:pPr>
            <a:r>
              <a:rPr lang="en-US" sz="2400" dirty="0"/>
              <a:t>Semantic segmentation is crucial in computer vision applications, including medical imaging, self-driving cars, and object recognition.</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49</a:t>
            </a:fld>
            <a:endParaRPr lang="en-US"/>
          </a:p>
        </p:txBody>
      </p:sp>
    </p:spTree>
    <p:extLst>
      <p:ext uri="{BB962C8B-B14F-4D97-AF65-F5344CB8AC3E}">
        <p14:creationId xmlns:p14="http://schemas.microsoft.com/office/powerpoint/2010/main" val="39133809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Shape 897"/>
        <p:cNvGrpSpPr/>
        <p:nvPr/>
      </p:nvGrpSpPr>
      <p:grpSpPr>
        <a:xfrm>
          <a:off x="0" y="0"/>
          <a:ext cx="0" cy="0"/>
          <a:chOff x="0" y="0"/>
          <a:chExt cx="0" cy="0"/>
        </a:xfrm>
      </p:grpSpPr>
      <p:sp>
        <p:nvSpPr>
          <p:cNvPr id="898" name="Google Shape;898;p37"/>
          <p:cNvSpPr txBox="1">
            <a:spLocks noGrp="1"/>
          </p:cNvSpPr>
          <p:nvPr>
            <p:ph type="title"/>
          </p:nvPr>
        </p:nvSpPr>
        <p:spPr>
          <a:xfrm>
            <a:off x="916939" y="705992"/>
            <a:ext cx="9422130"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0">
                <a:latin typeface="+mj-lt"/>
                <a:ea typeface="Cambria"/>
                <a:cs typeface="Cambria"/>
                <a:sym typeface="Cambria"/>
              </a:rPr>
              <a:t>Object Detection vs. Semantic Segmentation</a:t>
            </a:r>
            <a:endParaRPr sz="3600">
              <a:latin typeface="+mj-lt"/>
              <a:ea typeface="Cambria"/>
              <a:cs typeface="Cambria"/>
              <a:sym typeface="Cambria"/>
            </a:endParaRPr>
          </a:p>
        </p:txBody>
      </p:sp>
      <p:pic>
        <p:nvPicPr>
          <p:cNvPr id="899" name="Google Shape;899;p37"/>
          <p:cNvPicPr preferRelativeResize="0"/>
          <p:nvPr/>
        </p:nvPicPr>
        <p:blipFill rotWithShape="1">
          <a:blip r:embed="rId3">
            <a:alphaModFix/>
          </a:blip>
          <a:srcRect/>
          <a:stretch/>
        </p:blipFill>
        <p:spPr>
          <a:xfrm>
            <a:off x="608076" y="2444495"/>
            <a:ext cx="3678936" cy="2231135"/>
          </a:xfrm>
          <a:prstGeom prst="rect">
            <a:avLst/>
          </a:prstGeom>
          <a:noFill/>
          <a:ln>
            <a:noFill/>
          </a:ln>
        </p:spPr>
      </p:pic>
      <p:sp>
        <p:nvSpPr>
          <p:cNvPr id="900" name="Google Shape;900;p37"/>
          <p:cNvSpPr txBox="1"/>
          <p:nvPr/>
        </p:nvSpPr>
        <p:spPr>
          <a:xfrm>
            <a:off x="5272278" y="4766817"/>
            <a:ext cx="1974214" cy="3308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a:cs typeface="Cambria"/>
                <a:sym typeface="Cambria"/>
              </a:rPr>
              <a:t>Object Detection</a:t>
            </a:r>
            <a:endParaRPr sz="2000">
              <a:latin typeface="+mj-lt"/>
              <a:ea typeface="Cambria"/>
              <a:cs typeface="Cambria"/>
              <a:sym typeface="Cambria"/>
            </a:endParaRPr>
          </a:p>
        </p:txBody>
      </p:sp>
      <p:sp>
        <p:nvSpPr>
          <p:cNvPr id="901" name="Google Shape;901;p37"/>
          <p:cNvSpPr txBox="1"/>
          <p:nvPr/>
        </p:nvSpPr>
        <p:spPr>
          <a:xfrm>
            <a:off x="8565006" y="4758690"/>
            <a:ext cx="2831465" cy="3308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a:cs typeface="Cambria"/>
                <a:sym typeface="Cambria"/>
              </a:rPr>
              <a:t>Semantic Segmentation</a:t>
            </a:r>
            <a:endParaRPr sz="2000">
              <a:latin typeface="+mj-lt"/>
              <a:ea typeface="Cambria"/>
              <a:cs typeface="Cambria"/>
              <a:sym typeface="Cambria"/>
            </a:endParaRPr>
          </a:p>
        </p:txBody>
      </p:sp>
      <p:pic>
        <p:nvPicPr>
          <p:cNvPr id="902" name="Google Shape;902;p37"/>
          <p:cNvPicPr preferRelativeResize="0"/>
          <p:nvPr/>
        </p:nvPicPr>
        <p:blipFill rotWithShape="1">
          <a:blip r:embed="rId4">
            <a:alphaModFix/>
          </a:blip>
          <a:srcRect/>
          <a:stretch/>
        </p:blipFill>
        <p:spPr>
          <a:xfrm>
            <a:off x="8090916" y="2436876"/>
            <a:ext cx="3622548" cy="2231136"/>
          </a:xfrm>
          <a:prstGeom prst="rect">
            <a:avLst/>
          </a:prstGeom>
          <a:noFill/>
          <a:ln>
            <a:noFill/>
          </a:ln>
        </p:spPr>
      </p:pic>
      <p:sp>
        <p:nvSpPr>
          <p:cNvPr id="903" name="Google Shape;903;p37"/>
          <p:cNvSpPr txBox="1"/>
          <p:nvPr/>
        </p:nvSpPr>
        <p:spPr>
          <a:xfrm>
            <a:off x="1418082" y="4780915"/>
            <a:ext cx="1465580" cy="3308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a:cs typeface="Cambria"/>
                <a:sym typeface="Cambria"/>
              </a:rPr>
              <a:t>Input image</a:t>
            </a:r>
            <a:endParaRPr sz="2000">
              <a:latin typeface="+mj-lt"/>
              <a:ea typeface="Cambria"/>
              <a:cs typeface="Cambria"/>
              <a:sym typeface="Cambria"/>
            </a:endParaRPr>
          </a:p>
        </p:txBody>
      </p:sp>
      <p:grpSp>
        <p:nvGrpSpPr>
          <p:cNvPr id="904" name="Google Shape;904;p37"/>
          <p:cNvGrpSpPr/>
          <p:nvPr/>
        </p:nvGrpSpPr>
        <p:grpSpPr>
          <a:xfrm>
            <a:off x="4346447" y="2436876"/>
            <a:ext cx="3677411" cy="2231136"/>
            <a:chOff x="4346447" y="2436876"/>
            <a:chExt cx="3677411" cy="2231136"/>
          </a:xfrm>
        </p:grpSpPr>
        <p:pic>
          <p:nvPicPr>
            <p:cNvPr id="905" name="Google Shape;905;p37"/>
            <p:cNvPicPr preferRelativeResize="0"/>
            <p:nvPr/>
          </p:nvPicPr>
          <p:blipFill rotWithShape="1">
            <a:blip r:embed="rId3">
              <a:alphaModFix/>
            </a:blip>
            <a:srcRect/>
            <a:stretch/>
          </p:blipFill>
          <p:spPr>
            <a:xfrm>
              <a:off x="4346447" y="2436876"/>
              <a:ext cx="3677411" cy="2231136"/>
            </a:xfrm>
            <a:prstGeom prst="rect">
              <a:avLst/>
            </a:prstGeom>
            <a:noFill/>
            <a:ln>
              <a:noFill/>
            </a:ln>
          </p:spPr>
        </p:pic>
        <p:sp>
          <p:nvSpPr>
            <p:cNvPr id="906" name="Google Shape;906;p37"/>
            <p:cNvSpPr/>
            <p:nvPr/>
          </p:nvSpPr>
          <p:spPr>
            <a:xfrm>
              <a:off x="4362449" y="3487674"/>
              <a:ext cx="1870075" cy="870585"/>
            </a:xfrm>
            <a:custGeom>
              <a:avLst/>
              <a:gdLst/>
              <a:ahLst/>
              <a:cxnLst/>
              <a:rect l="l" t="t" r="r" b="b"/>
              <a:pathLst>
                <a:path w="1870075" h="870585" extrusionOk="0">
                  <a:moveTo>
                    <a:pt x="1226820" y="522731"/>
                  </a:moveTo>
                  <a:lnTo>
                    <a:pt x="1525524" y="522731"/>
                  </a:lnTo>
                  <a:lnTo>
                    <a:pt x="1525524" y="251460"/>
                  </a:lnTo>
                  <a:lnTo>
                    <a:pt x="1226820" y="251460"/>
                  </a:lnTo>
                  <a:lnTo>
                    <a:pt x="1226820" y="522731"/>
                  </a:lnTo>
                  <a:close/>
                </a:path>
                <a:path w="1870075" h="870585" extrusionOk="0">
                  <a:moveTo>
                    <a:pt x="0" y="870203"/>
                  </a:moveTo>
                  <a:lnTo>
                    <a:pt x="1188720" y="870203"/>
                  </a:lnTo>
                  <a:lnTo>
                    <a:pt x="1188720" y="0"/>
                  </a:lnTo>
                  <a:lnTo>
                    <a:pt x="0" y="0"/>
                  </a:lnTo>
                  <a:lnTo>
                    <a:pt x="0" y="870203"/>
                  </a:lnTo>
                  <a:close/>
                </a:path>
                <a:path w="1870075" h="870585" extrusionOk="0">
                  <a:moveTo>
                    <a:pt x="1456944" y="417575"/>
                  </a:moveTo>
                  <a:lnTo>
                    <a:pt x="1650492" y="417575"/>
                  </a:lnTo>
                  <a:lnTo>
                    <a:pt x="1650492" y="228600"/>
                  </a:lnTo>
                  <a:lnTo>
                    <a:pt x="1456944" y="228600"/>
                  </a:lnTo>
                  <a:lnTo>
                    <a:pt x="1456944" y="417575"/>
                  </a:lnTo>
                  <a:close/>
                </a:path>
                <a:path w="1870075" h="870585" extrusionOk="0">
                  <a:moveTo>
                    <a:pt x="1719072" y="441959"/>
                  </a:moveTo>
                  <a:lnTo>
                    <a:pt x="1869948" y="441959"/>
                  </a:lnTo>
                  <a:lnTo>
                    <a:pt x="1869948" y="251459"/>
                  </a:lnTo>
                  <a:lnTo>
                    <a:pt x="1719072" y="251459"/>
                  </a:lnTo>
                  <a:lnTo>
                    <a:pt x="1719072" y="441959"/>
                  </a:lnTo>
                  <a:close/>
                </a:path>
              </a:pathLst>
            </a:custGeom>
            <a:noFill/>
            <a:ln w="19050" cap="flat" cmpd="sng">
              <a:solidFill>
                <a:srgbClr val="FF00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pic>
        <p:nvPicPr>
          <p:cNvPr id="907" name="Google Shape;907;p37"/>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Shape 911"/>
        <p:cNvGrpSpPr/>
        <p:nvPr/>
      </p:nvGrpSpPr>
      <p:grpSpPr>
        <a:xfrm>
          <a:off x="0" y="0"/>
          <a:ext cx="0" cy="0"/>
          <a:chOff x="0" y="0"/>
          <a:chExt cx="0" cy="0"/>
        </a:xfrm>
      </p:grpSpPr>
      <p:sp>
        <p:nvSpPr>
          <p:cNvPr id="912" name="Google Shape;912;p38"/>
          <p:cNvSpPr txBox="1">
            <a:spLocks noGrp="1"/>
          </p:cNvSpPr>
          <p:nvPr>
            <p:ph type="title"/>
          </p:nvPr>
        </p:nvSpPr>
        <p:spPr>
          <a:xfrm>
            <a:off x="916939" y="705992"/>
            <a:ext cx="4481195"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3600" b="0" dirty="0">
                <a:latin typeface="+mj-lt"/>
                <a:ea typeface="Cambria"/>
                <a:cs typeface="Cambria"/>
                <a:sym typeface="Cambria"/>
              </a:rPr>
              <a:t>Motivation for U-Net</a:t>
            </a:r>
            <a:endParaRPr sz="3600" dirty="0">
              <a:latin typeface="+mj-lt"/>
              <a:ea typeface="Cambria"/>
              <a:cs typeface="Cambria"/>
              <a:sym typeface="Cambria"/>
            </a:endParaRPr>
          </a:p>
        </p:txBody>
      </p:sp>
      <p:grpSp>
        <p:nvGrpSpPr>
          <p:cNvPr id="913" name="Google Shape;913;p38"/>
          <p:cNvGrpSpPr/>
          <p:nvPr/>
        </p:nvGrpSpPr>
        <p:grpSpPr>
          <a:xfrm>
            <a:off x="1486132" y="2183892"/>
            <a:ext cx="4236487" cy="2369819"/>
            <a:chOff x="1486132" y="2183892"/>
            <a:chExt cx="4236487" cy="2369819"/>
          </a:xfrm>
        </p:grpSpPr>
        <p:pic>
          <p:nvPicPr>
            <p:cNvPr id="914" name="Google Shape;914;p38"/>
            <p:cNvPicPr preferRelativeResize="0"/>
            <p:nvPr/>
          </p:nvPicPr>
          <p:blipFill rotWithShape="1">
            <a:blip r:embed="rId3">
              <a:alphaModFix/>
            </a:blip>
            <a:srcRect/>
            <a:stretch/>
          </p:blipFill>
          <p:spPr>
            <a:xfrm>
              <a:off x="1486132" y="2375916"/>
              <a:ext cx="2041927" cy="2154936"/>
            </a:xfrm>
            <a:prstGeom prst="rect">
              <a:avLst/>
            </a:prstGeom>
            <a:noFill/>
            <a:ln>
              <a:noFill/>
            </a:ln>
          </p:spPr>
        </p:pic>
        <p:pic>
          <p:nvPicPr>
            <p:cNvPr id="915" name="Google Shape;915;p38"/>
            <p:cNvPicPr preferRelativeResize="0"/>
            <p:nvPr/>
          </p:nvPicPr>
          <p:blipFill rotWithShape="1">
            <a:blip r:embed="rId4">
              <a:alphaModFix/>
            </a:blip>
            <a:srcRect/>
            <a:stretch/>
          </p:blipFill>
          <p:spPr>
            <a:xfrm>
              <a:off x="3453383" y="2183892"/>
              <a:ext cx="2269236" cy="2369819"/>
            </a:xfrm>
            <a:prstGeom prst="rect">
              <a:avLst/>
            </a:prstGeom>
            <a:noFill/>
            <a:ln>
              <a:noFill/>
            </a:ln>
          </p:spPr>
        </p:pic>
      </p:grpSp>
      <p:pic>
        <p:nvPicPr>
          <p:cNvPr id="916" name="Google Shape;916;p38"/>
          <p:cNvPicPr preferRelativeResize="0"/>
          <p:nvPr/>
        </p:nvPicPr>
        <p:blipFill rotWithShape="1">
          <a:blip r:embed="rId5">
            <a:alphaModFix/>
          </a:blip>
          <a:srcRect/>
          <a:stretch/>
        </p:blipFill>
        <p:spPr>
          <a:xfrm>
            <a:off x="7149083" y="2400300"/>
            <a:ext cx="3413760" cy="2066544"/>
          </a:xfrm>
          <a:prstGeom prst="rect">
            <a:avLst/>
          </a:prstGeom>
          <a:noFill/>
          <a:ln>
            <a:noFill/>
          </a:ln>
        </p:spPr>
      </p:pic>
      <p:sp>
        <p:nvSpPr>
          <p:cNvPr id="917" name="Google Shape;917;p38"/>
          <p:cNvSpPr txBox="1"/>
          <p:nvPr/>
        </p:nvSpPr>
        <p:spPr>
          <a:xfrm>
            <a:off x="2715005" y="4742179"/>
            <a:ext cx="1506220" cy="3308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a:cs typeface="Cambria"/>
                <a:sym typeface="Cambria"/>
              </a:rPr>
              <a:t>Chest X-Ray</a:t>
            </a:r>
            <a:endParaRPr sz="2000">
              <a:latin typeface="+mj-lt"/>
              <a:ea typeface="Cambria"/>
              <a:cs typeface="Cambria"/>
              <a:sym typeface="Cambria"/>
            </a:endParaRPr>
          </a:p>
        </p:txBody>
      </p:sp>
      <p:sp>
        <p:nvSpPr>
          <p:cNvPr id="918" name="Google Shape;918;p38"/>
          <p:cNvSpPr txBox="1"/>
          <p:nvPr/>
        </p:nvSpPr>
        <p:spPr>
          <a:xfrm>
            <a:off x="8259826" y="4725415"/>
            <a:ext cx="1296035" cy="33083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000">
                <a:latin typeface="+mj-lt"/>
                <a:ea typeface="Cambria"/>
                <a:cs typeface="Cambria"/>
                <a:sym typeface="Cambria"/>
              </a:rPr>
              <a:t>Brain MRI</a:t>
            </a:r>
            <a:endParaRPr sz="2000">
              <a:latin typeface="+mj-lt"/>
              <a:ea typeface="Cambria"/>
              <a:cs typeface="Cambria"/>
              <a:sym typeface="Cambria"/>
            </a:endParaRPr>
          </a:p>
        </p:txBody>
      </p:sp>
      <p:pic>
        <p:nvPicPr>
          <p:cNvPr id="919" name="Google Shape;919;p38"/>
          <p:cNvPicPr preferRelativeResize="0"/>
          <p:nvPr/>
        </p:nvPicPr>
        <p:blipFill>
          <a:blip r:embed="rId6">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Shape 923"/>
        <p:cNvGrpSpPr/>
        <p:nvPr/>
      </p:nvGrpSpPr>
      <p:grpSpPr>
        <a:xfrm>
          <a:off x="0" y="0"/>
          <a:ext cx="0" cy="0"/>
          <a:chOff x="0" y="0"/>
          <a:chExt cx="0" cy="0"/>
        </a:xfrm>
      </p:grpSpPr>
      <p:pic>
        <p:nvPicPr>
          <p:cNvPr id="924" name="Google Shape;924;p39"/>
          <p:cNvPicPr preferRelativeResize="0"/>
          <p:nvPr/>
        </p:nvPicPr>
        <p:blipFill rotWithShape="1">
          <a:blip r:embed="rId3">
            <a:alphaModFix/>
          </a:blip>
          <a:srcRect/>
          <a:stretch/>
        </p:blipFill>
        <p:spPr>
          <a:xfrm>
            <a:off x="870203" y="1740407"/>
            <a:ext cx="4165091" cy="4163567"/>
          </a:xfrm>
          <a:prstGeom prst="rect">
            <a:avLst/>
          </a:prstGeom>
          <a:noFill/>
          <a:ln>
            <a:noFill/>
          </a:ln>
        </p:spPr>
      </p:pic>
      <p:sp>
        <p:nvSpPr>
          <p:cNvPr id="925" name="Google Shape;925;p39"/>
          <p:cNvSpPr txBox="1">
            <a:spLocks noGrp="1"/>
          </p:cNvSpPr>
          <p:nvPr>
            <p:ph type="title"/>
          </p:nvPr>
        </p:nvSpPr>
        <p:spPr>
          <a:xfrm>
            <a:off x="916939" y="672160"/>
            <a:ext cx="4947285" cy="6350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000" b="0" dirty="0">
                <a:latin typeface="+mj-lt"/>
                <a:ea typeface="Cambria"/>
                <a:cs typeface="Cambria"/>
                <a:sym typeface="Cambria"/>
              </a:rPr>
              <a:t>Per-pixel class labels</a:t>
            </a:r>
            <a:endParaRPr sz="4000" dirty="0">
              <a:latin typeface="+mj-lt"/>
              <a:ea typeface="Cambria"/>
              <a:cs typeface="Cambria"/>
              <a:sym typeface="Cambria"/>
            </a:endParaRPr>
          </a:p>
        </p:txBody>
      </p:sp>
      <p:sp>
        <p:nvSpPr>
          <p:cNvPr id="926" name="Google Shape;926;p39"/>
          <p:cNvSpPr txBox="1"/>
          <p:nvPr/>
        </p:nvSpPr>
        <p:spPr>
          <a:xfrm>
            <a:off x="8319007" y="3125546"/>
            <a:ext cx="1608455" cy="87884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800">
                <a:solidFill>
                  <a:srgbClr val="006FC0"/>
                </a:solidFill>
                <a:latin typeface="Quattrocento Sans"/>
                <a:ea typeface="Quattrocento Sans"/>
                <a:cs typeface="Quattrocento Sans"/>
                <a:sym typeface="Quattrocento Sans"/>
              </a:rPr>
              <a:t>1. Car</a:t>
            </a:r>
            <a:endParaRPr sz="2800">
              <a:latin typeface="Quattrocento Sans"/>
              <a:ea typeface="Quattrocento Sans"/>
              <a:cs typeface="Quattrocento Sans"/>
              <a:sym typeface="Quattrocento Sans"/>
            </a:endParaRPr>
          </a:p>
          <a:p>
            <a:pPr marL="12700" lvl="0" indent="0" algn="l" rtl="0">
              <a:lnSpc>
                <a:spcPct val="100000"/>
              </a:lnSpc>
              <a:spcBef>
                <a:spcPts val="5"/>
              </a:spcBef>
              <a:spcAft>
                <a:spcPts val="0"/>
              </a:spcAft>
              <a:buNone/>
            </a:pPr>
            <a:r>
              <a:rPr lang="en-US" sz="2800">
                <a:solidFill>
                  <a:srgbClr val="006FC0"/>
                </a:solidFill>
                <a:latin typeface="Quattrocento Sans"/>
                <a:ea typeface="Quattrocento Sans"/>
                <a:cs typeface="Quattrocento Sans"/>
                <a:sym typeface="Quattrocento Sans"/>
              </a:rPr>
              <a:t>0. Not Car</a:t>
            </a:r>
            <a:endParaRPr sz="2800">
              <a:latin typeface="Quattrocento Sans"/>
              <a:ea typeface="Quattrocento Sans"/>
              <a:cs typeface="Quattrocento Sans"/>
              <a:sym typeface="Quattrocento Sans"/>
            </a:endParaRPr>
          </a:p>
        </p:txBody>
      </p:sp>
      <p:sp>
        <p:nvSpPr>
          <p:cNvPr id="927" name="Google Shape;927;p39"/>
          <p:cNvSpPr txBox="1"/>
          <p:nvPr/>
        </p:nvSpPr>
        <p:spPr>
          <a:xfrm>
            <a:off x="922121" y="1719452"/>
            <a:ext cx="4053204" cy="4171315"/>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5"/>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20000"/>
              </a:lnSpc>
              <a:spcBef>
                <a:spcPts val="10"/>
              </a:spcBef>
              <a:spcAft>
                <a:spcPts val="0"/>
              </a:spcAft>
              <a:buNone/>
            </a:pPr>
            <a:r>
              <a:rPr lang="en-US" sz="1600">
                <a:solidFill>
                  <a:srgbClr val="FFFFFF"/>
                </a:solidFill>
                <a:latin typeface="Arial"/>
                <a:ea typeface="Arial"/>
                <a:cs typeface="Arial"/>
                <a:sym typeface="Arial"/>
              </a:rPr>
              <a:t>0 0 0 0 0 0 0 </a:t>
            </a:r>
            <a:r>
              <a:rPr lang="en-US" sz="1600">
                <a:solidFill>
                  <a:srgbClr val="2BF445"/>
                </a:solidFill>
                <a:latin typeface="Arial"/>
                <a:ea typeface="Arial"/>
                <a:cs typeface="Arial"/>
                <a:sym typeface="Arial"/>
              </a:rPr>
              <a:t>1 1 1 1 1 1 </a:t>
            </a:r>
            <a:r>
              <a:rPr lang="en-US" sz="1600">
                <a:solidFill>
                  <a:srgbClr val="FFFFFF"/>
                </a:solidFill>
                <a:latin typeface="Arial"/>
                <a:ea typeface="Arial"/>
                <a:cs typeface="Arial"/>
                <a:sym typeface="Arial"/>
              </a:rPr>
              <a:t>0 0 0 0 0 0 0 0 0 0 0</a:t>
            </a:r>
            <a:endParaRPr sz="1600">
              <a:latin typeface="Arial"/>
              <a:ea typeface="Arial"/>
              <a:cs typeface="Arial"/>
              <a:sym typeface="Arial"/>
            </a:endParaRPr>
          </a:p>
          <a:p>
            <a:pPr marL="12700" lvl="0" indent="0" algn="l" rtl="0">
              <a:lnSpc>
                <a:spcPct val="79750"/>
              </a:lnSpc>
              <a:spcBef>
                <a:spcPts val="0"/>
              </a:spcBef>
              <a:spcAft>
                <a:spcPts val="0"/>
              </a:spcAft>
              <a:buNone/>
            </a:pPr>
            <a:r>
              <a:rPr lang="en-US" sz="1600">
                <a:solidFill>
                  <a:srgbClr val="FFFFFF"/>
                </a:solidFill>
                <a:latin typeface="Arial"/>
                <a:ea typeface="Arial"/>
                <a:cs typeface="Arial"/>
                <a:sym typeface="Arial"/>
              </a:rPr>
              <a:t>0 0 </a:t>
            </a:r>
            <a:r>
              <a:rPr lang="en-US" sz="1600">
                <a:solidFill>
                  <a:srgbClr val="2BF445"/>
                </a:solidFill>
                <a:latin typeface="Arial"/>
                <a:ea typeface="Arial"/>
                <a:cs typeface="Arial"/>
                <a:sym typeface="Arial"/>
              </a:rPr>
              <a:t>1 1 1 1 1 1 1 1 1 1 1 1 1 1 </a:t>
            </a:r>
            <a:r>
              <a:rPr lang="en-US" sz="2400" baseline="30000">
                <a:solidFill>
                  <a:srgbClr val="FFFFFF"/>
                </a:solidFill>
                <a:latin typeface="Arial"/>
                <a:ea typeface="Arial"/>
                <a:cs typeface="Arial"/>
                <a:sym typeface="Arial"/>
              </a:rPr>
              <a:t>0 0 0 0 0 0 0 0</a:t>
            </a:r>
            <a:endParaRPr sz="2400" baseline="30000">
              <a:latin typeface="Arial"/>
              <a:ea typeface="Arial"/>
              <a:cs typeface="Arial"/>
              <a:sym typeface="Arial"/>
            </a:endParaRPr>
          </a:p>
          <a:p>
            <a:pPr marL="12700" lvl="0" indent="0" algn="l" rtl="0">
              <a:lnSpc>
                <a:spcPct val="119625"/>
              </a:lnSpc>
              <a:spcBef>
                <a:spcPts val="0"/>
              </a:spcBef>
              <a:spcAft>
                <a:spcPts val="0"/>
              </a:spcAft>
              <a:buNone/>
            </a:pPr>
            <a:r>
              <a:rPr lang="en-US" sz="1600">
                <a:solidFill>
                  <a:srgbClr val="FFFFFF"/>
                </a:solidFill>
                <a:latin typeface="Arial"/>
                <a:ea typeface="Arial"/>
                <a:cs typeface="Arial"/>
                <a:sym typeface="Arial"/>
              </a:rPr>
              <a:t>0 0 </a:t>
            </a:r>
            <a:r>
              <a:rPr lang="en-US" sz="1600">
                <a:solidFill>
                  <a:srgbClr val="2BF445"/>
                </a:solidFill>
                <a:latin typeface="Arial"/>
                <a:ea typeface="Arial"/>
                <a:cs typeface="Arial"/>
                <a:sym typeface="Arial"/>
              </a:rPr>
              <a:t>1 1 1 1 1 1 1 1 1 1 1 1 1 1 1 1 1 1 1 1 1 </a:t>
            </a:r>
            <a:r>
              <a:rPr lang="en-US" sz="1600">
                <a:solidFill>
                  <a:srgbClr val="FFFFFF"/>
                </a:solidFill>
                <a:latin typeface="Arial"/>
                <a:ea typeface="Arial"/>
                <a:cs typeface="Arial"/>
                <a:sym typeface="Arial"/>
              </a:rPr>
              <a:t>0</a:t>
            </a:r>
            <a:endParaRPr sz="1600">
              <a:latin typeface="Arial"/>
              <a:ea typeface="Arial"/>
              <a:cs typeface="Arial"/>
              <a:sym typeface="Arial"/>
            </a:endParaRPr>
          </a:p>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a:t>
            </a:r>
            <a:r>
              <a:rPr lang="en-US" sz="1600">
                <a:solidFill>
                  <a:srgbClr val="2BF445"/>
                </a:solidFill>
                <a:latin typeface="Arial"/>
                <a:ea typeface="Arial"/>
                <a:cs typeface="Arial"/>
                <a:sym typeface="Arial"/>
              </a:rPr>
              <a:t>1 1 1 1 1 1 1 1 1 1 1 1 1 1 1 1 1 1 1 1 1 </a:t>
            </a:r>
            <a:r>
              <a:rPr lang="en-US" sz="2400" baseline="30000">
                <a:solidFill>
                  <a:srgbClr val="FFFFFF"/>
                </a:solidFill>
                <a:latin typeface="Arial"/>
                <a:ea typeface="Arial"/>
                <a:cs typeface="Arial"/>
                <a:sym typeface="Arial"/>
              </a:rPr>
              <a:t>0</a:t>
            </a:r>
            <a:endParaRPr sz="2400" baseline="30000">
              <a:latin typeface="Arial"/>
              <a:ea typeface="Arial"/>
              <a:cs typeface="Arial"/>
              <a:sym typeface="Arial"/>
            </a:endParaRPr>
          </a:p>
          <a:p>
            <a:pPr marL="12700" lvl="0" indent="0" algn="l" rtl="0">
              <a:lnSpc>
                <a:spcPct val="120000"/>
              </a:lnSpc>
              <a:spcBef>
                <a:spcPts val="0"/>
              </a:spcBef>
              <a:spcAft>
                <a:spcPts val="0"/>
              </a:spcAft>
              <a:buNone/>
            </a:pPr>
            <a:r>
              <a:rPr lang="en-US" sz="1600">
                <a:solidFill>
                  <a:srgbClr val="FFFFFF"/>
                </a:solidFill>
                <a:latin typeface="Arial"/>
                <a:ea typeface="Arial"/>
                <a:cs typeface="Arial"/>
                <a:sym typeface="Arial"/>
              </a:rPr>
              <a:t>0 0 0 0 </a:t>
            </a:r>
            <a:r>
              <a:rPr lang="en-US" sz="1600">
                <a:solidFill>
                  <a:srgbClr val="2BF445"/>
                </a:solidFill>
                <a:latin typeface="Arial"/>
                <a:ea typeface="Arial"/>
                <a:cs typeface="Arial"/>
                <a:sym typeface="Arial"/>
              </a:rPr>
              <a:t>1 1 1 </a:t>
            </a:r>
            <a:r>
              <a:rPr lang="en-US" sz="1600">
                <a:solidFill>
                  <a:srgbClr val="FFFFFF"/>
                </a:solidFill>
                <a:latin typeface="Arial"/>
                <a:ea typeface="Arial"/>
                <a:cs typeface="Arial"/>
                <a:sym typeface="Arial"/>
              </a:rPr>
              <a:t>0 0 0 0 0 0 0 0 0 0 0 </a:t>
            </a:r>
            <a:r>
              <a:rPr lang="en-US" sz="1600">
                <a:solidFill>
                  <a:srgbClr val="2BF445"/>
                </a:solidFill>
                <a:latin typeface="Arial"/>
                <a:ea typeface="Arial"/>
                <a:cs typeface="Arial"/>
                <a:sym typeface="Arial"/>
              </a:rPr>
              <a:t>1 1 1 </a:t>
            </a:r>
            <a:r>
              <a:rPr lang="en-US" sz="1600">
                <a:solidFill>
                  <a:srgbClr val="FFFFFF"/>
                </a:solidFill>
                <a:latin typeface="Arial"/>
                <a:ea typeface="Arial"/>
                <a:cs typeface="Arial"/>
                <a:sym typeface="Arial"/>
              </a:rPr>
              <a:t>0 0 0</a:t>
            </a:r>
            <a:endParaRPr sz="1600">
              <a:latin typeface="Arial"/>
              <a:ea typeface="Arial"/>
              <a:cs typeface="Arial"/>
              <a:sym typeface="Arial"/>
            </a:endParaRPr>
          </a:p>
          <a:p>
            <a:pPr marL="12700" lvl="0" indent="0" algn="l" rtl="0">
              <a:lnSpc>
                <a:spcPct val="12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5"/>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a:p>
            <a:pPr marL="12700" lvl="0" indent="0" algn="l" rtl="0">
              <a:lnSpc>
                <a:spcPct val="100000"/>
              </a:lnSpc>
              <a:spcBef>
                <a:spcPts val="0"/>
              </a:spcBef>
              <a:spcAft>
                <a:spcPts val="0"/>
              </a:spcAft>
              <a:buNone/>
            </a:pPr>
            <a:r>
              <a:rPr lang="en-US" sz="1600">
                <a:solidFill>
                  <a:srgbClr val="FFFFFF"/>
                </a:solidFill>
                <a:latin typeface="Arial"/>
                <a:ea typeface="Arial"/>
                <a:cs typeface="Arial"/>
                <a:sym typeface="Arial"/>
              </a:rPr>
              <a:t>0 0 0 0 0 0 0 0 0 0 0 0 0 0 0 0 0 0 0 0 0 0 0 0</a:t>
            </a:r>
            <a:endParaRPr sz="1600">
              <a:latin typeface="Arial"/>
              <a:ea typeface="Arial"/>
              <a:cs typeface="Arial"/>
              <a:sym typeface="Arial"/>
            </a:endParaRPr>
          </a:p>
        </p:txBody>
      </p:sp>
      <p:pic>
        <p:nvPicPr>
          <p:cNvPr id="928" name="Google Shape;928;p39"/>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pic>
        <p:nvPicPr>
          <p:cNvPr id="934" name="Google Shape;934;p40"/>
          <p:cNvPicPr preferRelativeResize="0"/>
          <p:nvPr/>
        </p:nvPicPr>
        <p:blipFill>
          <a:blip r:embed="rId3">
            <a:alphaModFix/>
          </a:blip>
          <a:stretch>
            <a:fillRect/>
          </a:stretch>
        </p:blipFill>
        <p:spPr>
          <a:xfrm>
            <a:off x="10734473" y="0"/>
            <a:ext cx="1448025" cy="796414"/>
          </a:xfrm>
          <a:prstGeom prst="rect">
            <a:avLst/>
          </a:prstGeom>
          <a:noFill/>
          <a:ln>
            <a:noFill/>
          </a:ln>
        </p:spPr>
      </p:pic>
      <p:pic>
        <p:nvPicPr>
          <p:cNvPr id="3" name="Picture 2">
            <a:extLst>
              <a:ext uri="{FF2B5EF4-FFF2-40B4-BE49-F238E27FC236}">
                <a16:creationId xmlns:a16="http://schemas.microsoft.com/office/drawing/2014/main" id="{E5053FFF-2403-AF74-4E98-820446D4DD3D}"/>
              </a:ext>
            </a:extLst>
          </p:cNvPr>
          <p:cNvPicPr>
            <a:picLocks noChangeAspect="1"/>
          </p:cNvPicPr>
          <p:nvPr/>
        </p:nvPicPr>
        <p:blipFill>
          <a:blip r:embed="rId4"/>
          <a:stretch>
            <a:fillRect/>
          </a:stretch>
        </p:blipFill>
        <p:spPr>
          <a:xfrm>
            <a:off x="280287" y="1315485"/>
            <a:ext cx="11446232" cy="5037257"/>
          </a:xfrm>
          <a:prstGeom prst="rect">
            <a:avLst/>
          </a:prstGeom>
        </p:spPr>
      </p:pic>
      <p:sp>
        <p:nvSpPr>
          <p:cNvPr id="4" name="TextBox 3">
            <a:extLst>
              <a:ext uri="{FF2B5EF4-FFF2-40B4-BE49-F238E27FC236}">
                <a16:creationId xmlns:a16="http://schemas.microsoft.com/office/drawing/2014/main" id="{F9D963BD-87CE-F3D7-56E9-491725921F94}"/>
              </a:ext>
            </a:extLst>
          </p:cNvPr>
          <p:cNvSpPr txBox="1"/>
          <p:nvPr/>
        </p:nvSpPr>
        <p:spPr>
          <a:xfrm rot="16200000">
            <a:off x="2896838" y="-2135343"/>
            <a:ext cx="861774" cy="5798919"/>
          </a:xfrm>
          <a:prstGeom prst="rect">
            <a:avLst/>
          </a:prstGeom>
          <a:noFill/>
        </p:spPr>
        <p:txBody>
          <a:bodyPr vert="eaVert" wrap="square" rtlCol="0">
            <a:spAutoFit/>
          </a:bodyPr>
          <a:lstStyle/>
          <a:p>
            <a:r>
              <a:rPr lang="en-US" sz="4400" dirty="0"/>
              <a:t>Per-pixel class labels</a:t>
            </a:r>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Shape 938"/>
        <p:cNvGrpSpPr/>
        <p:nvPr/>
      </p:nvGrpSpPr>
      <p:grpSpPr>
        <a:xfrm>
          <a:off x="0" y="0"/>
          <a:ext cx="0" cy="0"/>
          <a:chOff x="0" y="0"/>
          <a:chExt cx="0" cy="0"/>
        </a:xfrm>
      </p:grpSpPr>
      <p:pic>
        <p:nvPicPr>
          <p:cNvPr id="939" name="Google Shape;939;p41"/>
          <p:cNvPicPr preferRelativeResize="0"/>
          <p:nvPr/>
        </p:nvPicPr>
        <p:blipFill rotWithShape="1">
          <a:blip r:embed="rId3">
            <a:alphaModFix/>
          </a:blip>
          <a:srcRect/>
          <a:stretch/>
        </p:blipFill>
        <p:spPr>
          <a:xfrm>
            <a:off x="338327" y="2807207"/>
            <a:ext cx="1301496" cy="1325880"/>
          </a:xfrm>
          <a:prstGeom prst="rect">
            <a:avLst/>
          </a:prstGeom>
          <a:noFill/>
          <a:ln>
            <a:noFill/>
          </a:ln>
        </p:spPr>
      </p:pic>
      <p:sp>
        <p:nvSpPr>
          <p:cNvPr id="940" name="Google Shape;940;p41"/>
          <p:cNvSpPr/>
          <p:nvPr/>
        </p:nvSpPr>
        <p:spPr>
          <a:xfrm>
            <a:off x="3391661" y="3351910"/>
            <a:ext cx="516255" cy="158750"/>
          </a:xfrm>
          <a:custGeom>
            <a:avLst/>
            <a:gdLst/>
            <a:ahLst/>
            <a:cxnLst/>
            <a:rect l="l" t="t" r="r" b="b"/>
            <a:pathLst>
              <a:path w="516254" h="158750" extrusionOk="0">
                <a:moveTo>
                  <a:pt x="357124" y="0"/>
                </a:moveTo>
                <a:lnTo>
                  <a:pt x="357124" y="158750"/>
                </a:lnTo>
                <a:lnTo>
                  <a:pt x="484123" y="95250"/>
                </a:lnTo>
                <a:lnTo>
                  <a:pt x="372999" y="95250"/>
                </a:lnTo>
                <a:lnTo>
                  <a:pt x="372999" y="63500"/>
                </a:lnTo>
                <a:lnTo>
                  <a:pt x="484123" y="63500"/>
                </a:lnTo>
                <a:lnTo>
                  <a:pt x="357124" y="0"/>
                </a:lnTo>
                <a:close/>
              </a:path>
              <a:path w="516254" h="158750" extrusionOk="0">
                <a:moveTo>
                  <a:pt x="357124" y="63500"/>
                </a:moveTo>
                <a:lnTo>
                  <a:pt x="0" y="63500"/>
                </a:lnTo>
                <a:lnTo>
                  <a:pt x="0" y="95250"/>
                </a:lnTo>
                <a:lnTo>
                  <a:pt x="357124" y="95250"/>
                </a:lnTo>
                <a:lnTo>
                  <a:pt x="357124" y="63500"/>
                </a:lnTo>
                <a:close/>
              </a:path>
              <a:path w="516254" h="158750" extrusionOk="0">
                <a:moveTo>
                  <a:pt x="484123" y="63500"/>
                </a:moveTo>
                <a:lnTo>
                  <a:pt x="372999" y="63500"/>
                </a:lnTo>
                <a:lnTo>
                  <a:pt x="372999" y="95250"/>
                </a:lnTo>
                <a:lnTo>
                  <a:pt x="484123" y="95250"/>
                </a:lnTo>
                <a:lnTo>
                  <a:pt x="515873" y="79375"/>
                </a:lnTo>
                <a:lnTo>
                  <a:pt x="48412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941" name="Google Shape;941;p41"/>
          <p:cNvGrpSpPr/>
          <p:nvPr/>
        </p:nvGrpSpPr>
        <p:grpSpPr>
          <a:xfrm>
            <a:off x="3985259" y="3005327"/>
            <a:ext cx="855344" cy="815340"/>
            <a:chOff x="3985259" y="3005327"/>
            <a:chExt cx="855344" cy="815340"/>
          </a:xfrm>
        </p:grpSpPr>
        <p:sp>
          <p:nvSpPr>
            <p:cNvPr id="942" name="Google Shape;942;p41"/>
            <p:cNvSpPr/>
            <p:nvPr/>
          </p:nvSpPr>
          <p:spPr>
            <a:xfrm>
              <a:off x="3985259" y="3209162"/>
              <a:ext cx="651510" cy="611505"/>
            </a:xfrm>
            <a:custGeom>
              <a:avLst/>
              <a:gdLst/>
              <a:ahLst/>
              <a:cxnLst/>
              <a:rect l="l" t="t" r="r" b="b"/>
              <a:pathLst>
                <a:path w="651510" h="611504" extrusionOk="0">
                  <a:moveTo>
                    <a:pt x="651128" y="0"/>
                  </a:moveTo>
                  <a:lnTo>
                    <a:pt x="0" y="0"/>
                  </a:lnTo>
                  <a:lnTo>
                    <a:pt x="0" y="611505"/>
                  </a:lnTo>
                  <a:lnTo>
                    <a:pt x="651128" y="611505"/>
                  </a:lnTo>
                  <a:lnTo>
                    <a:pt x="65112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43" name="Google Shape;943;p41"/>
            <p:cNvSpPr/>
            <p:nvPr/>
          </p:nvSpPr>
          <p:spPr>
            <a:xfrm>
              <a:off x="4636388" y="3005327"/>
              <a:ext cx="203835" cy="815340"/>
            </a:xfrm>
            <a:custGeom>
              <a:avLst/>
              <a:gdLst/>
              <a:ahLst/>
              <a:cxnLst/>
              <a:rect l="l" t="t" r="r" b="b"/>
              <a:pathLst>
                <a:path w="203835" h="815339" extrusionOk="0">
                  <a:moveTo>
                    <a:pt x="203835" y="0"/>
                  </a:moveTo>
                  <a:lnTo>
                    <a:pt x="0" y="203835"/>
                  </a:lnTo>
                  <a:lnTo>
                    <a:pt x="0" y="815340"/>
                  </a:lnTo>
                  <a:lnTo>
                    <a:pt x="203835" y="611505"/>
                  </a:lnTo>
                  <a:lnTo>
                    <a:pt x="203835"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44" name="Google Shape;944;p41"/>
            <p:cNvSpPr/>
            <p:nvPr/>
          </p:nvSpPr>
          <p:spPr>
            <a:xfrm>
              <a:off x="3985259" y="3005327"/>
              <a:ext cx="855344" cy="203835"/>
            </a:xfrm>
            <a:custGeom>
              <a:avLst/>
              <a:gdLst/>
              <a:ahLst/>
              <a:cxnLst/>
              <a:rect l="l" t="t" r="r" b="b"/>
              <a:pathLst>
                <a:path w="855345" h="203835" extrusionOk="0">
                  <a:moveTo>
                    <a:pt x="854963" y="0"/>
                  </a:moveTo>
                  <a:lnTo>
                    <a:pt x="203835" y="0"/>
                  </a:lnTo>
                  <a:lnTo>
                    <a:pt x="0" y="203835"/>
                  </a:lnTo>
                  <a:lnTo>
                    <a:pt x="651129" y="203835"/>
                  </a:lnTo>
                  <a:lnTo>
                    <a:pt x="854963"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45" name="Google Shape;945;p41"/>
            <p:cNvSpPr/>
            <p:nvPr/>
          </p:nvSpPr>
          <p:spPr>
            <a:xfrm>
              <a:off x="3985259" y="3005327"/>
              <a:ext cx="855344" cy="815340"/>
            </a:xfrm>
            <a:custGeom>
              <a:avLst/>
              <a:gdLst/>
              <a:ahLst/>
              <a:cxnLst/>
              <a:rect l="l" t="t" r="r" b="b"/>
              <a:pathLst>
                <a:path w="855345" h="815339" extrusionOk="0">
                  <a:moveTo>
                    <a:pt x="0" y="203835"/>
                  </a:moveTo>
                  <a:lnTo>
                    <a:pt x="203835" y="0"/>
                  </a:lnTo>
                  <a:lnTo>
                    <a:pt x="854963" y="0"/>
                  </a:lnTo>
                  <a:lnTo>
                    <a:pt x="854963" y="611505"/>
                  </a:lnTo>
                  <a:lnTo>
                    <a:pt x="651129" y="815340"/>
                  </a:lnTo>
                  <a:lnTo>
                    <a:pt x="0" y="815340"/>
                  </a:lnTo>
                  <a:lnTo>
                    <a:pt x="0" y="203835"/>
                  </a:lnTo>
                  <a:close/>
                </a:path>
                <a:path w="855345" h="815339" extrusionOk="0">
                  <a:moveTo>
                    <a:pt x="0" y="203835"/>
                  </a:moveTo>
                  <a:lnTo>
                    <a:pt x="651129" y="203835"/>
                  </a:lnTo>
                  <a:lnTo>
                    <a:pt x="854963" y="0"/>
                  </a:lnTo>
                </a:path>
                <a:path w="855345" h="815339" extrusionOk="0">
                  <a:moveTo>
                    <a:pt x="651129" y="203835"/>
                  </a:moveTo>
                  <a:lnTo>
                    <a:pt x="651129" y="815340"/>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946" name="Google Shape;946;p41"/>
          <p:cNvGrpSpPr/>
          <p:nvPr/>
        </p:nvGrpSpPr>
        <p:grpSpPr>
          <a:xfrm>
            <a:off x="5519928" y="2945892"/>
            <a:ext cx="807973" cy="811212"/>
            <a:chOff x="5519928" y="2945892"/>
            <a:chExt cx="807973" cy="811212"/>
          </a:xfrm>
        </p:grpSpPr>
        <p:sp>
          <p:nvSpPr>
            <p:cNvPr id="947" name="Google Shape;947;p41"/>
            <p:cNvSpPr/>
            <p:nvPr/>
          </p:nvSpPr>
          <p:spPr>
            <a:xfrm>
              <a:off x="5519928" y="3412934"/>
              <a:ext cx="340995" cy="344170"/>
            </a:xfrm>
            <a:custGeom>
              <a:avLst/>
              <a:gdLst/>
              <a:ahLst/>
              <a:cxnLst/>
              <a:rect l="l" t="t" r="r" b="b"/>
              <a:pathLst>
                <a:path w="340995" h="344170" extrusionOk="0">
                  <a:moveTo>
                    <a:pt x="340677" y="0"/>
                  </a:moveTo>
                  <a:lnTo>
                    <a:pt x="0" y="0"/>
                  </a:lnTo>
                  <a:lnTo>
                    <a:pt x="0" y="343725"/>
                  </a:lnTo>
                  <a:lnTo>
                    <a:pt x="340677" y="343725"/>
                  </a:lnTo>
                  <a:lnTo>
                    <a:pt x="340677"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48" name="Google Shape;948;p41"/>
            <p:cNvSpPr/>
            <p:nvPr/>
          </p:nvSpPr>
          <p:spPr>
            <a:xfrm>
              <a:off x="5860542" y="2945892"/>
              <a:ext cx="467359" cy="810895"/>
            </a:xfrm>
            <a:custGeom>
              <a:avLst/>
              <a:gdLst/>
              <a:ahLst/>
              <a:cxnLst/>
              <a:rect l="l" t="t" r="r" b="b"/>
              <a:pathLst>
                <a:path w="467360" h="810895" extrusionOk="0">
                  <a:moveTo>
                    <a:pt x="467106" y="0"/>
                  </a:moveTo>
                  <a:lnTo>
                    <a:pt x="0" y="467105"/>
                  </a:lnTo>
                  <a:lnTo>
                    <a:pt x="0" y="810767"/>
                  </a:lnTo>
                  <a:lnTo>
                    <a:pt x="467106" y="343661"/>
                  </a:lnTo>
                  <a:lnTo>
                    <a:pt x="467106"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49" name="Google Shape;949;p41"/>
            <p:cNvSpPr/>
            <p:nvPr/>
          </p:nvSpPr>
          <p:spPr>
            <a:xfrm>
              <a:off x="5519928" y="2945892"/>
              <a:ext cx="807720" cy="467359"/>
            </a:xfrm>
            <a:custGeom>
              <a:avLst/>
              <a:gdLst/>
              <a:ahLst/>
              <a:cxnLst/>
              <a:rect l="l" t="t" r="r" b="b"/>
              <a:pathLst>
                <a:path w="807720" h="467360" extrusionOk="0">
                  <a:moveTo>
                    <a:pt x="807720" y="0"/>
                  </a:moveTo>
                  <a:lnTo>
                    <a:pt x="467106" y="0"/>
                  </a:lnTo>
                  <a:lnTo>
                    <a:pt x="0" y="467105"/>
                  </a:lnTo>
                  <a:lnTo>
                    <a:pt x="340614" y="467105"/>
                  </a:lnTo>
                  <a:lnTo>
                    <a:pt x="807720"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50" name="Google Shape;950;p41"/>
            <p:cNvSpPr/>
            <p:nvPr/>
          </p:nvSpPr>
          <p:spPr>
            <a:xfrm>
              <a:off x="5519928" y="2945892"/>
              <a:ext cx="807720" cy="810895"/>
            </a:xfrm>
            <a:custGeom>
              <a:avLst/>
              <a:gdLst/>
              <a:ahLst/>
              <a:cxnLst/>
              <a:rect l="l" t="t" r="r" b="b"/>
              <a:pathLst>
                <a:path w="807720" h="810895" extrusionOk="0">
                  <a:moveTo>
                    <a:pt x="0" y="467105"/>
                  </a:moveTo>
                  <a:lnTo>
                    <a:pt x="467106" y="0"/>
                  </a:lnTo>
                  <a:lnTo>
                    <a:pt x="807720" y="0"/>
                  </a:lnTo>
                  <a:lnTo>
                    <a:pt x="807720" y="343661"/>
                  </a:lnTo>
                  <a:lnTo>
                    <a:pt x="340614" y="810767"/>
                  </a:lnTo>
                  <a:lnTo>
                    <a:pt x="0" y="810767"/>
                  </a:lnTo>
                  <a:lnTo>
                    <a:pt x="0" y="467105"/>
                  </a:lnTo>
                  <a:close/>
                </a:path>
                <a:path w="807720" h="810895" extrusionOk="0">
                  <a:moveTo>
                    <a:pt x="0" y="467105"/>
                  </a:moveTo>
                  <a:lnTo>
                    <a:pt x="340614" y="467105"/>
                  </a:lnTo>
                  <a:lnTo>
                    <a:pt x="807720" y="0"/>
                  </a:lnTo>
                </a:path>
                <a:path w="807720" h="810895" extrusionOk="0">
                  <a:moveTo>
                    <a:pt x="340614" y="467105"/>
                  </a:moveTo>
                  <a:lnTo>
                    <a:pt x="340614" y="810767"/>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951" name="Google Shape;951;p41"/>
          <p:cNvSpPr/>
          <p:nvPr/>
        </p:nvSpPr>
        <p:spPr>
          <a:xfrm>
            <a:off x="4895850" y="3351910"/>
            <a:ext cx="516255" cy="158750"/>
          </a:xfrm>
          <a:custGeom>
            <a:avLst/>
            <a:gdLst/>
            <a:ahLst/>
            <a:cxnLst/>
            <a:rect l="l" t="t" r="r" b="b"/>
            <a:pathLst>
              <a:path w="516254" h="158750" extrusionOk="0">
                <a:moveTo>
                  <a:pt x="357124" y="0"/>
                </a:moveTo>
                <a:lnTo>
                  <a:pt x="357124" y="158750"/>
                </a:lnTo>
                <a:lnTo>
                  <a:pt x="484123" y="95250"/>
                </a:lnTo>
                <a:lnTo>
                  <a:pt x="372999" y="95250"/>
                </a:lnTo>
                <a:lnTo>
                  <a:pt x="372999" y="63500"/>
                </a:lnTo>
                <a:lnTo>
                  <a:pt x="484123" y="63500"/>
                </a:lnTo>
                <a:lnTo>
                  <a:pt x="357124" y="0"/>
                </a:lnTo>
                <a:close/>
              </a:path>
              <a:path w="516254" h="158750" extrusionOk="0">
                <a:moveTo>
                  <a:pt x="357124" y="63500"/>
                </a:moveTo>
                <a:lnTo>
                  <a:pt x="0" y="63500"/>
                </a:lnTo>
                <a:lnTo>
                  <a:pt x="0" y="95250"/>
                </a:lnTo>
                <a:lnTo>
                  <a:pt x="357124" y="95250"/>
                </a:lnTo>
                <a:lnTo>
                  <a:pt x="357124" y="63500"/>
                </a:lnTo>
                <a:close/>
              </a:path>
              <a:path w="516254" h="158750" extrusionOk="0">
                <a:moveTo>
                  <a:pt x="484123" y="63500"/>
                </a:moveTo>
                <a:lnTo>
                  <a:pt x="372999" y="63500"/>
                </a:lnTo>
                <a:lnTo>
                  <a:pt x="372999" y="95250"/>
                </a:lnTo>
                <a:lnTo>
                  <a:pt x="484123" y="95250"/>
                </a:lnTo>
                <a:lnTo>
                  <a:pt x="515873" y="79375"/>
                </a:lnTo>
                <a:lnTo>
                  <a:pt x="48412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952" name="Google Shape;952;p41"/>
          <p:cNvGrpSpPr/>
          <p:nvPr/>
        </p:nvGrpSpPr>
        <p:grpSpPr>
          <a:xfrm>
            <a:off x="2193035" y="2945892"/>
            <a:ext cx="1068705" cy="1009065"/>
            <a:chOff x="2193035" y="2945892"/>
            <a:chExt cx="1068705" cy="1009065"/>
          </a:xfrm>
        </p:grpSpPr>
        <p:sp>
          <p:nvSpPr>
            <p:cNvPr id="953" name="Google Shape;953;p41"/>
            <p:cNvSpPr/>
            <p:nvPr/>
          </p:nvSpPr>
          <p:spPr>
            <a:xfrm>
              <a:off x="2193035" y="3029127"/>
              <a:ext cx="985519" cy="925830"/>
            </a:xfrm>
            <a:custGeom>
              <a:avLst/>
              <a:gdLst/>
              <a:ahLst/>
              <a:cxnLst/>
              <a:rect l="l" t="t" r="r" b="b"/>
              <a:pathLst>
                <a:path w="985519" h="925829" extrusionOk="0">
                  <a:moveTo>
                    <a:pt x="985088" y="0"/>
                  </a:moveTo>
                  <a:lnTo>
                    <a:pt x="0" y="0"/>
                  </a:lnTo>
                  <a:lnTo>
                    <a:pt x="0" y="925652"/>
                  </a:lnTo>
                  <a:lnTo>
                    <a:pt x="985088" y="925652"/>
                  </a:lnTo>
                  <a:lnTo>
                    <a:pt x="98508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54" name="Google Shape;954;p41"/>
            <p:cNvSpPr/>
            <p:nvPr/>
          </p:nvSpPr>
          <p:spPr>
            <a:xfrm>
              <a:off x="3178174" y="2945892"/>
              <a:ext cx="83185" cy="1009015"/>
            </a:xfrm>
            <a:custGeom>
              <a:avLst/>
              <a:gdLst/>
              <a:ahLst/>
              <a:cxnLst/>
              <a:rect l="l" t="t" r="r" b="b"/>
              <a:pathLst>
                <a:path w="83185" h="1009014" extrusionOk="0">
                  <a:moveTo>
                    <a:pt x="83185" y="0"/>
                  </a:moveTo>
                  <a:lnTo>
                    <a:pt x="0" y="83185"/>
                  </a:lnTo>
                  <a:lnTo>
                    <a:pt x="0" y="1008888"/>
                  </a:lnTo>
                  <a:lnTo>
                    <a:pt x="83185" y="925703"/>
                  </a:lnTo>
                  <a:lnTo>
                    <a:pt x="83185"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55" name="Google Shape;955;p41"/>
            <p:cNvSpPr/>
            <p:nvPr/>
          </p:nvSpPr>
          <p:spPr>
            <a:xfrm>
              <a:off x="2193035" y="2945892"/>
              <a:ext cx="1068705" cy="83185"/>
            </a:xfrm>
            <a:custGeom>
              <a:avLst/>
              <a:gdLst/>
              <a:ahLst/>
              <a:cxnLst/>
              <a:rect l="l" t="t" r="r" b="b"/>
              <a:pathLst>
                <a:path w="1068704" h="83185" extrusionOk="0">
                  <a:moveTo>
                    <a:pt x="1068324" y="0"/>
                  </a:moveTo>
                  <a:lnTo>
                    <a:pt x="83185" y="0"/>
                  </a:lnTo>
                  <a:lnTo>
                    <a:pt x="0" y="83185"/>
                  </a:lnTo>
                  <a:lnTo>
                    <a:pt x="985138" y="83185"/>
                  </a:lnTo>
                  <a:lnTo>
                    <a:pt x="1068324"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56" name="Google Shape;956;p41"/>
            <p:cNvSpPr/>
            <p:nvPr/>
          </p:nvSpPr>
          <p:spPr>
            <a:xfrm>
              <a:off x="2193035" y="2945892"/>
              <a:ext cx="1068705" cy="1009015"/>
            </a:xfrm>
            <a:custGeom>
              <a:avLst/>
              <a:gdLst/>
              <a:ahLst/>
              <a:cxnLst/>
              <a:rect l="l" t="t" r="r" b="b"/>
              <a:pathLst>
                <a:path w="1068704" h="1009014" extrusionOk="0">
                  <a:moveTo>
                    <a:pt x="0" y="83185"/>
                  </a:moveTo>
                  <a:lnTo>
                    <a:pt x="83185" y="0"/>
                  </a:lnTo>
                  <a:lnTo>
                    <a:pt x="1068324" y="0"/>
                  </a:lnTo>
                  <a:lnTo>
                    <a:pt x="1068324" y="925703"/>
                  </a:lnTo>
                  <a:lnTo>
                    <a:pt x="985138" y="1008888"/>
                  </a:lnTo>
                  <a:lnTo>
                    <a:pt x="0" y="1008888"/>
                  </a:lnTo>
                  <a:lnTo>
                    <a:pt x="0" y="83185"/>
                  </a:lnTo>
                  <a:close/>
                </a:path>
                <a:path w="1068704" h="1009014" extrusionOk="0">
                  <a:moveTo>
                    <a:pt x="0" y="83185"/>
                  </a:moveTo>
                  <a:lnTo>
                    <a:pt x="985138" y="83185"/>
                  </a:lnTo>
                  <a:lnTo>
                    <a:pt x="1068324" y="0"/>
                  </a:lnTo>
                </a:path>
                <a:path w="1068704" h="1009014" extrusionOk="0">
                  <a:moveTo>
                    <a:pt x="985138" y="83185"/>
                  </a:moveTo>
                  <a:lnTo>
                    <a:pt x="985138" y="1008888"/>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957" name="Google Shape;957;p41"/>
          <p:cNvSpPr/>
          <p:nvPr/>
        </p:nvSpPr>
        <p:spPr>
          <a:xfrm>
            <a:off x="1765554" y="3351910"/>
            <a:ext cx="372745" cy="158750"/>
          </a:xfrm>
          <a:custGeom>
            <a:avLst/>
            <a:gdLst/>
            <a:ahLst/>
            <a:cxnLst/>
            <a:rect l="l" t="t" r="r" b="b"/>
            <a:pathLst>
              <a:path w="372744" h="158750" extrusionOk="0">
                <a:moveTo>
                  <a:pt x="213486" y="0"/>
                </a:moveTo>
                <a:lnTo>
                  <a:pt x="213486" y="158750"/>
                </a:lnTo>
                <a:lnTo>
                  <a:pt x="340487" y="95250"/>
                </a:lnTo>
                <a:lnTo>
                  <a:pt x="229361" y="95250"/>
                </a:lnTo>
                <a:lnTo>
                  <a:pt x="229361" y="63500"/>
                </a:lnTo>
                <a:lnTo>
                  <a:pt x="340487" y="63500"/>
                </a:lnTo>
                <a:lnTo>
                  <a:pt x="213486" y="0"/>
                </a:lnTo>
                <a:close/>
              </a:path>
              <a:path w="372744" h="158750" extrusionOk="0">
                <a:moveTo>
                  <a:pt x="213486" y="63500"/>
                </a:moveTo>
                <a:lnTo>
                  <a:pt x="0" y="63500"/>
                </a:lnTo>
                <a:lnTo>
                  <a:pt x="0" y="95250"/>
                </a:lnTo>
                <a:lnTo>
                  <a:pt x="213486" y="95250"/>
                </a:lnTo>
                <a:lnTo>
                  <a:pt x="213486" y="63500"/>
                </a:lnTo>
                <a:close/>
              </a:path>
              <a:path w="372744" h="158750" extrusionOk="0">
                <a:moveTo>
                  <a:pt x="340487" y="63500"/>
                </a:moveTo>
                <a:lnTo>
                  <a:pt x="229361" y="63500"/>
                </a:lnTo>
                <a:lnTo>
                  <a:pt x="229361" y="95250"/>
                </a:lnTo>
                <a:lnTo>
                  <a:pt x="340487" y="95250"/>
                </a:lnTo>
                <a:lnTo>
                  <a:pt x="372237" y="79375"/>
                </a:lnTo>
                <a:lnTo>
                  <a:pt x="340487"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58" name="Google Shape;958;p41"/>
          <p:cNvSpPr txBox="1">
            <a:spLocks noGrp="1"/>
          </p:cNvSpPr>
          <p:nvPr>
            <p:ph type="title"/>
          </p:nvPr>
        </p:nvSpPr>
        <p:spPr>
          <a:xfrm>
            <a:off x="916939" y="672160"/>
            <a:ext cx="10062845" cy="6350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000" b="0" dirty="0">
                <a:latin typeface="+mj-lt"/>
                <a:ea typeface="Cambria"/>
                <a:cs typeface="Cambria"/>
                <a:sym typeface="Cambria"/>
              </a:rPr>
              <a:t>Deep Learning for Semantic Segmentation</a:t>
            </a:r>
            <a:endParaRPr sz="4000" dirty="0">
              <a:latin typeface="+mj-lt"/>
              <a:ea typeface="Cambria"/>
              <a:cs typeface="Cambria"/>
              <a:sym typeface="Cambria"/>
            </a:endParaRPr>
          </a:p>
        </p:txBody>
      </p:sp>
      <p:sp>
        <p:nvSpPr>
          <p:cNvPr id="959" name="Google Shape;959;p41"/>
          <p:cNvSpPr/>
          <p:nvPr/>
        </p:nvSpPr>
        <p:spPr>
          <a:xfrm>
            <a:off x="6427470" y="3353434"/>
            <a:ext cx="509270" cy="158750"/>
          </a:xfrm>
          <a:custGeom>
            <a:avLst/>
            <a:gdLst/>
            <a:ahLst/>
            <a:cxnLst/>
            <a:rect l="l" t="t" r="r" b="b"/>
            <a:pathLst>
              <a:path w="509270" h="158750" extrusionOk="0">
                <a:moveTo>
                  <a:pt x="350393" y="0"/>
                </a:moveTo>
                <a:lnTo>
                  <a:pt x="350393" y="158750"/>
                </a:lnTo>
                <a:lnTo>
                  <a:pt x="477393" y="95250"/>
                </a:lnTo>
                <a:lnTo>
                  <a:pt x="366268" y="95250"/>
                </a:lnTo>
                <a:lnTo>
                  <a:pt x="366268" y="63500"/>
                </a:lnTo>
                <a:lnTo>
                  <a:pt x="477393" y="63500"/>
                </a:lnTo>
                <a:lnTo>
                  <a:pt x="350393" y="0"/>
                </a:lnTo>
                <a:close/>
              </a:path>
              <a:path w="509270" h="158750" extrusionOk="0">
                <a:moveTo>
                  <a:pt x="350393" y="63500"/>
                </a:moveTo>
                <a:lnTo>
                  <a:pt x="0" y="63500"/>
                </a:lnTo>
                <a:lnTo>
                  <a:pt x="0" y="95250"/>
                </a:lnTo>
                <a:lnTo>
                  <a:pt x="350393" y="95250"/>
                </a:lnTo>
                <a:lnTo>
                  <a:pt x="350393" y="63500"/>
                </a:lnTo>
                <a:close/>
              </a:path>
              <a:path w="509270" h="158750" extrusionOk="0">
                <a:moveTo>
                  <a:pt x="477393" y="63500"/>
                </a:moveTo>
                <a:lnTo>
                  <a:pt x="366268" y="63500"/>
                </a:lnTo>
                <a:lnTo>
                  <a:pt x="366268" y="95250"/>
                </a:lnTo>
                <a:lnTo>
                  <a:pt x="477393" y="95250"/>
                </a:lnTo>
                <a:lnTo>
                  <a:pt x="509143" y="79375"/>
                </a:lnTo>
                <a:lnTo>
                  <a:pt x="47739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975" name="Google Shape;975;p41"/>
          <p:cNvPicPr preferRelativeResize="0"/>
          <p:nvPr/>
        </p:nvPicPr>
        <p:blipFill rotWithShape="1">
          <a:blip r:embed="rId4">
            <a:alphaModFix/>
          </a:blip>
          <a:srcRect/>
          <a:stretch/>
        </p:blipFill>
        <p:spPr>
          <a:xfrm>
            <a:off x="10556747" y="2881883"/>
            <a:ext cx="1208531" cy="1234439"/>
          </a:xfrm>
          <a:prstGeom prst="rect">
            <a:avLst/>
          </a:prstGeom>
          <a:noFill/>
          <a:ln>
            <a:noFill/>
          </a:ln>
        </p:spPr>
      </p:pic>
      <p:sp>
        <p:nvSpPr>
          <p:cNvPr id="976" name="Google Shape;976;p41"/>
          <p:cNvSpPr/>
          <p:nvPr/>
        </p:nvSpPr>
        <p:spPr>
          <a:xfrm>
            <a:off x="9946385" y="3339719"/>
            <a:ext cx="516255" cy="158750"/>
          </a:xfrm>
          <a:custGeom>
            <a:avLst/>
            <a:gdLst/>
            <a:ahLst/>
            <a:cxnLst/>
            <a:rect l="l" t="t" r="r" b="b"/>
            <a:pathLst>
              <a:path w="516254" h="158750" extrusionOk="0">
                <a:moveTo>
                  <a:pt x="357124" y="0"/>
                </a:moveTo>
                <a:lnTo>
                  <a:pt x="357124" y="158750"/>
                </a:lnTo>
                <a:lnTo>
                  <a:pt x="484123" y="95250"/>
                </a:lnTo>
                <a:lnTo>
                  <a:pt x="372999" y="95250"/>
                </a:lnTo>
                <a:lnTo>
                  <a:pt x="372999" y="63500"/>
                </a:lnTo>
                <a:lnTo>
                  <a:pt x="484123" y="63500"/>
                </a:lnTo>
                <a:lnTo>
                  <a:pt x="357124" y="0"/>
                </a:lnTo>
                <a:close/>
              </a:path>
              <a:path w="516254" h="158750" extrusionOk="0">
                <a:moveTo>
                  <a:pt x="357124" y="63500"/>
                </a:moveTo>
                <a:lnTo>
                  <a:pt x="0" y="63500"/>
                </a:lnTo>
                <a:lnTo>
                  <a:pt x="0" y="95250"/>
                </a:lnTo>
                <a:lnTo>
                  <a:pt x="357124" y="95250"/>
                </a:lnTo>
                <a:lnTo>
                  <a:pt x="357124" y="63500"/>
                </a:lnTo>
                <a:close/>
              </a:path>
              <a:path w="516254" h="158750" extrusionOk="0">
                <a:moveTo>
                  <a:pt x="484123" y="63500"/>
                </a:moveTo>
                <a:lnTo>
                  <a:pt x="372999" y="63500"/>
                </a:lnTo>
                <a:lnTo>
                  <a:pt x="372999" y="95250"/>
                </a:lnTo>
                <a:lnTo>
                  <a:pt x="484123" y="95250"/>
                </a:lnTo>
                <a:lnTo>
                  <a:pt x="515873" y="79375"/>
                </a:lnTo>
                <a:lnTo>
                  <a:pt x="48412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977" name="Google Shape;977;p41"/>
          <p:cNvPicPr preferRelativeResize="0"/>
          <p:nvPr/>
        </p:nvPicPr>
        <p:blipFill>
          <a:blip r:embed="rId5">
            <a:alphaModFix/>
          </a:blip>
          <a:stretch>
            <a:fillRect/>
          </a:stretch>
        </p:blipFill>
        <p:spPr>
          <a:xfrm>
            <a:off x="10734473" y="0"/>
            <a:ext cx="1448025" cy="796414"/>
          </a:xfrm>
          <a:prstGeom prst="rect">
            <a:avLst/>
          </a:prstGeom>
          <a:noFill/>
          <a:ln>
            <a:noFill/>
          </a:ln>
        </p:spPr>
      </p:pic>
      <p:grpSp>
        <p:nvGrpSpPr>
          <p:cNvPr id="2" name="Google Shape;941;p41">
            <a:extLst>
              <a:ext uri="{FF2B5EF4-FFF2-40B4-BE49-F238E27FC236}">
                <a16:creationId xmlns:a16="http://schemas.microsoft.com/office/drawing/2014/main" id="{4B0B4C56-41D7-54E9-ED04-90E3D5F7D981}"/>
              </a:ext>
            </a:extLst>
          </p:cNvPr>
          <p:cNvGrpSpPr/>
          <p:nvPr/>
        </p:nvGrpSpPr>
        <p:grpSpPr>
          <a:xfrm>
            <a:off x="7101839" y="3005327"/>
            <a:ext cx="855344" cy="815340"/>
            <a:chOff x="3985259" y="3005327"/>
            <a:chExt cx="855344" cy="815340"/>
          </a:xfrm>
        </p:grpSpPr>
        <p:sp>
          <p:nvSpPr>
            <p:cNvPr id="3" name="Google Shape;942;p41">
              <a:extLst>
                <a:ext uri="{FF2B5EF4-FFF2-40B4-BE49-F238E27FC236}">
                  <a16:creationId xmlns:a16="http://schemas.microsoft.com/office/drawing/2014/main" id="{6690E14B-285E-C9C8-6CFF-7C2AA5473EA8}"/>
                </a:ext>
              </a:extLst>
            </p:cNvPr>
            <p:cNvSpPr/>
            <p:nvPr/>
          </p:nvSpPr>
          <p:spPr>
            <a:xfrm>
              <a:off x="3985259" y="3209162"/>
              <a:ext cx="651510" cy="611505"/>
            </a:xfrm>
            <a:custGeom>
              <a:avLst/>
              <a:gdLst/>
              <a:ahLst/>
              <a:cxnLst/>
              <a:rect l="l" t="t" r="r" b="b"/>
              <a:pathLst>
                <a:path w="651510" h="611504" extrusionOk="0">
                  <a:moveTo>
                    <a:pt x="651128" y="0"/>
                  </a:moveTo>
                  <a:lnTo>
                    <a:pt x="0" y="0"/>
                  </a:lnTo>
                  <a:lnTo>
                    <a:pt x="0" y="611505"/>
                  </a:lnTo>
                  <a:lnTo>
                    <a:pt x="651128" y="611505"/>
                  </a:lnTo>
                  <a:lnTo>
                    <a:pt x="65112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4" name="Google Shape;943;p41">
              <a:extLst>
                <a:ext uri="{FF2B5EF4-FFF2-40B4-BE49-F238E27FC236}">
                  <a16:creationId xmlns:a16="http://schemas.microsoft.com/office/drawing/2014/main" id="{EA67D35A-CC13-6576-1F55-4967FA76A0DF}"/>
                </a:ext>
              </a:extLst>
            </p:cNvPr>
            <p:cNvSpPr/>
            <p:nvPr/>
          </p:nvSpPr>
          <p:spPr>
            <a:xfrm>
              <a:off x="4636388" y="3005327"/>
              <a:ext cx="203835" cy="815340"/>
            </a:xfrm>
            <a:custGeom>
              <a:avLst/>
              <a:gdLst/>
              <a:ahLst/>
              <a:cxnLst/>
              <a:rect l="l" t="t" r="r" b="b"/>
              <a:pathLst>
                <a:path w="203835" h="815339" extrusionOk="0">
                  <a:moveTo>
                    <a:pt x="203835" y="0"/>
                  </a:moveTo>
                  <a:lnTo>
                    <a:pt x="0" y="203835"/>
                  </a:lnTo>
                  <a:lnTo>
                    <a:pt x="0" y="815340"/>
                  </a:lnTo>
                  <a:lnTo>
                    <a:pt x="203835" y="611505"/>
                  </a:lnTo>
                  <a:lnTo>
                    <a:pt x="203835"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5" name="Google Shape;944;p41">
              <a:extLst>
                <a:ext uri="{FF2B5EF4-FFF2-40B4-BE49-F238E27FC236}">
                  <a16:creationId xmlns:a16="http://schemas.microsoft.com/office/drawing/2014/main" id="{44D8122E-F147-FD88-9416-D0EC39323837}"/>
                </a:ext>
              </a:extLst>
            </p:cNvPr>
            <p:cNvSpPr/>
            <p:nvPr/>
          </p:nvSpPr>
          <p:spPr>
            <a:xfrm>
              <a:off x="3985259" y="3005327"/>
              <a:ext cx="855344" cy="203835"/>
            </a:xfrm>
            <a:custGeom>
              <a:avLst/>
              <a:gdLst/>
              <a:ahLst/>
              <a:cxnLst/>
              <a:rect l="l" t="t" r="r" b="b"/>
              <a:pathLst>
                <a:path w="855345" h="203835" extrusionOk="0">
                  <a:moveTo>
                    <a:pt x="854963" y="0"/>
                  </a:moveTo>
                  <a:lnTo>
                    <a:pt x="203835" y="0"/>
                  </a:lnTo>
                  <a:lnTo>
                    <a:pt x="0" y="203835"/>
                  </a:lnTo>
                  <a:lnTo>
                    <a:pt x="651129" y="203835"/>
                  </a:lnTo>
                  <a:lnTo>
                    <a:pt x="854963"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6" name="Google Shape;945;p41">
              <a:extLst>
                <a:ext uri="{FF2B5EF4-FFF2-40B4-BE49-F238E27FC236}">
                  <a16:creationId xmlns:a16="http://schemas.microsoft.com/office/drawing/2014/main" id="{089D1AE2-3473-20F4-CA39-DE124651D9E7}"/>
                </a:ext>
              </a:extLst>
            </p:cNvPr>
            <p:cNvSpPr/>
            <p:nvPr/>
          </p:nvSpPr>
          <p:spPr>
            <a:xfrm>
              <a:off x="3985259" y="3005327"/>
              <a:ext cx="855344" cy="815340"/>
            </a:xfrm>
            <a:custGeom>
              <a:avLst/>
              <a:gdLst/>
              <a:ahLst/>
              <a:cxnLst/>
              <a:rect l="l" t="t" r="r" b="b"/>
              <a:pathLst>
                <a:path w="855345" h="815339" extrusionOk="0">
                  <a:moveTo>
                    <a:pt x="0" y="203835"/>
                  </a:moveTo>
                  <a:lnTo>
                    <a:pt x="203835" y="0"/>
                  </a:lnTo>
                  <a:lnTo>
                    <a:pt x="854963" y="0"/>
                  </a:lnTo>
                  <a:lnTo>
                    <a:pt x="854963" y="611505"/>
                  </a:lnTo>
                  <a:lnTo>
                    <a:pt x="651129" y="815340"/>
                  </a:lnTo>
                  <a:lnTo>
                    <a:pt x="0" y="815340"/>
                  </a:lnTo>
                  <a:lnTo>
                    <a:pt x="0" y="203835"/>
                  </a:lnTo>
                  <a:close/>
                </a:path>
                <a:path w="855345" h="815339" extrusionOk="0">
                  <a:moveTo>
                    <a:pt x="0" y="203835"/>
                  </a:moveTo>
                  <a:lnTo>
                    <a:pt x="651129" y="203835"/>
                  </a:lnTo>
                  <a:lnTo>
                    <a:pt x="854963" y="0"/>
                  </a:lnTo>
                </a:path>
                <a:path w="855345" h="815339" extrusionOk="0">
                  <a:moveTo>
                    <a:pt x="651129" y="203835"/>
                  </a:moveTo>
                  <a:lnTo>
                    <a:pt x="651129" y="815340"/>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7" name="Google Shape;952;p41">
            <a:extLst>
              <a:ext uri="{FF2B5EF4-FFF2-40B4-BE49-F238E27FC236}">
                <a16:creationId xmlns:a16="http://schemas.microsoft.com/office/drawing/2014/main" id="{383A698C-10DC-B159-C80B-17EB1D6B005C}"/>
              </a:ext>
            </a:extLst>
          </p:cNvPr>
          <p:cNvGrpSpPr/>
          <p:nvPr/>
        </p:nvGrpSpPr>
        <p:grpSpPr>
          <a:xfrm>
            <a:off x="8731121" y="2945892"/>
            <a:ext cx="1068705" cy="1009065"/>
            <a:chOff x="2193035" y="2945892"/>
            <a:chExt cx="1068705" cy="1009065"/>
          </a:xfrm>
        </p:grpSpPr>
        <p:sp>
          <p:nvSpPr>
            <p:cNvPr id="8" name="Google Shape;953;p41">
              <a:extLst>
                <a:ext uri="{FF2B5EF4-FFF2-40B4-BE49-F238E27FC236}">
                  <a16:creationId xmlns:a16="http://schemas.microsoft.com/office/drawing/2014/main" id="{51D95253-E6EF-A4EF-6B19-78339333B605}"/>
                </a:ext>
              </a:extLst>
            </p:cNvPr>
            <p:cNvSpPr/>
            <p:nvPr/>
          </p:nvSpPr>
          <p:spPr>
            <a:xfrm>
              <a:off x="2193035" y="3029127"/>
              <a:ext cx="985519" cy="925830"/>
            </a:xfrm>
            <a:custGeom>
              <a:avLst/>
              <a:gdLst/>
              <a:ahLst/>
              <a:cxnLst/>
              <a:rect l="l" t="t" r="r" b="b"/>
              <a:pathLst>
                <a:path w="985519" h="925829" extrusionOk="0">
                  <a:moveTo>
                    <a:pt x="985088" y="0"/>
                  </a:moveTo>
                  <a:lnTo>
                    <a:pt x="0" y="0"/>
                  </a:lnTo>
                  <a:lnTo>
                    <a:pt x="0" y="925652"/>
                  </a:lnTo>
                  <a:lnTo>
                    <a:pt x="985088" y="925652"/>
                  </a:lnTo>
                  <a:lnTo>
                    <a:pt x="98508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 name="Google Shape;954;p41">
              <a:extLst>
                <a:ext uri="{FF2B5EF4-FFF2-40B4-BE49-F238E27FC236}">
                  <a16:creationId xmlns:a16="http://schemas.microsoft.com/office/drawing/2014/main" id="{11E1DA70-7E60-9FD6-5137-4A6ECBEB9E7B}"/>
                </a:ext>
              </a:extLst>
            </p:cNvPr>
            <p:cNvSpPr/>
            <p:nvPr/>
          </p:nvSpPr>
          <p:spPr>
            <a:xfrm>
              <a:off x="3178174" y="2945892"/>
              <a:ext cx="83185" cy="1009015"/>
            </a:xfrm>
            <a:custGeom>
              <a:avLst/>
              <a:gdLst/>
              <a:ahLst/>
              <a:cxnLst/>
              <a:rect l="l" t="t" r="r" b="b"/>
              <a:pathLst>
                <a:path w="83185" h="1009014" extrusionOk="0">
                  <a:moveTo>
                    <a:pt x="83185" y="0"/>
                  </a:moveTo>
                  <a:lnTo>
                    <a:pt x="0" y="83185"/>
                  </a:lnTo>
                  <a:lnTo>
                    <a:pt x="0" y="1008888"/>
                  </a:lnTo>
                  <a:lnTo>
                    <a:pt x="83185" y="925703"/>
                  </a:lnTo>
                  <a:lnTo>
                    <a:pt x="83185"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 name="Google Shape;955;p41">
              <a:extLst>
                <a:ext uri="{FF2B5EF4-FFF2-40B4-BE49-F238E27FC236}">
                  <a16:creationId xmlns:a16="http://schemas.microsoft.com/office/drawing/2014/main" id="{1ED22F83-C1D4-067D-8D70-FABBC042F0E0}"/>
                </a:ext>
              </a:extLst>
            </p:cNvPr>
            <p:cNvSpPr/>
            <p:nvPr/>
          </p:nvSpPr>
          <p:spPr>
            <a:xfrm>
              <a:off x="2193035" y="2945892"/>
              <a:ext cx="1068705" cy="83185"/>
            </a:xfrm>
            <a:custGeom>
              <a:avLst/>
              <a:gdLst/>
              <a:ahLst/>
              <a:cxnLst/>
              <a:rect l="l" t="t" r="r" b="b"/>
              <a:pathLst>
                <a:path w="1068704" h="83185" extrusionOk="0">
                  <a:moveTo>
                    <a:pt x="1068324" y="0"/>
                  </a:moveTo>
                  <a:lnTo>
                    <a:pt x="83185" y="0"/>
                  </a:lnTo>
                  <a:lnTo>
                    <a:pt x="0" y="83185"/>
                  </a:lnTo>
                  <a:lnTo>
                    <a:pt x="985138" y="83185"/>
                  </a:lnTo>
                  <a:lnTo>
                    <a:pt x="1068324"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 name="Google Shape;956;p41">
              <a:extLst>
                <a:ext uri="{FF2B5EF4-FFF2-40B4-BE49-F238E27FC236}">
                  <a16:creationId xmlns:a16="http://schemas.microsoft.com/office/drawing/2014/main" id="{24BF525A-87F8-40C8-61D4-5F15DAAF13AF}"/>
                </a:ext>
              </a:extLst>
            </p:cNvPr>
            <p:cNvSpPr/>
            <p:nvPr/>
          </p:nvSpPr>
          <p:spPr>
            <a:xfrm>
              <a:off x="2193035" y="2945892"/>
              <a:ext cx="1068705" cy="1009015"/>
            </a:xfrm>
            <a:custGeom>
              <a:avLst/>
              <a:gdLst/>
              <a:ahLst/>
              <a:cxnLst/>
              <a:rect l="l" t="t" r="r" b="b"/>
              <a:pathLst>
                <a:path w="1068704" h="1009014" extrusionOk="0">
                  <a:moveTo>
                    <a:pt x="0" y="83185"/>
                  </a:moveTo>
                  <a:lnTo>
                    <a:pt x="83185" y="0"/>
                  </a:lnTo>
                  <a:lnTo>
                    <a:pt x="1068324" y="0"/>
                  </a:lnTo>
                  <a:lnTo>
                    <a:pt x="1068324" y="925703"/>
                  </a:lnTo>
                  <a:lnTo>
                    <a:pt x="985138" y="1008888"/>
                  </a:lnTo>
                  <a:lnTo>
                    <a:pt x="0" y="1008888"/>
                  </a:lnTo>
                  <a:lnTo>
                    <a:pt x="0" y="83185"/>
                  </a:lnTo>
                  <a:close/>
                </a:path>
                <a:path w="1068704" h="1009014" extrusionOk="0">
                  <a:moveTo>
                    <a:pt x="0" y="83185"/>
                  </a:moveTo>
                  <a:lnTo>
                    <a:pt x="985138" y="83185"/>
                  </a:lnTo>
                  <a:lnTo>
                    <a:pt x="1068324" y="0"/>
                  </a:lnTo>
                </a:path>
                <a:path w="1068704" h="1009014" extrusionOk="0">
                  <a:moveTo>
                    <a:pt x="985138" y="83185"/>
                  </a:moveTo>
                  <a:lnTo>
                    <a:pt x="985138" y="1008888"/>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2" name="Google Shape;959;p41">
            <a:extLst>
              <a:ext uri="{FF2B5EF4-FFF2-40B4-BE49-F238E27FC236}">
                <a16:creationId xmlns:a16="http://schemas.microsoft.com/office/drawing/2014/main" id="{67FD9752-FD59-2213-943E-6A266F5B8035}"/>
              </a:ext>
            </a:extLst>
          </p:cNvPr>
          <p:cNvSpPr/>
          <p:nvPr/>
        </p:nvSpPr>
        <p:spPr>
          <a:xfrm>
            <a:off x="8138665" y="3339719"/>
            <a:ext cx="509270" cy="158750"/>
          </a:xfrm>
          <a:custGeom>
            <a:avLst/>
            <a:gdLst/>
            <a:ahLst/>
            <a:cxnLst/>
            <a:rect l="l" t="t" r="r" b="b"/>
            <a:pathLst>
              <a:path w="509270" h="158750" extrusionOk="0">
                <a:moveTo>
                  <a:pt x="350393" y="0"/>
                </a:moveTo>
                <a:lnTo>
                  <a:pt x="350393" y="158750"/>
                </a:lnTo>
                <a:lnTo>
                  <a:pt x="477393" y="95250"/>
                </a:lnTo>
                <a:lnTo>
                  <a:pt x="366268" y="95250"/>
                </a:lnTo>
                <a:lnTo>
                  <a:pt x="366268" y="63500"/>
                </a:lnTo>
                <a:lnTo>
                  <a:pt x="477393" y="63500"/>
                </a:lnTo>
                <a:lnTo>
                  <a:pt x="350393" y="0"/>
                </a:lnTo>
                <a:close/>
              </a:path>
              <a:path w="509270" h="158750" extrusionOk="0">
                <a:moveTo>
                  <a:pt x="350393" y="63500"/>
                </a:moveTo>
                <a:lnTo>
                  <a:pt x="0" y="63500"/>
                </a:lnTo>
                <a:lnTo>
                  <a:pt x="0" y="95250"/>
                </a:lnTo>
                <a:lnTo>
                  <a:pt x="350393" y="95250"/>
                </a:lnTo>
                <a:lnTo>
                  <a:pt x="350393" y="63500"/>
                </a:lnTo>
                <a:close/>
              </a:path>
              <a:path w="509270" h="158750" extrusionOk="0">
                <a:moveTo>
                  <a:pt x="477393" y="63500"/>
                </a:moveTo>
                <a:lnTo>
                  <a:pt x="366268" y="63500"/>
                </a:lnTo>
                <a:lnTo>
                  <a:pt x="366268" y="95250"/>
                </a:lnTo>
                <a:lnTo>
                  <a:pt x="477393" y="95250"/>
                </a:lnTo>
                <a:lnTo>
                  <a:pt x="509143" y="79375"/>
                </a:lnTo>
                <a:lnTo>
                  <a:pt x="47739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 name="Slide Number Placeholder 1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Shape 889"/>
        <p:cNvGrpSpPr/>
        <p:nvPr/>
      </p:nvGrpSpPr>
      <p:grpSpPr>
        <a:xfrm>
          <a:off x="0" y="0"/>
          <a:ext cx="0" cy="0"/>
          <a:chOff x="0" y="0"/>
          <a:chExt cx="0" cy="0"/>
        </a:xfrm>
      </p:grpSpPr>
      <p:sp>
        <p:nvSpPr>
          <p:cNvPr id="890" name="Google Shape;890;p36"/>
          <p:cNvSpPr txBox="1">
            <a:spLocks noGrp="1"/>
          </p:cNvSpPr>
          <p:nvPr>
            <p:ph type="subTitle" idx="1"/>
          </p:nvPr>
        </p:nvSpPr>
        <p:spPr>
          <a:xfrm>
            <a:off x="265556" y="3903344"/>
            <a:ext cx="11926444" cy="1004550"/>
          </a:xfrm>
          <a:prstGeom prst="rect">
            <a:avLst/>
          </a:prstGeom>
          <a:noFill/>
          <a:ln>
            <a:noFill/>
          </a:ln>
        </p:spPr>
        <p:txBody>
          <a:bodyPr spcFirstLastPara="1" wrap="square" lIns="0" tIns="106025" rIns="0" bIns="0" anchor="t" anchorCtr="0">
            <a:spAutoFit/>
          </a:bodyPr>
          <a:lstStyle/>
          <a:p>
            <a:pPr marL="6280150" marR="5080" lvl="0" indent="-1694814" algn="l" rtl="0">
              <a:lnSpc>
                <a:spcPct val="107962"/>
              </a:lnSpc>
              <a:spcBef>
                <a:spcPts val="0"/>
              </a:spcBef>
              <a:spcAft>
                <a:spcPts val="0"/>
              </a:spcAft>
              <a:buNone/>
            </a:pPr>
            <a:r>
              <a:rPr lang="en-US" sz="5400" b="0" dirty="0">
                <a:latin typeface="+mj-lt"/>
                <a:ea typeface="Cambria"/>
                <a:cs typeface="Cambria"/>
                <a:sym typeface="Cambria"/>
              </a:rPr>
              <a:t>Transpose Convolution</a:t>
            </a:r>
            <a:endParaRPr dirty="0">
              <a:latin typeface="+mj-lt"/>
            </a:endParaRPr>
          </a:p>
        </p:txBody>
      </p:sp>
      <p:sp>
        <p:nvSpPr>
          <p:cNvPr id="891" name="Google Shape;891;p36"/>
          <p:cNvSpPr txBox="1">
            <a:spLocks noGrp="1"/>
          </p:cNvSpPr>
          <p:nvPr>
            <p:ph type="ctrTitle"/>
          </p:nvPr>
        </p:nvSpPr>
        <p:spPr>
          <a:xfrm>
            <a:off x="721995" y="984872"/>
            <a:ext cx="10748010" cy="2111727"/>
          </a:xfrm>
          <a:prstGeom prst="rect">
            <a:avLst/>
          </a:prstGeom>
          <a:noFill/>
          <a:ln>
            <a:noFill/>
          </a:ln>
        </p:spPr>
        <p:txBody>
          <a:bodyPr spcFirstLastPara="1" wrap="square" lIns="0" tIns="116200" rIns="0" bIns="0" anchor="t" anchorCtr="0">
            <a:spAutoFit/>
          </a:bodyPr>
          <a:lstStyle/>
          <a:p>
            <a:pPr marL="4853940" marR="5080" lvl="0" indent="452119" algn="l" rtl="0">
              <a:lnSpc>
                <a:spcPct val="108000"/>
              </a:lnSpc>
              <a:spcBef>
                <a:spcPts val="0"/>
              </a:spcBef>
              <a:spcAft>
                <a:spcPts val="0"/>
              </a:spcAft>
              <a:buNone/>
            </a:pPr>
            <a:r>
              <a:rPr lang="en-US" dirty="0">
                <a:latin typeface="+mj-lt"/>
              </a:rPr>
              <a:t>Convolutional Neural Networks</a:t>
            </a:r>
            <a:endParaRPr dirty="0">
              <a:latin typeface="+mj-lt"/>
            </a:endParaRPr>
          </a:p>
        </p:txBody>
      </p:sp>
      <p:sp>
        <p:nvSpPr>
          <p:cNvPr id="892" name="Google Shape;892;p36"/>
          <p:cNvSpPr/>
          <p:nvPr/>
        </p:nvSpPr>
        <p:spPr>
          <a:xfrm>
            <a:off x="5026914" y="3429761"/>
            <a:ext cx="6706234" cy="0"/>
          </a:xfrm>
          <a:custGeom>
            <a:avLst/>
            <a:gdLst/>
            <a:ahLst/>
            <a:cxnLst/>
            <a:rect l="l" t="t" r="r" b="b"/>
            <a:pathLst>
              <a:path w="6706234" h="120000" extrusionOk="0">
                <a:moveTo>
                  <a:pt x="0" y="0"/>
                </a:moveTo>
                <a:lnTo>
                  <a:pt x="6705854" y="0"/>
                </a:lnTo>
              </a:path>
            </a:pathLst>
          </a:custGeom>
          <a:noFill/>
          <a:ln w="222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893" name="Google Shape;893;p36"/>
          <p:cNvPicPr preferRelativeResize="0"/>
          <p:nvPr/>
        </p:nvPicPr>
        <p:blipFill>
          <a:blip r:embed="rId3">
            <a:alphaModFix/>
          </a:blip>
          <a:stretch>
            <a:fillRect/>
          </a:stretch>
        </p:blipFill>
        <p:spPr>
          <a:xfrm>
            <a:off x="417325" y="2395175"/>
            <a:ext cx="3871626" cy="2129399"/>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55</a:t>
            </a:fld>
            <a:endParaRPr lang="en-US"/>
          </a:p>
        </p:txBody>
      </p:sp>
    </p:spTree>
    <p:extLst>
      <p:ext uri="{BB962C8B-B14F-4D97-AF65-F5344CB8AC3E}">
        <p14:creationId xmlns:p14="http://schemas.microsoft.com/office/powerpoint/2010/main" val="156038689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1192530" marR="5080" lvl="0" indent="-1180465" algn="l" rtl="0">
              <a:lnSpc>
                <a:spcPct val="119696"/>
              </a:lnSpc>
              <a:spcBef>
                <a:spcPts val="0"/>
              </a:spcBef>
              <a:spcAft>
                <a:spcPts val="0"/>
              </a:spcAft>
              <a:buNone/>
            </a:pPr>
            <a:r>
              <a:rPr lang="en-US" sz="4400" b="0" dirty="0">
                <a:latin typeface="+mj-lt"/>
                <a:ea typeface="Cambria"/>
                <a:cs typeface="Cambria"/>
                <a:sym typeface="Cambria"/>
              </a:rPr>
              <a:t>Transpose Convolution</a:t>
            </a:r>
            <a:endParaRPr lang="en-US" sz="4400" dirty="0">
              <a:latin typeface="+mj-lt"/>
              <a:ea typeface="Calibri"/>
              <a:cs typeface="Calibri"/>
              <a:sym typeface="Calibri"/>
            </a:endParaRP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104754"/>
            <a:ext cx="11698732" cy="3785652"/>
          </a:xfrm>
          <a:prstGeom prst="rect">
            <a:avLst/>
          </a:prstGeom>
          <a:noFill/>
        </p:spPr>
        <p:txBody>
          <a:bodyPr wrap="square" rtlCol="0">
            <a:spAutoFit/>
          </a:bodyPr>
          <a:lstStyle/>
          <a:p>
            <a:pPr marL="285750" indent="-285750">
              <a:buFont typeface="Arial" panose="020B0604020202020204" pitchFamily="34" charset="0"/>
              <a:buChar char="•"/>
            </a:pPr>
            <a:r>
              <a:rPr lang="en-US" sz="2400" dirty="0"/>
              <a:t>Transpose convolution is a crucial element in the unit architecture for semantic segmentation, employed to enlarge a small input into a larger output. </a:t>
            </a:r>
          </a:p>
          <a:p>
            <a:pPr marL="285750" indent="-285750">
              <a:buFont typeface="Arial" panose="020B0604020202020204" pitchFamily="34" charset="0"/>
              <a:buChar char="•"/>
            </a:pPr>
            <a:r>
              <a:rPr lang="en-US" sz="2400" dirty="0"/>
              <a:t>Unlike regular convolution where the filter is applied to the input, in transpose convolution, the filter is positioned on the output. </a:t>
            </a:r>
          </a:p>
          <a:p>
            <a:pPr marL="285750" indent="-285750">
              <a:buFont typeface="Arial" panose="020B0604020202020204" pitchFamily="34" charset="0"/>
              <a:buChar char="•"/>
            </a:pPr>
            <a:r>
              <a:rPr lang="en-US" sz="2400" dirty="0"/>
              <a:t>For instance, using a 3x3 filter with padding p=1 and stride s=2 on a 2x2 input creates a 4x4 output. Each entry in the input matrix illustrates the filter application, resulting in a 4x4 output matrix. </a:t>
            </a:r>
          </a:p>
          <a:p>
            <a:pPr marL="285750" indent="-285750">
              <a:buFont typeface="Arial" panose="020B0604020202020204" pitchFamily="34" charset="0"/>
              <a:buChar char="•"/>
            </a:pPr>
            <a:r>
              <a:rPr lang="en-US" sz="2400" dirty="0"/>
              <a:t>This operation is fundamental in the unit architecture for gradually expanding feature maps in semantic segmentation until the final segmentation map is achieved.</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56</a:t>
            </a:fld>
            <a:endParaRPr lang="en-US"/>
          </a:p>
        </p:txBody>
      </p:sp>
    </p:spTree>
    <p:extLst>
      <p:ext uri="{BB962C8B-B14F-4D97-AF65-F5344CB8AC3E}">
        <p14:creationId xmlns:p14="http://schemas.microsoft.com/office/powerpoint/2010/main" val="8602530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Shape 981"/>
        <p:cNvGrpSpPr/>
        <p:nvPr/>
      </p:nvGrpSpPr>
      <p:grpSpPr>
        <a:xfrm>
          <a:off x="0" y="0"/>
          <a:ext cx="0" cy="0"/>
          <a:chOff x="0" y="0"/>
          <a:chExt cx="0" cy="0"/>
        </a:xfrm>
      </p:grpSpPr>
      <p:grpSp>
        <p:nvGrpSpPr>
          <p:cNvPr id="982" name="Google Shape;982;p42"/>
          <p:cNvGrpSpPr/>
          <p:nvPr/>
        </p:nvGrpSpPr>
        <p:grpSpPr>
          <a:xfrm>
            <a:off x="8228838" y="2257425"/>
            <a:ext cx="1498727" cy="1354200"/>
            <a:chOff x="8228838" y="2257425"/>
            <a:chExt cx="1498727" cy="1354200"/>
          </a:xfrm>
        </p:grpSpPr>
        <p:sp>
          <p:nvSpPr>
            <p:cNvPr id="983" name="Google Shape;983;p42"/>
            <p:cNvSpPr/>
            <p:nvPr/>
          </p:nvSpPr>
          <p:spPr>
            <a:xfrm>
              <a:off x="8701278" y="2266950"/>
              <a:ext cx="1018540" cy="1010919"/>
            </a:xfrm>
            <a:custGeom>
              <a:avLst/>
              <a:gdLst/>
              <a:ahLst/>
              <a:cxnLst/>
              <a:rect l="l" t="t" r="r" b="b"/>
              <a:pathLst>
                <a:path w="1018540" h="1010920" extrusionOk="0">
                  <a:moveTo>
                    <a:pt x="0" y="1010412"/>
                  </a:moveTo>
                  <a:lnTo>
                    <a:pt x="1018031" y="1010412"/>
                  </a:lnTo>
                  <a:lnTo>
                    <a:pt x="1018031"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84" name="Google Shape;984;p42"/>
            <p:cNvSpPr/>
            <p:nvPr/>
          </p:nvSpPr>
          <p:spPr>
            <a:xfrm>
              <a:off x="9574530" y="2522029"/>
              <a:ext cx="153035" cy="504825"/>
            </a:xfrm>
            <a:custGeom>
              <a:avLst/>
              <a:gdLst/>
              <a:ahLst/>
              <a:cxnLst/>
              <a:rect l="l" t="t" r="r" b="b"/>
              <a:pathLst>
                <a:path w="153034" h="504825" extrusionOk="0">
                  <a:moveTo>
                    <a:pt x="0" y="0"/>
                  </a:moveTo>
                  <a:lnTo>
                    <a:pt x="152907" y="0"/>
                  </a:lnTo>
                </a:path>
                <a:path w="153034" h="504825" extrusionOk="0">
                  <a:moveTo>
                    <a:pt x="0" y="252983"/>
                  </a:moveTo>
                  <a:lnTo>
                    <a:pt x="152907" y="252983"/>
                  </a:lnTo>
                </a:path>
                <a:path w="153034" h="504825" extrusionOk="0">
                  <a:moveTo>
                    <a:pt x="0" y="504443"/>
                  </a:moveTo>
                  <a:lnTo>
                    <a:pt x="152907" y="50444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85" name="Google Shape;985;p42"/>
            <p:cNvSpPr/>
            <p:nvPr/>
          </p:nvSpPr>
          <p:spPr>
            <a:xfrm>
              <a:off x="8959405" y="2257425"/>
              <a:ext cx="502920" cy="110489"/>
            </a:xfrm>
            <a:custGeom>
              <a:avLst/>
              <a:gdLst/>
              <a:ahLst/>
              <a:cxnLst/>
              <a:rect l="l" t="t" r="r" b="b"/>
              <a:pathLst>
                <a:path w="502920" h="110489" extrusionOk="0">
                  <a:moveTo>
                    <a:pt x="0" y="0"/>
                  </a:moveTo>
                  <a:lnTo>
                    <a:pt x="0" y="110109"/>
                  </a:lnTo>
                </a:path>
                <a:path w="502920" h="110489" extrusionOk="0">
                  <a:moveTo>
                    <a:pt x="251460" y="0"/>
                  </a:moveTo>
                  <a:lnTo>
                    <a:pt x="251460" y="110109"/>
                  </a:lnTo>
                </a:path>
                <a:path w="502920" h="110489" extrusionOk="0">
                  <a:moveTo>
                    <a:pt x="502920" y="0"/>
                  </a:moveTo>
                  <a:lnTo>
                    <a:pt x="502920" y="11010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86" name="Google Shape;986;p42"/>
            <p:cNvSpPr/>
            <p:nvPr/>
          </p:nvSpPr>
          <p:spPr>
            <a:xfrm>
              <a:off x="8558022" y="2367534"/>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87" name="Google Shape;987;p42"/>
            <p:cNvSpPr/>
            <p:nvPr/>
          </p:nvSpPr>
          <p:spPr>
            <a:xfrm>
              <a:off x="8558022" y="2367534"/>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88" name="Google Shape;988;p42"/>
            <p:cNvSpPr/>
            <p:nvPr/>
          </p:nvSpPr>
          <p:spPr>
            <a:xfrm>
              <a:off x="9406890" y="2622613"/>
              <a:ext cx="177800" cy="506095"/>
            </a:xfrm>
            <a:custGeom>
              <a:avLst/>
              <a:gdLst/>
              <a:ahLst/>
              <a:cxnLst/>
              <a:rect l="l" t="t" r="r" b="b"/>
              <a:pathLst>
                <a:path w="177800" h="506094" extrusionOk="0">
                  <a:moveTo>
                    <a:pt x="0" y="0"/>
                  </a:moveTo>
                  <a:lnTo>
                    <a:pt x="177292" y="0"/>
                  </a:lnTo>
                </a:path>
                <a:path w="177800" h="506094" extrusionOk="0">
                  <a:moveTo>
                    <a:pt x="0" y="252983"/>
                  </a:moveTo>
                  <a:lnTo>
                    <a:pt x="177292" y="252983"/>
                  </a:lnTo>
                </a:path>
                <a:path w="177800" h="506094" extrusionOk="0">
                  <a:moveTo>
                    <a:pt x="0" y="505968"/>
                  </a:moveTo>
                  <a:lnTo>
                    <a:pt x="177292"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89" name="Google Shape;989;p42"/>
            <p:cNvSpPr/>
            <p:nvPr/>
          </p:nvSpPr>
          <p:spPr>
            <a:xfrm>
              <a:off x="8814625" y="2358009"/>
              <a:ext cx="502920" cy="127000"/>
            </a:xfrm>
            <a:custGeom>
              <a:avLst/>
              <a:gdLst/>
              <a:ahLst/>
              <a:cxnLst/>
              <a:rect l="l" t="t" r="r" b="b"/>
              <a:pathLst>
                <a:path w="502920" h="127000" extrusionOk="0">
                  <a:moveTo>
                    <a:pt x="0" y="0"/>
                  </a:moveTo>
                  <a:lnTo>
                    <a:pt x="0" y="126873"/>
                  </a:lnTo>
                </a:path>
                <a:path w="502920" h="127000" extrusionOk="0">
                  <a:moveTo>
                    <a:pt x="251460" y="0"/>
                  </a:moveTo>
                  <a:lnTo>
                    <a:pt x="251460" y="126873"/>
                  </a:lnTo>
                </a:path>
                <a:path w="502920" h="127000" extrusionOk="0">
                  <a:moveTo>
                    <a:pt x="502920" y="0"/>
                  </a:moveTo>
                  <a:lnTo>
                    <a:pt x="502920" y="126873"/>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0" name="Google Shape;990;p42"/>
            <p:cNvSpPr/>
            <p:nvPr/>
          </p:nvSpPr>
          <p:spPr>
            <a:xfrm>
              <a:off x="8390382" y="2484881"/>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1" name="Google Shape;991;p42"/>
            <p:cNvSpPr/>
            <p:nvPr/>
          </p:nvSpPr>
          <p:spPr>
            <a:xfrm>
              <a:off x="8390382" y="2484881"/>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2" name="Google Shape;992;p42"/>
            <p:cNvSpPr/>
            <p:nvPr/>
          </p:nvSpPr>
          <p:spPr>
            <a:xfrm>
              <a:off x="9245346" y="2739961"/>
              <a:ext cx="171450" cy="0"/>
            </a:xfrm>
            <a:custGeom>
              <a:avLst/>
              <a:gdLst/>
              <a:ahLst/>
              <a:cxnLst/>
              <a:rect l="l" t="t" r="r" b="b"/>
              <a:pathLst>
                <a:path w="171450" h="120000" extrusionOk="0">
                  <a:moveTo>
                    <a:pt x="0" y="0"/>
                  </a:moveTo>
                  <a:lnTo>
                    <a:pt x="171195" y="0"/>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3" name="Google Shape;993;p42"/>
            <p:cNvSpPr/>
            <p:nvPr/>
          </p:nvSpPr>
          <p:spPr>
            <a:xfrm>
              <a:off x="9245346" y="2992881"/>
              <a:ext cx="171450" cy="0"/>
            </a:xfrm>
            <a:custGeom>
              <a:avLst/>
              <a:gdLst/>
              <a:ahLst/>
              <a:cxnLst/>
              <a:rect l="l" t="t" r="r" b="b"/>
              <a:pathLst>
                <a:path w="171450" h="120000" extrusionOk="0">
                  <a:moveTo>
                    <a:pt x="0" y="0"/>
                  </a:moveTo>
                  <a:lnTo>
                    <a:pt x="171195" y="0"/>
                  </a:lnTo>
                </a:path>
              </a:pathLst>
            </a:custGeom>
            <a:noFill/>
            <a:ln w="292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4" name="Google Shape;994;p42"/>
            <p:cNvSpPr/>
            <p:nvPr/>
          </p:nvSpPr>
          <p:spPr>
            <a:xfrm>
              <a:off x="9245346" y="3245929"/>
              <a:ext cx="171450" cy="0"/>
            </a:xfrm>
            <a:custGeom>
              <a:avLst/>
              <a:gdLst/>
              <a:ahLst/>
              <a:cxnLst/>
              <a:rect l="l" t="t" r="r" b="b"/>
              <a:pathLst>
                <a:path w="171450" h="120000" extrusionOk="0">
                  <a:moveTo>
                    <a:pt x="0" y="0"/>
                  </a:moveTo>
                  <a:lnTo>
                    <a:pt x="171195" y="0"/>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5" name="Google Shape;995;p42"/>
            <p:cNvSpPr/>
            <p:nvPr/>
          </p:nvSpPr>
          <p:spPr>
            <a:xfrm>
              <a:off x="8646985" y="2475356"/>
              <a:ext cx="502920" cy="125730"/>
            </a:xfrm>
            <a:custGeom>
              <a:avLst/>
              <a:gdLst/>
              <a:ahLst/>
              <a:cxnLst/>
              <a:rect l="l" t="t" r="r" b="b"/>
              <a:pathLst>
                <a:path w="502920" h="125730" extrusionOk="0">
                  <a:moveTo>
                    <a:pt x="0" y="0"/>
                  </a:moveTo>
                  <a:lnTo>
                    <a:pt x="0" y="125348"/>
                  </a:lnTo>
                </a:path>
                <a:path w="502920" h="125730" extrusionOk="0">
                  <a:moveTo>
                    <a:pt x="251459" y="0"/>
                  </a:moveTo>
                  <a:lnTo>
                    <a:pt x="251459" y="125348"/>
                  </a:lnTo>
                </a:path>
                <a:path w="502920" h="125730" extrusionOk="0">
                  <a:moveTo>
                    <a:pt x="502919" y="0"/>
                  </a:moveTo>
                  <a:lnTo>
                    <a:pt x="502919" y="12534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6" name="Google Shape;996;p42"/>
            <p:cNvSpPr/>
            <p:nvPr/>
          </p:nvSpPr>
          <p:spPr>
            <a:xfrm>
              <a:off x="8228838" y="2600706"/>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7" name="Google Shape;997;p42"/>
            <p:cNvSpPr/>
            <p:nvPr/>
          </p:nvSpPr>
          <p:spPr>
            <a:xfrm>
              <a:off x="8228838" y="2600706"/>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8" name="Google Shape;998;p42"/>
            <p:cNvSpPr/>
            <p:nvPr/>
          </p:nvSpPr>
          <p:spPr>
            <a:xfrm>
              <a:off x="9089898" y="2855785"/>
              <a:ext cx="165100" cy="506095"/>
            </a:xfrm>
            <a:custGeom>
              <a:avLst/>
              <a:gdLst/>
              <a:ahLst/>
              <a:cxnLst/>
              <a:rect l="l" t="t" r="r" b="b"/>
              <a:pathLst>
                <a:path w="165100" h="506095" extrusionOk="0">
                  <a:moveTo>
                    <a:pt x="0" y="0"/>
                  </a:moveTo>
                  <a:lnTo>
                    <a:pt x="165100" y="0"/>
                  </a:lnTo>
                </a:path>
                <a:path w="165100" h="506095" extrusionOk="0">
                  <a:moveTo>
                    <a:pt x="0" y="252983"/>
                  </a:moveTo>
                  <a:lnTo>
                    <a:pt x="165100" y="252983"/>
                  </a:lnTo>
                </a:path>
                <a:path w="165100" h="506095" extrusionOk="0">
                  <a:moveTo>
                    <a:pt x="0" y="505968"/>
                  </a:moveTo>
                  <a:lnTo>
                    <a:pt x="165100" y="505968"/>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999" name="Google Shape;999;p42"/>
            <p:cNvSpPr/>
            <p:nvPr/>
          </p:nvSpPr>
          <p:spPr>
            <a:xfrm>
              <a:off x="8485441" y="2591181"/>
              <a:ext cx="502920" cy="118110"/>
            </a:xfrm>
            <a:custGeom>
              <a:avLst/>
              <a:gdLst/>
              <a:ahLst/>
              <a:cxnLst/>
              <a:rect l="l" t="t" r="r" b="b"/>
              <a:pathLst>
                <a:path w="502920" h="118110" extrusionOk="0">
                  <a:moveTo>
                    <a:pt x="0" y="0"/>
                  </a:moveTo>
                  <a:lnTo>
                    <a:pt x="0" y="117729"/>
                  </a:lnTo>
                </a:path>
                <a:path w="502920" h="118110" extrusionOk="0">
                  <a:moveTo>
                    <a:pt x="251459" y="0"/>
                  </a:moveTo>
                  <a:lnTo>
                    <a:pt x="251459" y="117729"/>
                  </a:lnTo>
                </a:path>
                <a:path w="502920" h="118110" extrusionOk="0">
                  <a:moveTo>
                    <a:pt x="502920" y="0"/>
                  </a:moveTo>
                  <a:lnTo>
                    <a:pt x="502920" y="117729"/>
                  </a:lnTo>
                </a:path>
              </a:pathLst>
            </a:custGeom>
            <a:noFill/>
            <a:ln w="293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000" name="Google Shape;1000;p42"/>
          <p:cNvGrpSpPr/>
          <p:nvPr/>
        </p:nvGrpSpPr>
        <p:grpSpPr>
          <a:xfrm>
            <a:off x="2474214" y="2196464"/>
            <a:ext cx="1812163" cy="1795653"/>
            <a:chOff x="2474214" y="2196464"/>
            <a:chExt cx="1812163" cy="1795653"/>
          </a:xfrm>
        </p:grpSpPr>
        <p:sp>
          <p:nvSpPr>
            <p:cNvPr id="1001" name="Google Shape;1001;p42"/>
            <p:cNvSpPr/>
            <p:nvPr/>
          </p:nvSpPr>
          <p:spPr>
            <a:xfrm>
              <a:off x="2751582" y="2205989"/>
              <a:ext cx="1524000" cy="1515110"/>
            </a:xfrm>
            <a:custGeom>
              <a:avLst/>
              <a:gdLst/>
              <a:ahLst/>
              <a:cxnLst/>
              <a:rect l="l" t="t" r="r" b="b"/>
              <a:pathLst>
                <a:path w="1524000" h="1515110" extrusionOk="0">
                  <a:moveTo>
                    <a:pt x="1523987" y="0"/>
                  </a:moveTo>
                  <a:lnTo>
                    <a:pt x="0" y="0"/>
                  </a:lnTo>
                  <a:lnTo>
                    <a:pt x="0" y="126492"/>
                  </a:lnTo>
                  <a:lnTo>
                    <a:pt x="0" y="269748"/>
                  </a:lnTo>
                  <a:lnTo>
                    <a:pt x="0" y="1514856"/>
                  </a:lnTo>
                  <a:lnTo>
                    <a:pt x="1523987" y="1514856"/>
                  </a:lnTo>
                  <a:lnTo>
                    <a:pt x="1523987" y="269748"/>
                  </a:lnTo>
                  <a:lnTo>
                    <a:pt x="1523987" y="126492"/>
                  </a:lnTo>
                  <a:lnTo>
                    <a:pt x="1523987" y="0"/>
                  </a:lnTo>
                  <a:close/>
                </a:path>
              </a:pathLst>
            </a:custGeom>
            <a:solidFill>
              <a:srgbClr val="0E68B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02" name="Google Shape;1002;p42"/>
            <p:cNvSpPr/>
            <p:nvPr/>
          </p:nvSpPr>
          <p:spPr>
            <a:xfrm>
              <a:off x="2751582" y="2205989"/>
              <a:ext cx="1524000" cy="1515110"/>
            </a:xfrm>
            <a:custGeom>
              <a:avLst/>
              <a:gdLst/>
              <a:ahLst/>
              <a:cxnLst/>
              <a:rect l="l" t="t" r="r" b="b"/>
              <a:pathLst>
                <a:path w="1524000" h="1515110" extrusionOk="0">
                  <a:moveTo>
                    <a:pt x="0" y="1514856"/>
                  </a:moveTo>
                  <a:lnTo>
                    <a:pt x="1523999" y="1514856"/>
                  </a:lnTo>
                  <a:lnTo>
                    <a:pt x="1523999"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03" name="Google Shape;1003;p42"/>
            <p:cNvSpPr/>
            <p:nvPr/>
          </p:nvSpPr>
          <p:spPr>
            <a:xfrm>
              <a:off x="3007296" y="2196464"/>
              <a:ext cx="1019810" cy="136525"/>
            </a:xfrm>
            <a:custGeom>
              <a:avLst/>
              <a:gdLst/>
              <a:ahLst/>
              <a:cxnLst/>
              <a:rect l="l" t="t" r="r" b="b"/>
              <a:pathLst>
                <a:path w="1019810" h="136525" extrusionOk="0">
                  <a:moveTo>
                    <a:pt x="505967" y="0"/>
                  </a:moveTo>
                  <a:lnTo>
                    <a:pt x="505967" y="136016"/>
                  </a:lnTo>
                </a:path>
                <a:path w="1019810" h="136525" extrusionOk="0">
                  <a:moveTo>
                    <a:pt x="763523" y="0"/>
                  </a:moveTo>
                  <a:lnTo>
                    <a:pt x="763523" y="136016"/>
                  </a:lnTo>
                </a:path>
                <a:path w="1019810" h="136525" extrusionOk="0">
                  <a:moveTo>
                    <a:pt x="1019556" y="0"/>
                  </a:moveTo>
                  <a:lnTo>
                    <a:pt x="1019556" y="136016"/>
                  </a:lnTo>
                </a:path>
                <a:path w="1019810" h="136525" extrusionOk="0">
                  <a:moveTo>
                    <a:pt x="249936" y="0"/>
                  </a:moveTo>
                  <a:lnTo>
                    <a:pt x="249936" y="136016"/>
                  </a:lnTo>
                </a:path>
                <a:path w="1019810" h="136525" extrusionOk="0">
                  <a:moveTo>
                    <a:pt x="0" y="0"/>
                  </a:moveTo>
                  <a:lnTo>
                    <a:pt x="0" y="136016"/>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04" name="Google Shape;1004;p42"/>
            <p:cNvSpPr/>
            <p:nvPr/>
          </p:nvSpPr>
          <p:spPr>
            <a:xfrm>
              <a:off x="4153662" y="2460053"/>
              <a:ext cx="132715" cy="1012190"/>
            </a:xfrm>
            <a:custGeom>
              <a:avLst/>
              <a:gdLst/>
              <a:ahLst/>
              <a:cxnLst/>
              <a:rect l="l" t="t" r="r" b="b"/>
              <a:pathLst>
                <a:path w="132714" h="1012189" extrusionOk="0">
                  <a:moveTo>
                    <a:pt x="0" y="0"/>
                  </a:moveTo>
                  <a:lnTo>
                    <a:pt x="132334" y="0"/>
                  </a:lnTo>
                </a:path>
                <a:path w="132714" h="1012189" extrusionOk="0">
                  <a:moveTo>
                    <a:pt x="0" y="252983"/>
                  </a:moveTo>
                  <a:lnTo>
                    <a:pt x="132334" y="252983"/>
                  </a:lnTo>
                </a:path>
                <a:path w="132714" h="1012189" extrusionOk="0">
                  <a:moveTo>
                    <a:pt x="0" y="505967"/>
                  </a:moveTo>
                  <a:lnTo>
                    <a:pt x="132334" y="505967"/>
                  </a:lnTo>
                </a:path>
                <a:path w="132714" h="1012189" extrusionOk="0">
                  <a:moveTo>
                    <a:pt x="0" y="758951"/>
                  </a:moveTo>
                  <a:lnTo>
                    <a:pt x="132334" y="758951"/>
                  </a:lnTo>
                </a:path>
                <a:path w="132714" h="1012189" extrusionOk="0">
                  <a:moveTo>
                    <a:pt x="0" y="1011935"/>
                  </a:moveTo>
                  <a:lnTo>
                    <a:pt x="132334" y="1011935"/>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05" name="Google Shape;1005;p42"/>
            <p:cNvSpPr/>
            <p:nvPr/>
          </p:nvSpPr>
          <p:spPr>
            <a:xfrm>
              <a:off x="2629662" y="2332481"/>
              <a:ext cx="1524000" cy="1515110"/>
            </a:xfrm>
            <a:custGeom>
              <a:avLst/>
              <a:gdLst/>
              <a:ahLst/>
              <a:cxnLst/>
              <a:rect l="l" t="t" r="r" b="b"/>
              <a:pathLst>
                <a:path w="1524000" h="1515110" extrusionOk="0">
                  <a:moveTo>
                    <a:pt x="1524000" y="0"/>
                  </a:moveTo>
                  <a:lnTo>
                    <a:pt x="0" y="0"/>
                  </a:lnTo>
                  <a:lnTo>
                    <a:pt x="0" y="143256"/>
                  </a:lnTo>
                  <a:lnTo>
                    <a:pt x="0" y="1514856"/>
                  </a:lnTo>
                  <a:lnTo>
                    <a:pt x="1524000" y="1514856"/>
                  </a:lnTo>
                  <a:lnTo>
                    <a:pt x="1524000" y="143256"/>
                  </a:lnTo>
                  <a:lnTo>
                    <a:pt x="1524000" y="0"/>
                  </a:lnTo>
                  <a:close/>
                </a:path>
              </a:pathLst>
            </a:custGeom>
            <a:solidFill>
              <a:srgbClr val="439F4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06" name="Google Shape;1006;p42"/>
            <p:cNvSpPr/>
            <p:nvPr/>
          </p:nvSpPr>
          <p:spPr>
            <a:xfrm>
              <a:off x="2629662" y="2332481"/>
              <a:ext cx="1524000" cy="1515110"/>
            </a:xfrm>
            <a:custGeom>
              <a:avLst/>
              <a:gdLst/>
              <a:ahLst/>
              <a:cxnLst/>
              <a:rect l="l" t="t" r="r" b="b"/>
              <a:pathLst>
                <a:path w="1524000" h="1515110" extrusionOk="0">
                  <a:moveTo>
                    <a:pt x="0" y="1514856"/>
                  </a:moveTo>
                  <a:lnTo>
                    <a:pt x="1524000" y="1514856"/>
                  </a:lnTo>
                  <a:lnTo>
                    <a:pt x="1524000" y="0"/>
                  </a:lnTo>
                  <a:lnTo>
                    <a:pt x="0" y="0"/>
                  </a:lnTo>
                  <a:lnTo>
                    <a:pt x="0" y="1514856"/>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07" name="Google Shape;1007;p42"/>
            <p:cNvSpPr/>
            <p:nvPr/>
          </p:nvSpPr>
          <p:spPr>
            <a:xfrm>
              <a:off x="2885376" y="2322956"/>
              <a:ext cx="1019810" cy="153035"/>
            </a:xfrm>
            <a:custGeom>
              <a:avLst/>
              <a:gdLst/>
              <a:ahLst/>
              <a:cxnLst/>
              <a:rect l="l" t="t" r="r" b="b"/>
              <a:pathLst>
                <a:path w="1019810" h="153035" extrusionOk="0">
                  <a:moveTo>
                    <a:pt x="505967" y="0"/>
                  </a:moveTo>
                  <a:lnTo>
                    <a:pt x="505967" y="152780"/>
                  </a:lnTo>
                </a:path>
                <a:path w="1019810" h="153035" extrusionOk="0">
                  <a:moveTo>
                    <a:pt x="763524" y="0"/>
                  </a:moveTo>
                  <a:lnTo>
                    <a:pt x="763524" y="152780"/>
                  </a:lnTo>
                </a:path>
                <a:path w="1019810" h="153035" extrusionOk="0">
                  <a:moveTo>
                    <a:pt x="1019556" y="0"/>
                  </a:moveTo>
                  <a:lnTo>
                    <a:pt x="1019556" y="152780"/>
                  </a:lnTo>
                </a:path>
                <a:path w="1019810" h="153035" extrusionOk="0">
                  <a:moveTo>
                    <a:pt x="249936" y="0"/>
                  </a:moveTo>
                  <a:lnTo>
                    <a:pt x="249936" y="152780"/>
                  </a:lnTo>
                </a:path>
                <a:path w="1019810" h="153035" extrusionOk="0">
                  <a:moveTo>
                    <a:pt x="0" y="0"/>
                  </a:moveTo>
                  <a:lnTo>
                    <a:pt x="0" y="152780"/>
                  </a:lnTo>
                </a:path>
              </a:pathLst>
            </a:custGeom>
            <a:noFill/>
            <a:ln w="2450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08" name="Google Shape;1008;p42"/>
            <p:cNvSpPr/>
            <p:nvPr/>
          </p:nvSpPr>
          <p:spPr>
            <a:xfrm>
              <a:off x="3999738" y="2586545"/>
              <a:ext cx="164465" cy="1012190"/>
            </a:xfrm>
            <a:custGeom>
              <a:avLst/>
              <a:gdLst/>
              <a:ahLst/>
              <a:cxnLst/>
              <a:rect l="l" t="t" r="r" b="b"/>
              <a:pathLst>
                <a:path w="164464" h="1012189" extrusionOk="0">
                  <a:moveTo>
                    <a:pt x="0" y="0"/>
                  </a:moveTo>
                  <a:lnTo>
                    <a:pt x="164337" y="0"/>
                  </a:lnTo>
                </a:path>
                <a:path w="164464" h="1012189" extrusionOk="0">
                  <a:moveTo>
                    <a:pt x="0" y="252984"/>
                  </a:moveTo>
                  <a:lnTo>
                    <a:pt x="164337" y="252984"/>
                  </a:lnTo>
                </a:path>
                <a:path w="164464" h="1012189" extrusionOk="0">
                  <a:moveTo>
                    <a:pt x="0" y="505968"/>
                  </a:moveTo>
                  <a:lnTo>
                    <a:pt x="164337" y="505968"/>
                  </a:lnTo>
                </a:path>
                <a:path w="164464" h="1012189" extrusionOk="0">
                  <a:moveTo>
                    <a:pt x="0" y="758951"/>
                  </a:moveTo>
                  <a:lnTo>
                    <a:pt x="164337" y="758951"/>
                  </a:lnTo>
                </a:path>
                <a:path w="164464" h="1012189" extrusionOk="0">
                  <a:moveTo>
                    <a:pt x="0" y="1011936"/>
                  </a:moveTo>
                  <a:lnTo>
                    <a:pt x="164337" y="1011936"/>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09" name="Google Shape;1009;p42"/>
            <p:cNvSpPr/>
            <p:nvPr/>
          </p:nvSpPr>
          <p:spPr>
            <a:xfrm>
              <a:off x="2474214" y="2475737"/>
              <a:ext cx="1525905" cy="1516380"/>
            </a:xfrm>
            <a:custGeom>
              <a:avLst/>
              <a:gdLst/>
              <a:ahLst/>
              <a:cxnLst/>
              <a:rect l="l" t="t" r="r" b="b"/>
              <a:pathLst>
                <a:path w="1525904" h="1516379" extrusionOk="0">
                  <a:moveTo>
                    <a:pt x="1525524" y="0"/>
                  </a:moveTo>
                  <a:lnTo>
                    <a:pt x="0" y="0"/>
                  </a:lnTo>
                  <a:lnTo>
                    <a:pt x="0" y="1516380"/>
                  </a:lnTo>
                  <a:lnTo>
                    <a:pt x="1525524" y="1516380"/>
                  </a:lnTo>
                  <a:lnTo>
                    <a:pt x="1525524" y="0"/>
                  </a:lnTo>
                  <a:close/>
                </a:path>
              </a:pathLst>
            </a:custGeom>
            <a:solidFill>
              <a:srgbClr val="ED2D2E"/>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0" name="Google Shape;1010;p42"/>
            <p:cNvSpPr/>
            <p:nvPr/>
          </p:nvSpPr>
          <p:spPr>
            <a:xfrm>
              <a:off x="2474214" y="2475737"/>
              <a:ext cx="1525905" cy="1516380"/>
            </a:xfrm>
            <a:custGeom>
              <a:avLst/>
              <a:gdLst/>
              <a:ahLst/>
              <a:cxnLst/>
              <a:rect l="l" t="t" r="r" b="b"/>
              <a:pathLst>
                <a:path w="1525904" h="1516379" extrusionOk="0">
                  <a:moveTo>
                    <a:pt x="0" y="1516380"/>
                  </a:moveTo>
                  <a:lnTo>
                    <a:pt x="1525524" y="1516380"/>
                  </a:lnTo>
                  <a:lnTo>
                    <a:pt x="1525524" y="0"/>
                  </a:lnTo>
                  <a:lnTo>
                    <a:pt x="0" y="0"/>
                  </a:lnTo>
                  <a:lnTo>
                    <a:pt x="0" y="1516380"/>
                  </a:lnTo>
                  <a:close/>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1" name="Google Shape;1011;p42"/>
            <p:cNvSpPr/>
            <p:nvPr/>
          </p:nvSpPr>
          <p:spPr>
            <a:xfrm>
              <a:off x="3234690" y="2475737"/>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2" name="Google Shape;1012;p42"/>
            <p:cNvSpPr/>
            <p:nvPr/>
          </p:nvSpPr>
          <p:spPr>
            <a:xfrm>
              <a:off x="3490722" y="2475737"/>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3" name="Google Shape;1013;p42"/>
            <p:cNvSpPr/>
            <p:nvPr/>
          </p:nvSpPr>
          <p:spPr>
            <a:xfrm>
              <a:off x="3748278" y="2475737"/>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4" name="Google Shape;1014;p42"/>
            <p:cNvSpPr/>
            <p:nvPr/>
          </p:nvSpPr>
          <p:spPr>
            <a:xfrm>
              <a:off x="2977134" y="2475737"/>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5" name="Google Shape;1015;p42"/>
            <p:cNvSpPr/>
            <p:nvPr/>
          </p:nvSpPr>
          <p:spPr>
            <a:xfrm>
              <a:off x="2728722" y="2475737"/>
              <a:ext cx="5715" cy="1516380"/>
            </a:xfrm>
            <a:custGeom>
              <a:avLst/>
              <a:gdLst/>
              <a:ahLst/>
              <a:cxnLst/>
              <a:rect l="l" t="t" r="r" b="b"/>
              <a:pathLst>
                <a:path w="5714" h="1516379" extrusionOk="0">
                  <a:moveTo>
                    <a:pt x="0" y="0"/>
                  </a:moveTo>
                  <a:lnTo>
                    <a:pt x="5334" y="1515999"/>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6" name="Google Shape;1016;p42"/>
            <p:cNvSpPr/>
            <p:nvPr/>
          </p:nvSpPr>
          <p:spPr>
            <a:xfrm>
              <a:off x="2474214" y="2728721"/>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7" name="Google Shape;1017;p42"/>
            <p:cNvSpPr/>
            <p:nvPr/>
          </p:nvSpPr>
          <p:spPr>
            <a:xfrm>
              <a:off x="2474214" y="2981705"/>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8" name="Google Shape;1018;p42"/>
            <p:cNvSpPr/>
            <p:nvPr/>
          </p:nvSpPr>
          <p:spPr>
            <a:xfrm>
              <a:off x="2474214" y="3233165"/>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19" name="Google Shape;1019;p42"/>
            <p:cNvSpPr/>
            <p:nvPr/>
          </p:nvSpPr>
          <p:spPr>
            <a:xfrm>
              <a:off x="2474214" y="3486150"/>
              <a:ext cx="1525270" cy="5715"/>
            </a:xfrm>
            <a:custGeom>
              <a:avLst/>
              <a:gdLst/>
              <a:ahLst/>
              <a:cxnLst/>
              <a:rect l="l" t="t" r="r" b="b"/>
              <a:pathLst>
                <a:path w="1525270" h="5714" extrusionOk="0">
                  <a:moveTo>
                    <a:pt x="0" y="5334"/>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20" name="Google Shape;1020;p42"/>
            <p:cNvSpPr/>
            <p:nvPr/>
          </p:nvSpPr>
          <p:spPr>
            <a:xfrm>
              <a:off x="2474214" y="3739133"/>
              <a:ext cx="1525270" cy="5715"/>
            </a:xfrm>
            <a:custGeom>
              <a:avLst/>
              <a:gdLst/>
              <a:ahLst/>
              <a:cxnLst/>
              <a:rect l="l" t="t" r="r" b="b"/>
              <a:pathLst>
                <a:path w="1525270" h="5714" extrusionOk="0">
                  <a:moveTo>
                    <a:pt x="0" y="5333"/>
                  </a:moveTo>
                  <a:lnTo>
                    <a:pt x="1524889" y="0"/>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021" name="Google Shape;1021;p42"/>
          <p:cNvSpPr txBox="1"/>
          <p:nvPr/>
        </p:nvSpPr>
        <p:spPr>
          <a:xfrm>
            <a:off x="4836667" y="2795142"/>
            <a:ext cx="203200"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800">
                <a:latin typeface="+mj-lt"/>
                <a:ea typeface="Times New Roman"/>
                <a:cs typeface="Times New Roman"/>
                <a:sym typeface="Times New Roman"/>
              </a:rPr>
              <a:t>*</a:t>
            </a:r>
            <a:endParaRPr sz="2800">
              <a:latin typeface="+mj-lt"/>
              <a:ea typeface="Times New Roman"/>
              <a:cs typeface="Times New Roman"/>
              <a:sym typeface="Times New Roman"/>
            </a:endParaRPr>
          </a:p>
        </p:txBody>
      </p:sp>
      <p:grpSp>
        <p:nvGrpSpPr>
          <p:cNvPr id="1022" name="Google Shape;1022;p42"/>
          <p:cNvGrpSpPr/>
          <p:nvPr/>
        </p:nvGrpSpPr>
        <p:grpSpPr>
          <a:xfrm>
            <a:off x="5588889" y="2372867"/>
            <a:ext cx="1048639" cy="1044321"/>
            <a:chOff x="5588889" y="2372867"/>
            <a:chExt cx="1048639" cy="1044321"/>
          </a:xfrm>
        </p:grpSpPr>
        <p:sp>
          <p:nvSpPr>
            <p:cNvPr id="1023" name="Google Shape;1023;p42"/>
            <p:cNvSpPr/>
            <p:nvPr/>
          </p:nvSpPr>
          <p:spPr>
            <a:xfrm>
              <a:off x="5741670" y="2524505"/>
              <a:ext cx="745490" cy="749935"/>
            </a:xfrm>
            <a:custGeom>
              <a:avLst/>
              <a:gdLst/>
              <a:ahLst/>
              <a:cxnLst/>
              <a:rect l="l" t="t" r="r" b="b"/>
              <a:pathLst>
                <a:path w="745489" h="749935" extrusionOk="0">
                  <a:moveTo>
                    <a:pt x="0" y="749808"/>
                  </a:moveTo>
                  <a:lnTo>
                    <a:pt x="745236" y="749808"/>
                  </a:lnTo>
                  <a:lnTo>
                    <a:pt x="745236" y="0"/>
                  </a:lnTo>
                  <a:lnTo>
                    <a:pt x="0" y="0"/>
                  </a:lnTo>
                  <a:lnTo>
                    <a:pt x="0" y="7498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24" name="Google Shape;1024;p42"/>
            <p:cNvSpPr/>
            <p:nvPr/>
          </p:nvSpPr>
          <p:spPr>
            <a:xfrm>
              <a:off x="5598414" y="2650997"/>
              <a:ext cx="763905" cy="754380"/>
            </a:xfrm>
            <a:custGeom>
              <a:avLst/>
              <a:gdLst/>
              <a:ahLst/>
              <a:cxnLst/>
              <a:rect l="l" t="t" r="r" b="b"/>
              <a:pathLst>
                <a:path w="763904" h="754379" extrusionOk="0">
                  <a:moveTo>
                    <a:pt x="763524" y="483108"/>
                  </a:moveTo>
                  <a:lnTo>
                    <a:pt x="143256" y="483108"/>
                  </a:lnTo>
                  <a:lnTo>
                    <a:pt x="143256" y="0"/>
                  </a:lnTo>
                  <a:lnTo>
                    <a:pt x="0" y="0"/>
                  </a:lnTo>
                  <a:lnTo>
                    <a:pt x="0" y="483108"/>
                  </a:lnTo>
                  <a:lnTo>
                    <a:pt x="0" y="623316"/>
                  </a:lnTo>
                  <a:lnTo>
                    <a:pt x="0" y="754380"/>
                  </a:lnTo>
                  <a:lnTo>
                    <a:pt x="763524" y="754380"/>
                  </a:lnTo>
                  <a:lnTo>
                    <a:pt x="763524" y="623316"/>
                  </a:lnTo>
                  <a:lnTo>
                    <a:pt x="763524" y="483108"/>
                  </a:lnTo>
                  <a:close/>
                </a:path>
              </a:pathLst>
            </a:custGeom>
            <a:solidFill>
              <a:srgbClr val="4471C4"/>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25" name="Google Shape;1025;p42"/>
            <p:cNvSpPr/>
            <p:nvPr/>
          </p:nvSpPr>
          <p:spPr>
            <a:xfrm>
              <a:off x="5598414" y="2650997"/>
              <a:ext cx="763905" cy="754380"/>
            </a:xfrm>
            <a:custGeom>
              <a:avLst/>
              <a:gdLst/>
              <a:ahLst/>
              <a:cxnLst/>
              <a:rect l="l" t="t" r="r" b="b"/>
              <a:pathLst>
                <a:path w="763904" h="754379" extrusionOk="0">
                  <a:moveTo>
                    <a:pt x="0" y="754379"/>
                  </a:moveTo>
                  <a:lnTo>
                    <a:pt x="763524" y="754379"/>
                  </a:lnTo>
                  <a:lnTo>
                    <a:pt x="763524" y="0"/>
                  </a:lnTo>
                  <a:lnTo>
                    <a:pt x="0" y="0"/>
                  </a:lnTo>
                  <a:lnTo>
                    <a:pt x="0" y="75437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26" name="Google Shape;1026;p42"/>
            <p:cNvSpPr/>
            <p:nvPr/>
          </p:nvSpPr>
          <p:spPr>
            <a:xfrm>
              <a:off x="5855589" y="3274313"/>
              <a:ext cx="0" cy="142875"/>
            </a:xfrm>
            <a:custGeom>
              <a:avLst/>
              <a:gdLst/>
              <a:ahLst/>
              <a:cxnLst/>
              <a:rect l="l" t="t" r="r" b="b"/>
              <a:pathLst>
                <a:path w="120000" h="142875" extrusionOk="0">
                  <a:moveTo>
                    <a:pt x="0" y="0"/>
                  </a:moveTo>
                  <a:lnTo>
                    <a:pt x="0" y="142621"/>
                  </a:lnTo>
                </a:path>
              </a:pathLst>
            </a:custGeom>
            <a:noFill/>
            <a:ln w="243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27" name="Google Shape;1027;p42"/>
            <p:cNvSpPr/>
            <p:nvPr/>
          </p:nvSpPr>
          <p:spPr>
            <a:xfrm>
              <a:off x="6104001" y="3274313"/>
              <a:ext cx="0" cy="142875"/>
            </a:xfrm>
            <a:custGeom>
              <a:avLst/>
              <a:gdLst/>
              <a:ahLst/>
              <a:cxnLst/>
              <a:rect l="l" t="t" r="r" b="b"/>
              <a:pathLst>
                <a:path w="120000" h="142875" extrusionOk="0">
                  <a:moveTo>
                    <a:pt x="0" y="0"/>
                  </a:moveTo>
                  <a:lnTo>
                    <a:pt x="0" y="142621"/>
                  </a:lnTo>
                </a:path>
              </a:pathLst>
            </a:custGeom>
            <a:noFill/>
            <a:ln w="2437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28" name="Google Shape;1028;p42"/>
            <p:cNvSpPr/>
            <p:nvPr/>
          </p:nvSpPr>
          <p:spPr>
            <a:xfrm>
              <a:off x="5588889" y="2889884"/>
              <a:ext cx="153035" cy="256540"/>
            </a:xfrm>
            <a:custGeom>
              <a:avLst/>
              <a:gdLst/>
              <a:ahLst/>
              <a:cxnLst/>
              <a:rect l="l" t="t" r="r" b="b"/>
              <a:pathLst>
                <a:path w="153035" h="256539" extrusionOk="0">
                  <a:moveTo>
                    <a:pt x="152781" y="225552"/>
                  </a:moveTo>
                  <a:lnTo>
                    <a:pt x="0" y="225552"/>
                  </a:lnTo>
                  <a:lnTo>
                    <a:pt x="0" y="237680"/>
                  </a:lnTo>
                  <a:lnTo>
                    <a:pt x="0" y="244221"/>
                  </a:lnTo>
                  <a:lnTo>
                    <a:pt x="0" y="256349"/>
                  </a:lnTo>
                  <a:lnTo>
                    <a:pt x="152781" y="256349"/>
                  </a:lnTo>
                  <a:lnTo>
                    <a:pt x="152781" y="244221"/>
                  </a:lnTo>
                  <a:lnTo>
                    <a:pt x="152781" y="237680"/>
                  </a:lnTo>
                  <a:lnTo>
                    <a:pt x="152781" y="225552"/>
                  </a:lnTo>
                  <a:close/>
                </a:path>
                <a:path w="153035" h="256539" extrusionOk="0">
                  <a:moveTo>
                    <a:pt x="152781" y="0"/>
                  </a:moveTo>
                  <a:lnTo>
                    <a:pt x="0" y="0"/>
                  </a:lnTo>
                  <a:lnTo>
                    <a:pt x="0" y="24269"/>
                  </a:lnTo>
                  <a:lnTo>
                    <a:pt x="152781" y="24269"/>
                  </a:lnTo>
                  <a:lnTo>
                    <a:pt x="152781" y="0"/>
                  </a:lnTo>
                  <a:close/>
                </a:path>
              </a:pathLst>
            </a:custGeom>
            <a:solidFill>
              <a:srgbClr val="44536A"/>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29" name="Google Shape;1029;p42"/>
            <p:cNvSpPr/>
            <p:nvPr/>
          </p:nvSpPr>
          <p:spPr>
            <a:xfrm>
              <a:off x="5877306" y="2387345"/>
              <a:ext cx="745490" cy="746760"/>
            </a:xfrm>
            <a:custGeom>
              <a:avLst/>
              <a:gdLst/>
              <a:ahLst/>
              <a:cxnLst/>
              <a:rect l="l" t="t" r="r" b="b"/>
              <a:pathLst>
                <a:path w="745490" h="746760" extrusionOk="0">
                  <a:moveTo>
                    <a:pt x="745235" y="0"/>
                  </a:moveTo>
                  <a:lnTo>
                    <a:pt x="0" y="0"/>
                  </a:lnTo>
                  <a:lnTo>
                    <a:pt x="0" y="746760"/>
                  </a:lnTo>
                  <a:lnTo>
                    <a:pt x="745235" y="746760"/>
                  </a:lnTo>
                  <a:lnTo>
                    <a:pt x="745235" y="0"/>
                  </a:lnTo>
                  <a:close/>
                </a:path>
              </a:pathLst>
            </a:custGeom>
            <a:solidFill>
              <a:srgbClr val="FDFB33"/>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0" name="Google Shape;1030;p42"/>
            <p:cNvSpPr/>
            <p:nvPr/>
          </p:nvSpPr>
          <p:spPr>
            <a:xfrm>
              <a:off x="5877306" y="2387345"/>
              <a:ext cx="745490" cy="746760"/>
            </a:xfrm>
            <a:custGeom>
              <a:avLst/>
              <a:gdLst/>
              <a:ahLst/>
              <a:cxnLst/>
              <a:rect l="l" t="t" r="r" b="b"/>
              <a:pathLst>
                <a:path w="745490" h="746760" extrusionOk="0">
                  <a:moveTo>
                    <a:pt x="0" y="746760"/>
                  </a:moveTo>
                  <a:lnTo>
                    <a:pt x="745235" y="746760"/>
                  </a:lnTo>
                  <a:lnTo>
                    <a:pt x="745235" y="0"/>
                  </a:lnTo>
                  <a:lnTo>
                    <a:pt x="0" y="0"/>
                  </a:lnTo>
                  <a:lnTo>
                    <a:pt x="0" y="746760"/>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1" name="Google Shape;1031;p42"/>
            <p:cNvSpPr/>
            <p:nvPr/>
          </p:nvSpPr>
          <p:spPr>
            <a:xfrm>
              <a:off x="6128321" y="2376296"/>
              <a:ext cx="504190" cy="483234"/>
            </a:xfrm>
            <a:custGeom>
              <a:avLst/>
              <a:gdLst/>
              <a:ahLst/>
              <a:cxnLst/>
              <a:rect l="l" t="t" r="r" b="b"/>
              <a:pathLst>
                <a:path w="504190" h="483235" extrusionOk="0">
                  <a:moveTo>
                    <a:pt x="0" y="0"/>
                  </a:moveTo>
                  <a:lnTo>
                    <a:pt x="0" y="148208"/>
                  </a:lnTo>
                </a:path>
                <a:path w="504190" h="483235" extrusionOk="0">
                  <a:moveTo>
                    <a:pt x="242316" y="0"/>
                  </a:moveTo>
                  <a:lnTo>
                    <a:pt x="242316" y="148208"/>
                  </a:lnTo>
                </a:path>
                <a:path w="504190" h="483235" extrusionOk="0">
                  <a:moveTo>
                    <a:pt x="358584" y="260540"/>
                  </a:moveTo>
                  <a:lnTo>
                    <a:pt x="503999" y="260540"/>
                  </a:lnTo>
                </a:path>
                <a:path w="504190" h="483235" extrusionOk="0">
                  <a:moveTo>
                    <a:pt x="358584" y="483044"/>
                  </a:moveTo>
                  <a:lnTo>
                    <a:pt x="503999" y="483044"/>
                  </a:lnTo>
                </a:path>
              </a:pathLst>
            </a:custGeom>
            <a:noFill/>
            <a:ln w="242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2" name="Google Shape;1032;p42"/>
            <p:cNvSpPr/>
            <p:nvPr/>
          </p:nvSpPr>
          <p:spPr>
            <a:xfrm>
              <a:off x="5741670" y="2524505"/>
              <a:ext cx="745490" cy="749935"/>
            </a:xfrm>
            <a:custGeom>
              <a:avLst/>
              <a:gdLst/>
              <a:ahLst/>
              <a:cxnLst/>
              <a:rect l="l" t="t" r="r" b="b"/>
              <a:pathLst>
                <a:path w="745489" h="749935" extrusionOk="0">
                  <a:moveTo>
                    <a:pt x="745236" y="0"/>
                  </a:moveTo>
                  <a:lnTo>
                    <a:pt x="0" y="0"/>
                  </a:lnTo>
                  <a:lnTo>
                    <a:pt x="0" y="749808"/>
                  </a:lnTo>
                  <a:lnTo>
                    <a:pt x="745236" y="749808"/>
                  </a:lnTo>
                  <a:lnTo>
                    <a:pt x="745236" y="0"/>
                  </a:lnTo>
                  <a:close/>
                </a:path>
              </a:pathLst>
            </a:custGeom>
            <a:solidFill>
              <a:srgbClr val="FDFB33"/>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3" name="Google Shape;1033;p42"/>
            <p:cNvSpPr/>
            <p:nvPr/>
          </p:nvSpPr>
          <p:spPr>
            <a:xfrm>
              <a:off x="5741670" y="2524505"/>
              <a:ext cx="745490" cy="749935"/>
            </a:xfrm>
            <a:custGeom>
              <a:avLst/>
              <a:gdLst/>
              <a:ahLst/>
              <a:cxnLst/>
              <a:rect l="l" t="t" r="r" b="b"/>
              <a:pathLst>
                <a:path w="745489" h="749935" extrusionOk="0">
                  <a:moveTo>
                    <a:pt x="0" y="749808"/>
                  </a:moveTo>
                  <a:lnTo>
                    <a:pt x="745236" y="749808"/>
                  </a:lnTo>
                  <a:lnTo>
                    <a:pt x="745236" y="0"/>
                  </a:lnTo>
                  <a:lnTo>
                    <a:pt x="0" y="0"/>
                  </a:lnTo>
                  <a:lnTo>
                    <a:pt x="0" y="749808"/>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4" name="Google Shape;1034;p42"/>
            <p:cNvSpPr/>
            <p:nvPr/>
          </p:nvSpPr>
          <p:spPr>
            <a:xfrm>
              <a:off x="5990082" y="2522981"/>
              <a:ext cx="5715" cy="753745"/>
            </a:xfrm>
            <a:custGeom>
              <a:avLst/>
              <a:gdLst/>
              <a:ahLst/>
              <a:cxnLst/>
              <a:rect l="l" t="t" r="r" b="b"/>
              <a:pathLst>
                <a:path w="5714" h="753745" extrusionOk="0">
                  <a:moveTo>
                    <a:pt x="0" y="0"/>
                  </a:moveTo>
                  <a:lnTo>
                    <a:pt x="5207" y="75374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5" name="Google Shape;1035;p42"/>
            <p:cNvSpPr/>
            <p:nvPr/>
          </p:nvSpPr>
          <p:spPr>
            <a:xfrm>
              <a:off x="6233922" y="2522981"/>
              <a:ext cx="5715" cy="753745"/>
            </a:xfrm>
            <a:custGeom>
              <a:avLst/>
              <a:gdLst/>
              <a:ahLst/>
              <a:cxnLst/>
              <a:rect l="l" t="t" r="r" b="b"/>
              <a:pathLst>
                <a:path w="5714" h="753745" extrusionOk="0">
                  <a:moveTo>
                    <a:pt x="0" y="0"/>
                  </a:moveTo>
                  <a:lnTo>
                    <a:pt x="5207" y="753745"/>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6" name="Google Shape;1036;p42"/>
            <p:cNvSpPr/>
            <p:nvPr/>
          </p:nvSpPr>
          <p:spPr>
            <a:xfrm>
              <a:off x="5741670" y="2771393"/>
              <a:ext cx="745490" cy="5715"/>
            </a:xfrm>
            <a:custGeom>
              <a:avLst/>
              <a:gdLst/>
              <a:ahLst/>
              <a:cxnLst/>
              <a:rect l="l" t="t" r="r" b="b"/>
              <a:pathLst>
                <a:path w="745489" h="5714" extrusionOk="0">
                  <a:moveTo>
                    <a:pt x="0" y="5207"/>
                  </a:moveTo>
                  <a:lnTo>
                    <a:pt x="74549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7" name="Google Shape;1037;p42"/>
            <p:cNvSpPr/>
            <p:nvPr/>
          </p:nvSpPr>
          <p:spPr>
            <a:xfrm>
              <a:off x="5741670" y="2996945"/>
              <a:ext cx="745490" cy="5715"/>
            </a:xfrm>
            <a:custGeom>
              <a:avLst/>
              <a:gdLst/>
              <a:ahLst/>
              <a:cxnLst/>
              <a:rect l="l" t="t" r="r" b="b"/>
              <a:pathLst>
                <a:path w="745489" h="5714" extrusionOk="0">
                  <a:moveTo>
                    <a:pt x="0" y="5207"/>
                  </a:moveTo>
                  <a:lnTo>
                    <a:pt x="745490"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8" name="Google Shape;1038;p42"/>
            <p:cNvSpPr/>
            <p:nvPr/>
          </p:nvSpPr>
          <p:spPr>
            <a:xfrm>
              <a:off x="5603748" y="2640622"/>
              <a:ext cx="765810" cy="10795"/>
            </a:xfrm>
            <a:custGeom>
              <a:avLst/>
              <a:gdLst/>
              <a:ahLst/>
              <a:cxnLst/>
              <a:rect l="l" t="t" r="r" b="b"/>
              <a:pathLst>
                <a:path w="765810" h="10794" extrusionOk="0">
                  <a:moveTo>
                    <a:pt x="0" y="10375"/>
                  </a:moveTo>
                  <a:lnTo>
                    <a:pt x="765517" y="10375"/>
                  </a:lnTo>
                  <a:lnTo>
                    <a:pt x="765517" y="0"/>
                  </a:lnTo>
                  <a:lnTo>
                    <a:pt x="0" y="0"/>
                  </a:lnTo>
                  <a:lnTo>
                    <a:pt x="0" y="10375"/>
                  </a:lnTo>
                  <a:close/>
                </a:path>
              </a:pathLst>
            </a:custGeom>
            <a:solidFill>
              <a:srgbClr val="FDFB33">
                <a:alpha val="72549"/>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39" name="Google Shape;1039;p42"/>
            <p:cNvSpPr/>
            <p:nvPr/>
          </p:nvSpPr>
          <p:spPr>
            <a:xfrm>
              <a:off x="6369304" y="2372867"/>
              <a:ext cx="267970" cy="1027430"/>
            </a:xfrm>
            <a:custGeom>
              <a:avLst/>
              <a:gdLst/>
              <a:ahLst/>
              <a:cxnLst/>
              <a:rect l="l" t="t" r="r" b="b"/>
              <a:pathLst>
                <a:path w="267970" h="1027429" extrusionOk="0">
                  <a:moveTo>
                    <a:pt x="267716" y="0"/>
                  </a:moveTo>
                  <a:lnTo>
                    <a:pt x="0" y="267715"/>
                  </a:lnTo>
                  <a:lnTo>
                    <a:pt x="0" y="1027175"/>
                  </a:lnTo>
                  <a:lnTo>
                    <a:pt x="267716" y="759459"/>
                  </a:lnTo>
                  <a:lnTo>
                    <a:pt x="267716" y="0"/>
                  </a:lnTo>
                  <a:close/>
                </a:path>
              </a:pathLst>
            </a:custGeom>
            <a:solidFill>
              <a:srgbClr val="CCCA29">
                <a:alpha val="72549"/>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40" name="Google Shape;1040;p42"/>
            <p:cNvSpPr/>
            <p:nvPr/>
          </p:nvSpPr>
          <p:spPr>
            <a:xfrm>
              <a:off x="5603748" y="2372867"/>
              <a:ext cx="1033780" cy="267970"/>
            </a:xfrm>
            <a:custGeom>
              <a:avLst/>
              <a:gdLst/>
              <a:ahLst/>
              <a:cxnLst/>
              <a:rect l="l" t="t" r="r" b="b"/>
              <a:pathLst>
                <a:path w="1033779" h="267969" extrusionOk="0">
                  <a:moveTo>
                    <a:pt x="1033272" y="0"/>
                  </a:moveTo>
                  <a:lnTo>
                    <a:pt x="267716" y="0"/>
                  </a:lnTo>
                  <a:lnTo>
                    <a:pt x="0" y="267715"/>
                  </a:lnTo>
                  <a:lnTo>
                    <a:pt x="765556" y="267715"/>
                  </a:lnTo>
                  <a:lnTo>
                    <a:pt x="1033272" y="0"/>
                  </a:lnTo>
                  <a:close/>
                </a:path>
              </a:pathLst>
            </a:custGeom>
            <a:solidFill>
              <a:srgbClr val="FDFC5B">
                <a:alpha val="72549"/>
              </a:srgbClr>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41" name="Google Shape;1041;p42"/>
            <p:cNvSpPr/>
            <p:nvPr/>
          </p:nvSpPr>
          <p:spPr>
            <a:xfrm>
              <a:off x="5598414" y="2650997"/>
              <a:ext cx="763905" cy="754380"/>
            </a:xfrm>
            <a:custGeom>
              <a:avLst/>
              <a:gdLst/>
              <a:ahLst/>
              <a:cxnLst/>
              <a:rect l="l" t="t" r="r" b="b"/>
              <a:pathLst>
                <a:path w="763904" h="754379" extrusionOk="0">
                  <a:moveTo>
                    <a:pt x="763524" y="0"/>
                  </a:moveTo>
                  <a:lnTo>
                    <a:pt x="0" y="0"/>
                  </a:lnTo>
                  <a:lnTo>
                    <a:pt x="0" y="754379"/>
                  </a:lnTo>
                  <a:lnTo>
                    <a:pt x="763524" y="754379"/>
                  </a:lnTo>
                  <a:lnTo>
                    <a:pt x="763524" y="0"/>
                  </a:lnTo>
                  <a:close/>
                </a:path>
              </a:pathLst>
            </a:custGeom>
            <a:solidFill>
              <a:srgbClr val="FDFB33"/>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42" name="Google Shape;1042;p42"/>
            <p:cNvSpPr/>
            <p:nvPr/>
          </p:nvSpPr>
          <p:spPr>
            <a:xfrm>
              <a:off x="5598414" y="2650997"/>
              <a:ext cx="763905" cy="754380"/>
            </a:xfrm>
            <a:custGeom>
              <a:avLst/>
              <a:gdLst/>
              <a:ahLst/>
              <a:cxnLst/>
              <a:rect l="l" t="t" r="r" b="b"/>
              <a:pathLst>
                <a:path w="763904" h="754379" extrusionOk="0">
                  <a:moveTo>
                    <a:pt x="0" y="754379"/>
                  </a:moveTo>
                  <a:lnTo>
                    <a:pt x="763524" y="754379"/>
                  </a:lnTo>
                  <a:lnTo>
                    <a:pt x="763524" y="0"/>
                  </a:lnTo>
                  <a:lnTo>
                    <a:pt x="0" y="0"/>
                  </a:lnTo>
                  <a:lnTo>
                    <a:pt x="0" y="754379"/>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43" name="Google Shape;1043;p42"/>
            <p:cNvSpPr/>
            <p:nvPr/>
          </p:nvSpPr>
          <p:spPr>
            <a:xfrm>
              <a:off x="5852922" y="2649473"/>
              <a:ext cx="5715" cy="758190"/>
            </a:xfrm>
            <a:custGeom>
              <a:avLst/>
              <a:gdLst/>
              <a:ahLst/>
              <a:cxnLst/>
              <a:rect l="l" t="t" r="r" b="b"/>
              <a:pathLst>
                <a:path w="5714" h="758189" extrusionOk="0">
                  <a:moveTo>
                    <a:pt x="0" y="0"/>
                  </a:moveTo>
                  <a:lnTo>
                    <a:pt x="5334" y="75793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44" name="Google Shape;1044;p42"/>
            <p:cNvSpPr/>
            <p:nvPr/>
          </p:nvSpPr>
          <p:spPr>
            <a:xfrm>
              <a:off x="6101334" y="2649473"/>
              <a:ext cx="5715" cy="758190"/>
            </a:xfrm>
            <a:custGeom>
              <a:avLst/>
              <a:gdLst/>
              <a:ahLst/>
              <a:cxnLst/>
              <a:rect l="l" t="t" r="r" b="b"/>
              <a:pathLst>
                <a:path w="5714" h="758189" extrusionOk="0">
                  <a:moveTo>
                    <a:pt x="0" y="0"/>
                  </a:moveTo>
                  <a:lnTo>
                    <a:pt x="5334" y="757936"/>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45" name="Google Shape;1045;p42"/>
            <p:cNvSpPr/>
            <p:nvPr/>
          </p:nvSpPr>
          <p:spPr>
            <a:xfrm>
              <a:off x="5598414" y="2899409"/>
              <a:ext cx="762635" cy="5715"/>
            </a:xfrm>
            <a:custGeom>
              <a:avLst/>
              <a:gdLst/>
              <a:ahLst/>
              <a:cxnLst/>
              <a:rect l="l" t="t" r="r" b="b"/>
              <a:pathLst>
                <a:path w="762635" h="5714" extrusionOk="0">
                  <a:moveTo>
                    <a:pt x="0" y="5207"/>
                  </a:moveTo>
                  <a:lnTo>
                    <a:pt x="762381"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46" name="Google Shape;1046;p42"/>
            <p:cNvSpPr/>
            <p:nvPr/>
          </p:nvSpPr>
          <p:spPr>
            <a:xfrm>
              <a:off x="5598414" y="3124961"/>
              <a:ext cx="762635" cy="5715"/>
            </a:xfrm>
            <a:custGeom>
              <a:avLst/>
              <a:gdLst/>
              <a:ahLst/>
              <a:cxnLst/>
              <a:rect l="l" t="t" r="r" b="b"/>
              <a:pathLst>
                <a:path w="762635" h="5714" extrusionOk="0">
                  <a:moveTo>
                    <a:pt x="0" y="5207"/>
                  </a:moveTo>
                  <a:lnTo>
                    <a:pt x="762381"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047" name="Google Shape;1047;p42"/>
          <p:cNvSpPr txBox="1"/>
          <p:nvPr/>
        </p:nvSpPr>
        <p:spPr>
          <a:xfrm>
            <a:off x="7256526" y="2742691"/>
            <a:ext cx="233679" cy="4368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700">
                <a:latin typeface="+mj-lt"/>
                <a:ea typeface="Cambria"/>
                <a:cs typeface="Cambria"/>
                <a:sym typeface="Cambria"/>
              </a:rPr>
              <a:t>=</a:t>
            </a:r>
            <a:endParaRPr sz="2700">
              <a:latin typeface="+mj-lt"/>
              <a:ea typeface="Cambria"/>
              <a:cs typeface="Cambria"/>
              <a:sym typeface="Cambria"/>
            </a:endParaRPr>
          </a:p>
        </p:txBody>
      </p:sp>
      <p:grpSp>
        <p:nvGrpSpPr>
          <p:cNvPr id="1048" name="Google Shape;1048;p42"/>
          <p:cNvGrpSpPr/>
          <p:nvPr/>
        </p:nvGrpSpPr>
        <p:grpSpPr>
          <a:xfrm>
            <a:off x="8073390" y="2708910"/>
            <a:ext cx="1016635" cy="1010919"/>
            <a:chOff x="8073390" y="2708910"/>
            <a:chExt cx="1016635" cy="1010919"/>
          </a:xfrm>
        </p:grpSpPr>
        <p:sp>
          <p:nvSpPr>
            <p:cNvPr id="1049" name="Google Shape;1049;p42"/>
            <p:cNvSpPr/>
            <p:nvPr/>
          </p:nvSpPr>
          <p:spPr>
            <a:xfrm>
              <a:off x="8073390" y="2708910"/>
              <a:ext cx="1016635" cy="1010919"/>
            </a:xfrm>
            <a:custGeom>
              <a:avLst/>
              <a:gdLst/>
              <a:ahLst/>
              <a:cxnLst/>
              <a:rect l="l" t="t" r="r" b="b"/>
              <a:pathLst>
                <a:path w="1016634" h="1010920" extrusionOk="0">
                  <a:moveTo>
                    <a:pt x="1016507" y="0"/>
                  </a:moveTo>
                  <a:lnTo>
                    <a:pt x="0" y="0"/>
                  </a:lnTo>
                  <a:lnTo>
                    <a:pt x="0" y="1010412"/>
                  </a:lnTo>
                  <a:lnTo>
                    <a:pt x="1016507" y="1010412"/>
                  </a:lnTo>
                  <a:lnTo>
                    <a:pt x="1016507"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50" name="Google Shape;1050;p42"/>
            <p:cNvSpPr/>
            <p:nvPr/>
          </p:nvSpPr>
          <p:spPr>
            <a:xfrm>
              <a:off x="8073390" y="2708910"/>
              <a:ext cx="1016635" cy="1010919"/>
            </a:xfrm>
            <a:custGeom>
              <a:avLst/>
              <a:gdLst/>
              <a:ahLst/>
              <a:cxnLst/>
              <a:rect l="l" t="t" r="r" b="b"/>
              <a:pathLst>
                <a:path w="1016634" h="1010920" extrusionOk="0">
                  <a:moveTo>
                    <a:pt x="0" y="1010412"/>
                  </a:moveTo>
                  <a:lnTo>
                    <a:pt x="1016507" y="1010412"/>
                  </a:lnTo>
                  <a:lnTo>
                    <a:pt x="1016507" y="0"/>
                  </a:lnTo>
                  <a:lnTo>
                    <a:pt x="0" y="0"/>
                  </a:lnTo>
                  <a:lnTo>
                    <a:pt x="0" y="1010412"/>
                  </a:lnTo>
                  <a:close/>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51" name="Google Shape;1051;p42"/>
            <p:cNvSpPr/>
            <p:nvPr/>
          </p:nvSpPr>
          <p:spPr>
            <a:xfrm>
              <a:off x="8073390" y="2958846"/>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52" name="Google Shape;1052;p42"/>
            <p:cNvSpPr/>
            <p:nvPr/>
          </p:nvSpPr>
          <p:spPr>
            <a:xfrm>
              <a:off x="8073390" y="3211830"/>
              <a:ext cx="1016635" cy="10795"/>
            </a:xfrm>
            <a:custGeom>
              <a:avLst/>
              <a:gdLst/>
              <a:ahLst/>
              <a:cxnLst/>
              <a:rect l="l" t="t" r="r" b="b"/>
              <a:pathLst>
                <a:path w="1016634" h="10794"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53" name="Google Shape;1053;p42"/>
            <p:cNvSpPr/>
            <p:nvPr/>
          </p:nvSpPr>
          <p:spPr>
            <a:xfrm>
              <a:off x="8073390" y="3464814"/>
              <a:ext cx="1016635" cy="10795"/>
            </a:xfrm>
            <a:custGeom>
              <a:avLst/>
              <a:gdLst/>
              <a:ahLst/>
              <a:cxnLst/>
              <a:rect l="l" t="t" r="r" b="b"/>
              <a:pathLst>
                <a:path w="1016634" h="10795" extrusionOk="0">
                  <a:moveTo>
                    <a:pt x="0" y="10287"/>
                  </a:moveTo>
                  <a:lnTo>
                    <a:pt x="1016635"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54" name="Google Shape;1054;p42"/>
            <p:cNvSpPr/>
            <p:nvPr/>
          </p:nvSpPr>
          <p:spPr>
            <a:xfrm>
              <a:off x="8324850" y="2708910"/>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55" name="Google Shape;1055;p42"/>
            <p:cNvSpPr/>
            <p:nvPr/>
          </p:nvSpPr>
          <p:spPr>
            <a:xfrm>
              <a:off x="8576310" y="2708910"/>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56" name="Google Shape;1056;p42"/>
            <p:cNvSpPr/>
            <p:nvPr/>
          </p:nvSpPr>
          <p:spPr>
            <a:xfrm>
              <a:off x="8829294" y="2708910"/>
              <a:ext cx="10795" cy="1010919"/>
            </a:xfrm>
            <a:custGeom>
              <a:avLst/>
              <a:gdLst/>
              <a:ahLst/>
              <a:cxnLst/>
              <a:rect l="l" t="t" r="r" b="b"/>
              <a:pathLst>
                <a:path w="10795" h="1010920" extrusionOk="0">
                  <a:moveTo>
                    <a:pt x="0" y="0"/>
                  </a:moveTo>
                  <a:lnTo>
                    <a:pt x="10287" y="1010793"/>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057" name="Google Shape;1057;p42"/>
          <p:cNvSpPr txBox="1"/>
          <p:nvPr/>
        </p:nvSpPr>
        <p:spPr>
          <a:xfrm>
            <a:off x="955954" y="1692909"/>
            <a:ext cx="217551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mj-lt"/>
                <a:ea typeface="Cambria"/>
                <a:cs typeface="Cambria"/>
                <a:sym typeface="Cambria"/>
              </a:rPr>
              <a:t>Normal Convolution</a:t>
            </a:r>
            <a:endParaRPr sz="1800">
              <a:latin typeface="+mj-lt"/>
              <a:ea typeface="Cambria"/>
              <a:cs typeface="Cambria"/>
              <a:sym typeface="Cambria"/>
            </a:endParaRPr>
          </a:p>
        </p:txBody>
      </p:sp>
      <p:sp>
        <p:nvSpPr>
          <p:cNvPr id="1058" name="Google Shape;1058;p42"/>
          <p:cNvSpPr txBox="1">
            <a:spLocks noGrp="1"/>
          </p:cNvSpPr>
          <p:nvPr>
            <p:ph type="title"/>
          </p:nvPr>
        </p:nvSpPr>
        <p:spPr>
          <a:xfrm>
            <a:off x="1069339" y="824560"/>
            <a:ext cx="5444490" cy="6350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000" b="0" dirty="0">
                <a:latin typeface="+mj-lt"/>
                <a:ea typeface="Cambria"/>
                <a:cs typeface="Cambria"/>
                <a:sym typeface="Cambria"/>
              </a:rPr>
              <a:t>Transpose Convolution</a:t>
            </a:r>
            <a:endParaRPr sz="4000" dirty="0">
              <a:latin typeface="+mj-lt"/>
              <a:ea typeface="Cambria"/>
              <a:cs typeface="Cambria"/>
              <a:sym typeface="Cambria"/>
            </a:endParaRPr>
          </a:p>
        </p:txBody>
      </p:sp>
      <p:grpSp>
        <p:nvGrpSpPr>
          <p:cNvPr id="1059" name="Google Shape;1059;p42"/>
          <p:cNvGrpSpPr/>
          <p:nvPr/>
        </p:nvGrpSpPr>
        <p:grpSpPr>
          <a:xfrm>
            <a:off x="3262121" y="5285994"/>
            <a:ext cx="506095" cy="512572"/>
            <a:chOff x="3262121" y="5285994"/>
            <a:chExt cx="506095" cy="512572"/>
          </a:xfrm>
        </p:grpSpPr>
        <p:sp>
          <p:nvSpPr>
            <p:cNvPr id="1060" name="Google Shape;1060;p42"/>
            <p:cNvSpPr/>
            <p:nvPr/>
          </p:nvSpPr>
          <p:spPr>
            <a:xfrm>
              <a:off x="3262121" y="5290566"/>
              <a:ext cx="506095" cy="508000"/>
            </a:xfrm>
            <a:custGeom>
              <a:avLst/>
              <a:gdLst/>
              <a:ahLst/>
              <a:cxnLst/>
              <a:rect l="l" t="t" r="r" b="b"/>
              <a:pathLst>
                <a:path w="506095" h="508000" extrusionOk="0">
                  <a:moveTo>
                    <a:pt x="0" y="507491"/>
                  </a:moveTo>
                  <a:lnTo>
                    <a:pt x="505968" y="507491"/>
                  </a:lnTo>
                  <a:lnTo>
                    <a:pt x="505968" y="0"/>
                  </a:lnTo>
                  <a:lnTo>
                    <a:pt x="0" y="0"/>
                  </a:lnTo>
                  <a:lnTo>
                    <a:pt x="0" y="507491"/>
                  </a:lnTo>
                  <a:close/>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61" name="Google Shape;1061;p42"/>
            <p:cNvSpPr/>
            <p:nvPr/>
          </p:nvSpPr>
          <p:spPr>
            <a:xfrm>
              <a:off x="3262121" y="5529834"/>
              <a:ext cx="505459" cy="3810"/>
            </a:xfrm>
            <a:custGeom>
              <a:avLst/>
              <a:gdLst/>
              <a:ahLst/>
              <a:cxnLst/>
              <a:rect l="l" t="t" r="r" b="b"/>
              <a:pathLst>
                <a:path w="505460" h="3810" extrusionOk="0">
                  <a:moveTo>
                    <a:pt x="0" y="3555"/>
                  </a:moveTo>
                  <a:lnTo>
                    <a:pt x="505206" y="0"/>
                  </a:lnTo>
                </a:path>
              </a:pathLst>
            </a:custGeom>
            <a:noFill/>
            <a:ln w="19050"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62" name="Google Shape;1062;p42"/>
            <p:cNvSpPr/>
            <p:nvPr/>
          </p:nvSpPr>
          <p:spPr>
            <a:xfrm>
              <a:off x="3516629" y="5285994"/>
              <a:ext cx="3810" cy="510540"/>
            </a:xfrm>
            <a:custGeom>
              <a:avLst/>
              <a:gdLst/>
              <a:ahLst/>
              <a:cxnLst/>
              <a:rect l="l" t="t" r="r" b="b"/>
              <a:pathLst>
                <a:path w="3810" h="510539" extrusionOk="0">
                  <a:moveTo>
                    <a:pt x="0" y="0"/>
                  </a:moveTo>
                  <a:lnTo>
                    <a:pt x="3556" y="510463"/>
                  </a:lnTo>
                </a:path>
              </a:pathLst>
            </a:custGeom>
            <a:noFill/>
            <a:ln w="19025" cap="flat" cmpd="sng">
              <a:solidFill>
                <a:srgbClr val="44536A"/>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063" name="Google Shape;1063;p42"/>
          <p:cNvSpPr txBox="1"/>
          <p:nvPr/>
        </p:nvSpPr>
        <p:spPr>
          <a:xfrm>
            <a:off x="4836667" y="5350560"/>
            <a:ext cx="203200" cy="45212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2800">
                <a:latin typeface="+mj-lt"/>
                <a:ea typeface="Times New Roman"/>
                <a:cs typeface="Times New Roman"/>
                <a:sym typeface="Times New Roman"/>
              </a:rPr>
              <a:t>*</a:t>
            </a:r>
            <a:endParaRPr sz="2800">
              <a:latin typeface="+mj-lt"/>
              <a:ea typeface="Times New Roman"/>
              <a:cs typeface="Times New Roman"/>
              <a:sym typeface="Times New Roman"/>
            </a:endParaRPr>
          </a:p>
        </p:txBody>
      </p:sp>
      <p:graphicFrame>
        <p:nvGraphicFramePr>
          <p:cNvPr id="1064" name="Google Shape;1064;p42"/>
          <p:cNvGraphicFramePr/>
          <p:nvPr/>
        </p:nvGraphicFramePr>
        <p:xfrm>
          <a:off x="5739765" y="5143880"/>
          <a:ext cx="762000" cy="753750"/>
        </p:xfrm>
        <a:graphic>
          <a:graphicData uri="http://schemas.openxmlformats.org/drawingml/2006/table">
            <a:tbl>
              <a:tblPr firstRow="1" bandRow="1">
                <a:noFill/>
                <a:tableStyleId>{212714E9-6B82-488D-B99E-6F814BD6195D}</a:tableStyleId>
              </a:tblPr>
              <a:tblGrid>
                <a:gridCol w="257175">
                  <a:extLst>
                    <a:ext uri="{9D8B030D-6E8A-4147-A177-3AD203B41FA5}">
                      <a16:colId xmlns:a16="http://schemas.microsoft.com/office/drawing/2014/main" val="20000"/>
                    </a:ext>
                  </a:extLst>
                </a:gridCol>
                <a:gridCol w="248275">
                  <a:extLst>
                    <a:ext uri="{9D8B030D-6E8A-4147-A177-3AD203B41FA5}">
                      <a16:colId xmlns:a16="http://schemas.microsoft.com/office/drawing/2014/main" val="20001"/>
                    </a:ext>
                  </a:extLst>
                </a:gridCol>
                <a:gridCol w="256550">
                  <a:extLst>
                    <a:ext uri="{9D8B030D-6E8A-4147-A177-3AD203B41FA5}">
                      <a16:colId xmlns:a16="http://schemas.microsoft.com/office/drawing/2014/main" val="20002"/>
                    </a:ext>
                  </a:extLst>
                </a:gridCol>
              </a:tblGrid>
              <a:tr h="250825">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tcPr>
                </a:tc>
                <a:extLst>
                  <a:ext uri="{0D108BD9-81ED-4DB2-BD59-A6C34878D82A}">
                    <a16:rowId xmlns:a16="http://schemas.microsoft.com/office/drawing/2014/main" val="10000"/>
                  </a:ext>
                </a:extLst>
              </a:tr>
              <a:tr h="226700">
                <a:tc>
                  <a:txBody>
                    <a:bodyPr/>
                    <a:lstStyle/>
                    <a:p>
                      <a:pPr marL="0" marR="0" lvl="0" indent="0" algn="l" rtl="0">
                        <a:lnSpc>
                          <a:spcPct val="100000"/>
                        </a:lnSpc>
                        <a:spcBef>
                          <a:spcPts val="0"/>
                        </a:spcBef>
                        <a:spcAft>
                          <a:spcPts val="0"/>
                        </a:spcAft>
                        <a:buNone/>
                      </a:pPr>
                      <a:endParaRPr sz="13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3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3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tcPr>
                </a:tc>
                <a:extLst>
                  <a:ext uri="{0D108BD9-81ED-4DB2-BD59-A6C34878D82A}">
                    <a16:rowId xmlns:a16="http://schemas.microsoft.com/office/drawing/2014/main" val="10001"/>
                  </a:ext>
                </a:extLst>
              </a:tr>
              <a:tr h="276225">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7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1065" name="Google Shape;1065;p42"/>
          <p:cNvSpPr txBox="1"/>
          <p:nvPr/>
        </p:nvSpPr>
        <p:spPr>
          <a:xfrm>
            <a:off x="7253731" y="5210302"/>
            <a:ext cx="233679" cy="43688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2700">
                <a:latin typeface="+mj-lt"/>
                <a:ea typeface="Cambria"/>
                <a:cs typeface="Cambria"/>
                <a:sym typeface="Cambria"/>
              </a:rPr>
              <a:t>=</a:t>
            </a:r>
            <a:endParaRPr sz="2700">
              <a:latin typeface="+mj-lt"/>
              <a:ea typeface="Cambria"/>
              <a:cs typeface="Cambria"/>
              <a:sym typeface="Cambria"/>
            </a:endParaRPr>
          </a:p>
        </p:txBody>
      </p:sp>
      <p:graphicFrame>
        <p:nvGraphicFramePr>
          <p:cNvPr id="1066" name="Google Shape;1066;p42"/>
          <p:cNvGraphicFramePr/>
          <p:nvPr/>
        </p:nvGraphicFramePr>
        <p:xfrm>
          <a:off x="8106536" y="4959477"/>
          <a:ext cx="1016625" cy="1009000"/>
        </p:xfrm>
        <a:graphic>
          <a:graphicData uri="http://schemas.openxmlformats.org/drawingml/2006/table">
            <a:tbl>
              <a:tblPr firstRow="1" bandRow="1">
                <a:noFill/>
                <a:tableStyleId>{212714E9-6B82-488D-B99E-6F814BD6195D}</a:tableStyleId>
              </a:tblPr>
              <a:tblGrid>
                <a:gridCol w="256550">
                  <a:extLst>
                    <a:ext uri="{9D8B030D-6E8A-4147-A177-3AD203B41FA5}">
                      <a16:colId xmlns:a16="http://schemas.microsoft.com/office/drawing/2014/main" val="20000"/>
                    </a:ext>
                  </a:extLst>
                </a:gridCol>
                <a:gridCol w="251450">
                  <a:extLst>
                    <a:ext uri="{9D8B030D-6E8A-4147-A177-3AD203B41FA5}">
                      <a16:colId xmlns:a16="http://schemas.microsoft.com/office/drawing/2014/main" val="20001"/>
                    </a:ext>
                  </a:extLst>
                </a:gridCol>
                <a:gridCol w="251450">
                  <a:extLst>
                    <a:ext uri="{9D8B030D-6E8A-4147-A177-3AD203B41FA5}">
                      <a16:colId xmlns:a16="http://schemas.microsoft.com/office/drawing/2014/main" val="20002"/>
                    </a:ext>
                  </a:extLst>
                </a:gridCol>
                <a:gridCol w="257175">
                  <a:extLst>
                    <a:ext uri="{9D8B030D-6E8A-4147-A177-3AD203B41FA5}">
                      <a16:colId xmlns:a16="http://schemas.microsoft.com/office/drawing/2014/main" val="20003"/>
                    </a:ext>
                  </a:extLst>
                </a:gridCol>
              </a:tblGrid>
              <a:tr h="254625">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extLst>
                  <a:ext uri="{0D108BD9-81ED-4DB2-BD59-A6C34878D82A}">
                    <a16:rowId xmlns:a16="http://schemas.microsoft.com/office/drawing/2014/main" val="10000"/>
                  </a:ext>
                </a:extLst>
              </a:tr>
              <a:tr h="252725">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extLst>
                  <a:ext uri="{0D108BD9-81ED-4DB2-BD59-A6C34878D82A}">
                    <a16:rowId xmlns:a16="http://schemas.microsoft.com/office/drawing/2014/main" val="10001"/>
                  </a:ext>
                </a:extLst>
              </a:tr>
              <a:tr h="250825">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tcPr>
                </a:tc>
                <a:extLst>
                  <a:ext uri="{0D108BD9-81ED-4DB2-BD59-A6C34878D82A}">
                    <a16:rowId xmlns:a16="http://schemas.microsoft.com/office/drawing/2014/main" val="10002"/>
                  </a:ext>
                </a:extLst>
              </a:tr>
              <a:tr h="250825">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3810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1500" u="none" strike="noStrike" cap="none">
                        <a:latin typeface="Times New Roman"/>
                        <a:ea typeface="Times New Roman"/>
                        <a:cs typeface="Times New Roman"/>
                        <a:sym typeface="Times New Roman"/>
                      </a:endParaRPr>
                    </a:p>
                  </a:txBody>
                  <a:tcPr marL="0" marR="0" marT="0" marB="0">
                    <a:lnL w="3810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067" name="Google Shape;1067;p42"/>
          <p:cNvSpPr txBox="1"/>
          <p:nvPr/>
        </p:nvSpPr>
        <p:spPr>
          <a:xfrm>
            <a:off x="1069339" y="4503546"/>
            <a:ext cx="2468245"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None/>
            </a:pPr>
            <a:r>
              <a:rPr lang="en-US" sz="1800">
                <a:latin typeface="+mj-lt"/>
                <a:ea typeface="Cambria"/>
                <a:cs typeface="Cambria"/>
                <a:sym typeface="Cambria"/>
              </a:rPr>
              <a:t>Transpose Convolution</a:t>
            </a:r>
            <a:endParaRPr sz="1800">
              <a:latin typeface="+mj-lt"/>
              <a:ea typeface="Cambria"/>
              <a:cs typeface="Cambria"/>
              <a:sym typeface="Cambria"/>
            </a:endParaRPr>
          </a:p>
        </p:txBody>
      </p:sp>
      <p:pic>
        <p:nvPicPr>
          <p:cNvPr id="1068" name="Google Shape;1068;p42"/>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Shape 1072"/>
        <p:cNvGrpSpPr/>
        <p:nvPr/>
      </p:nvGrpSpPr>
      <p:grpSpPr>
        <a:xfrm>
          <a:off x="0" y="0"/>
          <a:ext cx="0" cy="0"/>
          <a:chOff x="0" y="0"/>
          <a:chExt cx="0" cy="0"/>
        </a:xfrm>
      </p:grpSpPr>
      <p:graphicFrame>
        <p:nvGraphicFramePr>
          <p:cNvPr id="1073" name="Google Shape;1073;p43"/>
          <p:cNvGraphicFramePr/>
          <p:nvPr/>
        </p:nvGraphicFramePr>
        <p:xfrm>
          <a:off x="7569898" y="1957197"/>
          <a:ext cx="3291875" cy="3997935"/>
        </p:xfrm>
        <a:graphic>
          <a:graphicData uri="http://schemas.openxmlformats.org/drawingml/2006/table">
            <a:tbl>
              <a:tblPr firstRow="1" bandRow="1">
                <a:noFill/>
                <a:tableStyleId>{212714E9-6B82-488D-B99E-6F814BD6195D}</a:tableStyleId>
              </a:tblPr>
              <a:tblGrid>
                <a:gridCol w="552450">
                  <a:extLst>
                    <a:ext uri="{9D8B030D-6E8A-4147-A177-3AD203B41FA5}">
                      <a16:colId xmlns:a16="http://schemas.microsoft.com/office/drawing/2014/main" val="20000"/>
                    </a:ext>
                  </a:extLst>
                </a:gridCol>
                <a:gridCol w="548650">
                  <a:extLst>
                    <a:ext uri="{9D8B030D-6E8A-4147-A177-3AD203B41FA5}">
                      <a16:colId xmlns:a16="http://schemas.microsoft.com/office/drawing/2014/main" val="20001"/>
                    </a:ext>
                  </a:extLst>
                </a:gridCol>
                <a:gridCol w="548650">
                  <a:extLst>
                    <a:ext uri="{9D8B030D-6E8A-4147-A177-3AD203B41FA5}">
                      <a16:colId xmlns:a16="http://schemas.microsoft.com/office/drawing/2014/main" val="20002"/>
                    </a:ext>
                  </a:extLst>
                </a:gridCol>
                <a:gridCol w="548650">
                  <a:extLst>
                    <a:ext uri="{9D8B030D-6E8A-4147-A177-3AD203B41FA5}">
                      <a16:colId xmlns:a16="http://schemas.microsoft.com/office/drawing/2014/main" val="20003"/>
                    </a:ext>
                  </a:extLst>
                </a:gridCol>
                <a:gridCol w="548650">
                  <a:extLst>
                    <a:ext uri="{9D8B030D-6E8A-4147-A177-3AD203B41FA5}">
                      <a16:colId xmlns:a16="http://schemas.microsoft.com/office/drawing/2014/main" val="20004"/>
                    </a:ext>
                  </a:extLst>
                </a:gridCol>
                <a:gridCol w="544825">
                  <a:extLst>
                    <a:ext uri="{9D8B030D-6E8A-4147-A177-3AD203B41FA5}">
                      <a16:colId xmlns:a16="http://schemas.microsoft.com/office/drawing/2014/main" val="20005"/>
                    </a:ext>
                  </a:extLst>
                </a:gridCol>
              </a:tblGrid>
              <a:tr h="565775">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extLst>
                  <a:ext uri="{0D108BD9-81ED-4DB2-BD59-A6C34878D82A}">
                    <a16:rowId xmlns:a16="http://schemas.microsoft.com/office/drawing/2014/main" val="10000"/>
                  </a:ext>
                </a:extLst>
              </a:tr>
              <a:tr h="545475">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0" marR="0" lvl="0" indent="0" algn="ctr" rtl="0">
                        <a:lnSpc>
                          <a:spcPct val="100000"/>
                        </a:lnSpc>
                        <a:spcBef>
                          <a:spcPts val="0"/>
                        </a:spcBef>
                        <a:spcAft>
                          <a:spcPts val="0"/>
                        </a:spcAft>
                        <a:buNone/>
                      </a:pPr>
                      <a:r>
                        <a:rPr lang="en-US" sz="3600" b="1" u="none" strike="noStrike" cap="none" baseline="-25000">
                          <a:solidFill>
                            <a:srgbClr val="528AE9"/>
                          </a:solidFill>
                          <a:latin typeface="Arial"/>
                          <a:ea typeface="Arial"/>
                          <a:cs typeface="Arial"/>
                          <a:sym typeface="Arial"/>
                        </a:rPr>
                        <a:t>0</a:t>
                      </a:r>
                      <a:r>
                        <a:rPr lang="en-US" sz="1800" u="none" strike="noStrike" cap="none">
                          <a:solidFill>
                            <a:srgbClr val="528AE9"/>
                          </a:solidFill>
                          <a:latin typeface="Arial"/>
                          <a:ea typeface="Arial"/>
                          <a:cs typeface="Arial"/>
                          <a:sym typeface="Arial"/>
                        </a:rPr>
                        <a:t>0</a:t>
                      </a:r>
                      <a:endParaRPr sz="1800" u="none" strike="noStrike" cap="none">
                        <a:latin typeface="Arial"/>
                        <a:ea typeface="Arial"/>
                        <a:cs typeface="Arial"/>
                        <a:sym typeface="Arial"/>
                      </a:endParaRPr>
                    </a:p>
                  </a:txBody>
                  <a:tcPr marL="0" marR="0" marT="6287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FF0000">
                        <a:alpha val="29411"/>
                      </a:srgbClr>
                    </a:solidFill>
                  </a:tcPr>
                </a:tc>
                <a:tc>
                  <a:txBody>
                    <a:bodyPr/>
                    <a:lstStyle/>
                    <a:p>
                      <a:pPr marL="65405" marR="0" lvl="0" indent="0" algn="l" rtl="0">
                        <a:lnSpc>
                          <a:spcPct val="100000"/>
                        </a:lnSpc>
                        <a:spcBef>
                          <a:spcPts val="0"/>
                        </a:spcBef>
                        <a:spcAft>
                          <a:spcPts val="0"/>
                        </a:spcAft>
                        <a:buNone/>
                      </a:pPr>
                      <a:r>
                        <a:rPr lang="en-US" sz="1800" u="none" strike="noStrike" cap="none">
                          <a:solidFill>
                            <a:srgbClr val="528AE9"/>
                          </a:solidFill>
                          <a:latin typeface="Arial"/>
                          <a:ea typeface="Arial"/>
                          <a:cs typeface="Arial"/>
                          <a:sym typeface="Arial"/>
                        </a:rPr>
                        <a:t>2</a:t>
                      </a:r>
                      <a:r>
                        <a:rPr lang="en-US" sz="3600" b="1" u="none" strike="noStrike" cap="none" baseline="-25000">
                          <a:solidFill>
                            <a:srgbClr val="528AE9"/>
                          </a:solidFill>
                          <a:latin typeface="Arial"/>
                          <a:ea typeface="Arial"/>
                          <a:cs typeface="Arial"/>
                          <a:sym typeface="Arial"/>
                        </a:rPr>
                        <a:t>4</a:t>
                      </a:r>
                      <a:r>
                        <a:rPr lang="en-US" sz="1800" u="none" strike="noStrike" cap="none">
                          <a:solidFill>
                            <a:srgbClr val="528AE9"/>
                          </a:solidFill>
                          <a:latin typeface="Arial"/>
                          <a:ea typeface="Arial"/>
                          <a:cs typeface="Arial"/>
                          <a:sym typeface="Arial"/>
                        </a:rPr>
                        <a:t>+2</a:t>
                      </a:r>
                      <a:endParaRPr sz="1800" u="none" strike="noStrike" cap="none">
                        <a:latin typeface="Arial"/>
                        <a:ea typeface="Arial"/>
                        <a:cs typeface="Arial"/>
                        <a:sym typeface="Arial"/>
                      </a:endParaRPr>
                    </a:p>
                  </a:txBody>
                  <a:tcPr marL="0" marR="0" marT="6667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00AF50">
                        <a:alpha val="29019"/>
                      </a:srgbClr>
                    </a:solidFill>
                  </a:tcPr>
                </a:tc>
                <a:tc>
                  <a:txBody>
                    <a:bodyPr/>
                    <a:lstStyle/>
                    <a:p>
                      <a:pPr marL="20320" marR="0" lvl="0" indent="0" algn="ctr" rtl="0">
                        <a:lnSpc>
                          <a:spcPct val="100000"/>
                        </a:lnSpc>
                        <a:spcBef>
                          <a:spcPts val="0"/>
                        </a:spcBef>
                        <a:spcAft>
                          <a:spcPts val="0"/>
                        </a:spcAft>
                        <a:buNone/>
                      </a:pPr>
                      <a:r>
                        <a:rPr lang="en-US" sz="3600" b="1" u="none" strike="noStrike" cap="none" baseline="-25000">
                          <a:solidFill>
                            <a:srgbClr val="528AE9"/>
                          </a:solidFill>
                          <a:latin typeface="Arial"/>
                          <a:ea typeface="Arial"/>
                          <a:cs typeface="Arial"/>
                          <a:sym typeface="Arial"/>
                        </a:rPr>
                        <a:t>0</a:t>
                      </a:r>
                      <a:r>
                        <a:rPr lang="en-US" sz="1800" u="none" strike="noStrike" cap="none">
                          <a:solidFill>
                            <a:srgbClr val="528AE9"/>
                          </a:solidFill>
                          <a:latin typeface="Arial"/>
                          <a:ea typeface="Arial"/>
                          <a:cs typeface="Arial"/>
                          <a:sym typeface="Arial"/>
                        </a:rPr>
                        <a:t>0</a:t>
                      </a:r>
                      <a:endParaRPr sz="1800" u="none" strike="noStrike" cap="none">
                        <a:latin typeface="Arial"/>
                        <a:ea typeface="Arial"/>
                        <a:cs typeface="Arial"/>
                        <a:sym typeface="Arial"/>
                      </a:endParaRPr>
                    </a:p>
                  </a:txBody>
                  <a:tcPr marL="0" marR="0" marT="6287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00AF50">
                        <a:alpha val="29019"/>
                      </a:srgbClr>
                    </a:solidFill>
                  </a:tcPr>
                </a:tc>
                <a:tc>
                  <a:txBody>
                    <a:bodyPr/>
                    <a:lstStyle/>
                    <a:p>
                      <a:pPr marL="22225" marR="0" lvl="0" indent="0" algn="ctr" rtl="0">
                        <a:lnSpc>
                          <a:spcPct val="100000"/>
                        </a:lnSpc>
                        <a:spcBef>
                          <a:spcPts val="0"/>
                        </a:spcBef>
                        <a:spcAft>
                          <a:spcPts val="0"/>
                        </a:spcAft>
                        <a:buNone/>
                      </a:pPr>
                      <a:r>
                        <a:rPr lang="en-US" sz="3600" b="1" u="none" strike="noStrike" cap="none" baseline="-25000">
                          <a:solidFill>
                            <a:srgbClr val="528AE9"/>
                          </a:solidFill>
                          <a:latin typeface="Arial"/>
                          <a:ea typeface="Arial"/>
                          <a:cs typeface="Arial"/>
                          <a:sym typeface="Arial"/>
                        </a:rPr>
                        <a:t>1</a:t>
                      </a:r>
                      <a:r>
                        <a:rPr lang="en-US" sz="1800" u="none" strike="noStrike" cap="none">
                          <a:solidFill>
                            <a:srgbClr val="528AE9"/>
                          </a:solidFill>
                          <a:latin typeface="Arial"/>
                          <a:ea typeface="Arial"/>
                          <a:cs typeface="Arial"/>
                          <a:sym typeface="Arial"/>
                        </a:rPr>
                        <a:t>1</a:t>
                      </a:r>
                      <a:endParaRPr sz="1800" u="none" strike="noStrike" cap="none">
                        <a:latin typeface="Arial"/>
                        <a:ea typeface="Arial"/>
                        <a:cs typeface="Arial"/>
                        <a:sym typeface="Arial"/>
                      </a:endParaRPr>
                    </a:p>
                  </a:txBody>
                  <a:tcPr marL="0" marR="0" marT="6287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00AF50">
                        <a:alpha val="29019"/>
                      </a:srgbClr>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extLst>
                  <a:ext uri="{0D108BD9-81ED-4DB2-BD59-A6C34878D82A}">
                    <a16:rowId xmlns:a16="http://schemas.microsoft.com/office/drawing/2014/main" val="10001"/>
                  </a:ext>
                </a:extLst>
              </a:tr>
              <a:tr h="549900">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40005" marR="0" lvl="0" indent="0" algn="ctr" rtl="0">
                        <a:lnSpc>
                          <a:spcPct val="100000"/>
                        </a:lnSpc>
                        <a:spcBef>
                          <a:spcPts val="0"/>
                        </a:spcBef>
                        <a:spcAft>
                          <a:spcPts val="0"/>
                        </a:spcAft>
                        <a:buNone/>
                      </a:pPr>
                      <a:r>
                        <a:rPr lang="en-US" sz="1800" u="none" strike="noStrike" cap="none">
                          <a:solidFill>
                            <a:srgbClr val="528AE9"/>
                          </a:solidFill>
                          <a:latin typeface="Arial"/>
                          <a:ea typeface="Arial"/>
                          <a:cs typeface="Arial"/>
                          <a:sym typeface="Arial"/>
                        </a:rPr>
                        <a:t>4</a:t>
                      </a:r>
                      <a:r>
                        <a:rPr lang="en-US" sz="3600" b="1" u="none" strike="noStrike" cap="none" baseline="30000">
                          <a:solidFill>
                            <a:srgbClr val="528AE9"/>
                          </a:solidFill>
                          <a:latin typeface="Arial"/>
                          <a:ea typeface="Arial"/>
                          <a:cs typeface="Arial"/>
                          <a:sym typeface="Arial"/>
                        </a:rPr>
                        <a:t>1</a:t>
                      </a:r>
                      <a:r>
                        <a:rPr lang="en-US" sz="2700" u="none" strike="noStrike" cap="none" baseline="30000">
                          <a:latin typeface="Arial"/>
                          <a:ea typeface="Arial"/>
                          <a:cs typeface="Arial"/>
                          <a:sym typeface="Arial"/>
                        </a:rPr>
                        <a:t>+</a:t>
                      </a:r>
                      <a:r>
                        <a:rPr lang="en-US" sz="3600" b="1" u="none" strike="noStrike" cap="none" baseline="30000">
                          <a:solidFill>
                            <a:srgbClr val="528AE9"/>
                          </a:solidFill>
                          <a:latin typeface="Arial"/>
                          <a:ea typeface="Arial"/>
                          <a:cs typeface="Arial"/>
                          <a:sym typeface="Arial"/>
                        </a:rPr>
                        <a:t>0</a:t>
                      </a:r>
                      <a:r>
                        <a:rPr lang="en-US" sz="2700" u="none" strike="noStrike" cap="none" baseline="30000">
                          <a:latin typeface="Arial"/>
                          <a:ea typeface="Arial"/>
                          <a:cs typeface="Arial"/>
                          <a:sym typeface="Arial"/>
                        </a:rPr>
                        <a:t>6</a:t>
                      </a:r>
                      <a:endParaRPr sz="2700" u="none" strike="noStrike" cap="none" baseline="30000">
                        <a:latin typeface="Arial"/>
                        <a:ea typeface="Arial"/>
                        <a:cs typeface="Arial"/>
                        <a:sym typeface="Arial"/>
                      </a:endParaRPr>
                    </a:p>
                  </a:txBody>
                  <a:tcPr marL="0" marR="0" marT="8317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FF0000">
                        <a:alpha val="29411"/>
                      </a:srgbClr>
                    </a:solidFill>
                  </a:tcPr>
                </a:tc>
                <a:tc>
                  <a:txBody>
                    <a:bodyPr/>
                    <a:lstStyle/>
                    <a:p>
                      <a:pPr marL="73660" marR="0" lvl="0" indent="0" algn="l" rtl="0">
                        <a:lnSpc>
                          <a:spcPct val="63333"/>
                        </a:lnSpc>
                        <a:spcBef>
                          <a:spcPts val="0"/>
                        </a:spcBef>
                        <a:spcAft>
                          <a:spcPts val="0"/>
                        </a:spcAft>
                        <a:buNone/>
                      </a:pPr>
                      <a:r>
                        <a:rPr lang="en-US" sz="2100" u="none" strike="noStrike" cap="none" baseline="30000">
                          <a:solidFill>
                            <a:srgbClr val="528AE9"/>
                          </a:solidFill>
                          <a:latin typeface="Arial"/>
                          <a:ea typeface="Arial"/>
                          <a:cs typeface="Arial"/>
                          <a:sym typeface="Arial"/>
                        </a:rPr>
                        <a:t>2 </a:t>
                      </a:r>
                      <a:r>
                        <a:rPr lang="en-US" sz="1400" u="none" strike="noStrike" cap="none">
                          <a:solidFill>
                            <a:srgbClr val="528AE9"/>
                          </a:solidFill>
                          <a:latin typeface="Arial"/>
                          <a:ea typeface="Arial"/>
                          <a:cs typeface="Arial"/>
                          <a:sym typeface="Arial"/>
                        </a:rPr>
                        <a:t>+</a:t>
                      </a:r>
                      <a:r>
                        <a:rPr lang="en-US" sz="3600" b="1" u="none" strike="noStrike" cap="none" baseline="-25000">
                          <a:solidFill>
                            <a:srgbClr val="528AE9"/>
                          </a:solidFill>
                          <a:latin typeface="Arial"/>
                          <a:ea typeface="Arial"/>
                          <a:cs typeface="Arial"/>
                          <a:sym typeface="Arial"/>
                        </a:rPr>
                        <a:t>7</a:t>
                      </a:r>
                      <a:r>
                        <a:rPr lang="en-US" sz="1400" u="none" strike="noStrike" cap="none">
                          <a:solidFill>
                            <a:srgbClr val="528AE9"/>
                          </a:solidFill>
                          <a:latin typeface="Arial"/>
                          <a:ea typeface="Arial"/>
                          <a:cs typeface="Arial"/>
                          <a:sym typeface="Arial"/>
                        </a:rPr>
                        <a:t>0</a:t>
                      </a:r>
                      <a:endParaRPr sz="1400" u="none" strike="noStrike" cap="none">
                        <a:latin typeface="Arial"/>
                        <a:ea typeface="Arial"/>
                        <a:cs typeface="Arial"/>
                        <a:sym typeface="Arial"/>
                      </a:endParaRPr>
                    </a:p>
                    <a:p>
                      <a:pPr marL="57785" marR="0" lvl="0" indent="0" algn="l" rtl="0">
                        <a:lnSpc>
                          <a:spcPct val="100000"/>
                        </a:lnSpc>
                        <a:spcBef>
                          <a:spcPts val="60"/>
                        </a:spcBef>
                        <a:spcAft>
                          <a:spcPts val="0"/>
                        </a:spcAft>
                        <a:buNone/>
                      </a:pPr>
                      <a:r>
                        <a:rPr lang="en-US" sz="1400" u="none" strike="noStrike" cap="none">
                          <a:latin typeface="Arial"/>
                          <a:ea typeface="Arial"/>
                          <a:cs typeface="Arial"/>
                          <a:sym typeface="Arial"/>
                        </a:rPr>
                        <a:t>+3</a:t>
                      </a:r>
                      <a:r>
                        <a:rPr lang="en-US" sz="2100" u="none" strike="noStrike" cap="none" baseline="30000">
                          <a:latin typeface="Arial"/>
                          <a:ea typeface="Arial"/>
                          <a:cs typeface="Arial"/>
                          <a:sym typeface="Arial"/>
                        </a:rPr>
                        <a:t>+2</a:t>
                      </a:r>
                      <a:endParaRPr sz="2100" u="none" strike="noStrike" cap="none" baseline="30000">
                        <a:latin typeface="Arial"/>
                        <a:ea typeface="Arial"/>
                        <a:cs typeface="Arial"/>
                        <a:sym typeface="Arial"/>
                      </a:endParaRPr>
                    </a:p>
                  </a:txBody>
                  <a:tcPr marL="0" marR="0" marT="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solidFill>
                      <a:srgbClr val="00AF50">
                        <a:alpha val="29019"/>
                      </a:srgbClr>
                    </a:solidFill>
                  </a:tcPr>
                </a:tc>
                <a:tc>
                  <a:txBody>
                    <a:bodyPr/>
                    <a:lstStyle/>
                    <a:p>
                      <a:pPr marL="43180" marR="0" lvl="0" indent="0" algn="ctr" rtl="0">
                        <a:lnSpc>
                          <a:spcPct val="100000"/>
                        </a:lnSpc>
                        <a:spcBef>
                          <a:spcPts val="0"/>
                        </a:spcBef>
                        <a:spcAft>
                          <a:spcPts val="0"/>
                        </a:spcAft>
                        <a:buNone/>
                      </a:pPr>
                      <a:r>
                        <a:rPr lang="en-US" sz="2700" u="none" strike="noStrike" cap="none" baseline="30000">
                          <a:solidFill>
                            <a:srgbClr val="528AE9"/>
                          </a:solidFill>
                          <a:latin typeface="Arial"/>
                          <a:ea typeface="Arial"/>
                          <a:cs typeface="Arial"/>
                          <a:sym typeface="Arial"/>
                        </a:rPr>
                        <a:t>2</a:t>
                      </a:r>
                      <a:r>
                        <a:rPr lang="en-US" sz="3600" b="1" u="none" strike="noStrike" cap="none" baseline="-25000">
                          <a:solidFill>
                            <a:srgbClr val="528AE9"/>
                          </a:solidFill>
                          <a:latin typeface="Arial"/>
                          <a:ea typeface="Arial"/>
                          <a:cs typeface="Arial"/>
                          <a:sym typeface="Arial"/>
                        </a:rPr>
                        <a:t>6</a:t>
                      </a:r>
                      <a:r>
                        <a:rPr lang="en-US" sz="1800" u="none" strike="noStrike" cap="none">
                          <a:latin typeface="Arial"/>
                          <a:ea typeface="Arial"/>
                          <a:cs typeface="Arial"/>
                          <a:sym typeface="Arial"/>
                        </a:rPr>
                        <a:t>+4</a:t>
                      </a:r>
                      <a:endParaRPr sz="1800" u="none" strike="noStrike" cap="none">
                        <a:latin typeface="Arial"/>
                        <a:ea typeface="Arial"/>
                        <a:cs typeface="Arial"/>
                        <a:sym typeface="Arial"/>
                      </a:endParaRPr>
                    </a:p>
                  </a:txBody>
                  <a:tcPr marL="0" marR="0" marT="6032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solidFill>
                      <a:srgbClr val="00AF50">
                        <a:alpha val="29019"/>
                      </a:srgbClr>
                    </a:solidFill>
                  </a:tcPr>
                </a:tc>
                <a:tc>
                  <a:txBody>
                    <a:bodyPr/>
                    <a:lstStyle/>
                    <a:p>
                      <a:pPr marL="0" marR="7620" lvl="0" indent="0" algn="ctr" rtl="0">
                        <a:lnSpc>
                          <a:spcPct val="100000"/>
                        </a:lnSpc>
                        <a:spcBef>
                          <a:spcPts val="0"/>
                        </a:spcBef>
                        <a:spcAft>
                          <a:spcPts val="0"/>
                        </a:spcAft>
                        <a:buNone/>
                      </a:pPr>
                      <a:r>
                        <a:rPr lang="en-US" sz="1800" u="none" strike="noStrike" cap="none">
                          <a:solidFill>
                            <a:srgbClr val="528AE9"/>
                          </a:solidFill>
                          <a:latin typeface="Arial"/>
                          <a:ea typeface="Arial"/>
                          <a:cs typeface="Arial"/>
                          <a:sym typeface="Arial"/>
                        </a:rPr>
                        <a:t>1 </a:t>
                      </a:r>
                      <a:r>
                        <a:rPr lang="en-US" sz="3600" b="1" u="none" strike="noStrike" cap="none" baseline="-25000">
                          <a:solidFill>
                            <a:srgbClr val="528AE9"/>
                          </a:solidFill>
                          <a:latin typeface="Arial"/>
                          <a:ea typeface="Arial"/>
                          <a:cs typeface="Arial"/>
                          <a:sym typeface="Arial"/>
                        </a:rPr>
                        <a:t>3</a:t>
                      </a:r>
                      <a:r>
                        <a:rPr lang="en-US" sz="2700" u="none" strike="noStrike" cap="none" baseline="30000">
                          <a:latin typeface="Arial"/>
                          <a:ea typeface="Arial"/>
                          <a:cs typeface="Arial"/>
                          <a:sym typeface="Arial"/>
                        </a:rPr>
                        <a:t>+2</a:t>
                      </a:r>
                      <a:endParaRPr sz="2700" u="none" strike="noStrike" cap="none" baseline="30000">
                        <a:latin typeface="Arial"/>
                        <a:ea typeface="Arial"/>
                        <a:cs typeface="Arial"/>
                        <a:sym typeface="Arial"/>
                      </a:endParaRPr>
                    </a:p>
                  </a:txBody>
                  <a:tcPr marL="0" marR="0" marT="6032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38100" cap="flat" cmpd="sng">
                      <a:solidFill>
                        <a:srgbClr val="44536A"/>
                      </a:solidFill>
                      <a:prstDash val="solid"/>
                      <a:round/>
                      <a:headEnd type="none" w="sm" len="sm"/>
                      <a:tailEnd type="none" w="sm" len="sm"/>
                    </a:lnB>
                    <a:solidFill>
                      <a:srgbClr val="00AF50">
                        <a:alpha val="29019"/>
                      </a:srgbClr>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extLst>
                  <a:ext uri="{0D108BD9-81ED-4DB2-BD59-A6C34878D82A}">
                    <a16:rowId xmlns:a16="http://schemas.microsoft.com/office/drawing/2014/main" val="10002"/>
                  </a:ext>
                </a:extLst>
              </a:tr>
              <a:tr h="546725">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6985" marR="0" lvl="0" indent="0" algn="ctr" rtl="0">
                        <a:lnSpc>
                          <a:spcPct val="100000"/>
                        </a:lnSpc>
                        <a:spcBef>
                          <a:spcPts val="0"/>
                        </a:spcBef>
                        <a:spcAft>
                          <a:spcPts val="0"/>
                        </a:spcAft>
                        <a:buNone/>
                      </a:pPr>
                      <a:r>
                        <a:rPr lang="en-US" sz="3600" b="1" u="none" strike="noStrike" cap="none" baseline="-25000">
                          <a:solidFill>
                            <a:srgbClr val="528AE9"/>
                          </a:solidFill>
                          <a:latin typeface="Arial"/>
                          <a:ea typeface="Arial"/>
                          <a:cs typeface="Arial"/>
                          <a:sym typeface="Arial"/>
                        </a:rPr>
                        <a:t>0</a:t>
                      </a: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6287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1E10F1">
                        <a:alpha val="29411"/>
                      </a:srgbClr>
                    </a:solidFill>
                  </a:tcPr>
                </a:tc>
                <a:tc>
                  <a:txBody>
                    <a:bodyPr/>
                    <a:lstStyle/>
                    <a:p>
                      <a:pPr marL="93980" marR="0" lvl="0" indent="0" algn="l" rtl="0">
                        <a:lnSpc>
                          <a:spcPct val="100000"/>
                        </a:lnSpc>
                        <a:spcBef>
                          <a:spcPts val="0"/>
                        </a:spcBef>
                        <a:spcAft>
                          <a:spcPts val="0"/>
                        </a:spcAft>
                        <a:buNone/>
                      </a:pPr>
                      <a:r>
                        <a:rPr lang="en-US" sz="2700" u="none" strike="noStrike" cap="none" baseline="30000">
                          <a:latin typeface="Arial"/>
                          <a:ea typeface="Arial"/>
                          <a:cs typeface="Arial"/>
                          <a:sym typeface="Arial"/>
                        </a:rPr>
                        <a:t>3</a:t>
                      </a:r>
                      <a:r>
                        <a:rPr lang="en-US" sz="3600" b="1" u="none" strike="noStrike" cap="none" baseline="-25000">
                          <a:solidFill>
                            <a:srgbClr val="528AE9"/>
                          </a:solidFill>
                          <a:latin typeface="Arial"/>
                          <a:ea typeface="Arial"/>
                          <a:cs typeface="Arial"/>
                          <a:sym typeface="Arial"/>
                        </a:rPr>
                        <a:t>7</a:t>
                      </a:r>
                      <a:r>
                        <a:rPr lang="en-US" sz="1800" u="none" strike="noStrike" cap="none">
                          <a:latin typeface="Arial"/>
                          <a:ea typeface="Arial"/>
                          <a:cs typeface="Arial"/>
                          <a:sym typeface="Arial"/>
                        </a:rPr>
                        <a:t>+4</a:t>
                      </a:r>
                      <a:endParaRPr sz="1800" u="none" strike="noStrike" cap="none">
                        <a:latin typeface="Arial"/>
                        <a:ea typeface="Arial"/>
                        <a:cs typeface="Arial"/>
                        <a:sym typeface="Arial"/>
                      </a:endParaRPr>
                    </a:p>
                  </a:txBody>
                  <a:tcPr marL="0" marR="0" marT="6095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1E10F1">
                        <a:alpha val="29411"/>
                      </a:srgbClr>
                    </a:solidFill>
                  </a:tcPr>
                </a:tc>
                <a:tc>
                  <a:txBody>
                    <a:bodyPr/>
                    <a:lstStyle/>
                    <a:p>
                      <a:pPr marL="25400" marR="0" lvl="0" indent="0" algn="ctr" rtl="0">
                        <a:lnSpc>
                          <a:spcPct val="100000"/>
                        </a:lnSpc>
                        <a:spcBef>
                          <a:spcPts val="0"/>
                        </a:spcBef>
                        <a:spcAft>
                          <a:spcPts val="0"/>
                        </a:spcAft>
                        <a:buNone/>
                      </a:pPr>
                      <a:r>
                        <a:rPr lang="en-US" sz="3600" b="1" u="none" strike="noStrike" cap="none" baseline="-25000">
                          <a:solidFill>
                            <a:srgbClr val="528AE9"/>
                          </a:solidFill>
                          <a:latin typeface="Arial"/>
                          <a:ea typeface="Arial"/>
                          <a:cs typeface="Arial"/>
                          <a:sym typeface="Arial"/>
                        </a:rPr>
                        <a:t>0</a:t>
                      </a: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6350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FF40FF">
                        <a:alpha val="29019"/>
                      </a:srgbClr>
                    </a:solidFill>
                  </a:tcPr>
                </a:tc>
                <a:tc>
                  <a:txBody>
                    <a:bodyPr/>
                    <a:lstStyle/>
                    <a:p>
                      <a:pPr marL="0" marR="0" lvl="0" indent="0" algn="ctr" rtl="0">
                        <a:lnSpc>
                          <a:spcPct val="100000"/>
                        </a:lnSpc>
                        <a:spcBef>
                          <a:spcPts val="0"/>
                        </a:spcBef>
                        <a:spcAft>
                          <a:spcPts val="0"/>
                        </a:spcAft>
                        <a:buNone/>
                      </a:pPr>
                      <a:r>
                        <a:rPr lang="en-US" sz="3600" b="1" u="none" strike="noStrike" cap="none" baseline="-25000">
                          <a:solidFill>
                            <a:srgbClr val="528AE9"/>
                          </a:solidFill>
                          <a:latin typeface="Arial"/>
                          <a:ea typeface="Arial"/>
                          <a:cs typeface="Arial"/>
                          <a:sym typeface="Arial"/>
                        </a:rPr>
                        <a:t>2</a:t>
                      </a:r>
                      <a:r>
                        <a:rPr lang="en-US" sz="1800" u="none" strike="noStrike" cap="none">
                          <a:latin typeface="Arial"/>
                          <a:ea typeface="Arial"/>
                          <a:cs typeface="Arial"/>
                          <a:sym typeface="Arial"/>
                        </a:rPr>
                        <a:t>2</a:t>
                      </a:r>
                      <a:endParaRPr sz="1800" u="none" strike="noStrike" cap="none">
                        <a:latin typeface="Arial"/>
                        <a:ea typeface="Arial"/>
                        <a:cs typeface="Arial"/>
                        <a:sym typeface="Arial"/>
                      </a:endParaRPr>
                    </a:p>
                  </a:txBody>
                  <a:tcPr marL="0" marR="0" marT="6540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38100"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FF40FF">
                        <a:alpha val="29019"/>
                      </a:srgbClr>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extLst>
                  <a:ext uri="{0D108BD9-81ED-4DB2-BD59-A6C34878D82A}">
                    <a16:rowId xmlns:a16="http://schemas.microsoft.com/office/drawing/2014/main" val="10003"/>
                  </a:ext>
                </a:extLst>
              </a:tr>
              <a:tr h="548000">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0" marR="0" lvl="0" indent="0" algn="ctr" rtl="0">
                        <a:lnSpc>
                          <a:spcPct val="100000"/>
                        </a:lnSpc>
                        <a:spcBef>
                          <a:spcPts val="0"/>
                        </a:spcBef>
                        <a:spcAft>
                          <a:spcPts val="0"/>
                        </a:spcAft>
                        <a:buNone/>
                      </a:pPr>
                      <a:r>
                        <a:rPr lang="en-US" sz="3600" b="1" u="none" strike="noStrike" cap="none" baseline="-25000">
                          <a:solidFill>
                            <a:srgbClr val="528AE9"/>
                          </a:solidFill>
                          <a:latin typeface="Arial"/>
                          <a:ea typeface="Arial"/>
                          <a:cs typeface="Arial"/>
                          <a:sym typeface="Arial"/>
                        </a:rPr>
                        <a:t>6</a:t>
                      </a:r>
                      <a:r>
                        <a:rPr lang="en-US" sz="1800" u="none" strike="noStrike" cap="none">
                          <a:latin typeface="Arial"/>
                          <a:ea typeface="Arial"/>
                          <a:cs typeface="Arial"/>
                          <a:sym typeface="Arial"/>
                        </a:rPr>
                        <a:t>6</a:t>
                      </a:r>
                      <a:endParaRPr sz="1800" u="none" strike="noStrike" cap="none">
                        <a:latin typeface="Arial"/>
                        <a:ea typeface="Arial"/>
                        <a:cs typeface="Arial"/>
                        <a:sym typeface="Arial"/>
                      </a:endParaRPr>
                    </a:p>
                  </a:txBody>
                  <a:tcPr marL="0" marR="0" marT="6160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1E10F1">
                        <a:alpha val="29411"/>
                      </a:srgbClr>
                    </a:solidFill>
                  </a:tcPr>
                </a:tc>
                <a:tc>
                  <a:txBody>
                    <a:bodyPr/>
                    <a:lstStyle/>
                    <a:p>
                      <a:pPr marL="85090" marR="0" lvl="0" indent="0" algn="l" rtl="0">
                        <a:lnSpc>
                          <a:spcPct val="100000"/>
                        </a:lnSpc>
                        <a:spcBef>
                          <a:spcPts val="0"/>
                        </a:spcBef>
                        <a:spcAft>
                          <a:spcPts val="0"/>
                        </a:spcAft>
                        <a:buNone/>
                      </a:pPr>
                      <a:r>
                        <a:rPr lang="en-US" sz="1800" u="none" strike="noStrike" cap="none">
                          <a:latin typeface="Arial"/>
                          <a:ea typeface="Arial"/>
                          <a:cs typeface="Arial"/>
                          <a:sym typeface="Arial"/>
                        </a:rPr>
                        <a:t>3</a:t>
                      </a:r>
                      <a:r>
                        <a:rPr lang="en-US" sz="3600" b="1" u="none" strike="noStrike" cap="none" baseline="-25000">
                          <a:solidFill>
                            <a:srgbClr val="528AE9"/>
                          </a:solidFill>
                          <a:latin typeface="Arial"/>
                          <a:ea typeface="Arial"/>
                          <a:cs typeface="Arial"/>
                          <a:sym typeface="Arial"/>
                        </a:rPr>
                        <a:t>3</a:t>
                      </a: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5397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1E10F1">
                        <a:alpha val="29411"/>
                      </a:srgbClr>
                    </a:solidFill>
                  </a:tcPr>
                </a:tc>
                <a:tc>
                  <a:txBody>
                    <a:bodyPr/>
                    <a:lstStyle/>
                    <a:p>
                      <a:pPr marL="0" marR="0" lvl="0" indent="0" algn="ctr" rtl="0">
                        <a:lnSpc>
                          <a:spcPct val="100000"/>
                        </a:lnSpc>
                        <a:spcBef>
                          <a:spcPts val="0"/>
                        </a:spcBef>
                        <a:spcAft>
                          <a:spcPts val="0"/>
                        </a:spcAft>
                        <a:buNone/>
                      </a:pPr>
                      <a:r>
                        <a:rPr lang="en-US" sz="3600" b="1" u="none" strike="noStrike" cap="none" baseline="-25000">
                          <a:solidFill>
                            <a:srgbClr val="528AE9"/>
                          </a:solidFill>
                          <a:latin typeface="Arial"/>
                          <a:ea typeface="Arial"/>
                          <a:cs typeface="Arial"/>
                          <a:sym typeface="Arial"/>
                        </a:rPr>
                        <a:t>4</a:t>
                      </a:r>
                      <a:r>
                        <a:rPr lang="en-US" sz="1800" u="none" strike="noStrike" cap="none">
                          <a:latin typeface="Arial"/>
                          <a:ea typeface="Arial"/>
                          <a:cs typeface="Arial"/>
                          <a:sym typeface="Arial"/>
                        </a:rPr>
                        <a:t>4</a:t>
                      </a:r>
                      <a:endParaRPr sz="1800" u="none" strike="noStrike" cap="none">
                        <a:latin typeface="Arial"/>
                        <a:ea typeface="Arial"/>
                        <a:cs typeface="Arial"/>
                        <a:sym typeface="Arial"/>
                      </a:endParaRPr>
                    </a:p>
                  </a:txBody>
                  <a:tcPr marL="0" marR="0" marT="57150"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FF40FF">
                        <a:alpha val="29019"/>
                      </a:srgbClr>
                    </a:solidFill>
                  </a:tcPr>
                </a:tc>
                <a:tc>
                  <a:txBody>
                    <a:bodyPr/>
                    <a:lstStyle/>
                    <a:p>
                      <a:pPr marL="12700" marR="0" lvl="0" indent="0" algn="ctr" rtl="0">
                        <a:lnSpc>
                          <a:spcPct val="100000"/>
                        </a:lnSpc>
                        <a:spcBef>
                          <a:spcPts val="0"/>
                        </a:spcBef>
                        <a:spcAft>
                          <a:spcPts val="0"/>
                        </a:spcAft>
                        <a:buNone/>
                      </a:pPr>
                      <a:r>
                        <a:rPr lang="en-US" sz="3600" b="1" u="none" strike="noStrike" cap="none" baseline="-25000">
                          <a:solidFill>
                            <a:srgbClr val="528AE9"/>
                          </a:solidFill>
                          <a:latin typeface="Arial"/>
                          <a:ea typeface="Arial"/>
                          <a:cs typeface="Arial"/>
                          <a:sym typeface="Arial"/>
                        </a:rPr>
                        <a:t>2</a:t>
                      </a:r>
                      <a:r>
                        <a:rPr lang="en-US" sz="1800" u="none" strike="noStrike" cap="none">
                          <a:latin typeface="Arial"/>
                          <a:ea typeface="Arial"/>
                          <a:cs typeface="Arial"/>
                          <a:sym typeface="Arial"/>
                        </a:rPr>
                        <a:t>2</a:t>
                      </a:r>
                      <a:endParaRPr sz="1800" u="none" strike="noStrike" cap="none">
                        <a:latin typeface="Arial"/>
                        <a:ea typeface="Arial"/>
                        <a:cs typeface="Arial"/>
                        <a:sym typeface="Arial"/>
                      </a:endParaRPr>
                    </a:p>
                  </a:txBody>
                  <a:tcPr marL="0" marR="0" marT="58425" marB="0">
                    <a:lnL w="28575" cap="flat" cmpd="sng">
                      <a:solidFill>
                        <a:srgbClr val="44536A"/>
                      </a:solidFill>
                      <a:prstDash val="solid"/>
                      <a:round/>
                      <a:headEnd type="none" w="sm" len="sm"/>
                      <a:tailEnd type="none" w="sm" len="sm"/>
                    </a:lnL>
                    <a:lnR w="28575"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28575" cap="flat" cmpd="sng">
                      <a:solidFill>
                        <a:srgbClr val="44536A"/>
                      </a:solidFill>
                      <a:prstDash val="solid"/>
                      <a:round/>
                      <a:headEnd type="none" w="sm" len="sm"/>
                      <a:tailEnd type="none" w="sm" len="sm"/>
                    </a:lnB>
                    <a:solidFill>
                      <a:srgbClr val="FF40FF">
                        <a:alpha val="29019"/>
                      </a:srgbClr>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28575"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extLst>
                  <a:ext uri="{0D108BD9-81ED-4DB2-BD59-A6C34878D82A}">
                    <a16:rowId xmlns:a16="http://schemas.microsoft.com/office/drawing/2014/main" val="10004"/>
                  </a:ext>
                </a:extLst>
              </a:tr>
              <a:tr h="515625">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28575"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tc>
                  <a:txBody>
                    <a:bodyPr/>
                    <a:lstStyle/>
                    <a:p>
                      <a:pPr marL="0" marR="0" lvl="0" indent="0" algn="l" rtl="0">
                        <a:lnSpc>
                          <a:spcPct val="100000"/>
                        </a:lnSpc>
                        <a:spcBef>
                          <a:spcPts val="0"/>
                        </a:spcBef>
                        <a:spcAft>
                          <a:spcPts val="0"/>
                        </a:spcAft>
                        <a:buNone/>
                      </a:pPr>
                      <a:endParaRPr sz="2000" u="none" strike="noStrike" cap="none">
                        <a:latin typeface="Times New Roman"/>
                        <a:ea typeface="Times New Roman"/>
                        <a:cs typeface="Times New Roman"/>
                        <a:sym typeface="Times New Roman"/>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lnB w="19050" cap="flat" cmpd="sng">
                      <a:solidFill>
                        <a:srgbClr val="44536A"/>
                      </a:solidFill>
                      <a:prstDash val="solid"/>
                      <a:round/>
                      <a:headEnd type="none" w="sm" len="sm"/>
                      <a:tailEnd type="none" w="sm" len="sm"/>
                    </a:lnB>
                    <a:solidFill>
                      <a:srgbClr val="D0CECE"/>
                    </a:solidFill>
                  </a:tcPr>
                </a:tc>
                <a:extLst>
                  <a:ext uri="{0D108BD9-81ED-4DB2-BD59-A6C34878D82A}">
                    <a16:rowId xmlns:a16="http://schemas.microsoft.com/office/drawing/2014/main" val="10005"/>
                  </a:ext>
                </a:extLst>
              </a:tr>
            </a:tbl>
          </a:graphicData>
        </a:graphic>
      </p:graphicFrame>
      <p:graphicFrame>
        <p:nvGraphicFramePr>
          <p:cNvPr id="1074" name="Google Shape;1074;p43"/>
          <p:cNvGraphicFramePr/>
          <p:nvPr/>
        </p:nvGraphicFramePr>
        <p:xfrm>
          <a:off x="4391691" y="2011870"/>
          <a:ext cx="1642125" cy="1647175"/>
        </p:xfrm>
        <a:graphic>
          <a:graphicData uri="http://schemas.openxmlformats.org/drawingml/2006/table">
            <a:tbl>
              <a:tblPr firstRow="1" bandRow="1">
                <a:noFill/>
                <a:tableStyleId>{212714E9-6B82-488D-B99E-6F814BD6195D}</a:tableStyleId>
              </a:tblPr>
              <a:tblGrid>
                <a:gridCol w="538475">
                  <a:extLst>
                    <a:ext uri="{9D8B030D-6E8A-4147-A177-3AD203B41FA5}">
                      <a16:colId xmlns:a16="http://schemas.microsoft.com/office/drawing/2014/main" val="20000"/>
                    </a:ext>
                  </a:extLst>
                </a:gridCol>
                <a:gridCol w="548650">
                  <a:extLst>
                    <a:ext uri="{9D8B030D-6E8A-4147-A177-3AD203B41FA5}">
                      <a16:colId xmlns:a16="http://schemas.microsoft.com/office/drawing/2014/main" val="20001"/>
                    </a:ext>
                  </a:extLst>
                </a:gridCol>
                <a:gridCol w="555000">
                  <a:extLst>
                    <a:ext uri="{9D8B030D-6E8A-4147-A177-3AD203B41FA5}">
                      <a16:colId xmlns:a16="http://schemas.microsoft.com/office/drawing/2014/main" val="20002"/>
                    </a:ext>
                  </a:extLst>
                </a:gridCol>
              </a:tblGrid>
              <a:tr h="220975">
                <a:tc>
                  <a:txBody>
                    <a:bodyPr/>
                    <a:lstStyle/>
                    <a:p>
                      <a:pPr marL="0" marR="53339" lvl="0" indent="0" algn="r" rtl="0">
                        <a:lnSpc>
                          <a:spcPct val="71190"/>
                        </a:lnSpc>
                        <a:spcBef>
                          <a:spcPts val="0"/>
                        </a:spcBef>
                        <a:spcAft>
                          <a:spcPts val="0"/>
                        </a:spcAft>
                        <a:buNone/>
                      </a:pPr>
                      <a:r>
                        <a:rPr lang="en-US" sz="2100" u="none" strike="noStrike" cap="none" baseline="30000">
                          <a:solidFill>
                            <a:srgbClr val="FF0000"/>
                          </a:solidFill>
                          <a:latin typeface="Calibri"/>
                          <a:ea typeface="Calibri"/>
                          <a:cs typeface="Calibri"/>
                          <a:sym typeface="Calibri"/>
                        </a:rPr>
                        <a:t>2</a:t>
                      </a:r>
                      <a:r>
                        <a:rPr lang="en-US" sz="1400" u="none" strike="noStrike" cap="none">
                          <a:solidFill>
                            <a:srgbClr val="1E10F1"/>
                          </a:solidFill>
                          <a:latin typeface="Calibri"/>
                          <a:ea typeface="Calibri"/>
                          <a:cs typeface="Calibri"/>
                          <a:sym typeface="Calibri"/>
                        </a:rPr>
                        <a:t>3</a:t>
                      </a:r>
                      <a:r>
                        <a:rPr lang="en-US" sz="2100" u="none" strike="noStrike" cap="none" baseline="-25000">
                          <a:solidFill>
                            <a:srgbClr val="FF40FF"/>
                          </a:solidFill>
                          <a:latin typeface="Calibri"/>
                          <a:ea typeface="Calibri"/>
                          <a:cs typeface="Calibri"/>
                          <a:sym typeface="Calibri"/>
                        </a:rPr>
                        <a:t>2</a:t>
                      </a:r>
                      <a:r>
                        <a:rPr lang="en-US" sz="2100" u="none" strike="noStrike" cap="none" baseline="30000">
                          <a:solidFill>
                            <a:srgbClr val="00AF50"/>
                          </a:solidFill>
                          <a:latin typeface="Calibri"/>
                          <a:ea typeface="Calibri"/>
                          <a:cs typeface="Calibri"/>
                          <a:sym typeface="Calibri"/>
                        </a:rPr>
                        <a:t>1</a:t>
                      </a:r>
                      <a:endParaRPr sz="2100" u="none" strike="noStrike" cap="none" baseline="30000">
                        <a:latin typeface="Calibri"/>
                        <a:ea typeface="Calibri"/>
                        <a:cs typeface="Calibri"/>
                        <a:sym typeface="Calibri"/>
                      </a:endParaRPr>
                    </a:p>
                  </a:txBody>
                  <a:tcPr marL="0" marR="0" marT="18425" marB="0">
                    <a:lnL w="57150" cap="flat" cmpd="sng">
                      <a:solidFill>
                        <a:srgbClr val="FF40FF"/>
                      </a:solidFill>
                      <a:prstDash val="solid"/>
                      <a:round/>
                      <a:headEnd type="none" w="sm" len="sm"/>
                      <a:tailEnd type="none" w="sm" len="sm"/>
                    </a:lnL>
                    <a:lnR w="19050" cap="flat" cmpd="sng">
                      <a:solidFill>
                        <a:srgbClr val="44536A"/>
                      </a:solidFill>
                      <a:prstDash val="solid"/>
                      <a:round/>
                      <a:headEnd type="none" w="sm" len="sm"/>
                      <a:tailEnd type="none" w="sm" len="sm"/>
                    </a:lnR>
                    <a:lnT w="38100" cap="flat" cmpd="sng">
                      <a:solidFill>
                        <a:srgbClr val="FF40FF"/>
                      </a:solidFill>
                      <a:prstDash val="solid"/>
                      <a:round/>
                      <a:headEnd type="none" w="sm" len="sm"/>
                      <a:tailEnd type="none" w="sm" len="sm"/>
                    </a:lnT>
                    <a:solidFill>
                      <a:srgbClr val="FF40FF">
                        <a:alpha val="29019"/>
                      </a:srgbClr>
                    </a:solidFill>
                  </a:tcPr>
                </a:tc>
                <a:tc>
                  <a:txBody>
                    <a:bodyPr/>
                    <a:lstStyle/>
                    <a:p>
                      <a:pPr marL="0" marR="53975" lvl="0" indent="0" algn="r" rtl="0">
                        <a:lnSpc>
                          <a:spcPct val="71190"/>
                        </a:lnSpc>
                        <a:spcBef>
                          <a:spcPts val="0"/>
                        </a:spcBef>
                        <a:spcAft>
                          <a:spcPts val="0"/>
                        </a:spcAft>
                        <a:buNone/>
                      </a:pPr>
                      <a:r>
                        <a:rPr lang="en-US" sz="2100" u="none" strike="noStrike" cap="none" baseline="30000">
                          <a:solidFill>
                            <a:srgbClr val="FF0000"/>
                          </a:solidFill>
                          <a:latin typeface="Calibri"/>
                          <a:ea typeface="Calibri"/>
                          <a:cs typeface="Calibri"/>
                          <a:sym typeface="Calibri"/>
                        </a:rPr>
                        <a:t>2</a:t>
                      </a:r>
                      <a:r>
                        <a:rPr lang="en-US" sz="1400" u="none" strike="noStrike" cap="none">
                          <a:solidFill>
                            <a:srgbClr val="1E10F1"/>
                          </a:solidFill>
                          <a:latin typeface="Calibri"/>
                          <a:ea typeface="Calibri"/>
                          <a:cs typeface="Calibri"/>
                          <a:sym typeface="Calibri"/>
                        </a:rPr>
                        <a:t>3</a:t>
                      </a:r>
                      <a:r>
                        <a:rPr lang="en-US" sz="2100" u="none" strike="noStrike" cap="none" baseline="-25000">
                          <a:solidFill>
                            <a:srgbClr val="FF40FF"/>
                          </a:solidFill>
                          <a:latin typeface="Calibri"/>
                          <a:ea typeface="Calibri"/>
                          <a:cs typeface="Calibri"/>
                          <a:sym typeface="Calibri"/>
                        </a:rPr>
                        <a:t>2</a:t>
                      </a:r>
                      <a:r>
                        <a:rPr lang="en-US" sz="2100" u="none" strike="noStrike" cap="none" baseline="30000">
                          <a:solidFill>
                            <a:srgbClr val="00AF50"/>
                          </a:solidFill>
                          <a:latin typeface="Calibri"/>
                          <a:ea typeface="Calibri"/>
                          <a:cs typeface="Calibri"/>
                          <a:sym typeface="Calibri"/>
                        </a:rPr>
                        <a:t>1</a:t>
                      </a:r>
                      <a:endParaRPr sz="2100" u="none" strike="noStrike" cap="none" baseline="30000">
                        <a:latin typeface="Calibri"/>
                        <a:ea typeface="Calibri"/>
                        <a:cs typeface="Calibri"/>
                        <a:sym typeface="Calibri"/>
                      </a:endParaRPr>
                    </a:p>
                  </a:txBody>
                  <a:tcPr marL="0" marR="0" marT="18425"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38100" cap="flat" cmpd="sng">
                      <a:solidFill>
                        <a:srgbClr val="FF40FF"/>
                      </a:solidFill>
                      <a:prstDash val="solid"/>
                      <a:round/>
                      <a:headEnd type="none" w="sm" len="sm"/>
                      <a:tailEnd type="none" w="sm" len="sm"/>
                    </a:lnT>
                    <a:solidFill>
                      <a:srgbClr val="FF40FF">
                        <a:alpha val="29019"/>
                      </a:srgbClr>
                    </a:solidFill>
                  </a:tcPr>
                </a:tc>
                <a:tc>
                  <a:txBody>
                    <a:bodyPr/>
                    <a:lstStyle/>
                    <a:p>
                      <a:pPr marL="0" marR="60325" lvl="0" indent="0" algn="r" rtl="0">
                        <a:lnSpc>
                          <a:spcPct val="71190"/>
                        </a:lnSpc>
                        <a:spcBef>
                          <a:spcPts val="0"/>
                        </a:spcBef>
                        <a:spcAft>
                          <a:spcPts val="0"/>
                        </a:spcAft>
                        <a:buNone/>
                      </a:pPr>
                      <a:r>
                        <a:rPr lang="en-US" sz="2100" u="none" strike="noStrike" cap="none" baseline="30000">
                          <a:solidFill>
                            <a:srgbClr val="FF0000"/>
                          </a:solidFill>
                          <a:latin typeface="Calibri"/>
                          <a:ea typeface="Calibri"/>
                          <a:cs typeface="Calibri"/>
                          <a:sym typeface="Calibri"/>
                        </a:rPr>
                        <a:t>2</a:t>
                      </a:r>
                      <a:r>
                        <a:rPr lang="en-US" sz="1400" u="none" strike="noStrike" cap="none">
                          <a:solidFill>
                            <a:srgbClr val="1E10F1"/>
                          </a:solidFill>
                          <a:latin typeface="Calibri"/>
                          <a:ea typeface="Calibri"/>
                          <a:cs typeface="Calibri"/>
                          <a:sym typeface="Calibri"/>
                        </a:rPr>
                        <a:t>3</a:t>
                      </a:r>
                      <a:r>
                        <a:rPr lang="en-US" sz="2100" u="none" strike="noStrike" cap="none" baseline="-25000">
                          <a:solidFill>
                            <a:srgbClr val="FF40FF"/>
                          </a:solidFill>
                          <a:latin typeface="Calibri"/>
                          <a:ea typeface="Calibri"/>
                          <a:cs typeface="Calibri"/>
                          <a:sym typeface="Calibri"/>
                        </a:rPr>
                        <a:t>2</a:t>
                      </a:r>
                      <a:r>
                        <a:rPr lang="en-US" sz="2100" u="none" strike="noStrike" cap="none" baseline="30000">
                          <a:solidFill>
                            <a:srgbClr val="00AF50"/>
                          </a:solidFill>
                          <a:latin typeface="Calibri"/>
                          <a:ea typeface="Calibri"/>
                          <a:cs typeface="Calibri"/>
                          <a:sym typeface="Calibri"/>
                        </a:rPr>
                        <a:t>1</a:t>
                      </a:r>
                      <a:endParaRPr sz="2100" u="none" strike="noStrike" cap="none" baseline="30000">
                        <a:latin typeface="Calibri"/>
                        <a:ea typeface="Calibri"/>
                        <a:cs typeface="Calibri"/>
                        <a:sym typeface="Calibri"/>
                      </a:endParaRPr>
                    </a:p>
                  </a:txBody>
                  <a:tcPr marL="0" marR="0" marT="18425" marB="0">
                    <a:lnL w="19050" cap="flat" cmpd="sng">
                      <a:solidFill>
                        <a:srgbClr val="44536A"/>
                      </a:solidFill>
                      <a:prstDash val="solid"/>
                      <a:round/>
                      <a:headEnd type="none" w="sm" len="sm"/>
                      <a:tailEnd type="none" w="sm" len="sm"/>
                    </a:lnL>
                    <a:lnR w="57150" cap="flat" cmpd="sng">
                      <a:solidFill>
                        <a:srgbClr val="FF40FF"/>
                      </a:solidFill>
                      <a:prstDash val="solid"/>
                      <a:round/>
                      <a:headEnd type="none" w="sm" len="sm"/>
                      <a:tailEnd type="none" w="sm" len="sm"/>
                    </a:lnR>
                    <a:lnT w="38100" cap="flat" cmpd="sng">
                      <a:solidFill>
                        <a:srgbClr val="FF40FF"/>
                      </a:solidFill>
                      <a:prstDash val="solid"/>
                      <a:round/>
                      <a:headEnd type="none" w="sm" len="sm"/>
                      <a:tailEnd type="none" w="sm" len="sm"/>
                    </a:lnT>
                    <a:solidFill>
                      <a:srgbClr val="FF40FF">
                        <a:alpha val="29019"/>
                      </a:srgbClr>
                    </a:solidFill>
                  </a:tcPr>
                </a:tc>
                <a:extLst>
                  <a:ext uri="{0D108BD9-81ED-4DB2-BD59-A6C34878D82A}">
                    <a16:rowId xmlns:a16="http://schemas.microsoft.com/office/drawing/2014/main" val="10000"/>
                  </a:ext>
                </a:extLst>
              </a:tr>
              <a:tr h="330825">
                <a:tc>
                  <a:txBody>
                    <a:bodyPr/>
                    <a:lstStyle/>
                    <a:p>
                      <a:pPr marL="200660" marR="0" lvl="0" indent="0" algn="l" rtl="0">
                        <a:lnSpc>
                          <a:spcPct val="91388"/>
                        </a:lnSpc>
                        <a:spcBef>
                          <a:spcPts val="0"/>
                        </a:spcBef>
                        <a:spcAft>
                          <a:spcPts val="0"/>
                        </a:spcAft>
                        <a:buNone/>
                      </a:pPr>
                      <a:r>
                        <a:rPr lang="en-US" sz="1800" u="none" strike="noStrike" cap="none">
                          <a:latin typeface="Arial"/>
                          <a:ea typeface="Arial"/>
                          <a:cs typeface="Arial"/>
                          <a:sym typeface="Arial"/>
                        </a:rPr>
                        <a:t>1</a:t>
                      </a:r>
                      <a:endParaRPr sz="1800" u="none" strike="noStrike" cap="none">
                        <a:latin typeface="Arial"/>
                        <a:ea typeface="Arial"/>
                        <a:cs typeface="Arial"/>
                        <a:sym typeface="Arial"/>
                      </a:endParaRPr>
                    </a:p>
                  </a:txBody>
                  <a:tcPr marL="0" marR="0" marT="0" marB="0">
                    <a:lnL w="57150" cap="flat" cmpd="sng">
                      <a:solidFill>
                        <a:srgbClr val="FF40FF"/>
                      </a:solidFill>
                      <a:prstDash val="solid"/>
                      <a:round/>
                      <a:headEnd type="none" w="sm" len="sm"/>
                      <a:tailEnd type="none" w="sm" len="sm"/>
                    </a:lnL>
                    <a:lnR w="19050" cap="flat" cmpd="sng">
                      <a:solidFill>
                        <a:srgbClr val="44536A"/>
                      </a:solidFill>
                      <a:prstDash val="solid"/>
                      <a:round/>
                      <a:headEnd type="none" w="sm" len="sm"/>
                      <a:tailEnd type="none" w="sm" len="sm"/>
                    </a:lnR>
                    <a:lnB w="19050" cap="flat" cmpd="sng">
                      <a:solidFill>
                        <a:srgbClr val="44536A"/>
                      </a:solidFill>
                      <a:prstDash val="solid"/>
                      <a:round/>
                      <a:headEnd type="none" w="sm" len="sm"/>
                      <a:tailEnd type="none" w="sm" len="sm"/>
                    </a:lnB>
                    <a:solidFill>
                      <a:srgbClr val="FF40FF">
                        <a:alpha val="29019"/>
                      </a:srgbClr>
                    </a:solidFill>
                  </a:tcPr>
                </a:tc>
                <a:tc>
                  <a:txBody>
                    <a:bodyPr/>
                    <a:lstStyle/>
                    <a:p>
                      <a:pPr marL="209550" marR="0" lvl="0" indent="0" algn="l" rtl="0">
                        <a:lnSpc>
                          <a:spcPct val="91666"/>
                        </a:lnSpc>
                        <a:spcBef>
                          <a:spcPts val="0"/>
                        </a:spcBef>
                        <a:spcAft>
                          <a:spcPts val="0"/>
                        </a:spcAft>
                        <a:buNone/>
                      </a:pPr>
                      <a:r>
                        <a:rPr lang="en-US" sz="1800" u="none" strike="noStrike" cap="none">
                          <a:latin typeface="Arial"/>
                          <a:ea typeface="Arial"/>
                          <a:cs typeface="Arial"/>
                          <a:sym typeface="Arial"/>
                        </a:rPr>
                        <a:t>2</a:t>
                      </a:r>
                      <a:endParaRPr sz="1800" u="none" strike="noStrike" cap="none">
                        <a:latin typeface="Arial"/>
                        <a:ea typeface="Arial"/>
                        <a:cs typeface="Arial"/>
                        <a:sym typeface="Arial"/>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B w="19050" cap="flat" cmpd="sng">
                      <a:solidFill>
                        <a:srgbClr val="44536A"/>
                      </a:solidFill>
                      <a:prstDash val="solid"/>
                      <a:round/>
                      <a:headEnd type="none" w="sm" len="sm"/>
                      <a:tailEnd type="none" w="sm" len="sm"/>
                    </a:lnB>
                    <a:solidFill>
                      <a:srgbClr val="FF40FF">
                        <a:alpha val="29019"/>
                      </a:srgbClr>
                    </a:solidFill>
                  </a:tcPr>
                </a:tc>
                <a:tc>
                  <a:txBody>
                    <a:bodyPr/>
                    <a:lstStyle/>
                    <a:p>
                      <a:pPr marL="221615" marR="0" lvl="0" indent="0" algn="l" rtl="0">
                        <a:lnSpc>
                          <a:spcPct val="91388"/>
                        </a:lnSpc>
                        <a:spcBef>
                          <a:spcPts val="0"/>
                        </a:spcBef>
                        <a:spcAft>
                          <a:spcPts val="0"/>
                        </a:spcAft>
                        <a:buNone/>
                      </a:pPr>
                      <a:r>
                        <a:rPr lang="en-US" sz="1800" u="none" strike="noStrike" cap="none">
                          <a:latin typeface="Arial"/>
                          <a:ea typeface="Arial"/>
                          <a:cs typeface="Arial"/>
                          <a:sym typeface="Arial"/>
                        </a:rPr>
                        <a:t>1</a:t>
                      </a:r>
                      <a:endParaRPr sz="1800" u="none" strike="noStrike" cap="none">
                        <a:latin typeface="Arial"/>
                        <a:ea typeface="Arial"/>
                        <a:cs typeface="Arial"/>
                        <a:sym typeface="Arial"/>
                      </a:endParaRPr>
                    </a:p>
                  </a:txBody>
                  <a:tcPr marL="0" marR="0" marT="0" marB="0">
                    <a:lnL w="19050" cap="flat" cmpd="sng">
                      <a:solidFill>
                        <a:srgbClr val="44536A"/>
                      </a:solidFill>
                      <a:prstDash val="solid"/>
                      <a:round/>
                      <a:headEnd type="none" w="sm" len="sm"/>
                      <a:tailEnd type="none" w="sm" len="sm"/>
                    </a:lnL>
                    <a:lnR w="57150" cap="flat" cmpd="sng">
                      <a:solidFill>
                        <a:srgbClr val="FF40FF"/>
                      </a:solidFill>
                      <a:prstDash val="solid"/>
                      <a:round/>
                      <a:headEnd type="none" w="sm" len="sm"/>
                      <a:tailEnd type="none" w="sm" len="sm"/>
                    </a:lnR>
                    <a:lnB w="19050" cap="flat" cmpd="sng">
                      <a:solidFill>
                        <a:srgbClr val="44536A"/>
                      </a:solidFill>
                      <a:prstDash val="solid"/>
                      <a:round/>
                      <a:headEnd type="none" w="sm" len="sm"/>
                      <a:tailEnd type="none" w="sm" len="sm"/>
                    </a:lnB>
                    <a:solidFill>
                      <a:srgbClr val="FF40FF">
                        <a:alpha val="29019"/>
                      </a:srgbClr>
                    </a:solidFill>
                  </a:tcPr>
                </a:tc>
                <a:extLst>
                  <a:ext uri="{0D108BD9-81ED-4DB2-BD59-A6C34878D82A}">
                    <a16:rowId xmlns:a16="http://schemas.microsoft.com/office/drawing/2014/main" val="10001"/>
                  </a:ext>
                </a:extLst>
              </a:tr>
              <a:tr h="213350">
                <a:tc>
                  <a:txBody>
                    <a:bodyPr/>
                    <a:lstStyle/>
                    <a:p>
                      <a:pPr marL="0" marR="53339" lvl="0" indent="0" algn="r" rtl="0">
                        <a:lnSpc>
                          <a:spcPct val="67380"/>
                        </a:lnSpc>
                        <a:spcBef>
                          <a:spcPts val="0"/>
                        </a:spcBef>
                        <a:spcAft>
                          <a:spcPts val="0"/>
                        </a:spcAft>
                        <a:buNone/>
                      </a:pPr>
                      <a:r>
                        <a:rPr lang="en-US" sz="2100" u="none" strike="noStrike" cap="none" baseline="30000">
                          <a:solidFill>
                            <a:srgbClr val="FF0000"/>
                          </a:solidFill>
                          <a:latin typeface="Calibri"/>
                          <a:ea typeface="Calibri"/>
                          <a:cs typeface="Calibri"/>
                          <a:sym typeface="Calibri"/>
                        </a:rPr>
                        <a:t>2</a:t>
                      </a:r>
                      <a:r>
                        <a:rPr lang="en-US" sz="1400" u="none" strike="noStrike" cap="none">
                          <a:solidFill>
                            <a:srgbClr val="1E10F1"/>
                          </a:solidFill>
                          <a:latin typeface="Calibri"/>
                          <a:ea typeface="Calibri"/>
                          <a:cs typeface="Calibri"/>
                          <a:sym typeface="Calibri"/>
                        </a:rPr>
                        <a:t>3</a:t>
                      </a:r>
                      <a:r>
                        <a:rPr lang="en-US" sz="2100" u="none" strike="noStrike" cap="none" baseline="-25000">
                          <a:solidFill>
                            <a:srgbClr val="FF40FF"/>
                          </a:solidFill>
                          <a:latin typeface="Calibri"/>
                          <a:ea typeface="Calibri"/>
                          <a:cs typeface="Calibri"/>
                          <a:sym typeface="Calibri"/>
                        </a:rPr>
                        <a:t>2</a:t>
                      </a:r>
                      <a:r>
                        <a:rPr lang="en-US" sz="2100" u="none" strike="noStrike" cap="none" baseline="30000">
                          <a:solidFill>
                            <a:srgbClr val="00AF50"/>
                          </a:solidFill>
                          <a:latin typeface="Calibri"/>
                          <a:ea typeface="Calibri"/>
                          <a:cs typeface="Calibri"/>
                          <a:sym typeface="Calibri"/>
                        </a:rPr>
                        <a:t>1</a:t>
                      </a:r>
                      <a:endParaRPr sz="2100" u="none" strike="noStrike" cap="none" baseline="30000">
                        <a:latin typeface="Calibri"/>
                        <a:ea typeface="Calibri"/>
                        <a:cs typeface="Calibri"/>
                        <a:sym typeface="Calibri"/>
                      </a:endParaRPr>
                    </a:p>
                  </a:txBody>
                  <a:tcPr marL="0" marR="0" marT="20950" marB="0">
                    <a:lnL w="57150" cap="flat" cmpd="sng">
                      <a:solidFill>
                        <a:srgbClr val="FF40FF"/>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solidFill>
                      <a:srgbClr val="FF40FF">
                        <a:alpha val="29019"/>
                      </a:srgbClr>
                    </a:solidFill>
                  </a:tcPr>
                </a:tc>
                <a:tc>
                  <a:txBody>
                    <a:bodyPr/>
                    <a:lstStyle/>
                    <a:p>
                      <a:pPr marL="0" marR="53975" lvl="0" indent="0" algn="r" rtl="0">
                        <a:lnSpc>
                          <a:spcPct val="67380"/>
                        </a:lnSpc>
                        <a:spcBef>
                          <a:spcPts val="0"/>
                        </a:spcBef>
                        <a:spcAft>
                          <a:spcPts val="0"/>
                        </a:spcAft>
                        <a:buNone/>
                      </a:pPr>
                      <a:r>
                        <a:rPr lang="en-US" sz="2100" u="none" strike="noStrike" cap="none" baseline="30000">
                          <a:solidFill>
                            <a:srgbClr val="FF0000"/>
                          </a:solidFill>
                          <a:latin typeface="Calibri"/>
                          <a:ea typeface="Calibri"/>
                          <a:cs typeface="Calibri"/>
                          <a:sym typeface="Calibri"/>
                        </a:rPr>
                        <a:t>2</a:t>
                      </a:r>
                      <a:r>
                        <a:rPr lang="en-US" sz="1400" u="none" strike="noStrike" cap="none">
                          <a:solidFill>
                            <a:srgbClr val="1E10F1"/>
                          </a:solidFill>
                          <a:latin typeface="Calibri"/>
                          <a:ea typeface="Calibri"/>
                          <a:cs typeface="Calibri"/>
                          <a:sym typeface="Calibri"/>
                        </a:rPr>
                        <a:t>3</a:t>
                      </a:r>
                      <a:r>
                        <a:rPr lang="en-US" sz="2100" u="none" strike="noStrike" cap="none" baseline="-25000">
                          <a:solidFill>
                            <a:srgbClr val="FF40FF"/>
                          </a:solidFill>
                          <a:latin typeface="Calibri"/>
                          <a:ea typeface="Calibri"/>
                          <a:cs typeface="Calibri"/>
                          <a:sym typeface="Calibri"/>
                        </a:rPr>
                        <a:t>2</a:t>
                      </a:r>
                      <a:r>
                        <a:rPr lang="en-US" sz="2100" u="none" strike="noStrike" cap="none" baseline="30000">
                          <a:solidFill>
                            <a:srgbClr val="00AF50"/>
                          </a:solidFill>
                          <a:latin typeface="Calibri"/>
                          <a:ea typeface="Calibri"/>
                          <a:cs typeface="Calibri"/>
                          <a:sym typeface="Calibri"/>
                        </a:rPr>
                        <a:t>1</a:t>
                      </a:r>
                      <a:endParaRPr sz="2100" u="none" strike="noStrike" cap="none" baseline="30000">
                        <a:latin typeface="Calibri"/>
                        <a:ea typeface="Calibri"/>
                        <a:cs typeface="Calibri"/>
                        <a:sym typeface="Calibri"/>
                      </a:endParaRPr>
                    </a:p>
                  </a:txBody>
                  <a:tcPr marL="0" marR="0" marT="2095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solidFill>
                      <a:srgbClr val="FF40FF">
                        <a:alpha val="29019"/>
                      </a:srgbClr>
                    </a:solidFill>
                  </a:tcPr>
                </a:tc>
                <a:tc>
                  <a:txBody>
                    <a:bodyPr/>
                    <a:lstStyle/>
                    <a:p>
                      <a:pPr marL="0" marR="60325" lvl="0" indent="0" algn="r" rtl="0">
                        <a:lnSpc>
                          <a:spcPct val="67380"/>
                        </a:lnSpc>
                        <a:spcBef>
                          <a:spcPts val="0"/>
                        </a:spcBef>
                        <a:spcAft>
                          <a:spcPts val="0"/>
                        </a:spcAft>
                        <a:buNone/>
                      </a:pPr>
                      <a:r>
                        <a:rPr lang="en-US" sz="2100" u="none" strike="noStrike" cap="none" baseline="30000">
                          <a:solidFill>
                            <a:srgbClr val="FF0000"/>
                          </a:solidFill>
                          <a:latin typeface="Calibri"/>
                          <a:ea typeface="Calibri"/>
                          <a:cs typeface="Calibri"/>
                          <a:sym typeface="Calibri"/>
                        </a:rPr>
                        <a:t>2</a:t>
                      </a:r>
                      <a:r>
                        <a:rPr lang="en-US" sz="1400" u="none" strike="noStrike" cap="none">
                          <a:solidFill>
                            <a:srgbClr val="1E10F1"/>
                          </a:solidFill>
                          <a:latin typeface="Calibri"/>
                          <a:ea typeface="Calibri"/>
                          <a:cs typeface="Calibri"/>
                          <a:sym typeface="Calibri"/>
                        </a:rPr>
                        <a:t>3</a:t>
                      </a:r>
                      <a:r>
                        <a:rPr lang="en-US" sz="2100" u="none" strike="noStrike" cap="none" baseline="-25000">
                          <a:solidFill>
                            <a:srgbClr val="FF40FF"/>
                          </a:solidFill>
                          <a:latin typeface="Calibri"/>
                          <a:ea typeface="Calibri"/>
                          <a:cs typeface="Calibri"/>
                          <a:sym typeface="Calibri"/>
                        </a:rPr>
                        <a:t>2</a:t>
                      </a:r>
                      <a:r>
                        <a:rPr lang="en-US" sz="2100" u="none" strike="noStrike" cap="none" baseline="30000">
                          <a:solidFill>
                            <a:srgbClr val="00AF50"/>
                          </a:solidFill>
                          <a:latin typeface="Calibri"/>
                          <a:ea typeface="Calibri"/>
                          <a:cs typeface="Calibri"/>
                          <a:sym typeface="Calibri"/>
                        </a:rPr>
                        <a:t>1</a:t>
                      </a:r>
                      <a:endParaRPr sz="2100" u="none" strike="noStrike" cap="none" baseline="30000">
                        <a:latin typeface="Calibri"/>
                        <a:ea typeface="Calibri"/>
                        <a:cs typeface="Calibri"/>
                        <a:sym typeface="Calibri"/>
                      </a:endParaRPr>
                    </a:p>
                  </a:txBody>
                  <a:tcPr marL="0" marR="0" marT="20950" marB="0">
                    <a:lnL w="19050" cap="flat" cmpd="sng">
                      <a:solidFill>
                        <a:srgbClr val="44536A"/>
                      </a:solidFill>
                      <a:prstDash val="solid"/>
                      <a:round/>
                      <a:headEnd type="none" w="sm" len="sm"/>
                      <a:tailEnd type="none" w="sm" len="sm"/>
                    </a:lnL>
                    <a:lnR w="57150" cap="flat" cmpd="sng">
                      <a:solidFill>
                        <a:srgbClr val="FF40FF"/>
                      </a:solidFill>
                      <a:prstDash val="solid"/>
                      <a:round/>
                      <a:headEnd type="none" w="sm" len="sm"/>
                      <a:tailEnd type="none" w="sm" len="sm"/>
                    </a:lnR>
                    <a:lnT w="19050" cap="flat" cmpd="sng">
                      <a:solidFill>
                        <a:srgbClr val="44536A"/>
                      </a:solidFill>
                      <a:prstDash val="solid"/>
                      <a:round/>
                      <a:headEnd type="none" w="sm" len="sm"/>
                      <a:tailEnd type="none" w="sm" len="sm"/>
                    </a:lnT>
                    <a:solidFill>
                      <a:srgbClr val="FF40FF">
                        <a:alpha val="29019"/>
                      </a:srgbClr>
                    </a:solidFill>
                  </a:tcPr>
                </a:tc>
                <a:extLst>
                  <a:ext uri="{0D108BD9-81ED-4DB2-BD59-A6C34878D82A}">
                    <a16:rowId xmlns:a16="http://schemas.microsoft.com/office/drawing/2014/main" val="10002"/>
                  </a:ext>
                </a:extLst>
              </a:tr>
              <a:tr h="334650">
                <a:tc>
                  <a:txBody>
                    <a:bodyPr/>
                    <a:lstStyle/>
                    <a:p>
                      <a:pPr marL="198755" marR="0" lvl="0" indent="0" algn="l" rtl="0">
                        <a:lnSpc>
                          <a:spcPct val="86944"/>
                        </a:lnSpc>
                        <a:spcBef>
                          <a:spcPts val="0"/>
                        </a:spcBef>
                        <a:spcAft>
                          <a:spcPts val="0"/>
                        </a:spcAft>
                        <a:buNone/>
                      </a:pPr>
                      <a:r>
                        <a:rPr lang="en-US" sz="1800" u="none" strike="noStrike" cap="none">
                          <a:latin typeface="Arial"/>
                          <a:ea typeface="Arial"/>
                          <a:cs typeface="Arial"/>
                          <a:sym typeface="Arial"/>
                        </a:rPr>
                        <a:t>2</a:t>
                      </a:r>
                      <a:endParaRPr sz="1800" u="none" strike="noStrike" cap="none">
                        <a:latin typeface="Arial"/>
                        <a:ea typeface="Arial"/>
                        <a:cs typeface="Arial"/>
                        <a:sym typeface="Arial"/>
                      </a:endParaRPr>
                    </a:p>
                  </a:txBody>
                  <a:tcPr marL="0" marR="0" marT="0" marB="0">
                    <a:lnL w="57150" cap="flat" cmpd="sng">
                      <a:solidFill>
                        <a:srgbClr val="FF40FF"/>
                      </a:solidFill>
                      <a:prstDash val="solid"/>
                      <a:round/>
                      <a:headEnd type="none" w="sm" len="sm"/>
                      <a:tailEnd type="none" w="sm" len="sm"/>
                    </a:lnL>
                    <a:lnR w="19050" cap="flat" cmpd="sng">
                      <a:solidFill>
                        <a:srgbClr val="44536A"/>
                      </a:solidFill>
                      <a:prstDash val="solid"/>
                      <a:round/>
                      <a:headEnd type="none" w="sm" len="sm"/>
                      <a:tailEnd type="none" w="sm" len="sm"/>
                    </a:lnR>
                    <a:lnB w="19050" cap="flat" cmpd="sng">
                      <a:solidFill>
                        <a:srgbClr val="44536A"/>
                      </a:solidFill>
                      <a:prstDash val="solid"/>
                      <a:round/>
                      <a:headEnd type="none" w="sm" len="sm"/>
                      <a:tailEnd type="none" w="sm" len="sm"/>
                    </a:lnB>
                    <a:solidFill>
                      <a:srgbClr val="FF40FF">
                        <a:alpha val="29019"/>
                      </a:srgbClr>
                    </a:solidFill>
                  </a:tcPr>
                </a:tc>
                <a:tc>
                  <a:txBody>
                    <a:bodyPr/>
                    <a:lstStyle/>
                    <a:p>
                      <a:pPr marL="216534" marR="0" lvl="0" indent="0" algn="l" rtl="0">
                        <a:lnSpc>
                          <a:spcPct val="86944"/>
                        </a:lnSpc>
                        <a:spcBef>
                          <a:spcPts val="0"/>
                        </a:spcBef>
                        <a:spcAft>
                          <a:spcPts val="0"/>
                        </a:spcAft>
                        <a:buNone/>
                      </a:pP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B w="19050" cap="flat" cmpd="sng">
                      <a:solidFill>
                        <a:srgbClr val="44536A"/>
                      </a:solidFill>
                      <a:prstDash val="solid"/>
                      <a:round/>
                      <a:headEnd type="none" w="sm" len="sm"/>
                      <a:tailEnd type="none" w="sm" len="sm"/>
                    </a:lnB>
                    <a:solidFill>
                      <a:srgbClr val="FF40FF">
                        <a:alpha val="29019"/>
                      </a:srgbClr>
                    </a:solidFill>
                  </a:tcPr>
                </a:tc>
                <a:tc>
                  <a:txBody>
                    <a:bodyPr/>
                    <a:lstStyle/>
                    <a:p>
                      <a:pPr marL="219709" marR="0" lvl="0" indent="0" algn="l" rtl="0">
                        <a:lnSpc>
                          <a:spcPct val="86944"/>
                        </a:lnSpc>
                        <a:spcBef>
                          <a:spcPts val="0"/>
                        </a:spcBef>
                        <a:spcAft>
                          <a:spcPts val="0"/>
                        </a:spcAft>
                        <a:buNone/>
                      </a:pPr>
                      <a:r>
                        <a:rPr lang="en-US" sz="1800" u="none" strike="noStrike" cap="none">
                          <a:latin typeface="Arial"/>
                          <a:ea typeface="Arial"/>
                          <a:cs typeface="Arial"/>
                          <a:sym typeface="Arial"/>
                        </a:rPr>
                        <a:t>1</a:t>
                      </a:r>
                      <a:endParaRPr sz="1800" u="none" strike="noStrike" cap="none">
                        <a:latin typeface="Arial"/>
                        <a:ea typeface="Arial"/>
                        <a:cs typeface="Arial"/>
                        <a:sym typeface="Arial"/>
                      </a:endParaRPr>
                    </a:p>
                  </a:txBody>
                  <a:tcPr marL="0" marR="0" marT="0" marB="0">
                    <a:lnL w="19050" cap="flat" cmpd="sng">
                      <a:solidFill>
                        <a:srgbClr val="44536A"/>
                      </a:solidFill>
                      <a:prstDash val="solid"/>
                      <a:round/>
                      <a:headEnd type="none" w="sm" len="sm"/>
                      <a:tailEnd type="none" w="sm" len="sm"/>
                    </a:lnL>
                    <a:lnR w="57150" cap="flat" cmpd="sng">
                      <a:solidFill>
                        <a:srgbClr val="FF40FF"/>
                      </a:solidFill>
                      <a:prstDash val="solid"/>
                      <a:round/>
                      <a:headEnd type="none" w="sm" len="sm"/>
                      <a:tailEnd type="none" w="sm" len="sm"/>
                    </a:lnR>
                    <a:lnB w="19050" cap="flat" cmpd="sng">
                      <a:solidFill>
                        <a:srgbClr val="44536A"/>
                      </a:solidFill>
                      <a:prstDash val="solid"/>
                      <a:round/>
                      <a:headEnd type="none" w="sm" len="sm"/>
                      <a:tailEnd type="none" w="sm" len="sm"/>
                    </a:lnB>
                    <a:solidFill>
                      <a:srgbClr val="FF40FF">
                        <a:alpha val="29019"/>
                      </a:srgbClr>
                    </a:solidFill>
                  </a:tcPr>
                </a:tc>
                <a:extLst>
                  <a:ext uri="{0D108BD9-81ED-4DB2-BD59-A6C34878D82A}">
                    <a16:rowId xmlns:a16="http://schemas.microsoft.com/office/drawing/2014/main" val="10003"/>
                  </a:ext>
                </a:extLst>
              </a:tr>
              <a:tr h="209550">
                <a:tc>
                  <a:txBody>
                    <a:bodyPr/>
                    <a:lstStyle/>
                    <a:p>
                      <a:pPr marL="0" marR="53339" lvl="0" indent="0" algn="r" rtl="0">
                        <a:lnSpc>
                          <a:spcPct val="70952"/>
                        </a:lnSpc>
                        <a:spcBef>
                          <a:spcPts val="0"/>
                        </a:spcBef>
                        <a:spcAft>
                          <a:spcPts val="0"/>
                        </a:spcAft>
                        <a:buNone/>
                      </a:pPr>
                      <a:r>
                        <a:rPr lang="en-US" sz="2100" u="none" strike="noStrike" cap="none" baseline="30000">
                          <a:solidFill>
                            <a:srgbClr val="FF0000"/>
                          </a:solidFill>
                          <a:latin typeface="Calibri"/>
                          <a:ea typeface="Calibri"/>
                          <a:cs typeface="Calibri"/>
                          <a:sym typeface="Calibri"/>
                        </a:rPr>
                        <a:t>2</a:t>
                      </a:r>
                      <a:r>
                        <a:rPr lang="en-US" sz="1400" u="none" strike="noStrike" cap="none">
                          <a:solidFill>
                            <a:srgbClr val="1E10F1"/>
                          </a:solidFill>
                          <a:latin typeface="Calibri"/>
                          <a:ea typeface="Calibri"/>
                          <a:cs typeface="Calibri"/>
                          <a:sym typeface="Calibri"/>
                        </a:rPr>
                        <a:t>3</a:t>
                      </a:r>
                      <a:r>
                        <a:rPr lang="en-US" sz="2100" u="none" strike="noStrike" cap="none" baseline="-25000">
                          <a:solidFill>
                            <a:srgbClr val="FF40FF"/>
                          </a:solidFill>
                          <a:latin typeface="Calibri"/>
                          <a:ea typeface="Calibri"/>
                          <a:cs typeface="Calibri"/>
                          <a:sym typeface="Calibri"/>
                        </a:rPr>
                        <a:t>2</a:t>
                      </a:r>
                      <a:r>
                        <a:rPr lang="en-US" sz="2100" u="none" strike="noStrike" cap="none" baseline="30000">
                          <a:solidFill>
                            <a:srgbClr val="00AF50"/>
                          </a:solidFill>
                          <a:latin typeface="Calibri"/>
                          <a:ea typeface="Calibri"/>
                          <a:cs typeface="Calibri"/>
                          <a:sym typeface="Calibri"/>
                        </a:rPr>
                        <a:t>1</a:t>
                      </a:r>
                      <a:endParaRPr sz="2100" u="none" strike="noStrike" cap="none" baseline="30000">
                        <a:latin typeface="Calibri"/>
                        <a:ea typeface="Calibri"/>
                        <a:cs typeface="Calibri"/>
                        <a:sym typeface="Calibri"/>
                      </a:endParaRPr>
                    </a:p>
                  </a:txBody>
                  <a:tcPr marL="0" marR="0" marT="6975" marB="0">
                    <a:lnL w="57150" cap="flat" cmpd="sng">
                      <a:solidFill>
                        <a:srgbClr val="FF40FF"/>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solidFill>
                      <a:srgbClr val="FF40FF">
                        <a:alpha val="29019"/>
                      </a:srgbClr>
                    </a:solidFill>
                  </a:tcPr>
                </a:tc>
                <a:tc>
                  <a:txBody>
                    <a:bodyPr/>
                    <a:lstStyle/>
                    <a:p>
                      <a:pPr marL="0" marR="53975" lvl="0" indent="0" algn="r" rtl="0">
                        <a:lnSpc>
                          <a:spcPct val="70952"/>
                        </a:lnSpc>
                        <a:spcBef>
                          <a:spcPts val="0"/>
                        </a:spcBef>
                        <a:spcAft>
                          <a:spcPts val="0"/>
                        </a:spcAft>
                        <a:buNone/>
                      </a:pPr>
                      <a:r>
                        <a:rPr lang="en-US" sz="2100" u="none" strike="noStrike" cap="none" baseline="30000">
                          <a:solidFill>
                            <a:srgbClr val="FF0000"/>
                          </a:solidFill>
                          <a:latin typeface="Calibri"/>
                          <a:ea typeface="Calibri"/>
                          <a:cs typeface="Calibri"/>
                          <a:sym typeface="Calibri"/>
                        </a:rPr>
                        <a:t>2</a:t>
                      </a:r>
                      <a:r>
                        <a:rPr lang="en-US" sz="1400" u="none" strike="noStrike" cap="none">
                          <a:solidFill>
                            <a:srgbClr val="1E10F1"/>
                          </a:solidFill>
                          <a:latin typeface="Calibri"/>
                          <a:ea typeface="Calibri"/>
                          <a:cs typeface="Calibri"/>
                          <a:sym typeface="Calibri"/>
                        </a:rPr>
                        <a:t>3</a:t>
                      </a:r>
                      <a:r>
                        <a:rPr lang="en-US" sz="2100" u="none" strike="noStrike" cap="none" baseline="-25000">
                          <a:solidFill>
                            <a:srgbClr val="FF40FF"/>
                          </a:solidFill>
                          <a:latin typeface="Calibri"/>
                          <a:ea typeface="Calibri"/>
                          <a:cs typeface="Calibri"/>
                          <a:sym typeface="Calibri"/>
                        </a:rPr>
                        <a:t>2</a:t>
                      </a:r>
                      <a:r>
                        <a:rPr lang="en-US" sz="2100" u="none" strike="noStrike" cap="none" baseline="30000">
                          <a:solidFill>
                            <a:srgbClr val="00AF50"/>
                          </a:solidFill>
                          <a:latin typeface="Calibri"/>
                          <a:ea typeface="Calibri"/>
                          <a:cs typeface="Calibri"/>
                          <a:sym typeface="Calibri"/>
                        </a:rPr>
                        <a:t>1</a:t>
                      </a:r>
                      <a:endParaRPr sz="2100" u="none" strike="noStrike" cap="none" baseline="30000">
                        <a:latin typeface="Calibri"/>
                        <a:ea typeface="Calibri"/>
                        <a:cs typeface="Calibri"/>
                        <a:sym typeface="Calibri"/>
                      </a:endParaRPr>
                    </a:p>
                  </a:txBody>
                  <a:tcPr marL="0" marR="0" marT="6975"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T w="19050" cap="flat" cmpd="sng">
                      <a:solidFill>
                        <a:srgbClr val="44536A"/>
                      </a:solidFill>
                      <a:prstDash val="solid"/>
                      <a:round/>
                      <a:headEnd type="none" w="sm" len="sm"/>
                      <a:tailEnd type="none" w="sm" len="sm"/>
                    </a:lnT>
                    <a:solidFill>
                      <a:srgbClr val="FF40FF">
                        <a:alpha val="29019"/>
                      </a:srgbClr>
                    </a:solidFill>
                  </a:tcPr>
                </a:tc>
                <a:tc>
                  <a:txBody>
                    <a:bodyPr/>
                    <a:lstStyle/>
                    <a:p>
                      <a:pPr marL="0" marR="60325" lvl="0" indent="0" algn="r" rtl="0">
                        <a:lnSpc>
                          <a:spcPct val="70952"/>
                        </a:lnSpc>
                        <a:spcBef>
                          <a:spcPts val="0"/>
                        </a:spcBef>
                        <a:spcAft>
                          <a:spcPts val="0"/>
                        </a:spcAft>
                        <a:buNone/>
                      </a:pPr>
                      <a:r>
                        <a:rPr lang="en-US" sz="2100" u="none" strike="noStrike" cap="none" baseline="30000">
                          <a:solidFill>
                            <a:srgbClr val="FF0000"/>
                          </a:solidFill>
                          <a:latin typeface="Calibri"/>
                          <a:ea typeface="Calibri"/>
                          <a:cs typeface="Calibri"/>
                          <a:sym typeface="Calibri"/>
                        </a:rPr>
                        <a:t>2</a:t>
                      </a:r>
                      <a:r>
                        <a:rPr lang="en-US" sz="1400" u="none" strike="noStrike" cap="none">
                          <a:solidFill>
                            <a:srgbClr val="1E10F1"/>
                          </a:solidFill>
                          <a:latin typeface="Calibri"/>
                          <a:ea typeface="Calibri"/>
                          <a:cs typeface="Calibri"/>
                          <a:sym typeface="Calibri"/>
                        </a:rPr>
                        <a:t>3</a:t>
                      </a:r>
                      <a:r>
                        <a:rPr lang="en-US" sz="2100" u="none" strike="noStrike" cap="none" baseline="-25000">
                          <a:solidFill>
                            <a:srgbClr val="FF40FF"/>
                          </a:solidFill>
                          <a:latin typeface="Calibri"/>
                          <a:ea typeface="Calibri"/>
                          <a:cs typeface="Calibri"/>
                          <a:sym typeface="Calibri"/>
                        </a:rPr>
                        <a:t>2</a:t>
                      </a:r>
                      <a:r>
                        <a:rPr lang="en-US" sz="2100" u="none" strike="noStrike" cap="none" baseline="30000">
                          <a:solidFill>
                            <a:srgbClr val="00AF50"/>
                          </a:solidFill>
                          <a:latin typeface="Calibri"/>
                          <a:ea typeface="Calibri"/>
                          <a:cs typeface="Calibri"/>
                          <a:sym typeface="Calibri"/>
                        </a:rPr>
                        <a:t>1</a:t>
                      </a:r>
                      <a:endParaRPr sz="2100" u="none" strike="noStrike" cap="none" baseline="30000">
                        <a:latin typeface="Calibri"/>
                        <a:ea typeface="Calibri"/>
                        <a:cs typeface="Calibri"/>
                        <a:sym typeface="Calibri"/>
                      </a:endParaRPr>
                    </a:p>
                  </a:txBody>
                  <a:tcPr marL="0" marR="0" marT="6975" marB="0">
                    <a:lnL w="19050" cap="flat" cmpd="sng">
                      <a:solidFill>
                        <a:srgbClr val="44536A"/>
                      </a:solidFill>
                      <a:prstDash val="solid"/>
                      <a:round/>
                      <a:headEnd type="none" w="sm" len="sm"/>
                      <a:tailEnd type="none" w="sm" len="sm"/>
                    </a:lnL>
                    <a:lnR w="57150" cap="flat" cmpd="sng">
                      <a:solidFill>
                        <a:srgbClr val="FF40FF"/>
                      </a:solidFill>
                      <a:prstDash val="solid"/>
                      <a:round/>
                      <a:headEnd type="none" w="sm" len="sm"/>
                      <a:tailEnd type="none" w="sm" len="sm"/>
                    </a:lnR>
                    <a:lnT w="19050" cap="flat" cmpd="sng">
                      <a:solidFill>
                        <a:srgbClr val="44536A"/>
                      </a:solidFill>
                      <a:prstDash val="solid"/>
                      <a:round/>
                      <a:headEnd type="none" w="sm" len="sm"/>
                      <a:tailEnd type="none" w="sm" len="sm"/>
                    </a:lnT>
                    <a:solidFill>
                      <a:srgbClr val="FF40FF">
                        <a:alpha val="29019"/>
                      </a:srgbClr>
                    </a:solidFill>
                  </a:tcPr>
                </a:tc>
                <a:extLst>
                  <a:ext uri="{0D108BD9-81ED-4DB2-BD59-A6C34878D82A}">
                    <a16:rowId xmlns:a16="http://schemas.microsoft.com/office/drawing/2014/main" val="10004"/>
                  </a:ext>
                </a:extLst>
              </a:tr>
              <a:tr h="337825">
                <a:tc>
                  <a:txBody>
                    <a:bodyPr/>
                    <a:lstStyle/>
                    <a:p>
                      <a:pPr marL="205104" marR="0" lvl="0" indent="0" algn="l" rtl="0">
                        <a:lnSpc>
                          <a:spcPct val="91388"/>
                        </a:lnSpc>
                        <a:spcBef>
                          <a:spcPts val="0"/>
                        </a:spcBef>
                        <a:spcAft>
                          <a:spcPts val="0"/>
                        </a:spcAft>
                        <a:buNone/>
                      </a:pPr>
                      <a:r>
                        <a:rPr lang="en-US" sz="1800" u="none" strike="noStrike" cap="none">
                          <a:latin typeface="Arial"/>
                          <a:ea typeface="Arial"/>
                          <a:cs typeface="Arial"/>
                          <a:sym typeface="Arial"/>
                        </a:rPr>
                        <a:t>0</a:t>
                      </a:r>
                      <a:endParaRPr sz="1800" u="none" strike="noStrike" cap="none">
                        <a:latin typeface="Arial"/>
                        <a:ea typeface="Arial"/>
                        <a:cs typeface="Arial"/>
                        <a:sym typeface="Arial"/>
                      </a:endParaRPr>
                    </a:p>
                  </a:txBody>
                  <a:tcPr marL="0" marR="0" marT="0" marB="0">
                    <a:lnL w="57150" cap="flat" cmpd="sng">
                      <a:solidFill>
                        <a:srgbClr val="FF40FF"/>
                      </a:solidFill>
                      <a:prstDash val="solid"/>
                      <a:round/>
                      <a:headEnd type="none" w="sm" len="sm"/>
                      <a:tailEnd type="none" w="sm" len="sm"/>
                    </a:lnL>
                    <a:lnR w="19050" cap="flat" cmpd="sng">
                      <a:solidFill>
                        <a:srgbClr val="44536A"/>
                      </a:solidFill>
                      <a:prstDash val="solid"/>
                      <a:round/>
                      <a:headEnd type="none" w="sm" len="sm"/>
                      <a:tailEnd type="none" w="sm" len="sm"/>
                    </a:lnR>
                    <a:lnB w="57150" cap="flat" cmpd="sng">
                      <a:solidFill>
                        <a:srgbClr val="FF40FF"/>
                      </a:solidFill>
                      <a:prstDash val="solid"/>
                      <a:round/>
                      <a:headEnd type="none" w="sm" len="sm"/>
                      <a:tailEnd type="none" w="sm" len="sm"/>
                    </a:lnB>
                    <a:solidFill>
                      <a:srgbClr val="FF40FF">
                        <a:alpha val="29019"/>
                      </a:srgbClr>
                    </a:solidFill>
                  </a:tcPr>
                </a:tc>
                <a:tc>
                  <a:txBody>
                    <a:bodyPr/>
                    <a:lstStyle/>
                    <a:p>
                      <a:pPr marL="206375" marR="0" lvl="0" indent="0" algn="l" rtl="0">
                        <a:lnSpc>
                          <a:spcPct val="91388"/>
                        </a:lnSpc>
                        <a:spcBef>
                          <a:spcPts val="0"/>
                        </a:spcBef>
                        <a:spcAft>
                          <a:spcPts val="0"/>
                        </a:spcAft>
                        <a:buNone/>
                      </a:pPr>
                      <a:r>
                        <a:rPr lang="en-US" sz="1800" u="none" strike="noStrike" cap="none">
                          <a:latin typeface="Arial"/>
                          <a:ea typeface="Arial"/>
                          <a:cs typeface="Arial"/>
                          <a:sym typeface="Arial"/>
                        </a:rPr>
                        <a:t>2</a:t>
                      </a:r>
                      <a:endParaRPr sz="1800" u="none" strike="noStrike" cap="none">
                        <a:latin typeface="Arial"/>
                        <a:ea typeface="Arial"/>
                        <a:cs typeface="Arial"/>
                        <a:sym typeface="Arial"/>
                      </a:endParaRPr>
                    </a:p>
                  </a:txBody>
                  <a:tcPr marL="0" marR="0" marT="0" marB="0">
                    <a:lnL w="19050" cap="flat" cmpd="sng">
                      <a:solidFill>
                        <a:srgbClr val="44536A"/>
                      </a:solidFill>
                      <a:prstDash val="solid"/>
                      <a:round/>
                      <a:headEnd type="none" w="sm" len="sm"/>
                      <a:tailEnd type="none" w="sm" len="sm"/>
                    </a:lnL>
                    <a:lnR w="19050" cap="flat" cmpd="sng">
                      <a:solidFill>
                        <a:srgbClr val="44536A"/>
                      </a:solidFill>
                      <a:prstDash val="solid"/>
                      <a:round/>
                      <a:headEnd type="none" w="sm" len="sm"/>
                      <a:tailEnd type="none" w="sm" len="sm"/>
                    </a:lnR>
                    <a:lnB w="57150" cap="flat" cmpd="sng">
                      <a:solidFill>
                        <a:srgbClr val="FF40FF"/>
                      </a:solidFill>
                      <a:prstDash val="solid"/>
                      <a:round/>
                      <a:headEnd type="none" w="sm" len="sm"/>
                      <a:tailEnd type="none" w="sm" len="sm"/>
                    </a:lnB>
                    <a:solidFill>
                      <a:srgbClr val="FF40FF">
                        <a:alpha val="29019"/>
                      </a:srgbClr>
                    </a:solidFill>
                  </a:tcPr>
                </a:tc>
                <a:tc>
                  <a:txBody>
                    <a:bodyPr/>
                    <a:lstStyle/>
                    <a:p>
                      <a:pPr marL="224154" marR="0" lvl="0" indent="0" algn="l" rtl="0">
                        <a:lnSpc>
                          <a:spcPct val="91388"/>
                        </a:lnSpc>
                        <a:spcBef>
                          <a:spcPts val="0"/>
                        </a:spcBef>
                        <a:spcAft>
                          <a:spcPts val="0"/>
                        </a:spcAft>
                        <a:buNone/>
                      </a:pPr>
                      <a:r>
                        <a:rPr lang="en-US" sz="1800" u="none" strike="noStrike" cap="none">
                          <a:latin typeface="Arial"/>
                          <a:ea typeface="Arial"/>
                          <a:cs typeface="Arial"/>
                          <a:sym typeface="Arial"/>
                        </a:rPr>
                        <a:t>1</a:t>
                      </a:r>
                      <a:endParaRPr sz="1800" u="none" strike="noStrike" cap="none">
                        <a:latin typeface="Arial"/>
                        <a:ea typeface="Arial"/>
                        <a:cs typeface="Arial"/>
                        <a:sym typeface="Arial"/>
                      </a:endParaRPr>
                    </a:p>
                  </a:txBody>
                  <a:tcPr marL="0" marR="0" marT="0" marB="0">
                    <a:lnL w="19050" cap="flat" cmpd="sng">
                      <a:solidFill>
                        <a:srgbClr val="44536A"/>
                      </a:solidFill>
                      <a:prstDash val="solid"/>
                      <a:round/>
                      <a:headEnd type="none" w="sm" len="sm"/>
                      <a:tailEnd type="none" w="sm" len="sm"/>
                    </a:lnL>
                    <a:lnR w="57150" cap="flat" cmpd="sng">
                      <a:solidFill>
                        <a:srgbClr val="FF40FF"/>
                      </a:solidFill>
                      <a:prstDash val="solid"/>
                      <a:round/>
                      <a:headEnd type="none" w="sm" len="sm"/>
                      <a:tailEnd type="none" w="sm" len="sm"/>
                    </a:lnR>
                    <a:lnB w="57150" cap="flat" cmpd="sng">
                      <a:solidFill>
                        <a:srgbClr val="FF40FF"/>
                      </a:solidFill>
                      <a:prstDash val="solid"/>
                      <a:round/>
                      <a:headEnd type="none" w="sm" len="sm"/>
                      <a:tailEnd type="none" w="sm" len="sm"/>
                    </a:lnB>
                    <a:solidFill>
                      <a:srgbClr val="FF40FF">
                        <a:alpha val="29019"/>
                      </a:srgbClr>
                    </a:solidFill>
                  </a:tcPr>
                </a:tc>
                <a:extLst>
                  <a:ext uri="{0D108BD9-81ED-4DB2-BD59-A6C34878D82A}">
                    <a16:rowId xmlns:a16="http://schemas.microsoft.com/office/drawing/2014/main" val="10005"/>
                  </a:ext>
                </a:extLst>
              </a:tr>
            </a:tbl>
          </a:graphicData>
        </a:graphic>
      </p:graphicFrame>
      <p:sp>
        <p:nvSpPr>
          <p:cNvPr id="1075" name="Google Shape;1075;p43"/>
          <p:cNvSpPr txBox="1">
            <a:spLocks noGrp="1"/>
          </p:cNvSpPr>
          <p:nvPr>
            <p:ph type="title"/>
          </p:nvPr>
        </p:nvSpPr>
        <p:spPr>
          <a:xfrm>
            <a:off x="1066800" y="868058"/>
            <a:ext cx="5444490" cy="6350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000" b="0" dirty="0">
                <a:latin typeface="+mj-lt"/>
                <a:ea typeface="Cambria"/>
                <a:cs typeface="Cambria"/>
                <a:sym typeface="Cambria"/>
              </a:rPr>
              <a:t>Transpose Convolution</a:t>
            </a:r>
            <a:endParaRPr sz="4000" dirty="0">
              <a:latin typeface="+mj-lt"/>
              <a:ea typeface="Cambria"/>
              <a:cs typeface="Cambria"/>
              <a:sym typeface="Cambria"/>
            </a:endParaRPr>
          </a:p>
        </p:txBody>
      </p:sp>
      <p:sp>
        <p:nvSpPr>
          <p:cNvPr id="1076" name="Google Shape;1076;p43"/>
          <p:cNvSpPr/>
          <p:nvPr/>
        </p:nvSpPr>
        <p:spPr>
          <a:xfrm>
            <a:off x="4184141" y="3866515"/>
            <a:ext cx="2146935" cy="104775"/>
          </a:xfrm>
          <a:custGeom>
            <a:avLst/>
            <a:gdLst/>
            <a:ahLst/>
            <a:cxnLst/>
            <a:rect l="l" t="t" r="r" b="b"/>
            <a:pathLst>
              <a:path w="2146935" h="104775" extrusionOk="0">
                <a:moveTo>
                  <a:pt x="2041906" y="0"/>
                </a:moveTo>
                <a:lnTo>
                  <a:pt x="2041906" y="104775"/>
                </a:lnTo>
                <a:lnTo>
                  <a:pt x="2111840" y="69850"/>
                </a:lnTo>
                <a:lnTo>
                  <a:pt x="2059432" y="69850"/>
                </a:lnTo>
                <a:lnTo>
                  <a:pt x="2059432" y="34925"/>
                </a:lnTo>
                <a:lnTo>
                  <a:pt x="2111671" y="34925"/>
                </a:lnTo>
                <a:lnTo>
                  <a:pt x="2041906" y="0"/>
                </a:lnTo>
                <a:close/>
              </a:path>
              <a:path w="2146935" h="104775" extrusionOk="0">
                <a:moveTo>
                  <a:pt x="2041906" y="34924"/>
                </a:moveTo>
                <a:lnTo>
                  <a:pt x="0" y="34925"/>
                </a:lnTo>
                <a:lnTo>
                  <a:pt x="0" y="69850"/>
                </a:lnTo>
                <a:lnTo>
                  <a:pt x="2041906" y="69850"/>
                </a:lnTo>
                <a:lnTo>
                  <a:pt x="2041906" y="34924"/>
                </a:lnTo>
                <a:close/>
              </a:path>
              <a:path w="2146935" h="104775" extrusionOk="0">
                <a:moveTo>
                  <a:pt x="2111671" y="34925"/>
                </a:moveTo>
                <a:lnTo>
                  <a:pt x="2059432" y="34925"/>
                </a:lnTo>
                <a:lnTo>
                  <a:pt x="2059432" y="69850"/>
                </a:lnTo>
                <a:lnTo>
                  <a:pt x="2111840" y="69850"/>
                </a:lnTo>
                <a:lnTo>
                  <a:pt x="2146681" y="52451"/>
                </a:lnTo>
                <a:lnTo>
                  <a:pt x="2111671" y="34925"/>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aphicFrame>
        <p:nvGraphicFramePr>
          <p:cNvPr id="1077" name="Google Shape;1077;p43"/>
          <p:cNvGraphicFramePr/>
          <p:nvPr/>
        </p:nvGraphicFramePr>
        <p:xfrm>
          <a:off x="1866423" y="3395662"/>
          <a:ext cx="1097300" cy="1094125"/>
        </p:xfrm>
        <a:graphic>
          <a:graphicData uri="http://schemas.openxmlformats.org/drawingml/2006/table">
            <a:tbl>
              <a:tblPr firstRow="1" bandRow="1">
                <a:noFill/>
                <a:tableStyleId>{212714E9-6B82-488D-B99E-6F814BD6195D}</a:tableStyleId>
              </a:tblPr>
              <a:tblGrid>
                <a:gridCol w="548650">
                  <a:extLst>
                    <a:ext uri="{9D8B030D-6E8A-4147-A177-3AD203B41FA5}">
                      <a16:colId xmlns:a16="http://schemas.microsoft.com/office/drawing/2014/main" val="20000"/>
                    </a:ext>
                  </a:extLst>
                </a:gridCol>
                <a:gridCol w="548650">
                  <a:extLst>
                    <a:ext uri="{9D8B030D-6E8A-4147-A177-3AD203B41FA5}">
                      <a16:colId xmlns:a16="http://schemas.microsoft.com/office/drawing/2014/main" val="20001"/>
                    </a:ext>
                  </a:extLst>
                </a:gridCol>
              </a:tblGrid>
              <a:tr h="545475">
                <a:tc>
                  <a:txBody>
                    <a:bodyPr/>
                    <a:lstStyle/>
                    <a:p>
                      <a:pPr marL="5715" marR="0" lvl="0" indent="0" algn="ctr" rtl="0">
                        <a:lnSpc>
                          <a:spcPct val="100000"/>
                        </a:lnSpc>
                        <a:spcBef>
                          <a:spcPts val="0"/>
                        </a:spcBef>
                        <a:spcAft>
                          <a:spcPts val="0"/>
                        </a:spcAft>
                        <a:buNone/>
                      </a:pPr>
                      <a:r>
                        <a:rPr lang="en-US" sz="1800" u="none" strike="noStrike" cap="none">
                          <a:latin typeface="Arial"/>
                          <a:ea typeface="Arial"/>
                          <a:cs typeface="Arial"/>
                          <a:sym typeface="Arial"/>
                        </a:rPr>
                        <a:t>2</a:t>
                      </a:r>
                      <a:endParaRPr sz="1800" u="none" strike="noStrike" cap="none">
                        <a:latin typeface="Arial"/>
                        <a:ea typeface="Arial"/>
                        <a:cs typeface="Arial"/>
                        <a:sym typeface="Arial"/>
                      </a:endParaRPr>
                    </a:p>
                  </a:txBody>
                  <a:tcPr marL="0" marR="0" marT="165100" marB="0">
                    <a:lnL w="38100" cap="flat" cmpd="sng">
                      <a:solidFill>
                        <a:srgbClr val="FF0000"/>
                      </a:solidFill>
                      <a:prstDash val="solid"/>
                      <a:round/>
                      <a:headEnd type="none" w="sm" len="sm"/>
                      <a:tailEnd type="none" w="sm" len="sm"/>
                    </a:lnL>
                    <a:lnR w="38100" cap="flat" cmpd="sng">
                      <a:solidFill>
                        <a:srgbClr val="00AF50"/>
                      </a:solidFill>
                      <a:prstDash val="solid"/>
                      <a:round/>
                      <a:headEnd type="none" w="sm" len="sm"/>
                      <a:tailEnd type="none" w="sm" len="sm"/>
                    </a:lnR>
                    <a:lnT w="28575" cap="flat" cmpd="sng">
                      <a:solidFill>
                        <a:srgbClr val="FF0000"/>
                      </a:solidFill>
                      <a:prstDash val="solid"/>
                      <a:round/>
                      <a:headEnd type="none" w="sm" len="sm"/>
                      <a:tailEnd type="none" w="sm" len="sm"/>
                    </a:lnT>
                    <a:lnB w="38100" cap="flat" cmpd="sng">
                      <a:solidFill>
                        <a:srgbClr val="1E10F1"/>
                      </a:solidFill>
                      <a:prstDash val="solid"/>
                      <a:round/>
                      <a:headEnd type="none" w="sm" len="sm"/>
                      <a:tailEnd type="none" w="sm" len="sm"/>
                    </a:lnB>
                  </a:tcPr>
                </a:tc>
                <a:tc>
                  <a:txBody>
                    <a:bodyPr/>
                    <a:lstStyle/>
                    <a:p>
                      <a:pPr marL="4445" marR="0" lvl="0" indent="0" algn="ctr" rtl="0">
                        <a:lnSpc>
                          <a:spcPct val="100000"/>
                        </a:lnSpc>
                        <a:spcBef>
                          <a:spcPts val="0"/>
                        </a:spcBef>
                        <a:spcAft>
                          <a:spcPts val="0"/>
                        </a:spcAft>
                        <a:buNone/>
                      </a:pPr>
                      <a:r>
                        <a:rPr lang="en-US" sz="1800" u="none" strike="noStrike" cap="none">
                          <a:latin typeface="Arial"/>
                          <a:ea typeface="Arial"/>
                          <a:cs typeface="Arial"/>
                          <a:sym typeface="Arial"/>
                        </a:rPr>
                        <a:t>1</a:t>
                      </a:r>
                      <a:endParaRPr sz="1800" u="none" strike="noStrike" cap="none">
                        <a:latin typeface="Arial"/>
                        <a:ea typeface="Arial"/>
                        <a:cs typeface="Arial"/>
                        <a:sym typeface="Arial"/>
                      </a:endParaRPr>
                    </a:p>
                  </a:txBody>
                  <a:tcPr marL="0" marR="0" marT="160025" marB="0">
                    <a:lnL w="38100" cap="flat" cmpd="sng">
                      <a:solidFill>
                        <a:srgbClr val="00AF50"/>
                      </a:solidFill>
                      <a:prstDash val="solid"/>
                      <a:round/>
                      <a:headEnd type="none" w="sm" len="sm"/>
                      <a:tailEnd type="none" w="sm" len="sm"/>
                    </a:lnL>
                    <a:lnR w="28575" cap="flat" cmpd="sng">
                      <a:solidFill>
                        <a:srgbClr val="00AF50"/>
                      </a:solidFill>
                      <a:prstDash val="solid"/>
                      <a:round/>
                      <a:headEnd type="none" w="sm" len="sm"/>
                      <a:tailEnd type="none" w="sm" len="sm"/>
                    </a:lnR>
                    <a:lnT w="28575" cap="flat" cmpd="sng">
                      <a:solidFill>
                        <a:srgbClr val="00AF50"/>
                      </a:solidFill>
                      <a:prstDash val="solid"/>
                      <a:round/>
                      <a:headEnd type="none" w="sm" len="sm"/>
                      <a:tailEnd type="none" w="sm" len="sm"/>
                    </a:lnT>
                    <a:lnB w="38100" cap="flat" cmpd="sng">
                      <a:solidFill>
                        <a:srgbClr val="FF40FF"/>
                      </a:solidFill>
                      <a:prstDash val="solid"/>
                      <a:round/>
                      <a:headEnd type="none" w="sm" len="sm"/>
                      <a:tailEnd type="none" w="sm" len="sm"/>
                    </a:lnB>
                  </a:tcPr>
                </a:tc>
                <a:extLst>
                  <a:ext uri="{0D108BD9-81ED-4DB2-BD59-A6C34878D82A}">
                    <a16:rowId xmlns:a16="http://schemas.microsoft.com/office/drawing/2014/main" val="10000"/>
                  </a:ext>
                </a:extLst>
              </a:tr>
              <a:tr h="548650">
                <a:tc>
                  <a:txBody>
                    <a:bodyPr/>
                    <a:lstStyle/>
                    <a:p>
                      <a:pPr marL="3175" marR="0" lvl="0" indent="0" algn="ctr" rtl="0">
                        <a:lnSpc>
                          <a:spcPct val="100000"/>
                        </a:lnSpc>
                        <a:spcBef>
                          <a:spcPts val="0"/>
                        </a:spcBef>
                        <a:spcAft>
                          <a:spcPts val="0"/>
                        </a:spcAft>
                        <a:buNone/>
                      </a:pPr>
                      <a:r>
                        <a:rPr lang="en-US" sz="1800" u="none" strike="noStrike" cap="none">
                          <a:latin typeface="Arial"/>
                          <a:ea typeface="Arial"/>
                          <a:cs typeface="Arial"/>
                          <a:sym typeface="Arial"/>
                        </a:rPr>
                        <a:t>3</a:t>
                      </a:r>
                      <a:endParaRPr sz="1800" u="none" strike="noStrike" cap="none">
                        <a:latin typeface="Arial"/>
                        <a:ea typeface="Arial"/>
                        <a:cs typeface="Arial"/>
                        <a:sym typeface="Arial"/>
                      </a:endParaRPr>
                    </a:p>
                  </a:txBody>
                  <a:tcPr marL="0" marR="0" marT="142250" marB="0">
                    <a:lnL w="28575" cap="flat" cmpd="sng">
                      <a:solidFill>
                        <a:srgbClr val="1E10F1"/>
                      </a:solidFill>
                      <a:prstDash val="solid"/>
                      <a:round/>
                      <a:headEnd type="none" w="sm" len="sm"/>
                      <a:tailEnd type="none" w="sm" len="sm"/>
                    </a:lnL>
                    <a:lnR w="57150" cap="flat" cmpd="sng">
                      <a:solidFill>
                        <a:srgbClr val="FF40FF"/>
                      </a:solidFill>
                      <a:prstDash val="solid"/>
                      <a:round/>
                      <a:headEnd type="none" w="sm" len="sm"/>
                      <a:tailEnd type="none" w="sm" len="sm"/>
                    </a:lnR>
                    <a:lnT w="38100" cap="flat" cmpd="sng">
                      <a:solidFill>
                        <a:srgbClr val="1E10F1"/>
                      </a:solidFill>
                      <a:prstDash val="solid"/>
                      <a:round/>
                      <a:headEnd type="none" w="sm" len="sm"/>
                      <a:tailEnd type="none" w="sm" len="sm"/>
                    </a:lnT>
                    <a:lnB w="28575" cap="flat" cmpd="sng">
                      <a:solidFill>
                        <a:srgbClr val="1E10F1"/>
                      </a:solidFill>
                      <a:prstDash val="solid"/>
                      <a:round/>
                      <a:headEnd type="none" w="sm" len="sm"/>
                      <a:tailEnd type="none" w="sm" len="sm"/>
                    </a:lnB>
                  </a:tcPr>
                </a:tc>
                <a:tc>
                  <a:txBody>
                    <a:bodyPr/>
                    <a:lstStyle/>
                    <a:p>
                      <a:pPr marL="19050" marR="0" lvl="0" indent="0" algn="ctr" rtl="0">
                        <a:lnSpc>
                          <a:spcPct val="100000"/>
                        </a:lnSpc>
                        <a:spcBef>
                          <a:spcPts val="0"/>
                        </a:spcBef>
                        <a:spcAft>
                          <a:spcPts val="0"/>
                        </a:spcAft>
                        <a:buNone/>
                      </a:pPr>
                      <a:r>
                        <a:rPr lang="en-US" sz="1800" u="none" strike="noStrike" cap="none">
                          <a:latin typeface="Arial"/>
                          <a:ea typeface="Arial"/>
                          <a:cs typeface="Arial"/>
                          <a:sym typeface="Arial"/>
                        </a:rPr>
                        <a:t>2</a:t>
                      </a:r>
                      <a:endParaRPr sz="1800" u="none" strike="noStrike" cap="none">
                        <a:latin typeface="Arial"/>
                        <a:ea typeface="Arial"/>
                        <a:cs typeface="Arial"/>
                        <a:sym typeface="Arial"/>
                      </a:endParaRPr>
                    </a:p>
                  </a:txBody>
                  <a:tcPr marL="0" marR="0" marT="145425" marB="0">
                    <a:lnL w="57150" cap="flat" cmpd="sng">
                      <a:solidFill>
                        <a:srgbClr val="FF40FF"/>
                      </a:solidFill>
                      <a:prstDash val="solid"/>
                      <a:round/>
                      <a:headEnd type="none" w="sm" len="sm"/>
                      <a:tailEnd type="none" w="sm" len="sm"/>
                    </a:lnL>
                    <a:lnR w="38100" cap="flat" cmpd="sng">
                      <a:solidFill>
                        <a:srgbClr val="FF40FF"/>
                      </a:solidFill>
                      <a:prstDash val="solid"/>
                      <a:round/>
                      <a:headEnd type="none" w="sm" len="sm"/>
                      <a:tailEnd type="none" w="sm" len="sm"/>
                    </a:lnR>
                    <a:lnT w="38100" cap="flat" cmpd="sng">
                      <a:solidFill>
                        <a:srgbClr val="FF40FF"/>
                      </a:solidFill>
                      <a:prstDash val="solid"/>
                      <a:round/>
                      <a:headEnd type="none" w="sm" len="sm"/>
                      <a:tailEnd type="none" w="sm" len="sm"/>
                    </a:lnT>
                    <a:lnB w="28575" cap="flat" cmpd="sng">
                      <a:solidFill>
                        <a:srgbClr val="FF40FF"/>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078" name="Google Shape;1078;p43"/>
          <p:cNvPicPr preferRelativeResize="0"/>
          <p:nvPr/>
        </p:nvPicPr>
        <p:blipFill rotWithShape="1">
          <a:blip r:embed="rId3">
            <a:alphaModFix/>
          </a:blip>
          <a:srcRect/>
          <a:stretch/>
        </p:blipFill>
        <p:spPr>
          <a:xfrm>
            <a:off x="25968" y="1766845"/>
            <a:ext cx="12015665" cy="3675802"/>
          </a:xfrm>
          <a:prstGeom prst="rect">
            <a:avLst/>
          </a:prstGeom>
          <a:noFill/>
          <a:ln>
            <a:noFill/>
          </a:ln>
        </p:spPr>
      </p:pic>
      <p:pic>
        <p:nvPicPr>
          <p:cNvPr id="1079" name="Google Shape;1079;p43"/>
          <p:cNvPicPr preferRelativeResize="0"/>
          <p:nvPr/>
        </p:nvPicPr>
        <p:blipFill>
          <a:blip r:embed="rId4">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58</a:t>
            </a:fld>
            <a:endParaRPr lang="en-US"/>
          </a:p>
        </p:txBody>
      </p:sp>
    </p:spTree>
  </p:cSld>
  <p:clrMapOvr>
    <a:masterClrMapping/>
  </p:clrMapOvr>
  <p:extLst>
    <p:ext uri="{6950BFC3-D8DA-4A85-94F7-54DA5524770B}">
      <p188:commentRel xmlns="" xmlns:p188="http://schemas.microsoft.com/office/powerpoint/2018/8/main" r:id="rId5"/>
    </p:ext>
  </p:extLst>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Shape 1083"/>
        <p:cNvGrpSpPr/>
        <p:nvPr/>
      </p:nvGrpSpPr>
      <p:grpSpPr>
        <a:xfrm>
          <a:off x="0" y="0"/>
          <a:ext cx="0" cy="0"/>
          <a:chOff x="0" y="0"/>
          <a:chExt cx="0" cy="0"/>
        </a:xfrm>
      </p:grpSpPr>
      <p:pic>
        <p:nvPicPr>
          <p:cNvPr id="1084" name="Google Shape;1084;p44"/>
          <p:cNvPicPr preferRelativeResize="0"/>
          <p:nvPr/>
        </p:nvPicPr>
        <p:blipFill rotWithShape="1">
          <a:blip r:embed="rId3">
            <a:alphaModFix/>
          </a:blip>
          <a:srcRect/>
          <a:stretch/>
        </p:blipFill>
        <p:spPr>
          <a:xfrm>
            <a:off x="338327" y="2807207"/>
            <a:ext cx="1301496" cy="1325880"/>
          </a:xfrm>
          <a:prstGeom prst="rect">
            <a:avLst/>
          </a:prstGeom>
          <a:noFill/>
          <a:ln>
            <a:noFill/>
          </a:ln>
        </p:spPr>
      </p:pic>
      <p:sp>
        <p:nvSpPr>
          <p:cNvPr id="1085" name="Google Shape;1085;p44"/>
          <p:cNvSpPr/>
          <p:nvPr/>
        </p:nvSpPr>
        <p:spPr>
          <a:xfrm>
            <a:off x="3391661" y="3351910"/>
            <a:ext cx="516255" cy="158750"/>
          </a:xfrm>
          <a:custGeom>
            <a:avLst/>
            <a:gdLst/>
            <a:ahLst/>
            <a:cxnLst/>
            <a:rect l="l" t="t" r="r" b="b"/>
            <a:pathLst>
              <a:path w="516254" h="158750" extrusionOk="0">
                <a:moveTo>
                  <a:pt x="357124" y="0"/>
                </a:moveTo>
                <a:lnTo>
                  <a:pt x="357124" y="158750"/>
                </a:lnTo>
                <a:lnTo>
                  <a:pt x="484123" y="95250"/>
                </a:lnTo>
                <a:lnTo>
                  <a:pt x="372999" y="95250"/>
                </a:lnTo>
                <a:lnTo>
                  <a:pt x="372999" y="63500"/>
                </a:lnTo>
                <a:lnTo>
                  <a:pt x="484123" y="63500"/>
                </a:lnTo>
                <a:lnTo>
                  <a:pt x="357124" y="0"/>
                </a:lnTo>
                <a:close/>
              </a:path>
              <a:path w="516254" h="158750" extrusionOk="0">
                <a:moveTo>
                  <a:pt x="357124" y="63500"/>
                </a:moveTo>
                <a:lnTo>
                  <a:pt x="0" y="63500"/>
                </a:lnTo>
                <a:lnTo>
                  <a:pt x="0" y="95250"/>
                </a:lnTo>
                <a:lnTo>
                  <a:pt x="357124" y="95250"/>
                </a:lnTo>
                <a:lnTo>
                  <a:pt x="357124" y="63500"/>
                </a:lnTo>
                <a:close/>
              </a:path>
              <a:path w="516254" h="158750" extrusionOk="0">
                <a:moveTo>
                  <a:pt x="484123" y="63500"/>
                </a:moveTo>
                <a:lnTo>
                  <a:pt x="372999" y="63500"/>
                </a:lnTo>
                <a:lnTo>
                  <a:pt x="372999" y="95250"/>
                </a:lnTo>
                <a:lnTo>
                  <a:pt x="484123" y="95250"/>
                </a:lnTo>
                <a:lnTo>
                  <a:pt x="515873" y="79375"/>
                </a:lnTo>
                <a:lnTo>
                  <a:pt x="48412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86" name="Google Shape;1086;p44"/>
          <p:cNvSpPr/>
          <p:nvPr/>
        </p:nvSpPr>
        <p:spPr>
          <a:xfrm>
            <a:off x="6511290" y="3351910"/>
            <a:ext cx="516255" cy="158750"/>
          </a:xfrm>
          <a:custGeom>
            <a:avLst/>
            <a:gdLst/>
            <a:ahLst/>
            <a:cxnLst/>
            <a:rect l="l" t="t" r="r" b="b"/>
            <a:pathLst>
              <a:path w="516254" h="158750" extrusionOk="0">
                <a:moveTo>
                  <a:pt x="357124" y="0"/>
                </a:moveTo>
                <a:lnTo>
                  <a:pt x="357124" y="158750"/>
                </a:lnTo>
                <a:lnTo>
                  <a:pt x="484123" y="95250"/>
                </a:lnTo>
                <a:lnTo>
                  <a:pt x="372999" y="95250"/>
                </a:lnTo>
                <a:lnTo>
                  <a:pt x="372999" y="63500"/>
                </a:lnTo>
                <a:lnTo>
                  <a:pt x="484123" y="63500"/>
                </a:lnTo>
                <a:lnTo>
                  <a:pt x="357124" y="0"/>
                </a:lnTo>
                <a:close/>
              </a:path>
              <a:path w="516254" h="158750" extrusionOk="0">
                <a:moveTo>
                  <a:pt x="357124" y="63500"/>
                </a:moveTo>
                <a:lnTo>
                  <a:pt x="0" y="63500"/>
                </a:lnTo>
                <a:lnTo>
                  <a:pt x="0" y="95250"/>
                </a:lnTo>
                <a:lnTo>
                  <a:pt x="357124" y="95250"/>
                </a:lnTo>
                <a:lnTo>
                  <a:pt x="357124" y="63500"/>
                </a:lnTo>
                <a:close/>
              </a:path>
              <a:path w="516254" h="158750" extrusionOk="0">
                <a:moveTo>
                  <a:pt x="484123" y="63500"/>
                </a:moveTo>
                <a:lnTo>
                  <a:pt x="372999" y="63500"/>
                </a:lnTo>
                <a:lnTo>
                  <a:pt x="372999" y="95250"/>
                </a:lnTo>
                <a:lnTo>
                  <a:pt x="484123" y="95250"/>
                </a:lnTo>
                <a:lnTo>
                  <a:pt x="515873" y="79375"/>
                </a:lnTo>
                <a:lnTo>
                  <a:pt x="48412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87" name="Google Shape;1087;p44"/>
          <p:cNvSpPr txBox="1"/>
          <p:nvPr/>
        </p:nvSpPr>
        <p:spPr>
          <a:xfrm>
            <a:off x="8666733" y="3285197"/>
            <a:ext cx="227965" cy="965136"/>
          </a:xfrm>
          <a:prstGeom prst="rect">
            <a:avLst/>
          </a:prstGeom>
          <a:noFill/>
          <a:ln>
            <a:noFill/>
          </a:ln>
        </p:spPr>
        <p:txBody>
          <a:bodyPr spcFirstLastPara="1" wrap="square" lIns="0" tIns="0" rIns="0" bIns="0" anchor="t" anchorCtr="0">
            <a:spAutoFit/>
          </a:bodyPr>
          <a:lstStyle/>
          <a:p>
            <a:pPr marL="0" lvl="0" indent="0" algn="l" rtl="0">
              <a:lnSpc>
                <a:spcPct val="97968"/>
              </a:lnSpc>
              <a:spcBef>
                <a:spcPts val="0"/>
              </a:spcBef>
              <a:spcAft>
                <a:spcPts val="0"/>
              </a:spcAft>
              <a:buNone/>
            </a:pPr>
            <a:r>
              <a:rPr lang="en-US" sz="3200">
                <a:latin typeface="+mj-lt"/>
                <a:ea typeface="Cambria Math"/>
                <a:cs typeface="Cambria Math"/>
                <a:sym typeface="Cambria Math"/>
              </a:rPr>
              <a:t>𝑦ො</a:t>
            </a:r>
            <a:endParaRPr sz="3200">
              <a:latin typeface="+mj-lt"/>
              <a:ea typeface="Cambria Math"/>
              <a:cs typeface="Cambria Math"/>
              <a:sym typeface="Cambria Math"/>
            </a:endParaRPr>
          </a:p>
        </p:txBody>
      </p:sp>
      <p:grpSp>
        <p:nvGrpSpPr>
          <p:cNvPr id="1088" name="Google Shape;1088;p44"/>
          <p:cNvGrpSpPr/>
          <p:nvPr/>
        </p:nvGrpSpPr>
        <p:grpSpPr>
          <a:xfrm>
            <a:off x="3985259" y="3005327"/>
            <a:ext cx="855344" cy="815340"/>
            <a:chOff x="3985259" y="3005327"/>
            <a:chExt cx="855344" cy="815340"/>
          </a:xfrm>
        </p:grpSpPr>
        <p:sp>
          <p:nvSpPr>
            <p:cNvPr id="1089" name="Google Shape;1089;p44"/>
            <p:cNvSpPr/>
            <p:nvPr/>
          </p:nvSpPr>
          <p:spPr>
            <a:xfrm>
              <a:off x="3985259" y="3209162"/>
              <a:ext cx="651510" cy="611505"/>
            </a:xfrm>
            <a:custGeom>
              <a:avLst/>
              <a:gdLst/>
              <a:ahLst/>
              <a:cxnLst/>
              <a:rect l="l" t="t" r="r" b="b"/>
              <a:pathLst>
                <a:path w="651510" h="611504" extrusionOk="0">
                  <a:moveTo>
                    <a:pt x="651128" y="0"/>
                  </a:moveTo>
                  <a:lnTo>
                    <a:pt x="0" y="0"/>
                  </a:lnTo>
                  <a:lnTo>
                    <a:pt x="0" y="611505"/>
                  </a:lnTo>
                  <a:lnTo>
                    <a:pt x="651128" y="611505"/>
                  </a:lnTo>
                  <a:lnTo>
                    <a:pt x="65112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90" name="Google Shape;1090;p44"/>
            <p:cNvSpPr/>
            <p:nvPr/>
          </p:nvSpPr>
          <p:spPr>
            <a:xfrm>
              <a:off x="4636388" y="3005327"/>
              <a:ext cx="203835" cy="815340"/>
            </a:xfrm>
            <a:custGeom>
              <a:avLst/>
              <a:gdLst/>
              <a:ahLst/>
              <a:cxnLst/>
              <a:rect l="l" t="t" r="r" b="b"/>
              <a:pathLst>
                <a:path w="203835" h="815339" extrusionOk="0">
                  <a:moveTo>
                    <a:pt x="203835" y="0"/>
                  </a:moveTo>
                  <a:lnTo>
                    <a:pt x="0" y="203835"/>
                  </a:lnTo>
                  <a:lnTo>
                    <a:pt x="0" y="815340"/>
                  </a:lnTo>
                  <a:lnTo>
                    <a:pt x="203835" y="611505"/>
                  </a:lnTo>
                  <a:lnTo>
                    <a:pt x="203835"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91" name="Google Shape;1091;p44"/>
            <p:cNvSpPr/>
            <p:nvPr/>
          </p:nvSpPr>
          <p:spPr>
            <a:xfrm>
              <a:off x="3985259" y="3005327"/>
              <a:ext cx="855344" cy="203835"/>
            </a:xfrm>
            <a:custGeom>
              <a:avLst/>
              <a:gdLst/>
              <a:ahLst/>
              <a:cxnLst/>
              <a:rect l="l" t="t" r="r" b="b"/>
              <a:pathLst>
                <a:path w="855345" h="203835" extrusionOk="0">
                  <a:moveTo>
                    <a:pt x="854963" y="0"/>
                  </a:moveTo>
                  <a:lnTo>
                    <a:pt x="203835" y="0"/>
                  </a:lnTo>
                  <a:lnTo>
                    <a:pt x="0" y="203835"/>
                  </a:lnTo>
                  <a:lnTo>
                    <a:pt x="651129" y="203835"/>
                  </a:lnTo>
                  <a:lnTo>
                    <a:pt x="854963"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92" name="Google Shape;1092;p44"/>
            <p:cNvSpPr/>
            <p:nvPr/>
          </p:nvSpPr>
          <p:spPr>
            <a:xfrm>
              <a:off x="3985259" y="3005327"/>
              <a:ext cx="855344" cy="815340"/>
            </a:xfrm>
            <a:custGeom>
              <a:avLst/>
              <a:gdLst/>
              <a:ahLst/>
              <a:cxnLst/>
              <a:rect l="l" t="t" r="r" b="b"/>
              <a:pathLst>
                <a:path w="855345" h="815339" extrusionOk="0">
                  <a:moveTo>
                    <a:pt x="0" y="203835"/>
                  </a:moveTo>
                  <a:lnTo>
                    <a:pt x="203835" y="0"/>
                  </a:lnTo>
                  <a:lnTo>
                    <a:pt x="854963" y="0"/>
                  </a:lnTo>
                  <a:lnTo>
                    <a:pt x="854963" y="611505"/>
                  </a:lnTo>
                  <a:lnTo>
                    <a:pt x="651129" y="815340"/>
                  </a:lnTo>
                  <a:lnTo>
                    <a:pt x="0" y="815340"/>
                  </a:lnTo>
                  <a:lnTo>
                    <a:pt x="0" y="203835"/>
                  </a:lnTo>
                  <a:close/>
                </a:path>
                <a:path w="855345" h="815339" extrusionOk="0">
                  <a:moveTo>
                    <a:pt x="0" y="203835"/>
                  </a:moveTo>
                  <a:lnTo>
                    <a:pt x="651129" y="203835"/>
                  </a:lnTo>
                  <a:lnTo>
                    <a:pt x="854963" y="0"/>
                  </a:lnTo>
                </a:path>
                <a:path w="855345" h="815339" extrusionOk="0">
                  <a:moveTo>
                    <a:pt x="651129" y="203835"/>
                  </a:moveTo>
                  <a:lnTo>
                    <a:pt x="651129" y="815340"/>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093" name="Google Shape;1093;p44"/>
          <p:cNvGrpSpPr/>
          <p:nvPr/>
        </p:nvGrpSpPr>
        <p:grpSpPr>
          <a:xfrm>
            <a:off x="5519928" y="2945892"/>
            <a:ext cx="807973" cy="811212"/>
            <a:chOff x="5519928" y="2945892"/>
            <a:chExt cx="807973" cy="811212"/>
          </a:xfrm>
        </p:grpSpPr>
        <p:sp>
          <p:nvSpPr>
            <p:cNvPr id="1094" name="Google Shape;1094;p44"/>
            <p:cNvSpPr/>
            <p:nvPr/>
          </p:nvSpPr>
          <p:spPr>
            <a:xfrm>
              <a:off x="5519928" y="3412934"/>
              <a:ext cx="340995" cy="344170"/>
            </a:xfrm>
            <a:custGeom>
              <a:avLst/>
              <a:gdLst/>
              <a:ahLst/>
              <a:cxnLst/>
              <a:rect l="l" t="t" r="r" b="b"/>
              <a:pathLst>
                <a:path w="340995" h="344170" extrusionOk="0">
                  <a:moveTo>
                    <a:pt x="340677" y="0"/>
                  </a:moveTo>
                  <a:lnTo>
                    <a:pt x="0" y="0"/>
                  </a:lnTo>
                  <a:lnTo>
                    <a:pt x="0" y="343725"/>
                  </a:lnTo>
                  <a:lnTo>
                    <a:pt x="340677" y="343725"/>
                  </a:lnTo>
                  <a:lnTo>
                    <a:pt x="340677"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95" name="Google Shape;1095;p44"/>
            <p:cNvSpPr/>
            <p:nvPr/>
          </p:nvSpPr>
          <p:spPr>
            <a:xfrm>
              <a:off x="5860542" y="2945892"/>
              <a:ext cx="467359" cy="810895"/>
            </a:xfrm>
            <a:custGeom>
              <a:avLst/>
              <a:gdLst/>
              <a:ahLst/>
              <a:cxnLst/>
              <a:rect l="l" t="t" r="r" b="b"/>
              <a:pathLst>
                <a:path w="467360" h="810895" extrusionOk="0">
                  <a:moveTo>
                    <a:pt x="467106" y="0"/>
                  </a:moveTo>
                  <a:lnTo>
                    <a:pt x="0" y="467105"/>
                  </a:lnTo>
                  <a:lnTo>
                    <a:pt x="0" y="810767"/>
                  </a:lnTo>
                  <a:lnTo>
                    <a:pt x="467106" y="343661"/>
                  </a:lnTo>
                  <a:lnTo>
                    <a:pt x="467106"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96" name="Google Shape;1096;p44"/>
            <p:cNvSpPr/>
            <p:nvPr/>
          </p:nvSpPr>
          <p:spPr>
            <a:xfrm>
              <a:off x="5519928" y="2945892"/>
              <a:ext cx="807720" cy="467359"/>
            </a:xfrm>
            <a:custGeom>
              <a:avLst/>
              <a:gdLst/>
              <a:ahLst/>
              <a:cxnLst/>
              <a:rect l="l" t="t" r="r" b="b"/>
              <a:pathLst>
                <a:path w="807720" h="467360" extrusionOk="0">
                  <a:moveTo>
                    <a:pt x="807720" y="0"/>
                  </a:moveTo>
                  <a:lnTo>
                    <a:pt x="467106" y="0"/>
                  </a:lnTo>
                  <a:lnTo>
                    <a:pt x="0" y="467105"/>
                  </a:lnTo>
                  <a:lnTo>
                    <a:pt x="340614" y="467105"/>
                  </a:lnTo>
                  <a:lnTo>
                    <a:pt x="807720"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097" name="Google Shape;1097;p44"/>
            <p:cNvSpPr/>
            <p:nvPr/>
          </p:nvSpPr>
          <p:spPr>
            <a:xfrm>
              <a:off x="5519928" y="2945892"/>
              <a:ext cx="807720" cy="810895"/>
            </a:xfrm>
            <a:custGeom>
              <a:avLst/>
              <a:gdLst/>
              <a:ahLst/>
              <a:cxnLst/>
              <a:rect l="l" t="t" r="r" b="b"/>
              <a:pathLst>
                <a:path w="807720" h="810895" extrusionOk="0">
                  <a:moveTo>
                    <a:pt x="0" y="467105"/>
                  </a:moveTo>
                  <a:lnTo>
                    <a:pt x="467106" y="0"/>
                  </a:lnTo>
                  <a:lnTo>
                    <a:pt x="807720" y="0"/>
                  </a:lnTo>
                  <a:lnTo>
                    <a:pt x="807720" y="343661"/>
                  </a:lnTo>
                  <a:lnTo>
                    <a:pt x="340614" y="810767"/>
                  </a:lnTo>
                  <a:lnTo>
                    <a:pt x="0" y="810767"/>
                  </a:lnTo>
                  <a:lnTo>
                    <a:pt x="0" y="467105"/>
                  </a:lnTo>
                  <a:close/>
                </a:path>
                <a:path w="807720" h="810895" extrusionOk="0">
                  <a:moveTo>
                    <a:pt x="0" y="467105"/>
                  </a:moveTo>
                  <a:lnTo>
                    <a:pt x="340614" y="467105"/>
                  </a:lnTo>
                  <a:lnTo>
                    <a:pt x="807720" y="0"/>
                  </a:lnTo>
                </a:path>
                <a:path w="807720" h="810895" extrusionOk="0">
                  <a:moveTo>
                    <a:pt x="340614" y="467105"/>
                  </a:moveTo>
                  <a:lnTo>
                    <a:pt x="340614" y="810767"/>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098" name="Google Shape;1098;p44"/>
          <p:cNvSpPr/>
          <p:nvPr/>
        </p:nvSpPr>
        <p:spPr>
          <a:xfrm>
            <a:off x="4895850" y="3351910"/>
            <a:ext cx="516255" cy="158750"/>
          </a:xfrm>
          <a:custGeom>
            <a:avLst/>
            <a:gdLst/>
            <a:ahLst/>
            <a:cxnLst/>
            <a:rect l="l" t="t" r="r" b="b"/>
            <a:pathLst>
              <a:path w="516254" h="158750" extrusionOk="0">
                <a:moveTo>
                  <a:pt x="357124" y="0"/>
                </a:moveTo>
                <a:lnTo>
                  <a:pt x="357124" y="158750"/>
                </a:lnTo>
                <a:lnTo>
                  <a:pt x="484123" y="95250"/>
                </a:lnTo>
                <a:lnTo>
                  <a:pt x="372999" y="95250"/>
                </a:lnTo>
                <a:lnTo>
                  <a:pt x="372999" y="63500"/>
                </a:lnTo>
                <a:lnTo>
                  <a:pt x="484123" y="63500"/>
                </a:lnTo>
                <a:lnTo>
                  <a:pt x="357124" y="0"/>
                </a:lnTo>
                <a:close/>
              </a:path>
              <a:path w="516254" h="158750" extrusionOk="0">
                <a:moveTo>
                  <a:pt x="357124" y="63500"/>
                </a:moveTo>
                <a:lnTo>
                  <a:pt x="0" y="63500"/>
                </a:lnTo>
                <a:lnTo>
                  <a:pt x="0" y="95250"/>
                </a:lnTo>
                <a:lnTo>
                  <a:pt x="357124" y="95250"/>
                </a:lnTo>
                <a:lnTo>
                  <a:pt x="357124" y="63500"/>
                </a:lnTo>
                <a:close/>
              </a:path>
              <a:path w="516254" h="158750" extrusionOk="0">
                <a:moveTo>
                  <a:pt x="484123" y="63500"/>
                </a:moveTo>
                <a:lnTo>
                  <a:pt x="372999" y="63500"/>
                </a:lnTo>
                <a:lnTo>
                  <a:pt x="372999" y="95250"/>
                </a:lnTo>
                <a:lnTo>
                  <a:pt x="484123" y="95250"/>
                </a:lnTo>
                <a:lnTo>
                  <a:pt x="515873" y="79375"/>
                </a:lnTo>
                <a:lnTo>
                  <a:pt x="48412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1099" name="Google Shape;1099;p44"/>
          <p:cNvGrpSpPr/>
          <p:nvPr/>
        </p:nvGrpSpPr>
        <p:grpSpPr>
          <a:xfrm>
            <a:off x="2193035" y="2945892"/>
            <a:ext cx="1068705" cy="1009065"/>
            <a:chOff x="2193035" y="2945892"/>
            <a:chExt cx="1068705" cy="1009065"/>
          </a:xfrm>
        </p:grpSpPr>
        <p:sp>
          <p:nvSpPr>
            <p:cNvPr id="1100" name="Google Shape;1100;p44"/>
            <p:cNvSpPr/>
            <p:nvPr/>
          </p:nvSpPr>
          <p:spPr>
            <a:xfrm>
              <a:off x="2193035" y="3029127"/>
              <a:ext cx="985519" cy="925830"/>
            </a:xfrm>
            <a:custGeom>
              <a:avLst/>
              <a:gdLst/>
              <a:ahLst/>
              <a:cxnLst/>
              <a:rect l="l" t="t" r="r" b="b"/>
              <a:pathLst>
                <a:path w="985519" h="925829" extrusionOk="0">
                  <a:moveTo>
                    <a:pt x="985088" y="0"/>
                  </a:moveTo>
                  <a:lnTo>
                    <a:pt x="0" y="0"/>
                  </a:lnTo>
                  <a:lnTo>
                    <a:pt x="0" y="925652"/>
                  </a:lnTo>
                  <a:lnTo>
                    <a:pt x="985088" y="925652"/>
                  </a:lnTo>
                  <a:lnTo>
                    <a:pt x="98508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01" name="Google Shape;1101;p44"/>
            <p:cNvSpPr/>
            <p:nvPr/>
          </p:nvSpPr>
          <p:spPr>
            <a:xfrm>
              <a:off x="3178174" y="2945892"/>
              <a:ext cx="83185" cy="1009015"/>
            </a:xfrm>
            <a:custGeom>
              <a:avLst/>
              <a:gdLst/>
              <a:ahLst/>
              <a:cxnLst/>
              <a:rect l="l" t="t" r="r" b="b"/>
              <a:pathLst>
                <a:path w="83185" h="1009014" extrusionOk="0">
                  <a:moveTo>
                    <a:pt x="83185" y="0"/>
                  </a:moveTo>
                  <a:lnTo>
                    <a:pt x="0" y="83185"/>
                  </a:lnTo>
                  <a:lnTo>
                    <a:pt x="0" y="1008888"/>
                  </a:lnTo>
                  <a:lnTo>
                    <a:pt x="83185" y="925703"/>
                  </a:lnTo>
                  <a:lnTo>
                    <a:pt x="83185"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02" name="Google Shape;1102;p44"/>
            <p:cNvSpPr/>
            <p:nvPr/>
          </p:nvSpPr>
          <p:spPr>
            <a:xfrm>
              <a:off x="2193035" y="2945892"/>
              <a:ext cx="1068705" cy="83185"/>
            </a:xfrm>
            <a:custGeom>
              <a:avLst/>
              <a:gdLst/>
              <a:ahLst/>
              <a:cxnLst/>
              <a:rect l="l" t="t" r="r" b="b"/>
              <a:pathLst>
                <a:path w="1068704" h="83185" extrusionOk="0">
                  <a:moveTo>
                    <a:pt x="1068324" y="0"/>
                  </a:moveTo>
                  <a:lnTo>
                    <a:pt x="83185" y="0"/>
                  </a:lnTo>
                  <a:lnTo>
                    <a:pt x="0" y="83185"/>
                  </a:lnTo>
                  <a:lnTo>
                    <a:pt x="985138" y="83185"/>
                  </a:lnTo>
                  <a:lnTo>
                    <a:pt x="1068324"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03" name="Google Shape;1103;p44"/>
            <p:cNvSpPr/>
            <p:nvPr/>
          </p:nvSpPr>
          <p:spPr>
            <a:xfrm>
              <a:off x="2193035" y="2945892"/>
              <a:ext cx="1068705" cy="1009015"/>
            </a:xfrm>
            <a:custGeom>
              <a:avLst/>
              <a:gdLst/>
              <a:ahLst/>
              <a:cxnLst/>
              <a:rect l="l" t="t" r="r" b="b"/>
              <a:pathLst>
                <a:path w="1068704" h="1009014" extrusionOk="0">
                  <a:moveTo>
                    <a:pt x="0" y="83185"/>
                  </a:moveTo>
                  <a:lnTo>
                    <a:pt x="83185" y="0"/>
                  </a:lnTo>
                  <a:lnTo>
                    <a:pt x="1068324" y="0"/>
                  </a:lnTo>
                  <a:lnTo>
                    <a:pt x="1068324" y="925703"/>
                  </a:lnTo>
                  <a:lnTo>
                    <a:pt x="985138" y="1008888"/>
                  </a:lnTo>
                  <a:lnTo>
                    <a:pt x="0" y="1008888"/>
                  </a:lnTo>
                  <a:lnTo>
                    <a:pt x="0" y="83185"/>
                  </a:lnTo>
                  <a:close/>
                </a:path>
                <a:path w="1068704" h="1009014" extrusionOk="0">
                  <a:moveTo>
                    <a:pt x="0" y="83185"/>
                  </a:moveTo>
                  <a:lnTo>
                    <a:pt x="985138" y="83185"/>
                  </a:lnTo>
                  <a:lnTo>
                    <a:pt x="1068324" y="0"/>
                  </a:lnTo>
                </a:path>
                <a:path w="1068704" h="1009014" extrusionOk="0">
                  <a:moveTo>
                    <a:pt x="985138" y="83185"/>
                  </a:moveTo>
                  <a:lnTo>
                    <a:pt x="985138" y="1008888"/>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104" name="Google Shape;1104;p44"/>
          <p:cNvSpPr/>
          <p:nvPr/>
        </p:nvSpPr>
        <p:spPr>
          <a:xfrm>
            <a:off x="1765554" y="3351910"/>
            <a:ext cx="372745" cy="158750"/>
          </a:xfrm>
          <a:custGeom>
            <a:avLst/>
            <a:gdLst/>
            <a:ahLst/>
            <a:cxnLst/>
            <a:rect l="l" t="t" r="r" b="b"/>
            <a:pathLst>
              <a:path w="372744" h="158750" extrusionOk="0">
                <a:moveTo>
                  <a:pt x="213486" y="0"/>
                </a:moveTo>
                <a:lnTo>
                  <a:pt x="213486" y="158750"/>
                </a:lnTo>
                <a:lnTo>
                  <a:pt x="340487" y="95250"/>
                </a:lnTo>
                <a:lnTo>
                  <a:pt x="229361" y="95250"/>
                </a:lnTo>
                <a:lnTo>
                  <a:pt x="229361" y="63500"/>
                </a:lnTo>
                <a:lnTo>
                  <a:pt x="340487" y="63500"/>
                </a:lnTo>
                <a:lnTo>
                  <a:pt x="213486" y="0"/>
                </a:lnTo>
                <a:close/>
              </a:path>
              <a:path w="372744" h="158750" extrusionOk="0">
                <a:moveTo>
                  <a:pt x="213486" y="63500"/>
                </a:moveTo>
                <a:lnTo>
                  <a:pt x="0" y="63500"/>
                </a:lnTo>
                <a:lnTo>
                  <a:pt x="0" y="95250"/>
                </a:lnTo>
                <a:lnTo>
                  <a:pt x="213486" y="95250"/>
                </a:lnTo>
                <a:lnTo>
                  <a:pt x="213486" y="63500"/>
                </a:lnTo>
                <a:close/>
              </a:path>
              <a:path w="372744" h="158750" extrusionOk="0">
                <a:moveTo>
                  <a:pt x="340487" y="63500"/>
                </a:moveTo>
                <a:lnTo>
                  <a:pt x="229361" y="63500"/>
                </a:lnTo>
                <a:lnTo>
                  <a:pt x="229361" y="95250"/>
                </a:lnTo>
                <a:lnTo>
                  <a:pt x="340487" y="95250"/>
                </a:lnTo>
                <a:lnTo>
                  <a:pt x="372237" y="79375"/>
                </a:lnTo>
                <a:lnTo>
                  <a:pt x="340487"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05" name="Google Shape;1105;p44"/>
          <p:cNvSpPr txBox="1">
            <a:spLocks noGrp="1"/>
          </p:cNvSpPr>
          <p:nvPr>
            <p:ph type="title"/>
          </p:nvPr>
        </p:nvSpPr>
        <p:spPr>
          <a:xfrm>
            <a:off x="916939" y="672160"/>
            <a:ext cx="10062845" cy="6350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000" b="0">
                <a:latin typeface="+mj-lt"/>
                <a:ea typeface="Cambria"/>
                <a:cs typeface="Cambria"/>
                <a:sym typeface="Cambria"/>
              </a:rPr>
              <a:t>Deep Learning for Semantic Segmentation</a:t>
            </a:r>
            <a:endParaRPr sz="4000">
              <a:latin typeface="+mj-lt"/>
              <a:ea typeface="Cambria"/>
              <a:cs typeface="Cambria"/>
              <a:sym typeface="Cambria"/>
            </a:endParaRPr>
          </a:p>
        </p:txBody>
      </p:sp>
      <p:pic>
        <p:nvPicPr>
          <p:cNvPr id="1106" name="Google Shape;1106;p44"/>
          <p:cNvPicPr preferRelativeResize="0"/>
          <p:nvPr/>
        </p:nvPicPr>
        <p:blipFill rotWithShape="1">
          <a:blip r:embed="rId4">
            <a:alphaModFix/>
          </a:blip>
          <a:srcRect/>
          <a:stretch/>
        </p:blipFill>
        <p:spPr>
          <a:xfrm>
            <a:off x="10556747" y="2898648"/>
            <a:ext cx="1208531" cy="1234439"/>
          </a:xfrm>
          <a:prstGeom prst="rect">
            <a:avLst/>
          </a:prstGeom>
          <a:noFill/>
          <a:ln>
            <a:noFill/>
          </a:ln>
        </p:spPr>
      </p:pic>
      <p:grpSp>
        <p:nvGrpSpPr>
          <p:cNvPr id="1107" name="Google Shape;1107;p44"/>
          <p:cNvGrpSpPr/>
          <p:nvPr/>
        </p:nvGrpSpPr>
        <p:grpSpPr>
          <a:xfrm>
            <a:off x="7085076" y="2500883"/>
            <a:ext cx="2767965" cy="1717675"/>
            <a:chOff x="7085076" y="2500883"/>
            <a:chExt cx="2767965" cy="1717675"/>
          </a:xfrm>
        </p:grpSpPr>
        <p:sp>
          <p:nvSpPr>
            <p:cNvPr id="1108" name="Google Shape;1108;p44"/>
            <p:cNvSpPr/>
            <p:nvPr/>
          </p:nvSpPr>
          <p:spPr>
            <a:xfrm>
              <a:off x="7103364" y="2898647"/>
              <a:ext cx="1965325" cy="1036319"/>
            </a:xfrm>
            <a:custGeom>
              <a:avLst/>
              <a:gdLst/>
              <a:ahLst/>
              <a:cxnLst/>
              <a:rect l="l" t="t" r="r" b="b"/>
              <a:pathLst>
                <a:path w="1965325" h="1036320" extrusionOk="0">
                  <a:moveTo>
                    <a:pt x="0" y="0"/>
                  </a:moveTo>
                  <a:lnTo>
                    <a:pt x="1964944" y="1036066"/>
                  </a:lnTo>
                </a:path>
              </a:pathLst>
            </a:custGeom>
            <a:noFill/>
            <a:ln w="7620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09" name="Google Shape;1109;p44"/>
            <p:cNvSpPr/>
            <p:nvPr/>
          </p:nvSpPr>
          <p:spPr>
            <a:xfrm>
              <a:off x="7098792" y="2910839"/>
              <a:ext cx="1971039" cy="1023619"/>
            </a:xfrm>
            <a:custGeom>
              <a:avLst/>
              <a:gdLst/>
              <a:ahLst/>
              <a:cxnLst/>
              <a:rect l="l" t="t" r="r" b="b"/>
              <a:pathLst>
                <a:path w="1971040" h="1023620" extrusionOk="0">
                  <a:moveTo>
                    <a:pt x="0" y="1023238"/>
                  </a:moveTo>
                  <a:lnTo>
                    <a:pt x="1970913" y="0"/>
                  </a:lnTo>
                </a:path>
              </a:pathLst>
            </a:custGeom>
            <a:noFill/>
            <a:ln w="76200" cap="flat" cmpd="sng">
              <a:solidFill>
                <a:srgbClr val="FF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0" name="Google Shape;1110;p44"/>
            <p:cNvSpPr/>
            <p:nvPr/>
          </p:nvSpPr>
          <p:spPr>
            <a:xfrm>
              <a:off x="7085076" y="2500883"/>
              <a:ext cx="2291080" cy="1717675"/>
            </a:xfrm>
            <a:custGeom>
              <a:avLst/>
              <a:gdLst/>
              <a:ahLst/>
              <a:cxnLst/>
              <a:rect l="l" t="t" r="r" b="b"/>
              <a:pathLst>
                <a:path w="2291079" h="1717675" extrusionOk="0">
                  <a:moveTo>
                    <a:pt x="2290572" y="0"/>
                  </a:moveTo>
                  <a:lnTo>
                    <a:pt x="0" y="0"/>
                  </a:lnTo>
                  <a:lnTo>
                    <a:pt x="0" y="1717548"/>
                  </a:lnTo>
                  <a:lnTo>
                    <a:pt x="2290572" y="1717548"/>
                  </a:lnTo>
                  <a:lnTo>
                    <a:pt x="2290572" y="0"/>
                  </a:lnTo>
                  <a:close/>
                </a:path>
              </a:pathLst>
            </a:custGeom>
            <a:solidFill>
              <a:srgbClr val="FFFF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1" name="Google Shape;1111;p44"/>
            <p:cNvSpPr/>
            <p:nvPr/>
          </p:nvSpPr>
          <p:spPr>
            <a:xfrm>
              <a:off x="7085076" y="2500883"/>
              <a:ext cx="2291080" cy="1717675"/>
            </a:xfrm>
            <a:custGeom>
              <a:avLst/>
              <a:gdLst/>
              <a:ahLst/>
              <a:cxnLst/>
              <a:rect l="l" t="t" r="r" b="b"/>
              <a:pathLst>
                <a:path w="2291079" h="1717675" extrusionOk="0">
                  <a:moveTo>
                    <a:pt x="0" y="1717548"/>
                  </a:moveTo>
                  <a:lnTo>
                    <a:pt x="2290572" y="1717548"/>
                  </a:lnTo>
                  <a:lnTo>
                    <a:pt x="2290572" y="0"/>
                  </a:lnTo>
                  <a:lnTo>
                    <a:pt x="0" y="0"/>
                  </a:lnTo>
                  <a:lnTo>
                    <a:pt x="0" y="1717548"/>
                  </a:lnTo>
                  <a:close/>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2" name="Google Shape;1112;p44"/>
            <p:cNvSpPr/>
            <p:nvPr/>
          </p:nvSpPr>
          <p:spPr>
            <a:xfrm>
              <a:off x="7179564" y="3221354"/>
              <a:ext cx="651510" cy="611505"/>
            </a:xfrm>
            <a:custGeom>
              <a:avLst/>
              <a:gdLst/>
              <a:ahLst/>
              <a:cxnLst/>
              <a:rect l="l" t="t" r="r" b="b"/>
              <a:pathLst>
                <a:path w="651509" h="611504" extrusionOk="0">
                  <a:moveTo>
                    <a:pt x="651128" y="0"/>
                  </a:moveTo>
                  <a:lnTo>
                    <a:pt x="0" y="0"/>
                  </a:lnTo>
                  <a:lnTo>
                    <a:pt x="0" y="611504"/>
                  </a:lnTo>
                  <a:lnTo>
                    <a:pt x="651128" y="611504"/>
                  </a:lnTo>
                  <a:lnTo>
                    <a:pt x="65112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3" name="Google Shape;1113;p44"/>
            <p:cNvSpPr/>
            <p:nvPr/>
          </p:nvSpPr>
          <p:spPr>
            <a:xfrm>
              <a:off x="7830693" y="3017519"/>
              <a:ext cx="203835" cy="815340"/>
            </a:xfrm>
            <a:custGeom>
              <a:avLst/>
              <a:gdLst/>
              <a:ahLst/>
              <a:cxnLst/>
              <a:rect l="l" t="t" r="r" b="b"/>
              <a:pathLst>
                <a:path w="203834" h="815339" extrusionOk="0">
                  <a:moveTo>
                    <a:pt x="203835" y="0"/>
                  </a:moveTo>
                  <a:lnTo>
                    <a:pt x="0" y="203835"/>
                  </a:lnTo>
                  <a:lnTo>
                    <a:pt x="0" y="815340"/>
                  </a:lnTo>
                  <a:lnTo>
                    <a:pt x="203835" y="611505"/>
                  </a:lnTo>
                  <a:lnTo>
                    <a:pt x="203835"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4" name="Google Shape;1114;p44"/>
            <p:cNvSpPr/>
            <p:nvPr/>
          </p:nvSpPr>
          <p:spPr>
            <a:xfrm>
              <a:off x="7179564" y="3017519"/>
              <a:ext cx="855344" cy="203835"/>
            </a:xfrm>
            <a:custGeom>
              <a:avLst/>
              <a:gdLst/>
              <a:ahLst/>
              <a:cxnLst/>
              <a:rect l="l" t="t" r="r" b="b"/>
              <a:pathLst>
                <a:path w="855345" h="203835" extrusionOk="0">
                  <a:moveTo>
                    <a:pt x="854963" y="0"/>
                  </a:moveTo>
                  <a:lnTo>
                    <a:pt x="203835" y="0"/>
                  </a:lnTo>
                  <a:lnTo>
                    <a:pt x="0" y="203835"/>
                  </a:lnTo>
                  <a:lnTo>
                    <a:pt x="651129" y="203835"/>
                  </a:lnTo>
                  <a:lnTo>
                    <a:pt x="854963"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5" name="Google Shape;1115;p44"/>
            <p:cNvSpPr/>
            <p:nvPr/>
          </p:nvSpPr>
          <p:spPr>
            <a:xfrm>
              <a:off x="7179564" y="3017519"/>
              <a:ext cx="855344" cy="815340"/>
            </a:xfrm>
            <a:custGeom>
              <a:avLst/>
              <a:gdLst/>
              <a:ahLst/>
              <a:cxnLst/>
              <a:rect l="l" t="t" r="r" b="b"/>
              <a:pathLst>
                <a:path w="855345" h="815339" extrusionOk="0">
                  <a:moveTo>
                    <a:pt x="0" y="203835"/>
                  </a:moveTo>
                  <a:lnTo>
                    <a:pt x="203835" y="0"/>
                  </a:lnTo>
                  <a:lnTo>
                    <a:pt x="854963" y="0"/>
                  </a:lnTo>
                  <a:lnTo>
                    <a:pt x="854963" y="611505"/>
                  </a:lnTo>
                  <a:lnTo>
                    <a:pt x="651129" y="815340"/>
                  </a:lnTo>
                  <a:lnTo>
                    <a:pt x="0" y="815340"/>
                  </a:lnTo>
                  <a:lnTo>
                    <a:pt x="0" y="203835"/>
                  </a:lnTo>
                  <a:close/>
                </a:path>
                <a:path w="855345" h="815339" extrusionOk="0">
                  <a:moveTo>
                    <a:pt x="0" y="203835"/>
                  </a:moveTo>
                  <a:lnTo>
                    <a:pt x="651129" y="203835"/>
                  </a:lnTo>
                  <a:lnTo>
                    <a:pt x="854963" y="0"/>
                  </a:lnTo>
                </a:path>
                <a:path w="855345" h="815339" extrusionOk="0">
                  <a:moveTo>
                    <a:pt x="651129" y="203835"/>
                  </a:moveTo>
                  <a:lnTo>
                    <a:pt x="651129" y="815340"/>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6" name="Google Shape;1116;p44"/>
            <p:cNvSpPr/>
            <p:nvPr/>
          </p:nvSpPr>
          <p:spPr>
            <a:xfrm>
              <a:off x="8166354" y="3354958"/>
              <a:ext cx="516255" cy="158750"/>
            </a:xfrm>
            <a:custGeom>
              <a:avLst/>
              <a:gdLst/>
              <a:ahLst/>
              <a:cxnLst/>
              <a:rect l="l" t="t" r="r" b="b"/>
              <a:pathLst>
                <a:path w="516254" h="158750" extrusionOk="0">
                  <a:moveTo>
                    <a:pt x="357124" y="0"/>
                  </a:moveTo>
                  <a:lnTo>
                    <a:pt x="357124" y="158750"/>
                  </a:lnTo>
                  <a:lnTo>
                    <a:pt x="484123" y="95250"/>
                  </a:lnTo>
                  <a:lnTo>
                    <a:pt x="372999" y="95250"/>
                  </a:lnTo>
                  <a:lnTo>
                    <a:pt x="372999" y="63500"/>
                  </a:lnTo>
                  <a:lnTo>
                    <a:pt x="484123" y="63500"/>
                  </a:lnTo>
                  <a:lnTo>
                    <a:pt x="357124" y="0"/>
                  </a:lnTo>
                  <a:close/>
                </a:path>
                <a:path w="516254" h="158750" extrusionOk="0">
                  <a:moveTo>
                    <a:pt x="357124" y="63500"/>
                  </a:moveTo>
                  <a:lnTo>
                    <a:pt x="0" y="63500"/>
                  </a:lnTo>
                  <a:lnTo>
                    <a:pt x="0" y="95250"/>
                  </a:lnTo>
                  <a:lnTo>
                    <a:pt x="357124" y="95250"/>
                  </a:lnTo>
                  <a:lnTo>
                    <a:pt x="357124" y="63500"/>
                  </a:lnTo>
                  <a:close/>
                </a:path>
                <a:path w="516254" h="158750" extrusionOk="0">
                  <a:moveTo>
                    <a:pt x="484123" y="63500"/>
                  </a:moveTo>
                  <a:lnTo>
                    <a:pt x="372999" y="63500"/>
                  </a:lnTo>
                  <a:lnTo>
                    <a:pt x="372999" y="95250"/>
                  </a:lnTo>
                  <a:lnTo>
                    <a:pt x="484123" y="95250"/>
                  </a:lnTo>
                  <a:lnTo>
                    <a:pt x="515873" y="79375"/>
                  </a:lnTo>
                  <a:lnTo>
                    <a:pt x="48412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7" name="Google Shape;1117;p44"/>
            <p:cNvSpPr/>
            <p:nvPr/>
          </p:nvSpPr>
          <p:spPr>
            <a:xfrm>
              <a:off x="8784336" y="3048812"/>
              <a:ext cx="985519" cy="924560"/>
            </a:xfrm>
            <a:custGeom>
              <a:avLst/>
              <a:gdLst/>
              <a:ahLst/>
              <a:cxnLst/>
              <a:rect l="l" t="t" r="r" b="b"/>
              <a:pathLst>
                <a:path w="985520" h="924560" extrusionOk="0">
                  <a:moveTo>
                    <a:pt x="985215" y="0"/>
                  </a:moveTo>
                  <a:lnTo>
                    <a:pt x="0" y="0"/>
                  </a:lnTo>
                  <a:lnTo>
                    <a:pt x="0" y="924255"/>
                  </a:lnTo>
                  <a:lnTo>
                    <a:pt x="985215" y="924255"/>
                  </a:lnTo>
                  <a:lnTo>
                    <a:pt x="985215"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8" name="Google Shape;1118;p44"/>
            <p:cNvSpPr/>
            <p:nvPr/>
          </p:nvSpPr>
          <p:spPr>
            <a:xfrm>
              <a:off x="9769602" y="2965703"/>
              <a:ext cx="83185" cy="1007744"/>
            </a:xfrm>
            <a:custGeom>
              <a:avLst/>
              <a:gdLst/>
              <a:ahLst/>
              <a:cxnLst/>
              <a:rect l="l" t="t" r="r" b="b"/>
              <a:pathLst>
                <a:path w="83184" h="1007745" extrusionOk="0">
                  <a:moveTo>
                    <a:pt x="83058" y="0"/>
                  </a:moveTo>
                  <a:lnTo>
                    <a:pt x="0" y="83058"/>
                  </a:lnTo>
                  <a:lnTo>
                    <a:pt x="0" y="1007364"/>
                  </a:lnTo>
                  <a:lnTo>
                    <a:pt x="83058" y="924306"/>
                  </a:lnTo>
                  <a:lnTo>
                    <a:pt x="83058" y="0"/>
                  </a:lnTo>
                  <a:close/>
                </a:path>
              </a:pathLst>
            </a:custGeom>
            <a:solidFill>
              <a:srgbClr val="254479"/>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19" name="Google Shape;1119;p44"/>
            <p:cNvSpPr/>
            <p:nvPr/>
          </p:nvSpPr>
          <p:spPr>
            <a:xfrm>
              <a:off x="8784336" y="2965703"/>
              <a:ext cx="1068705" cy="83185"/>
            </a:xfrm>
            <a:custGeom>
              <a:avLst/>
              <a:gdLst/>
              <a:ahLst/>
              <a:cxnLst/>
              <a:rect l="l" t="t" r="r" b="b"/>
              <a:pathLst>
                <a:path w="1068704" h="83185" extrusionOk="0">
                  <a:moveTo>
                    <a:pt x="1068324" y="0"/>
                  </a:moveTo>
                  <a:lnTo>
                    <a:pt x="83058" y="0"/>
                  </a:lnTo>
                  <a:lnTo>
                    <a:pt x="0" y="83058"/>
                  </a:lnTo>
                  <a:lnTo>
                    <a:pt x="985266" y="83058"/>
                  </a:lnTo>
                  <a:lnTo>
                    <a:pt x="1068324" y="0"/>
                  </a:lnTo>
                  <a:close/>
                </a:path>
              </a:pathLst>
            </a:custGeom>
            <a:solidFill>
              <a:srgbClr val="5776AB"/>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20" name="Google Shape;1120;p44"/>
            <p:cNvSpPr/>
            <p:nvPr/>
          </p:nvSpPr>
          <p:spPr>
            <a:xfrm>
              <a:off x="8784336" y="2965703"/>
              <a:ext cx="1068705" cy="1007744"/>
            </a:xfrm>
            <a:custGeom>
              <a:avLst/>
              <a:gdLst/>
              <a:ahLst/>
              <a:cxnLst/>
              <a:rect l="l" t="t" r="r" b="b"/>
              <a:pathLst>
                <a:path w="1068704" h="1007745" extrusionOk="0">
                  <a:moveTo>
                    <a:pt x="0" y="83058"/>
                  </a:moveTo>
                  <a:lnTo>
                    <a:pt x="83058" y="0"/>
                  </a:lnTo>
                  <a:lnTo>
                    <a:pt x="1068324" y="0"/>
                  </a:lnTo>
                  <a:lnTo>
                    <a:pt x="1068324" y="924306"/>
                  </a:lnTo>
                  <a:lnTo>
                    <a:pt x="985266" y="1007364"/>
                  </a:lnTo>
                  <a:lnTo>
                    <a:pt x="0" y="1007364"/>
                  </a:lnTo>
                  <a:lnTo>
                    <a:pt x="0" y="83058"/>
                  </a:lnTo>
                  <a:close/>
                </a:path>
                <a:path w="1068704" h="1007745" extrusionOk="0">
                  <a:moveTo>
                    <a:pt x="0" y="83058"/>
                  </a:moveTo>
                  <a:lnTo>
                    <a:pt x="985266" y="83058"/>
                  </a:lnTo>
                  <a:lnTo>
                    <a:pt x="1068324" y="0"/>
                  </a:lnTo>
                </a:path>
                <a:path w="1068704" h="1007745" extrusionOk="0">
                  <a:moveTo>
                    <a:pt x="985266" y="83058"/>
                  </a:moveTo>
                  <a:lnTo>
                    <a:pt x="985266" y="1007364"/>
                  </a:lnTo>
                </a:path>
              </a:pathLst>
            </a:custGeom>
            <a:noFill/>
            <a:ln w="12700" cap="flat" cmpd="sng">
              <a:solidFill>
                <a:srgbClr val="2E528F"/>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121" name="Google Shape;1121;p44"/>
          <p:cNvSpPr/>
          <p:nvPr/>
        </p:nvSpPr>
        <p:spPr>
          <a:xfrm>
            <a:off x="9946385" y="3354959"/>
            <a:ext cx="516255" cy="158750"/>
          </a:xfrm>
          <a:custGeom>
            <a:avLst/>
            <a:gdLst/>
            <a:ahLst/>
            <a:cxnLst/>
            <a:rect l="l" t="t" r="r" b="b"/>
            <a:pathLst>
              <a:path w="516254" h="158750" extrusionOk="0">
                <a:moveTo>
                  <a:pt x="357124" y="0"/>
                </a:moveTo>
                <a:lnTo>
                  <a:pt x="357124" y="158750"/>
                </a:lnTo>
                <a:lnTo>
                  <a:pt x="484123" y="95250"/>
                </a:lnTo>
                <a:lnTo>
                  <a:pt x="372999" y="95250"/>
                </a:lnTo>
                <a:lnTo>
                  <a:pt x="372999" y="63500"/>
                </a:lnTo>
                <a:lnTo>
                  <a:pt x="484123" y="63500"/>
                </a:lnTo>
                <a:lnTo>
                  <a:pt x="357124" y="0"/>
                </a:lnTo>
                <a:close/>
              </a:path>
              <a:path w="516254" h="158750" extrusionOk="0">
                <a:moveTo>
                  <a:pt x="357124" y="63500"/>
                </a:moveTo>
                <a:lnTo>
                  <a:pt x="0" y="63500"/>
                </a:lnTo>
                <a:lnTo>
                  <a:pt x="0" y="95250"/>
                </a:lnTo>
                <a:lnTo>
                  <a:pt x="357124" y="95250"/>
                </a:lnTo>
                <a:lnTo>
                  <a:pt x="357124" y="63500"/>
                </a:lnTo>
                <a:close/>
              </a:path>
              <a:path w="516254" h="158750" extrusionOk="0">
                <a:moveTo>
                  <a:pt x="484123" y="63500"/>
                </a:moveTo>
                <a:lnTo>
                  <a:pt x="372999" y="63500"/>
                </a:lnTo>
                <a:lnTo>
                  <a:pt x="372999" y="95250"/>
                </a:lnTo>
                <a:lnTo>
                  <a:pt x="484123" y="95250"/>
                </a:lnTo>
                <a:lnTo>
                  <a:pt x="515873" y="79375"/>
                </a:lnTo>
                <a:lnTo>
                  <a:pt x="484123" y="6350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22" name="Google Shape;1122;p44"/>
          <p:cNvSpPr txBox="1"/>
          <p:nvPr/>
        </p:nvSpPr>
        <p:spPr>
          <a:xfrm>
            <a:off x="5489828" y="1684401"/>
            <a:ext cx="1814830" cy="33083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2000">
                <a:solidFill>
                  <a:srgbClr val="528AE9"/>
                </a:solidFill>
                <a:latin typeface="+mj-lt"/>
                <a:ea typeface="Quattrocento Sans"/>
                <a:cs typeface="Quattrocento Sans"/>
                <a:sym typeface="Quattrocento Sans"/>
              </a:rPr>
              <a:t>Skip connection</a:t>
            </a:r>
            <a:endParaRPr sz="2000">
              <a:latin typeface="+mj-lt"/>
              <a:ea typeface="Quattrocento Sans"/>
              <a:cs typeface="Quattrocento Sans"/>
              <a:sym typeface="Quattrocento Sans"/>
            </a:endParaRPr>
          </a:p>
        </p:txBody>
      </p:sp>
      <p:pic>
        <p:nvPicPr>
          <p:cNvPr id="1123" name="Google Shape;1123;p44"/>
          <p:cNvPicPr preferRelativeResize="0"/>
          <p:nvPr/>
        </p:nvPicPr>
        <p:blipFill>
          <a:blip r:embed="rId5">
            <a:alphaModFix/>
          </a:blip>
          <a:stretch>
            <a:fillRect/>
          </a:stretch>
        </p:blipFill>
        <p:spPr>
          <a:xfrm>
            <a:off x="10734473" y="0"/>
            <a:ext cx="1448025" cy="796414"/>
          </a:xfrm>
          <a:prstGeom prst="rect">
            <a:avLst/>
          </a:prstGeom>
          <a:noFill/>
          <a:ln>
            <a:noFill/>
          </a:ln>
        </p:spPr>
      </p:pic>
      <p:sp>
        <p:nvSpPr>
          <p:cNvPr id="13" name="Freeform: Shape 12">
            <a:extLst>
              <a:ext uri="{FF2B5EF4-FFF2-40B4-BE49-F238E27FC236}">
                <a16:creationId xmlns:a16="http://schemas.microsoft.com/office/drawing/2014/main" id="{D48E560C-A271-6D51-EB27-00663542E7CA}"/>
              </a:ext>
            </a:extLst>
          </p:cNvPr>
          <p:cNvSpPr/>
          <p:nvPr/>
        </p:nvSpPr>
        <p:spPr>
          <a:xfrm>
            <a:off x="2673752" y="1354114"/>
            <a:ext cx="6702404" cy="1434297"/>
          </a:xfrm>
          <a:custGeom>
            <a:avLst/>
            <a:gdLst>
              <a:gd name="connsiteX0" fmla="*/ 0 w 6678592"/>
              <a:gd name="connsiteY0" fmla="*/ 1331212 h 1331212"/>
              <a:gd name="connsiteX1" fmla="*/ 3507129 w 6678592"/>
              <a:gd name="connsiteY1" fmla="*/ 123 h 1331212"/>
              <a:gd name="connsiteX2" fmla="*/ 6678592 w 6678592"/>
              <a:gd name="connsiteY2" fmla="*/ 1250189 h 1331212"/>
            </a:gdLst>
            <a:ahLst/>
            <a:cxnLst>
              <a:cxn ang="0">
                <a:pos x="connsiteX0" y="connsiteY0"/>
              </a:cxn>
              <a:cxn ang="0">
                <a:pos x="connsiteX1" y="connsiteY1"/>
              </a:cxn>
              <a:cxn ang="0">
                <a:pos x="connsiteX2" y="connsiteY2"/>
              </a:cxn>
            </a:cxnLst>
            <a:rect l="l" t="t" r="r" b="b"/>
            <a:pathLst>
              <a:path w="6678592" h="1331212">
                <a:moveTo>
                  <a:pt x="0" y="1331212"/>
                </a:moveTo>
                <a:cubicBezTo>
                  <a:pt x="1197015" y="672419"/>
                  <a:pt x="2394030" y="13627"/>
                  <a:pt x="3507129" y="123"/>
                </a:cubicBezTo>
                <a:cubicBezTo>
                  <a:pt x="4620228" y="-13381"/>
                  <a:pt x="6163519" y="1086214"/>
                  <a:pt x="6678592" y="1250189"/>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1192530" marR="5080" lvl="0" indent="-1180465" algn="l" rtl="0">
              <a:lnSpc>
                <a:spcPct val="119696"/>
              </a:lnSpc>
              <a:spcBef>
                <a:spcPts val="0"/>
              </a:spcBef>
              <a:spcAft>
                <a:spcPts val="0"/>
              </a:spcAft>
              <a:buNone/>
            </a:pPr>
            <a:r>
              <a:rPr lang="en-US" sz="4400" b="0" dirty="0">
                <a:latin typeface="+mj-lt"/>
                <a:ea typeface="Cambria"/>
                <a:cs typeface="Cambria"/>
                <a:sym typeface="Cambria"/>
              </a:rPr>
              <a:t>U-Net Architecture Intuition</a:t>
            </a:r>
            <a:endParaRPr lang="en-US" sz="4400" dirty="0">
              <a:latin typeface="+mj-lt"/>
              <a:ea typeface="Calibri"/>
              <a:cs typeface="Calibri"/>
              <a:sym typeface="Calibri"/>
            </a:endParaRP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411863"/>
            <a:ext cx="11698732" cy="2677656"/>
          </a:xfrm>
          <a:prstGeom prst="rect">
            <a:avLst/>
          </a:prstGeom>
          <a:noFill/>
        </p:spPr>
        <p:txBody>
          <a:bodyPr wrap="square" rtlCol="0">
            <a:spAutoFit/>
          </a:bodyPr>
          <a:lstStyle/>
          <a:p>
            <a:pPr marL="285750" indent="-285750">
              <a:buFont typeface="Arial" panose="020B0604020202020204" pitchFamily="34" charset="0"/>
              <a:buChar char="•"/>
            </a:pPr>
            <a:r>
              <a:rPr lang="en-US" sz="2400" dirty="0"/>
              <a:t>The neural network for semantic segmentation involves initial convolutions for compression and spatial reduction, followed by transpose convolutions to restore the image size. </a:t>
            </a:r>
          </a:p>
          <a:p>
            <a:pPr marL="285750" indent="-285750">
              <a:buFont typeface="Arial" panose="020B0604020202020204" pitchFamily="34" charset="0"/>
              <a:buChar char="•"/>
            </a:pPr>
            <a:r>
              <a:rPr lang="en-US" sz="2400" dirty="0"/>
              <a:t>Adding skip connections, as in the unit architecture, significantly enhances network performance. </a:t>
            </a:r>
          </a:p>
          <a:p>
            <a:pPr marL="285750" indent="-285750">
              <a:buFont typeface="Arial" panose="020B0604020202020204" pitchFamily="34" charset="0"/>
              <a:buChar char="•"/>
            </a:pPr>
            <a:r>
              <a:rPr lang="en-US" sz="2400" dirty="0"/>
              <a:t>These connections provide the final layer with both high-level spatial/contextual information and low-level texture details for more accurate segmentation decisions.</a:t>
            </a:r>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60</a:t>
            </a:fld>
            <a:endParaRPr lang="en-US"/>
          </a:p>
        </p:txBody>
      </p:sp>
    </p:spTree>
    <p:extLst>
      <p:ext uri="{BB962C8B-B14F-4D97-AF65-F5344CB8AC3E}">
        <p14:creationId xmlns:p14="http://schemas.microsoft.com/office/powerpoint/2010/main" val="27629660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Shape 59"/>
        <p:cNvGrpSpPr/>
        <p:nvPr/>
      </p:nvGrpSpPr>
      <p:grpSpPr>
        <a:xfrm>
          <a:off x="0" y="0"/>
          <a:ext cx="0" cy="0"/>
          <a:chOff x="0" y="0"/>
          <a:chExt cx="0" cy="0"/>
        </a:xfrm>
      </p:grpSpPr>
      <p:sp>
        <p:nvSpPr>
          <p:cNvPr id="61" name="Google Shape;61;p3"/>
          <p:cNvSpPr txBox="1">
            <a:spLocks noGrp="1"/>
          </p:cNvSpPr>
          <p:nvPr>
            <p:ph type="title"/>
          </p:nvPr>
        </p:nvSpPr>
        <p:spPr>
          <a:xfrm>
            <a:off x="261620" y="139700"/>
            <a:ext cx="10994644" cy="825354"/>
          </a:xfrm>
          <a:prstGeom prst="rect">
            <a:avLst/>
          </a:prstGeom>
          <a:noFill/>
          <a:ln>
            <a:noFill/>
          </a:ln>
        </p:spPr>
        <p:txBody>
          <a:bodyPr spcFirstLastPara="1" wrap="square" lIns="0" tIns="12700" rIns="0" bIns="0" anchor="t" anchorCtr="0">
            <a:spAutoFit/>
          </a:bodyPr>
          <a:lstStyle/>
          <a:p>
            <a:pPr marL="1192530" marR="5080" lvl="0" indent="-1180465" algn="l" rtl="0">
              <a:lnSpc>
                <a:spcPct val="119696"/>
              </a:lnSpc>
              <a:spcBef>
                <a:spcPts val="0"/>
              </a:spcBef>
              <a:spcAft>
                <a:spcPts val="0"/>
              </a:spcAft>
              <a:buNone/>
            </a:pPr>
            <a:r>
              <a:rPr lang="en-US" sz="4400" b="0" dirty="0">
                <a:latin typeface="+mj-lt"/>
                <a:ea typeface="Cambria"/>
                <a:cs typeface="Cambria"/>
                <a:sym typeface="Cambria"/>
              </a:rPr>
              <a:t>U-Net Architecture</a:t>
            </a:r>
            <a:endParaRPr lang="en-US" sz="4400" dirty="0">
              <a:latin typeface="+mj-lt"/>
              <a:ea typeface="Calibri"/>
              <a:cs typeface="Calibri"/>
              <a:sym typeface="Calibri"/>
            </a:endParaRPr>
          </a:p>
        </p:txBody>
      </p:sp>
      <p:pic>
        <p:nvPicPr>
          <p:cNvPr id="77" name="Google Shape;77;p3"/>
          <p:cNvPicPr preferRelativeResize="0"/>
          <p:nvPr/>
        </p:nvPicPr>
        <p:blipFill>
          <a:blip r:embed="rId3">
            <a:alphaModFix/>
          </a:blip>
          <a:stretch>
            <a:fillRect/>
          </a:stretch>
        </p:blipFill>
        <p:spPr>
          <a:xfrm>
            <a:off x="10734473" y="0"/>
            <a:ext cx="1448025" cy="796414"/>
          </a:xfrm>
          <a:prstGeom prst="rect">
            <a:avLst/>
          </a:prstGeom>
          <a:noFill/>
          <a:ln>
            <a:noFill/>
          </a:ln>
        </p:spPr>
      </p:pic>
      <p:sp>
        <p:nvSpPr>
          <p:cNvPr id="2" name="TextBox 1">
            <a:extLst>
              <a:ext uri="{FF2B5EF4-FFF2-40B4-BE49-F238E27FC236}">
                <a16:creationId xmlns:a16="http://schemas.microsoft.com/office/drawing/2014/main" id="{166CF08F-B19C-DD61-8F9A-C95B0DF36786}"/>
              </a:ext>
            </a:extLst>
          </p:cNvPr>
          <p:cNvSpPr txBox="1"/>
          <p:nvPr/>
        </p:nvSpPr>
        <p:spPr>
          <a:xfrm>
            <a:off x="261620" y="1145017"/>
            <a:ext cx="11698732" cy="3416320"/>
          </a:xfrm>
          <a:prstGeom prst="rect">
            <a:avLst/>
          </a:prstGeom>
          <a:noFill/>
        </p:spPr>
        <p:txBody>
          <a:bodyPr wrap="square" rtlCol="0">
            <a:spAutoFit/>
          </a:bodyPr>
          <a:lstStyle/>
          <a:p>
            <a:pPr marL="285750" indent="-285750">
              <a:buFont typeface="Arial" panose="020B0604020202020204" pitchFamily="34" charset="0"/>
              <a:buChar char="•"/>
            </a:pPr>
            <a:r>
              <a:rPr lang="en-US" sz="2400" dirty="0"/>
              <a:t>U-Net, a convolutional neural network for semantic segmentation in computer vision, comprises an encoder and a decoder. </a:t>
            </a:r>
          </a:p>
          <a:p>
            <a:pPr marL="285750" indent="-285750">
              <a:buFont typeface="Arial" panose="020B0604020202020204" pitchFamily="34" charset="0"/>
              <a:buChar char="•"/>
            </a:pPr>
            <a:r>
              <a:rPr lang="en-US" sz="2400" dirty="0"/>
              <a:t>The encoder has convolutional layers reducing spatial dimensionality and increasing channels, while the decoder has transposed convolutional layers for spatial expansion. </a:t>
            </a:r>
          </a:p>
          <a:p>
            <a:pPr marL="285750" indent="-285750">
              <a:buFont typeface="Arial" panose="020B0604020202020204" pitchFamily="34" charset="0"/>
              <a:buChar char="•"/>
            </a:pPr>
            <a:r>
              <a:rPr lang="en-US" sz="2400" dirty="0"/>
              <a:t>Unique skip connections between the encoder and decoder enable the use of both high-level and low-level information in segmentation decisions. </a:t>
            </a:r>
          </a:p>
          <a:p>
            <a:pPr marL="285750" indent="-285750">
              <a:buFont typeface="Arial" panose="020B0604020202020204" pitchFamily="34" charset="0"/>
              <a:buChar char="•"/>
            </a:pPr>
            <a:r>
              <a:rPr lang="en-US" sz="2400" dirty="0"/>
              <a:t>U-Net is widely used in biomedical image segmentation and other tasks like road segmentation and object detection, known for its distinctive U-shaped architecture.</a:t>
            </a:r>
            <a:endParaRPr lang="en-GB" sz="24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61</a:t>
            </a:fld>
            <a:endParaRPr lang="en-US"/>
          </a:p>
        </p:txBody>
      </p:sp>
    </p:spTree>
    <p:extLst>
      <p:ext uri="{BB962C8B-B14F-4D97-AF65-F5344CB8AC3E}">
        <p14:creationId xmlns:p14="http://schemas.microsoft.com/office/powerpoint/2010/main" val="96564347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Shape 1127"/>
        <p:cNvGrpSpPr/>
        <p:nvPr/>
      </p:nvGrpSpPr>
      <p:grpSpPr>
        <a:xfrm>
          <a:off x="0" y="0"/>
          <a:ext cx="0" cy="0"/>
          <a:chOff x="0" y="0"/>
          <a:chExt cx="0" cy="0"/>
        </a:xfrm>
      </p:grpSpPr>
      <p:grpSp>
        <p:nvGrpSpPr>
          <p:cNvPr id="1128" name="Google Shape;1128;p45"/>
          <p:cNvGrpSpPr/>
          <p:nvPr/>
        </p:nvGrpSpPr>
        <p:grpSpPr>
          <a:xfrm>
            <a:off x="2601467" y="1824227"/>
            <a:ext cx="47625" cy="1115695"/>
            <a:chOff x="2601467" y="1824227"/>
            <a:chExt cx="47625" cy="1115695"/>
          </a:xfrm>
        </p:grpSpPr>
        <p:sp>
          <p:nvSpPr>
            <p:cNvPr id="1129" name="Google Shape;1129;p45"/>
            <p:cNvSpPr/>
            <p:nvPr/>
          </p:nvSpPr>
          <p:spPr>
            <a:xfrm>
              <a:off x="2601467" y="1824227"/>
              <a:ext cx="47625" cy="1115695"/>
            </a:xfrm>
            <a:custGeom>
              <a:avLst/>
              <a:gdLst/>
              <a:ahLst/>
              <a:cxnLst/>
              <a:rect l="l" t="t" r="r" b="b"/>
              <a:pathLst>
                <a:path w="47625" h="1115695" extrusionOk="0">
                  <a:moveTo>
                    <a:pt x="47243" y="0"/>
                  </a:moveTo>
                  <a:lnTo>
                    <a:pt x="0" y="0"/>
                  </a:lnTo>
                  <a:lnTo>
                    <a:pt x="0" y="1115568"/>
                  </a:lnTo>
                  <a:lnTo>
                    <a:pt x="47243" y="1115568"/>
                  </a:lnTo>
                  <a:lnTo>
                    <a:pt x="47243"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30" name="Google Shape;1130;p45"/>
            <p:cNvSpPr/>
            <p:nvPr/>
          </p:nvSpPr>
          <p:spPr>
            <a:xfrm>
              <a:off x="2601467" y="1824227"/>
              <a:ext cx="47625" cy="1115695"/>
            </a:xfrm>
            <a:custGeom>
              <a:avLst/>
              <a:gdLst/>
              <a:ahLst/>
              <a:cxnLst/>
              <a:rect l="l" t="t" r="r" b="b"/>
              <a:pathLst>
                <a:path w="47625" h="1115695" extrusionOk="0">
                  <a:moveTo>
                    <a:pt x="0" y="1115568"/>
                  </a:moveTo>
                  <a:lnTo>
                    <a:pt x="47243" y="1115568"/>
                  </a:lnTo>
                  <a:lnTo>
                    <a:pt x="47243" y="0"/>
                  </a:lnTo>
                  <a:lnTo>
                    <a:pt x="0" y="0"/>
                  </a:lnTo>
                  <a:lnTo>
                    <a:pt x="0" y="1115568"/>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131" name="Google Shape;1131;p45"/>
          <p:cNvGrpSpPr/>
          <p:nvPr/>
        </p:nvGrpSpPr>
        <p:grpSpPr>
          <a:xfrm>
            <a:off x="3736847" y="4488179"/>
            <a:ext cx="213360" cy="287020"/>
            <a:chOff x="3736847" y="4488179"/>
            <a:chExt cx="213360" cy="287020"/>
          </a:xfrm>
        </p:grpSpPr>
        <p:sp>
          <p:nvSpPr>
            <p:cNvPr id="1132" name="Google Shape;1132;p45"/>
            <p:cNvSpPr/>
            <p:nvPr/>
          </p:nvSpPr>
          <p:spPr>
            <a:xfrm>
              <a:off x="3736847" y="4488179"/>
              <a:ext cx="213360" cy="287020"/>
            </a:xfrm>
            <a:custGeom>
              <a:avLst/>
              <a:gdLst/>
              <a:ahLst/>
              <a:cxnLst/>
              <a:rect l="l" t="t" r="r" b="b"/>
              <a:pathLst>
                <a:path w="213360" h="287020" extrusionOk="0">
                  <a:moveTo>
                    <a:pt x="213360" y="0"/>
                  </a:moveTo>
                  <a:lnTo>
                    <a:pt x="0" y="0"/>
                  </a:lnTo>
                  <a:lnTo>
                    <a:pt x="0" y="286512"/>
                  </a:lnTo>
                  <a:lnTo>
                    <a:pt x="213360" y="286512"/>
                  </a:lnTo>
                  <a:lnTo>
                    <a:pt x="213360"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33" name="Google Shape;1133;p45"/>
            <p:cNvSpPr/>
            <p:nvPr/>
          </p:nvSpPr>
          <p:spPr>
            <a:xfrm>
              <a:off x="3736847" y="4488179"/>
              <a:ext cx="213360" cy="287020"/>
            </a:xfrm>
            <a:custGeom>
              <a:avLst/>
              <a:gdLst/>
              <a:ahLst/>
              <a:cxnLst/>
              <a:rect l="l" t="t" r="r" b="b"/>
              <a:pathLst>
                <a:path w="213360" h="287020" extrusionOk="0">
                  <a:moveTo>
                    <a:pt x="0" y="286512"/>
                  </a:moveTo>
                  <a:lnTo>
                    <a:pt x="213360" y="286512"/>
                  </a:lnTo>
                  <a:lnTo>
                    <a:pt x="213360" y="0"/>
                  </a:lnTo>
                  <a:lnTo>
                    <a:pt x="0" y="0"/>
                  </a:lnTo>
                  <a:lnTo>
                    <a:pt x="0" y="286512"/>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134" name="Google Shape;1134;p45"/>
          <p:cNvGrpSpPr/>
          <p:nvPr/>
        </p:nvGrpSpPr>
        <p:grpSpPr>
          <a:xfrm>
            <a:off x="3075432" y="3407664"/>
            <a:ext cx="109855" cy="548640"/>
            <a:chOff x="3075432" y="3407664"/>
            <a:chExt cx="109855" cy="548640"/>
          </a:xfrm>
        </p:grpSpPr>
        <p:sp>
          <p:nvSpPr>
            <p:cNvPr id="1135" name="Google Shape;1135;p45"/>
            <p:cNvSpPr/>
            <p:nvPr/>
          </p:nvSpPr>
          <p:spPr>
            <a:xfrm>
              <a:off x="3075432" y="3407664"/>
              <a:ext cx="109855" cy="548640"/>
            </a:xfrm>
            <a:custGeom>
              <a:avLst/>
              <a:gdLst/>
              <a:ahLst/>
              <a:cxnLst/>
              <a:rect l="l" t="t" r="r" b="b"/>
              <a:pathLst>
                <a:path w="109855" h="548639" extrusionOk="0">
                  <a:moveTo>
                    <a:pt x="109728" y="0"/>
                  </a:moveTo>
                  <a:lnTo>
                    <a:pt x="0" y="0"/>
                  </a:lnTo>
                  <a:lnTo>
                    <a:pt x="0" y="548640"/>
                  </a:lnTo>
                  <a:lnTo>
                    <a:pt x="109728" y="548640"/>
                  </a:lnTo>
                  <a:lnTo>
                    <a:pt x="10972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36" name="Google Shape;1136;p45"/>
            <p:cNvSpPr/>
            <p:nvPr/>
          </p:nvSpPr>
          <p:spPr>
            <a:xfrm>
              <a:off x="3075432" y="3407664"/>
              <a:ext cx="109855" cy="548640"/>
            </a:xfrm>
            <a:custGeom>
              <a:avLst/>
              <a:gdLst/>
              <a:ahLst/>
              <a:cxnLst/>
              <a:rect l="l" t="t" r="r" b="b"/>
              <a:pathLst>
                <a:path w="109855" h="548639" extrusionOk="0">
                  <a:moveTo>
                    <a:pt x="0" y="548640"/>
                  </a:moveTo>
                  <a:lnTo>
                    <a:pt x="109728" y="548640"/>
                  </a:lnTo>
                  <a:lnTo>
                    <a:pt x="109728" y="0"/>
                  </a:lnTo>
                  <a:lnTo>
                    <a:pt x="0" y="0"/>
                  </a:lnTo>
                  <a:lnTo>
                    <a:pt x="0" y="548640"/>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137" name="Google Shape;1137;p45"/>
          <p:cNvGrpSpPr/>
          <p:nvPr/>
        </p:nvGrpSpPr>
        <p:grpSpPr>
          <a:xfrm>
            <a:off x="4689347" y="5301996"/>
            <a:ext cx="424180" cy="128270"/>
            <a:chOff x="4689347" y="5301996"/>
            <a:chExt cx="424180" cy="128270"/>
          </a:xfrm>
        </p:grpSpPr>
        <p:sp>
          <p:nvSpPr>
            <p:cNvPr id="1138" name="Google Shape;1138;p45"/>
            <p:cNvSpPr/>
            <p:nvPr/>
          </p:nvSpPr>
          <p:spPr>
            <a:xfrm>
              <a:off x="4689347" y="5301996"/>
              <a:ext cx="424180" cy="128270"/>
            </a:xfrm>
            <a:custGeom>
              <a:avLst/>
              <a:gdLst/>
              <a:ahLst/>
              <a:cxnLst/>
              <a:rect l="l" t="t" r="r" b="b"/>
              <a:pathLst>
                <a:path w="424179" h="128270" extrusionOk="0">
                  <a:moveTo>
                    <a:pt x="423672" y="0"/>
                  </a:moveTo>
                  <a:lnTo>
                    <a:pt x="0" y="0"/>
                  </a:lnTo>
                  <a:lnTo>
                    <a:pt x="0" y="128015"/>
                  </a:lnTo>
                  <a:lnTo>
                    <a:pt x="423672" y="128015"/>
                  </a:lnTo>
                  <a:lnTo>
                    <a:pt x="423672"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39" name="Google Shape;1139;p45"/>
            <p:cNvSpPr/>
            <p:nvPr/>
          </p:nvSpPr>
          <p:spPr>
            <a:xfrm>
              <a:off x="4689347" y="5301996"/>
              <a:ext cx="424180" cy="128270"/>
            </a:xfrm>
            <a:custGeom>
              <a:avLst/>
              <a:gdLst/>
              <a:ahLst/>
              <a:cxnLst/>
              <a:rect l="l" t="t" r="r" b="b"/>
              <a:pathLst>
                <a:path w="424179" h="128270" extrusionOk="0">
                  <a:moveTo>
                    <a:pt x="0" y="128015"/>
                  </a:moveTo>
                  <a:lnTo>
                    <a:pt x="423672" y="128015"/>
                  </a:lnTo>
                  <a:lnTo>
                    <a:pt x="423672" y="0"/>
                  </a:lnTo>
                  <a:lnTo>
                    <a:pt x="0" y="0"/>
                  </a:lnTo>
                  <a:lnTo>
                    <a:pt x="0" y="1280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140" name="Google Shape;1140;p45"/>
          <p:cNvGrpSpPr/>
          <p:nvPr/>
        </p:nvGrpSpPr>
        <p:grpSpPr>
          <a:xfrm>
            <a:off x="6149340" y="5311140"/>
            <a:ext cx="424180" cy="128270"/>
            <a:chOff x="6149340" y="5311140"/>
            <a:chExt cx="424180" cy="128270"/>
          </a:xfrm>
        </p:grpSpPr>
        <p:sp>
          <p:nvSpPr>
            <p:cNvPr id="1141" name="Google Shape;1141;p45"/>
            <p:cNvSpPr/>
            <p:nvPr/>
          </p:nvSpPr>
          <p:spPr>
            <a:xfrm>
              <a:off x="6149340" y="5311140"/>
              <a:ext cx="424180" cy="128270"/>
            </a:xfrm>
            <a:custGeom>
              <a:avLst/>
              <a:gdLst/>
              <a:ahLst/>
              <a:cxnLst/>
              <a:rect l="l" t="t" r="r" b="b"/>
              <a:pathLst>
                <a:path w="424179" h="128270" extrusionOk="0">
                  <a:moveTo>
                    <a:pt x="423671" y="0"/>
                  </a:moveTo>
                  <a:lnTo>
                    <a:pt x="0" y="0"/>
                  </a:lnTo>
                  <a:lnTo>
                    <a:pt x="0" y="128016"/>
                  </a:lnTo>
                  <a:lnTo>
                    <a:pt x="423671" y="128016"/>
                  </a:lnTo>
                  <a:lnTo>
                    <a:pt x="423671"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42" name="Google Shape;1142;p45"/>
            <p:cNvSpPr/>
            <p:nvPr/>
          </p:nvSpPr>
          <p:spPr>
            <a:xfrm>
              <a:off x="6149340" y="5311140"/>
              <a:ext cx="424180" cy="128270"/>
            </a:xfrm>
            <a:custGeom>
              <a:avLst/>
              <a:gdLst/>
              <a:ahLst/>
              <a:cxnLst/>
              <a:rect l="l" t="t" r="r" b="b"/>
              <a:pathLst>
                <a:path w="424179" h="128270" extrusionOk="0">
                  <a:moveTo>
                    <a:pt x="0" y="128016"/>
                  </a:moveTo>
                  <a:lnTo>
                    <a:pt x="423671" y="128016"/>
                  </a:lnTo>
                  <a:lnTo>
                    <a:pt x="423671" y="0"/>
                  </a:lnTo>
                  <a:lnTo>
                    <a:pt x="0" y="0"/>
                  </a:lnTo>
                  <a:lnTo>
                    <a:pt x="0" y="128016"/>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143" name="Google Shape;1143;p45"/>
          <p:cNvGrpSpPr/>
          <p:nvPr/>
        </p:nvGrpSpPr>
        <p:grpSpPr>
          <a:xfrm>
            <a:off x="9176004" y="1816607"/>
            <a:ext cx="47625" cy="1115695"/>
            <a:chOff x="9176004" y="1816607"/>
            <a:chExt cx="47625" cy="1115695"/>
          </a:xfrm>
        </p:grpSpPr>
        <p:sp>
          <p:nvSpPr>
            <p:cNvPr id="1144" name="Google Shape;1144;p45"/>
            <p:cNvSpPr/>
            <p:nvPr/>
          </p:nvSpPr>
          <p:spPr>
            <a:xfrm>
              <a:off x="9176004" y="1816607"/>
              <a:ext cx="47625" cy="1115695"/>
            </a:xfrm>
            <a:custGeom>
              <a:avLst/>
              <a:gdLst/>
              <a:ahLst/>
              <a:cxnLst/>
              <a:rect l="l" t="t" r="r" b="b"/>
              <a:pathLst>
                <a:path w="47625" h="1115695" extrusionOk="0">
                  <a:moveTo>
                    <a:pt x="47244" y="0"/>
                  </a:moveTo>
                  <a:lnTo>
                    <a:pt x="0" y="0"/>
                  </a:lnTo>
                  <a:lnTo>
                    <a:pt x="0" y="1115568"/>
                  </a:lnTo>
                  <a:lnTo>
                    <a:pt x="47244" y="1115568"/>
                  </a:lnTo>
                  <a:lnTo>
                    <a:pt x="47244"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45" name="Google Shape;1145;p45"/>
            <p:cNvSpPr/>
            <p:nvPr/>
          </p:nvSpPr>
          <p:spPr>
            <a:xfrm>
              <a:off x="9176004" y="1816607"/>
              <a:ext cx="47625" cy="1115695"/>
            </a:xfrm>
            <a:custGeom>
              <a:avLst/>
              <a:gdLst/>
              <a:ahLst/>
              <a:cxnLst/>
              <a:rect l="l" t="t" r="r" b="b"/>
              <a:pathLst>
                <a:path w="47625" h="1115695" extrusionOk="0">
                  <a:moveTo>
                    <a:pt x="0" y="1115568"/>
                  </a:moveTo>
                  <a:lnTo>
                    <a:pt x="47244" y="1115568"/>
                  </a:lnTo>
                  <a:lnTo>
                    <a:pt x="47244" y="0"/>
                  </a:lnTo>
                  <a:lnTo>
                    <a:pt x="0" y="0"/>
                  </a:lnTo>
                  <a:lnTo>
                    <a:pt x="0" y="1115568"/>
                  </a:lnTo>
                  <a:close/>
                </a:path>
              </a:pathLst>
            </a:custGeom>
            <a:noFill/>
            <a:ln w="12675"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146" name="Google Shape;1146;p45"/>
          <p:cNvGrpSpPr/>
          <p:nvPr/>
        </p:nvGrpSpPr>
        <p:grpSpPr>
          <a:xfrm>
            <a:off x="8517635" y="3415284"/>
            <a:ext cx="109855" cy="547370"/>
            <a:chOff x="8517635" y="3415284"/>
            <a:chExt cx="109855" cy="547370"/>
          </a:xfrm>
        </p:grpSpPr>
        <p:sp>
          <p:nvSpPr>
            <p:cNvPr id="1147" name="Google Shape;1147;p45"/>
            <p:cNvSpPr/>
            <p:nvPr/>
          </p:nvSpPr>
          <p:spPr>
            <a:xfrm>
              <a:off x="8517635" y="3415284"/>
              <a:ext cx="109855" cy="547370"/>
            </a:xfrm>
            <a:custGeom>
              <a:avLst/>
              <a:gdLst/>
              <a:ahLst/>
              <a:cxnLst/>
              <a:rect l="l" t="t" r="r" b="b"/>
              <a:pathLst>
                <a:path w="109854" h="547370" extrusionOk="0">
                  <a:moveTo>
                    <a:pt x="109727" y="0"/>
                  </a:moveTo>
                  <a:lnTo>
                    <a:pt x="0" y="0"/>
                  </a:lnTo>
                  <a:lnTo>
                    <a:pt x="0" y="547115"/>
                  </a:lnTo>
                  <a:lnTo>
                    <a:pt x="109727" y="547115"/>
                  </a:lnTo>
                  <a:lnTo>
                    <a:pt x="109727"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48" name="Google Shape;1148;p45"/>
            <p:cNvSpPr/>
            <p:nvPr/>
          </p:nvSpPr>
          <p:spPr>
            <a:xfrm>
              <a:off x="8517635" y="3415284"/>
              <a:ext cx="109855" cy="547370"/>
            </a:xfrm>
            <a:custGeom>
              <a:avLst/>
              <a:gdLst/>
              <a:ahLst/>
              <a:cxnLst/>
              <a:rect l="l" t="t" r="r" b="b"/>
              <a:pathLst>
                <a:path w="109854" h="547370" extrusionOk="0">
                  <a:moveTo>
                    <a:pt x="0" y="547115"/>
                  </a:moveTo>
                  <a:lnTo>
                    <a:pt x="109727" y="547115"/>
                  </a:lnTo>
                  <a:lnTo>
                    <a:pt x="109727" y="0"/>
                  </a:lnTo>
                  <a:lnTo>
                    <a:pt x="0" y="0"/>
                  </a:lnTo>
                  <a:lnTo>
                    <a:pt x="0" y="5471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149" name="Google Shape;1149;p45"/>
          <p:cNvGrpSpPr/>
          <p:nvPr/>
        </p:nvGrpSpPr>
        <p:grpSpPr>
          <a:xfrm>
            <a:off x="7600188" y="4489703"/>
            <a:ext cx="1188720" cy="290068"/>
            <a:chOff x="7600188" y="4489703"/>
            <a:chExt cx="1188720" cy="290068"/>
          </a:xfrm>
        </p:grpSpPr>
        <p:sp>
          <p:nvSpPr>
            <p:cNvPr id="1150" name="Google Shape;1150;p45"/>
            <p:cNvSpPr/>
            <p:nvPr/>
          </p:nvSpPr>
          <p:spPr>
            <a:xfrm>
              <a:off x="7600188" y="4489703"/>
              <a:ext cx="213360" cy="287020"/>
            </a:xfrm>
            <a:custGeom>
              <a:avLst/>
              <a:gdLst/>
              <a:ahLst/>
              <a:cxnLst/>
              <a:rect l="l" t="t" r="r" b="b"/>
              <a:pathLst>
                <a:path w="213359" h="287020" extrusionOk="0">
                  <a:moveTo>
                    <a:pt x="213359" y="0"/>
                  </a:moveTo>
                  <a:lnTo>
                    <a:pt x="0" y="0"/>
                  </a:lnTo>
                  <a:lnTo>
                    <a:pt x="0" y="286512"/>
                  </a:lnTo>
                  <a:lnTo>
                    <a:pt x="213359" y="286512"/>
                  </a:lnTo>
                  <a:lnTo>
                    <a:pt x="213359"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51" name="Google Shape;1151;p45"/>
            <p:cNvSpPr/>
            <p:nvPr/>
          </p:nvSpPr>
          <p:spPr>
            <a:xfrm>
              <a:off x="7600188" y="4489703"/>
              <a:ext cx="213360" cy="287020"/>
            </a:xfrm>
            <a:custGeom>
              <a:avLst/>
              <a:gdLst/>
              <a:ahLst/>
              <a:cxnLst/>
              <a:rect l="l" t="t" r="r" b="b"/>
              <a:pathLst>
                <a:path w="213359" h="287020" extrusionOk="0">
                  <a:moveTo>
                    <a:pt x="0" y="286512"/>
                  </a:moveTo>
                  <a:lnTo>
                    <a:pt x="213359" y="286512"/>
                  </a:lnTo>
                  <a:lnTo>
                    <a:pt x="213359" y="0"/>
                  </a:lnTo>
                  <a:lnTo>
                    <a:pt x="0" y="0"/>
                  </a:lnTo>
                  <a:lnTo>
                    <a:pt x="0" y="286512"/>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52" name="Google Shape;1152;p45"/>
            <p:cNvSpPr/>
            <p:nvPr/>
          </p:nvSpPr>
          <p:spPr>
            <a:xfrm>
              <a:off x="8194548" y="4489703"/>
              <a:ext cx="213360" cy="287020"/>
            </a:xfrm>
            <a:custGeom>
              <a:avLst/>
              <a:gdLst/>
              <a:ahLst/>
              <a:cxnLst/>
              <a:rect l="l" t="t" r="r" b="b"/>
              <a:pathLst>
                <a:path w="213359" h="287020" extrusionOk="0">
                  <a:moveTo>
                    <a:pt x="213359" y="0"/>
                  </a:moveTo>
                  <a:lnTo>
                    <a:pt x="0" y="0"/>
                  </a:lnTo>
                  <a:lnTo>
                    <a:pt x="0" y="286512"/>
                  </a:lnTo>
                  <a:lnTo>
                    <a:pt x="213359" y="286512"/>
                  </a:lnTo>
                  <a:lnTo>
                    <a:pt x="213359"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53" name="Google Shape;1153;p45"/>
            <p:cNvSpPr/>
            <p:nvPr/>
          </p:nvSpPr>
          <p:spPr>
            <a:xfrm>
              <a:off x="8194548" y="4489703"/>
              <a:ext cx="213360" cy="287020"/>
            </a:xfrm>
            <a:custGeom>
              <a:avLst/>
              <a:gdLst/>
              <a:ahLst/>
              <a:cxnLst/>
              <a:rect l="l" t="t" r="r" b="b"/>
              <a:pathLst>
                <a:path w="213359" h="287020" extrusionOk="0">
                  <a:moveTo>
                    <a:pt x="0" y="286512"/>
                  </a:moveTo>
                  <a:lnTo>
                    <a:pt x="213359" y="286512"/>
                  </a:lnTo>
                  <a:lnTo>
                    <a:pt x="213359" y="0"/>
                  </a:lnTo>
                  <a:lnTo>
                    <a:pt x="0" y="0"/>
                  </a:lnTo>
                  <a:lnTo>
                    <a:pt x="0" y="286512"/>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154" name="Google Shape;1154;p45"/>
            <p:cNvPicPr preferRelativeResize="0"/>
            <p:nvPr/>
          </p:nvPicPr>
          <p:blipFill rotWithShape="1">
            <a:blip r:embed="rId3">
              <a:alphaModFix/>
            </a:blip>
            <a:srcRect/>
            <a:stretch/>
          </p:blipFill>
          <p:spPr>
            <a:xfrm>
              <a:off x="8037576" y="4594859"/>
              <a:ext cx="162178" cy="76200"/>
            </a:xfrm>
            <a:prstGeom prst="rect">
              <a:avLst/>
            </a:prstGeom>
            <a:noFill/>
            <a:ln>
              <a:noFill/>
            </a:ln>
          </p:spPr>
        </p:pic>
        <p:sp>
          <p:nvSpPr>
            <p:cNvPr id="1155" name="Google Shape;1155;p45"/>
            <p:cNvSpPr/>
            <p:nvPr/>
          </p:nvSpPr>
          <p:spPr>
            <a:xfrm>
              <a:off x="8575548" y="4492751"/>
              <a:ext cx="213360" cy="287020"/>
            </a:xfrm>
            <a:custGeom>
              <a:avLst/>
              <a:gdLst/>
              <a:ahLst/>
              <a:cxnLst/>
              <a:rect l="l" t="t" r="r" b="b"/>
              <a:pathLst>
                <a:path w="213359" h="287020" extrusionOk="0">
                  <a:moveTo>
                    <a:pt x="213359" y="0"/>
                  </a:moveTo>
                  <a:lnTo>
                    <a:pt x="0" y="0"/>
                  </a:lnTo>
                  <a:lnTo>
                    <a:pt x="0" y="286512"/>
                  </a:lnTo>
                  <a:lnTo>
                    <a:pt x="213359" y="286512"/>
                  </a:lnTo>
                  <a:lnTo>
                    <a:pt x="213359"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56" name="Google Shape;1156;p45"/>
            <p:cNvSpPr/>
            <p:nvPr/>
          </p:nvSpPr>
          <p:spPr>
            <a:xfrm>
              <a:off x="8575548" y="4492751"/>
              <a:ext cx="213360" cy="287020"/>
            </a:xfrm>
            <a:custGeom>
              <a:avLst/>
              <a:gdLst/>
              <a:ahLst/>
              <a:cxnLst/>
              <a:rect l="l" t="t" r="r" b="b"/>
              <a:pathLst>
                <a:path w="213359" h="287020" extrusionOk="0">
                  <a:moveTo>
                    <a:pt x="0" y="286512"/>
                  </a:moveTo>
                  <a:lnTo>
                    <a:pt x="213359" y="286512"/>
                  </a:lnTo>
                  <a:lnTo>
                    <a:pt x="213359" y="0"/>
                  </a:lnTo>
                  <a:lnTo>
                    <a:pt x="0" y="0"/>
                  </a:lnTo>
                  <a:lnTo>
                    <a:pt x="0" y="286512"/>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157" name="Google Shape;1157;p45"/>
            <p:cNvPicPr preferRelativeResize="0"/>
            <p:nvPr/>
          </p:nvPicPr>
          <p:blipFill rotWithShape="1">
            <a:blip r:embed="rId3">
              <a:alphaModFix/>
            </a:blip>
            <a:srcRect/>
            <a:stretch/>
          </p:blipFill>
          <p:spPr>
            <a:xfrm>
              <a:off x="8418576" y="4597907"/>
              <a:ext cx="162178" cy="76200"/>
            </a:xfrm>
            <a:prstGeom prst="rect">
              <a:avLst/>
            </a:prstGeom>
            <a:noFill/>
            <a:ln>
              <a:noFill/>
            </a:ln>
          </p:spPr>
        </p:pic>
        <p:sp>
          <p:nvSpPr>
            <p:cNvPr id="1158" name="Google Shape;1158;p45"/>
            <p:cNvSpPr/>
            <p:nvPr/>
          </p:nvSpPr>
          <p:spPr>
            <a:xfrm>
              <a:off x="7813548" y="4489703"/>
              <a:ext cx="213360" cy="287020"/>
            </a:xfrm>
            <a:custGeom>
              <a:avLst/>
              <a:gdLst/>
              <a:ahLst/>
              <a:cxnLst/>
              <a:rect l="l" t="t" r="r" b="b"/>
              <a:pathLst>
                <a:path w="213359" h="287020" extrusionOk="0">
                  <a:moveTo>
                    <a:pt x="213359" y="0"/>
                  </a:moveTo>
                  <a:lnTo>
                    <a:pt x="0" y="0"/>
                  </a:lnTo>
                  <a:lnTo>
                    <a:pt x="0" y="286512"/>
                  </a:lnTo>
                  <a:lnTo>
                    <a:pt x="213359" y="286512"/>
                  </a:lnTo>
                  <a:lnTo>
                    <a:pt x="213359"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59" name="Google Shape;1159;p45"/>
            <p:cNvSpPr/>
            <p:nvPr/>
          </p:nvSpPr>
          <p:spPr>
            <a:xfrm>
              <a:off x="7813548" y="4489703"/>
              <a:ext cx="213360" cy="287020"/>
            </a:xfrm>
            <a:custGeom>
              <a:avLst/>
              <a:gdLst/>
              <a:ahLst/>
              <a:cxnLst/>
              <a:rect l="l" t="t" r="r" b="b"/>
              <a:pathLst>
                <a:path w="213359" h="287020" extrusionOk="0">
                  <a:moveTo>
                    <a:pt x="0" y="286512"/>
                  </a:moveTo>
                  <a:lnTo>
                    <a:pt x="213359" y="286512"/>
                  </a:lnTo>
                  <a:lnTo>
                    <a:pt x="213359" y="0"/>
                  </a:lnTo>
                  <a:lnTo>
                    <a:pt x="0" y="0"/>
                  </a:lnTo>
                  <a:lnTo>
                    <a:pt x="0" y="286512"/>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160" name="Google Shape;1160;p45"/>
          <p:cNvSpPr txBox="1">
            <a:spLocks noGrp="1"/>
          </p:cNvSpPr>
          <p:nvPr>
            <p:ph type="title"/>
          </p:nvPr>
        </p:nvSpPr>
        <p:spPr>
          <a:xfrm>
            <a:off x="1069339" y="824560"/>
            <a:ext cx="1473835" cy="6350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000" b="0" dirty="0">
                <a:latin typeface="+mj-lt"/>
                <a:ea typeface="Cambria"/>
                <a:cs typeface="Cambria"/>
                <a:sym typeface="Cambria"/>
              </a:rPr>
              <a:t>U-Net</a:t>
            </a:r>
            <a:endParaRPr sz="4000" dirty="0">
              <a:latin typeface="+mj-lt"/>
              <a:ea typeface="Cambria"/>
              <a:cs typeface="Cambria"/>
              <a:sym typeface="Cambria"/>
            </a:endParaRPr>
          </a:p>
        </p:txBody>
      </p:sp>
      <p:pic>
        <p:nvPicPr>
          <p:cNvPr id="1161" name="Google Shape;1161;p45"/>
          <p:cNvPicPr preferRelativeResize="0"/>
          <p:nvPr/>
        </p:nvPicPr>
        <p:blipFill rotWithShape="1">
          <a:blip r:embed="rId4">
            <a:alphaModFix/>
          </a:blip>
          <a:srcRect/>
          <a:stretch/>
        </p:blipFill>
        <p:spPr>
          <a:xfrm>
            <a:off x="10474452" y="1688592"/>
            <a:ext cx="1200911" cy="1239012"/>
          </a:xfrm>
          <a:prstGeom prst="rect">
            <a:avLst/>
          </a:prstGeom>
          <a:noFill/>
          <a:ln>
            <a:noFill/>
          </a:ln>
        </p:spPr>
      </p:pic>
      <p:pic>
        <p:nvPicPr>
          <p:cNvPr id="1162" name="Google Shape;1162;p45"/>
          <p:cNvPicPr preferRelativeResize="0"/>
          <p:nvPr/>
        </p:nvPicPr>
        <p:blipFill rotWithShape="1">
          <a:blip r:embed="rId5">
            <a:alphaModFix/>
          </a:blip>
          <a:srcRect/>
          <a:stretch/>
        </p:blipFill>
        <p:spPr>
          <a:xfrm>
            <a:off x="595883" y="1723644"/>
            <a:ext cx="1173480" cy="1228343"/>
          </a:xfrm>
          <a:prstGeom prst="rect">
            <a:avLst/>
          </a:prstGeom>
          <a:noFill/>
          <a:ln>
            <a:noFill/>
          </a:ln>
        </p:spPr>
      </p:pic>
      <p:grpSp>
        <p:nvGrpSpPr>
          <p:cNvPr id="1163" name="Google Shape;1163;p45"/>
          <p:cNvGrpSpPr/>
          <p:nvPr/>
        </p:nvGrpSpPr>
        <p:grpSpPr>
          <a:xfrm>
            <a:off x="2179320" y="1819655"/>
            <a:ext cx="422147" cy="1117219"/>
            <a:chOff x="2179320" y="1819655"/>
            <a:chExt cx="422147" cy="1117219"/>
          </a:xfrm>
        </p:grpSpPr>
        <p:sp>
          <p:nvSpPr>
            <p:cNvPr id="1164" name="Google Shape;1164;p45"/>
            <p:cNvSpPr/>
            <p:nvPr/>
          </p:nvSpPr>
          <p:spPr>
            <a:xfrm>
              <a:off x="2372868" y="1821179"/>
              <a:ext cx="47625" cy="1115695"/>
            </a:xfrm>
            <a:custGeom>
              <a:avLst/>
              <a:gdLst/>
              <a:ahLst/>
              <a:cxnLst/>
              <a:rect l="l" t="t" r="r" b="b"/>
              <a:pathLst>
                <a:path w="47625" h="1115695" extrusionOk="0">
                  <a:moveTo>
                    <a:pt x="47243" y="0"/>
                  </a:moveTo>
                  <a:lnTo>
                    <a:pt x="0" y="0"/>
                  </a:lnTo>
                  <a:lnTo>
                    <a:pt x="0" y="1115568"/>
                  </a:lnTo>
                  <a:lnTo>
                    <a:pt x="47243" y="1115568"/>
                  </a:lnTo>
                  <a:lnTo>
                    <a:pt x="47243"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65" name="Google Shape;1165;p45"/>
            <p:cNvSpPr/>
            <p:nvPr/>
          </p:nvSpPr>
          <p:spPr>
            <a:xfrm>
              <a:off x="2372868" y="1821179"/>
              <a:ext cx="47625" cy="1115695"/>
            </a:xfrm>
            <a:custGeom>
              <a:avLst/>
              <a:gdLst/>
              <a:ahLst/>
              <a:cxnLst/>
              <a:rect l="l" t="t" r="r" b="b"/>
              <a:pathLst>
                <a:path w="47625" h="1115695" extrusionOk="0">
                  <a:moveTo>
                    <a:pt x="0" y="1115568"/>
                  </a:moveTo>
                  <a:lnTo>
                    <a:pt x="47243" y="1115568"/>
                  </a:lnTo>
                  <a:lnTo>
                    <a:pt x="47243" y="0"/>
                  </a:lnTo>
                  <a:lnTo>
                    <a:pt x="0" y="0"/>
                  </a:lnTo>
                  <a:lnTo>
                    <a:pt x="0" y="1115568"/>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166" name="Google Shape;1166;p45"/>
            <p:cNvPicPr preferRelativeResize="0"/>
            <p:nvPr/>
          </p:nvPicPr>
          <p:blipFill rotWithShape="1">
            <a:blip r:embed="rId6">
              <a:alphaModFix/>
            </a:blip>
            <a:srcRect/>
            <a:stretch/>
          </p:blipFill>
          <p:spPr>
            <a:xfrm>
              <a:off x="2427605" y="2333879"/>
              <a:ext cx="173862" cy="76200"/>
            </a:xfrm>
            <a:prstGeom prst="rect">
              <a:avLst/>
            </a:prstGeom>
            <a:noFill/>
            <a:ln>
              <a:noFill/>
            </a:ln>
          </p:spPr>
        </p:pic>
        <p:pic>
          <p:nvPicPr>
            <p:cNvPr id="1167" name="Google Shape;1167;p45"/>
            <p:cNvPicPr preferRelativeResize="0"/>
            <p:nvPr/>
          </p:nvPicPr>
          <p:blipFill rotWithShape="1">
            <a:blip r:embed="rId3">
              <a:alphaModFix/>
            </a:blip>
            <a:srcRect/>
            <a:stretch/>
          </p:blipFill>
          <p:spPr>
            <a:xfrm>
              <a:off x="2211324" y="2340863"/>
              <a:ext cx="162179" cy="76200"/>
            </a:xfrm>
            <a:prstGeom prst="rect">
              <a:avLst/>
            </a:prstGeom>
            <a:noFill/>
            <a:ln>
              <a:noFill/>
            </a:ln>
          </p:spPr>
        </p:pic>
        <p:sp>
          <p:nvSpPr>
            <p:cNvPr id="1168" name="Google Shape;1168;p45"/>
            <p:cNvSpPr/>
            <p:nvPr/>
          </p:nvSpPr>
          <p:spPr>
            <a:xfrm>
              <a:off x="2179320" y="1819655"/>
              <a:ext cx="27940" cy="1115695"/>
            </a:xfrm>
            <a:custGeom>
              <a:avLst/>
              <a:gdLst/>
              <a:ahLst/>
              <a:cxnLst/>
              <a:rect l="l" t="t" r="r" b="b"/>
              <a:pathLst>
                <a:path w="27939" h="1115695" extrusionOk="0">
                  <a:moveTo>
                    <a:pt x="27431" y="0"/>
                  </a:moveTo>
                  <a:lnTo>
                    <a:pt x="0" y="0"/>
                  </a:lnTo>
                  <a:lnTo>
                    <a:pt x="0" y="1115568"/>
                  </a:lnTo>
                  <a:lnTo>
                    <a:pt x="27431" y="1115568"/>
                  </a:lnTo>
                  <a:lnTo>
                    <a:pt x="27431"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69" name="Google Shape;1169;p45"/>
            <p:cNvSpPr/>
            <p:nvPr/>
          </p:nvSpPr>
          <p:spPr>
            <a:xfrm>
              <a:off x="2179320" y="1819655"/>
              <a:ext cx="27940" cy="1115695"/>
            </a:xfrm>
            <a:custGeom>
              <a:avLst/>
              <a:gdLst/>
              <a:ahLst/>
              <a:cxnLst/>
              <a:rect l="l" t="t" r="r" b="b"/>
              <a:pathLst>
                <a:path w="27939" h="1115695" extrusionOk="0">
                  <a:moveTo>
                    <a:pt x="0" y="1115568"/>
                  </a:moveTo>
                  <a:lnTo>
                    <a:pt x="27431" y="1115568"/>
                  </a:lnTo>
                  <a:lnTo>
                    <a:pt x="27431" y="0"/>
                  </a:lnTo>
                  <a:lnTo>
                    <a:pt x="0" y="0"/>
                  </a:lnTo>
                  <a:lnTo>
                    <a:pt x="0" y="1115568"/>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170" name="Google Shape;1170;p45"/>
          <p:cNvGrpSpPr/>
          <p:nvPr/>
        </p:nvGrpSpPr>
        <p:grpSpPr>
          <a:xfrm>
            <a:off x="2599944" y="3401567"/>
            <a:ext cx="483743" cy="558165"/>
            <a:chOff x="2599944" y="3401567"/>
            <a:chExt cx="483743" cy="558165"/>
          </a:xfrm>
        </p:grpSpPr>
        <p:sp>
          <p:nvSpPr>
            <p:cNvPr id="1171" name="Google Shape;1171;p45"/>
            <p:cNvSpPr/>
            <p:nvPr/>
          </p:nvSpPr>
          <p:spPr>
            <a:xfrm>
              <a:off x="2801112" y="3410711"/>
              <a:ext cx="109855" cy="547370"/>
            </a:xfrm>
            <a:custGeom>
              <a:avLst/>
              <a:gdLst/>
              <a:ahLst/>
              <a:cxnLst/>
              <a:rect l="l" t="t" r="r" b="b"/>
              <a:pathLst>
                <a:path w="109855" h="547370" extrusionOk="0">
                  <a:moveTo>
                    <a:pt x="109727" y="0"/>
                  </a:moveTo>
                  <a:lnTo>
                    <a:pt x="0" y="0"/>
                  </a:lnTo>
                  <a:lnTo>
                    <a:pt x="0" y="547115"/>
                  </a:lnTo>
                  <a:lnTo>
                    <a:pt x="109727" y="547115"/>
                  </a:lnTo>
                  <a:lnTo>
                    <a:pt x="109727"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72" name="Google Shape;1172;p45"/>
            <p:cNvSpPr/>
            <p:nvPr/>
          </p:nvSpPr>
          <p:spPr>
            <a:xfrm>
              <a:off x="2801112" y="3410711"/>
              <a:ext cx="109855" cy="547370"/>
            </a:xfrm>
            <a:custGeom>
              <a:avLst/>
              <a:gdLst/>
              <a:ahLst/>
              <a:cxnLst/>
              <a:rect l="l" t="t" r="r" b="b"/>
              <a:pathLst>
                <a:path w="109855" h="547370" extrusionOk="0">
                  <a:moveTo>
                    <a:pt x="0" y="547115"/>
                  </a:moveTo>
                  <a:lnTo>
                    <a:pt x="109727" y="547115"/>
                  </a:lnTo>
                  <a:lnTo>
                    <a:pt x="109727" y="0"/>
                  </a:lnTo>
                  <a:lnTo>
                    <a:pt x="0" y="0"/>
                  </a:lnTo>
                  <a:lnTo>
                    <a:pt x="0" y="5471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173" name="Google Shape;1173;p45"/>
            <p:cNvPicPr preferRelativeResize="0"/>
            <p:nvPr/>
          </p:nvPicPr>
          <p:blipFill rotWithShape="1">
            <a:blip r:embed="rId3">
              <a:alphaModFix/>
            </a:blip>
            <a:srcRect/>
            <a:stretch/>
          </p:blipFill>
          <p:spPr>
            <a:xfrm>
              <a:off x="2644140" y="3637787"/>
              <a:ext cx="162179" cy="76200"/>
            </a:xfrm>
            <a:prstGeom prst="rect">
              <a:avLst/>
            </a:prstGeom>
            <a:noFill/>
            <a:ln>
              <a:noFill/>
            </a:ln>
          </p:spPr>
        </p:pic>
        <p:pic>
          <p:nvPicPr>
            <p:cNvPr id="1174" name="Google Shape;1174;p45"/>
            <p:cNvPicPr preferRelativeResize="0"/>
            <p:nvPr/>
          </p:nvPicPr>
          <p:blipFill rotWithShape="1">
            <a:blip r:embed="rId3">
              <a:alphaModFix/>
            </a:blip>
            <a:srcRect/>
            <a:stretch/>
          </p:blipFill>
          <p:spPr>
            <a:xfrm>
              <a:off x="2921508" y="3637787"/>
              <a:ext cx="162179" cy="76200"/>
            </a:xfrm>
            <a:prstGeom prst="rect">
              <a:avLst/>
            </a:prstGeom>
            <a:noFill/>
            <a:ln>
              <a:noFill/>
            </a:ln>
          </p:spPr>
        </p:pic>
        <p:sp>
          <p:nvSpPr>
            <p:cNvPr id="1175" name="Google Shape;1175;p45"/>
            <p:cNvSpPr/>
            <p:nvPr/>
          </p:nvSpPr>
          <p:spPr>
            <a:xfrm>
              <a:off x="2599944" y="3401567"/>
              <a:ext cx="45720" cy="558165"/>
            </a:xfrm>
            <a:custGeom>
              <a:avLst/>
              <a:gdLst/>
              <a:ahLst/>
              <a:cxnLst/>
              <a:rect l="l" t="t" r="r" b="b"/>
              <a:pathLst>
                <a:path w="45719" h="558164" extrusionOk="0">
                  <a:moveTo>
                    <a:pt x="45719" y="0"/>
                  </a:moveTo>
                  <a:lnTo>
                    <a:pt x="0" y="0"/>
                  </a:lnTo>
                  <a:lnTo>
                    <a:pt x="0" y="557784"/>
                  </a:lnTo>
                  <a:lnTo>
                    <a:pt x="45719" y="557784"/>
                  </a:lnTo>
                  <a:lnTo>
                    <a:pt x="45719"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76" name="Google Shape;1176;p45"/>
            <p:cNvSpPr/>
            <p:nvPr/>
          </p:nvSpPr>
          <p:spPr>
            <a:xfrm>
              <a:off x="2599944" y="3401567"/>
              <a:ext cx="45720" cy="558165"/>
            </a:xfrm>
            <a:custGeom>
              <a:avLst/>
              <a:gdLst/>
              <a:ahLst/>
              <a:cxnLst/>
              <a:rect l="l" t="t" r="r" b="b"/>
              <a:pathLst>
                <a:path w="45719" h="558164" extrusionOk="0">
                  <a:moveTo>
                    <a:pt x="0" y="557784"/>
                  </a:moveTo>
                  <a:lnTo>
                    <a:pt x="45719" y="557784"/>
                  </a:lnTo>
                  <a:lnTo>
                    <a:pt x="45719" y="0"/>
                  </a:lnTo>
                  <a:lnTo>
                    <a:pt x="0" y="0"/>
                  </a:lnTo>
                  <a:lnTo>
                    <a:pt x="0" y="557784"/>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177" name="Google Shape;1177;p45"/>
          <p:cNvGrpSpPr/>
          <p:nvPr/>
        </p:nvGrpSpPr>
        <p:grpSpPr>
          <a:xfrm>
            <a:off x="3087623" y="4489703"/>
            <a:ext cx="648334" cy="290068"/>
            <a:chOff x="3087623" y="4489703"/>
            <a:chExt cx="648334" cy="290068"/>
          </a:xfrm>
        </p:grpSpPr>
        <p:sp>
          <p:nvSpPr>
            <p:cNvPr id="1178" name="Google Shape;1178;p45"/>
            <p:cNvSpPr/>
            <p:nvPr/>
          </p:nvSpPr>
          <p:spPr>
            <a:xfrm>
              <a:off x="3087623" y="4492751"/>
              <a:ext cx="109855" cy="287020"/>
            </a:xfrm>
            <a:custGeom>
              <a:avLst/>
              <a:gdLst/>
              <a:ahLst/>
              <a:cxnLst/>
              <a:rect l="l" t="t" r="r" b="b"/>
              <a:pathLst>
                <a:path w="109855" h="287020" extrusionOk="0">
                  <a:moveTo>
                    <a:pt x="109727" y="0"/>
                  </a:moveTo>
                  <a:lnTo>
                    <a:pt x="0" y="0"/>
                  </a:lnTo>
                  <a:lnTo>
                    <a:pt x="0" y="286512"/>
                  </a:lnTo>
                  <a:lnTo>
                    <a:pt x="109727" y="286512"/>
                  </a:lnTo>
                  <a:lnTo>
                    <a:pt x="109727"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79" name="Google Shape;1179;p45"/>
            <p:cNvSpPr/>
            <p:nvPr/>
          </p:nvSpPr>
          <p:spPr>
            <a:xfrm>
              <a:off x="3087623" y="4492751"/>
              <a:ext cx="109855" cy="287020"/>
            </a:xfrm>
            <a:custGeom>
              <a:avLst/>
              <a:gdLst/>
              <a:ahLst/>
              <a:cxnLst/>
              <a:rect l="l" t="t" r="r" b="b"/>
              <a:pathLst>
                <a:path w="109855" h="287020" extrusionOk="0">
                  <a:moveTo>
                    <a:pt x="0" y="286512"/>
                  </a:moveTo>
                  <a:lnTo>
                    <a:pt x="109727" y="286512"/>
                  </a:lnTo>
                  <a:lnTo>
                    <a:pt x="109727" y="0"/>
                  </a:lnTo>
                  <a:lnTo>
                    <a:pt x="0" y="0"/>
                  </a:lnTo>
                  <a:lnTo>
                    <a:pt x="0" y="286512"/>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80" name="Google Shape;1180;p45"/>
            <p:cNvSpPr/>
            <p:nvPr/>
          </p:nvSpPr>
          <p:spPr>
            <a:xfrm>
              <a:off x="3355847" y="4489703"/>
              <a:ext cx="213360" cy="287020"/>
            </a:xfrm>
            <a:custGeom>
              <a:avLst/>
              <a:gdLst/>
              <a:ahLst/>
              <a:cxnLst/>
              <a:rect l="l" t="t" r="r" b="b"/>
              <a:pathLst>
                <a:path w="213360" h="287020" extrusionOk="0">
                  <a:moveTo>
                    <a:pt x="213360" y="0"/>
                  </a:moveTo>
                  <a:lnTo>
                    <a:pt x="0" y="0"/>
                  </a:lnTo>
                  <a:lnTo>
                    <a:pt x="0" y="286512"/>
                  </a:lnTo>
                  <a:lnTo>
                    <a:pt x="213360" y="286512"/>
                  </a:lnTo>
                  <a:lnTo>
                    <a:pt x="213360"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81" name="Google Shape;1181;p45"/>
            <p:cNvSpPr/>
            <p:nvPr/>
          </p:nvSpPr>
          <p:spPr>
            <a:xfrm>
              <a:off x="3355847" y="4489703"/>
              <a:ext cx="213360" cy="287020"/>
            </a:xfrm>
            <a:custGeom>
              <a:avLst/>
              <a:gdLst/>
              <a:ahLst/>
              <a:cxnLst/>
              <a:rect l="l" t="t" r="r" b="b"/>
              <a:pathLst>
                <a:path w="213360" h="287020" extrusionOk="0">
                  <a:moveTo>
                    <a:pt x="0" y="286512"/>
                  </a:moveTo>
                  <a:lnTo>
                    <a:pt x="213360" y="286512"/>
                  </a:lnTo>
                  <a:lnTo>
                    <a:pt x="213360" y="0"/>
                  </a:lnTo>
                  <a:lnTo>
                    <a:pt x="0" y="0"/>
                  </a:lnTo>
                  <a:lnTo>
                    <a:pt x="0" y="286512"/>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182" name="Google Shape;1182;p45"/>
            <p:cNvPicPr preferRelativeResize="0"/>
            <p:nvPr/>
          </p:nvPicPr>
          <p:blipFill rotWithShape="1">
            <a:blip r:embed="rId3">
              <a:alphaModFix/>
            </a:blip>
            <a:srcRect/>
            <a:stretch/>
          </p:blipFill>
          <p:spPr>
            <a:xfrm>
              <a:off x="3197351" y="4594859"/>
              <a:ext cx="162178" cy="76200"/>
            </a:xfrm>
            <a:prstGeom prst="rect">
              <a:avLst/>
            </a:prstGeom>
            <a:noFill/>
            <a:ln>
              <a:noFill/>
            </a:ln>
          </p:spPr>
        </p:pic>
        <p:pic>
          <p:nvPicPr>
            <p:cNvPr id="1183" name="Google Shape;1183;p45"/>
            <p:cNvPicPr preferRelativeResize="0"/>
            <p:nvPr/>
          </p:nvPicPr>
          <p:blipFill rotWithShape="1">
            <a:blip r:embed="rId3">
              <a:alphaModFix/>
            </a:blip>
            <a:srcRect/>
            <a:stretch/>
          </p:blipFill>
          <p:spPr>
            <a:xfrm>
              <a:off x="3573779" y="4594859"/>
              <a:ext cx="162178" cy="76200"/>
            </a:xfrm>
            <a:prstGeom prst="rect">
              <a:avLst/>
            </a:prstGeom>
            <a:noFill/>
            <a:ln>
              <a:noFill/>
            </a:ln>
          </p:spPr>
        </p:pic>
      </p:grpSp>
      <p:grpSp>
        <p:nvGrpSpPr>
          <p:cNvPr id="1184" name="Google Shape;1184;p45"/>
          <p:cNvGrpSpPr/>
          <p:nvPr/>
        </p:nvGrpSpPr>
        <p:grpSpPr>
          <a:xfrm>
            <a:off x="3736847" y="5305044"/>
            <a:ext cx="962278" cy="131318"/>
            <a:chOff x="3736847" y="5305044"/>
            <a:chExt cx="962278" cy="131318"/>
          </a:xfrm>
        </p:grpSpPr>
        <p:sp>
          <p:nvSpPr>
            <p:cNvPr id="1185" name="Google Shape;1185;p45"/>
            <p:cNvSpPr/>
            <p:nvPr/>
          </p:nvSpPr>
          <p:spPr>
            <a:xfrm>
              <a:off x="3736847" y="5308092"/>
              <a:ext cx="213360" cy="128270"/>
            </a:xfrm>
            <a:custGeom>
              <a:avLst/>
              <a:gdLst/>
              <a:ahLst/>
              <a:cxnLst/>
              <a:rect l="l" t="t" r="r" b="b"/>
              <a:pathLst>
                <a:path w="213360" h="128270" extrusionOk="0">
                  <a:moveTo>
                    <a:pt x="213360" y="0"/>
                  </a:moveTo>
                  <a:lnTo>
                    <a:pt x="0" y="0"/>
                  </a:lnTo>
                  <a:lnTo>
                    <a:pt x="0" y="128015"/>
                  </a:lnTo>
                  <a:lnTo>
                    <a:pt x="213360" y="128015"/>
                  </a:lnTo>
                  <a:lnTo>
                    <a:pt x="213360"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86" name="Google Shape;1186;p45"/>
            <p:cNvSpPr/>
            <p:nvPr/>
          </p:nvSpPr>
          <p:spPr>
            <a:xfrm>
              <a:off x="3736847" y="5308092"/>
              <a:ext cx="213360" cy="128270"/>
            </a:xfrm>
            <a:custGeom>
              <a:avLst/>
              <a:gdLst/>
              <a:ahLst/>
              <a:cxnLst/>
              <a:rect l="l" t="t" r="r" b="b"/>
              <a:pathLst>
                <a:path w="213360" h="128270" extrusionOk="0">
                  <a:moveTo>
                    <a:pt x="0" y="128015"/>
                  </a:moveTo>
                  <a:lnTo>
                    <a:pt x="213360" y="128015"/>
                  </a:lnTo>
                  <a:lnTo>
                    <a:pt x="213360" y="0"/>
                  </a:lnTo>
                  <a:lnTo>
                    <a:pt x="0" y="0"/>
                  </a:lnTo>
                  <a:lnTo>
                    <a:pt x="0" y="1280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87" name="Google Shape;1187;p45"/>
            <p:cNvSpPr/>
            <p:nvPr/>
          </p:nvSpPr>
          <p:spPr>
            <a:xfrm>
              <a:off x="4104131" y="5305044"/>
              <a:ext cx="424180" cy="128270"/>
            </a:xfrm>
            <a:custGeom>
              <a:avLst/>
              <a:gdLst/>
              <a:ahLst/>
              <a:cxnLst/>
              <a:rect l="l" t="t" r="r" b="b"/>
              <a:pathLst>
                <a:path w="424179" h="128270" extrusionOk="0">
                  <a:moveTo>
                    <a:pt x="423672" y="0"/>
                  </a:moveTo>
                  <a:lnTo>
                    <a:pt x="0" y="0"/>
                  </a:lnTo>
                  <a:lnTo>
                    <a:pt x="0" y="128015"/>
                  </a:lnTo>
                  <a:lnTo>
                    <a:pt x="423672" y="128015"/>
                  </a:lnTo>
                  <a:lnTo>
                    <a:pt x="423672"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88" name="Google Shape;1188;p45"/>
            <p:cNvSpPr/>
            <p:nvPr/>
          </p:nvSpPr>
          <p:spPr>
            <a:xfrm>
              <a:off x="4104131" y="5305044"/>
              <a:ext cx="424180" cy="128270"/>
            </a:xfrm>
            <a:custGeom>
              <a:avLst/>
              <a:gdLst/>
              <a:ahLst/>
              <a:cxnLst/>
              <a:rect l="l" t="t" r="r" b="b"/>
              <a:pathLst>
                <a:path w="424179" h="128270" extrusionOk="0">
                  <a:moveTo>
                    <a:pt x="0" y="128015"/>
                  </a:moveTo>
                  <a:lnTo>
                    <a:pt x="423672" y="128015"/>
                  </a:lnTo>
                  <a:lnTo>
                    <a:pt x="423672" y="0"/>
                  </a:lnTo>
                  <a:lnTo>
                    <a:pt x="0" y="0"/>
                  </a:lnTo>
                  <a:lnTo>
                    <a:pt x="0" y="1280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189" name="Google Shape;1189;p45"/>
            <p:cNvPicPr preferRelativeResize="0"/>
            <p:nvPr/>
          </p:nvPicPr>
          <p:blipFill rotWithShape="1">
            <a:blip r:embed="rId3">
              <a:alphaModFix/>
            </a:blip>
            <a:srcRect/>
            <a:stretch/>
          </p:blipFill>
          <p:spPr>
            <a:xfrm>
              <a:off x="3950207" y="5340096"/>
              <a:ext cx="162178" cy="76200"/>
            </a:xfrm>
            <a:prstGeom prst="rect">
              <a:avLst/>
            </a:prstGeom>
            <a:noFill/>
            <a:ln>
              <a:noFill/>
            </a:ln>
          </p:spPr>
        </p:pic>
        <p:pic>
          <p:nvPicPr>
            <p:cNvPr id="1190" name="Google Shape;1190;p45"/>
            <p:cNvPicPr preferRelativeResize="0"/>
            <p:nvPr/>
          </p:nvPicPr>
          <p:blipFill rotWithShape="1">
            <a:blip r:embed="rId3">
              <a:alphaModFix/>
            </a:blip>
            <a:srcRect/>
            <a:stretch/>
          </p:blipFill>
          <p:spPr>
            <a:xfrm>
              <a:off x="4536947" y="5338572"/>
              <a:ext cx="162178" cy="76200"/>
            </a:xfrm>
            <a:prstGeom prst="rect">
              <a:avLst/>
            </a:prstGeom>
            <a:noFill/>
            <a:ln>
              <a:noFill/>
            </a:ln>
          </p:spPr>
        </p:pic>
      </p:grpSp>
      <p:grpSp>
        <p:nvGrpSpPr>
          <p:cNvPr id="1191" name="Google Shape;1191;p45"/>
          <p:cNvGrpSpPr/>
          <p:nvPr/>
        </p:nvGrpSpPr>
        <p:grpSpPr>
          <a:xfrm>
            <a:off x="4648200" y="5900928"/>
            <a:ext cx="2324226" cy="128270"/>
            <a:chOff x="4648200" y="5900928"/>
            <a:chExt cx="2324226" cy="128270"/>
          </a:xfrm>
        </p:grpSpPr>
        <p:sp>
          <p:nvSpPr>
            <p:cNvPr id="1192" name="Google Shape;1192;p45"/>
            <p:cNvSpPr/>
            <p:nvPr/>
          </p:nvSpPr>
          <p:spPr>
            <a:xfrm>
              <a:off x="4648200" y="5900928"/>
              <a:ext cx="424180" cy="128270"/>
            </a:xfrm>
            <a:custGeom>
              <a:avLst/>
              <a:gdLst/>
              <a:ahLst/>
              <a:cxnLst/>
              <a:rect l="l" t="t" r="r" b="b"/>
              <a:pathLst>
                <a:path w="424179" h="128270" extrusionOk="0">
                  <a:moveTo>
                    <a:pt x="423672" y="0"/>
                  </a:moveTo>
                  <a:lnTo>
                    <a:pt x="0" y="0"/>
                  </a:lnTo>
                  <a:lnTo>
                    <a:pt x="0" y="128016"/>
                  </a:lnTo>
                  <a:lnTo>
                    <a:pt x="423672" y="128016"/>
                  </a:lnTo>
                  <a:lnTo>
                    <a:pt x="423672"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93" name="Google Shape;1193;p45"/>
            <p:cNvSpPr/>
            <p:nvPr/>
          </p:nvSpPr>
          <p:spPr>
            <a:xfrm>
              <a:off x="4648200" y="5900928"/>
              <a:ext cx="424180" cy="128270"/>
            </a:xfrm>
            <a:custGeom>
              <a:avLst/>
              <a:gdLst/>
              <a:ahLst/>
              <a:cxnLst/>
              <a:rect l="l" t="t" r="r" b="b"/>
              <a:pathLst>
                <a:path w="424179" h="128270" extrusionOk="0">
                  <a:moveTo>
                    <a:pt x="0" y="128016"/>
                  </a:moveTo>
                  <a:lnTo>
                    <a:pt x="423672" y="128016"/>
                  </a:lnTo>
                  <a:lnTo>
                    <a:pt x="423672" y="0"/>
                  </a:lnTo>
                  <a:lnTo>
                    <a:pt x="0" y="0"/>
                  </a:lnTo>
                  <a:lnTo>
                    <a:pt x="0" y="128016"/>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194" name="Google Shape;1194;p45"/>
            <p:cNvPicPr preferRelativeResize="0"/>
            <p:nvPr/>
          </p:nvPicPr>
          <p:blipFill rotWithShape="1">
            <a:blip r:embed="rId3">
              <a:alphaModFix/>
            </a:blip>
            <a:srcRect/>
            <a:stretch/>
          </p:blipFill>
          <p:spPr>
            <a:xfrm>
              <a:off x="5071872" y="5926836"/>
              <a:ext cx="162178" cy="76200"/>
            </a:xfrm>
            <a:prstGeom prst="rect">
              <a:avLst/>
            </a:prstGeom>
            <a:noFill/>
            <a:ln>
              <a:noFill/>
            </a:ln>
          </p:spPr>
        </p:pic>
        <p:sp>
          <p:nvSpPr>
            <p:cNvPr id="1195" name="Google Shape;1195;p45"/>
            <p:cNvSpPr/>
            <p:nvPr/>
          </p:nvSpPr>
          <p:spPr>
            <a:xfrm>
              <a:off x="5233416" y="5900928"/>
              <a:ext cx="788035" cy="128270"/>
            </a:xfrm>
            <a:custGeom>
              <a:avLst/>
              <a:gdLst/>
              <a:ahLst/>
              <a:cxnLst/>
              <a:rect l="l" t="t" r="r" b="b"/>
              <a:pathLst>
                <a:path w="788035" h="128270" extrusionOk="0">
                  <a:moveTo>
                    <a:pt x="787908" y="0"/>
                  </a:moveTo>
                  <a:lnTo>
                    <a:pt x="0" y="0"/>
                  </a:lnTo>
                  <a:lnTo>
                    <a:pt x="0" y="128016"/>
                  </a:lnTo>
                  <a:lnTo>
                    <a:pt x="787908" y="128016"/>
                  </a:lnTo>
                  <a:lnTo>
                    <a:pt x="78790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96" name="Google Shape;1196;p45"/>
            <p:cNvSpPr/>
            <p:nvPr/>
          </p:nvSpPr>
          <p:spPr>
            <a:xfrm>
              <a:off x="5233416" y="5900928"/>
              <a:ext cx="788035" cy="128270"/>
            </a:xfrm>
            <a:custGeom>
              <a:avLst/>
              <a:gdLst/>
              <a:ahLst/>
              <a:cxnLst/>
              <a:rect l="l" t="t" r="r" b="b"/>
              <a:pathLst>
                <a:path w="788035" h="128270" extrusionOk="0">
                  <a:moveTo>
                    <a:pt x="0" y="128016"/>
                  </a:moveTo>
                  <a:lnTo>
                    <a:pt x="787908" y="128016"/>
                  </a:lnTo>
                  <a:lnTo>
                    <a:pt x="787908" y="0"/>
                  </a:lnTo>
                  <a:lnTo>
                    <a:pt x="0" y="0"/>
                  </a:lnTo>
                  <a:lnTo>
                    <a:pt x="0" y="128016"/>
                  </a:lnTo>
                  <a:close/>
                </a:path>
              </a:pathLst>
            </a:custGeom>
            <a:noFill/>
            <a:ln w="12675"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197" name="Google Shape;1197;p45"/>
            <p:cNvPicPr preferRelativeResize="0"/>
            <p:nvPr/>
          </p:nvPicPr>
          <p:blipFill rotWithShape="1">
            <a:blip r:embed="rId3">
              <a:alphaModFix/>
            </a:blip>
            <a:srcRect/>
            <a:stretch/>
          </p:blipFill>
          <p:spPr>
            <a:xfrm>
              <a:off x="6021324" y="5926836"/>
              <a:ext cx="162178" cy="76200"/>
            </a:xfrm>
            <a:prstGeom prst="rect">
              <a:avLst/>
            </a:prstGeom>
            <a:noFill/>
            <a:ln>
              <a:noFill/>
            </a:ln>
          </p:spPr>
        </p:pic>
        <p:sp>
          <p:nvSpPr>
            <p:cNvPr id="1198" name="Google Shape;1198;p45"/>
            <p:cNvSpPr/>
            <p:nvPr/>
          </p:nvSpPr>
          <p:spPr>
            <a:xfrm>
              <a:off x="6184391" y="5900928"/>
              <a:ext cx="788035" cy="128270"/>
            </a:xfrm>
            <a:custGeom>
              <a:avLst/>
              <a:gdLst/>
              <a:ahLst/>
              <a:cxnLst/>
              <a:rect l="l" t="t" r="r" b="b"/>
              <a:pathLst>
                <a:path w="788034" h="128270" extrusionOk="0">
                  <a:moveTo>
                    <a:pt x="787908" y="0"/>
                  </a:moveTo>
                  <a:lnTo>
                    <a:pt x="0" y="0"/>
                  </a:lnTo>
                  <a:lnTo>
                    <a:pt x="0" y="128016"/>
                  </a:lnTo>
                  <a:lnTo>
                    <a:pt x="787908" y="128016"/>
                  </a:lnTo>
                  <a:lnTo>
                    <a:pt x="78790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199" name="Google Shape;1199;p45"/>
            <p:cNvSpPr/>
            <p:nvPr/>
          </p:nvSpPr>
          <p:spPr>
            <a:xfrm>
              <a:off x="6184391" y="5900928"/>
              <a:ext cx="788035" cy="128270"/>
            </a:xfrm>
            <a:custGeom>
              <a:avLst/>
              <a:gdLst/>
              <a:ahLst/>
              <a:cxnLst/>
              <a:rect l="l" t="t" r="r" b="b"/>
              <a:pathLst>
                <a:path w="788034" h="128270" extrusionOk="0">
                  <a:moveTo>
                    <a:pt x="0" y="128016"/>
                  </a:moveTo>
                  <a:lnTo>
                    <a:pt x="787908" y="128016"/>
                  </a:lnTo>
                  <a:lnTo>
                    <a:pt x="787908" y="0"/>
                  </a:lnTo>
                  <a:lnTo>
                    <a:pt x="0" y="0"/>
                  </a:lnTo>
                  <a:lnTo>
                    <a:pt x="0" y="128016"/>
                  </a:lnTo>
                  <a:close/>
                </a:path>
              </a:pathLst>
            </a:custGeom>
            <a:noFill/>
            <a:ln w="12675"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00" name="Google Shape;1200;p45"/>
          <p:cNvGrpSpPr/>
          <p:nvPr/>
        </p:nvGrpSpPr>
        <p:grpSpPr>
          <a:xfrm>
            <a:off x="6574535" y="5308091"/>
            <a:ext cx="1599184" cy="132842"/>
            <a:chOff x="6574535" y="5308091"/>
            <a:chExt cx="1599184" cy="132842"/>
          </a:xfrm>
        </p:grpSpPr>
        <p:sp>
          <p:nvSpPr>
            <p:cNvPr id="1201" name="Google Shape;1201;p45"/>
            <p:cNvSpPr/>
            <p:nvPr/>
          </p:nvSpPr>
          <p:spPr>
            <a:xfrm>
              <a:off x="7164323" y="5311139"/>
              <a:ext cx="424180" cy="128270"/>
            </a:xfrm>
            <a:custGeom>
              <a:avLst/>
              <a:gdLst/>
              <a:ahLst/>
              <a:cxnLst/>
              <a:rect l="l" t="t" r="r" b="b"/>
              <a:pathLst>
                <a:path w="424179" h="128270" extrusionOk="0">
                  <a:moveTo>
                    <a:pt x="423672" y="0"/>
                  </a:moveTo>
                  <a:lnTo>
                    <a:pt x="0" y="0"/>
                  </a:lnTo>
                  <a:lnTo>
                    <a:pt x="0" y="128016"/>
                  </a:lnTo>
                  <a:lnTo>
                    <a:pt x="423672" y="128016"/>
                  </a:lnTo>
                  <a:lnTo>
                    <a:pt x="423672"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02" name="Google Shape;1202;p45"/>
            <p:cNvSpPr/>
            <p:nvPr/>
          </p:nvSpPr>
          <p:spPr>
            <a:xfrm>
              <a:off x="7164323" y="5311139"/>
              <a:ext cx="424180" cy="128270"/>
            </a:xfrm>
            <a:custGeom>
              <a:avLst/>
              <a:gdLst/>
              <a:ahLst/>
              <a:cxnLst/>
              <a:rect l="l" t="t" r="r" b="b"/>
              <a:pathLst>
                <a:path w="424179" h="128270" extrusionOk="0">
                  <a:moveTo>
                    <a:pt x="0" y="128016"/>
                  </a:moveTo>
                  <a:lnTo>
                    <a:pt x="423672" y="128016"/>
                  </a:lnTo>
                  <a:lnTo>
                    <a:pt x="423672" y="0"/>
                  </a:lnTo>
                  <a:lnTo>
                    <a:pt x="0" y="0"/>
                  </a:lnTo>
                  <a:lnTo>
                    <a:pt x="0" y="128016"/>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203" name="Google Shape;1203;p45"/>
            <p:cNvPicPr preferRelativeResize="0"/>
            <p:nvPr/>
          </p:nvPicPr>
          <p:blipFill rotWithShape="1">
            <a:blip r:embed="rId3">
              <a:alphaModFix/>
            </a:blip>
            <a:srcRect/>
            <a:stretch/>
          </p:blipFill>
          <p:spPr>
            <a:xfrm>
              <a:off x="7002779" y="5321807"/>
              <a:ext cx="162178" cy="76200"/>
            </a:xfrm>
            <a:prstGeom prst="rect">
              <a:avLst/>
            </a:prstGeom>
            <a:noFill/>
            <a:ln>
              <a:noFill/>
            </a:ln>
          </p:spPr>
        </p:pic>
        <p:sp>
          <p:nvSpPr>
            <p:cNvPr id="1204" name="Google Shape;1204;p45"/>
            <p:cNvSpPr/>
            <p:nvPr/>
          </p:nvSpPr>
          <p:spPr>
            <a:xfrm>
              <a:off x="7749539" y="5308091"/>
              <a:ext cx="424180" cy="128270"/>
            </a:xfrm>
            <a:custGeom>
              <a:avLst/>
              <a:gdLst/>
              <a:ahLst/>
              <a:cxnLst/>
              <a:rect l="l" t="t" r="r" b="b"/>
              <a:pathLst>
                <a:path w="424179" h="128270" extrusionOk="0">
                  <a:moveTo>
                    <a:pt x="423672" y="0"/>
                  </a:moveTo>
                  <a:lnTo>
                    <a:pt x="0" y="0"/>
                  </a:lnTo>
                  <a:lnTo>
                    <a:pt x="0" y="128015"/>
                  </a:lnTo>
                  <a:lnTo>
                    <a:pt x="423672" y="128015"/>
                  </a:lnTo>
                  <a:lnTo>
                    <a:pt x="423672"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05" name="Google Shape;1205;p45"/>
            <p:cNvSpPr/>
            <p:nvPr/>
          </p:nvSpPr>
          <p:spPr>
            <a:xfrm>
              <a:off x="7749539" y="5308091"/>
              <a:ext cx="424180" cy="128270"/>
            </a:xfrm>
            <a:custGeom>
              <a:avLst/>
              <a:gdLst/>
              <a:ahLst/>
              <a:cxnLst/>
              <a:rect l="l" t="t" r="r" b="b"/>
              <a:pathLst>
                <a:path w="424179" h="128270" extrusionOk="0">
                  <a:moveTo>
                    <a:pt x="0" y="128015"/>
                  </a:moveTo>
                  <a:lnTo>
                    <a:pt x="423672" y="128015"/>
                  </a:lnTo>
                  <a:lnTo>
                    <a:pt x="423672" y="0"/>
                  </a:lnTo>
                  <a:lnTo>
                    <a:pt x="0" y="0"/>
                  </a:lnTo>
                  <a:lnTo>
                    <a:pt x="0" y="128015"/>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206" name="Google Shape;1206;p45"/>
            <p:cNvPicPr preferRelativeResize="0"/>
            <p:nvPr/>
          </p:nvPicPr>
          <p:blipFill rotWithShape="1">
            <a:blip r:embed="rId3">
              <a:alphaModFix/>
            </a:blip>
            <a:srcRect/>
            <a:stretch/>
          </p:blipFill>
          <p:spPr>
            <a:xfrm>
              <a:off x="7587995" y="5318759"/>
              <a:ext cx="162178" cy="76200"/>
            </a:xfrm>
            <a:prstGeom prst="rect">
              <a:avLst/>
            </a:prstGeom>
            <a:noFill/>
            <a:ln>
              <a:noFill/>
            </a:ln>
          </p:spPr>
        </p:pic>
        <p:sp>
          <p:nvSpPr>
            <p:cNvPr id="1207" name="Google Shape;1207;p45"/>
            <p:cNvSpPr/>
            <p:nvPr/>
          </p:nvSpPr>
          <p:spPr>
            <a:xfrm>
              <a:off x="6574535" y="5312663"/>
              <a:ext cx="424180" cy="128270"/>
            </a:xfrm>
            <a:custGeom>
              <a:avLst/>
              <a:gdLst/>
              <a:ahLst/>
              <a:cxnLst/>
              <a:rect l="l" t="t" r="r" b="b"/>
              <a:pathLst>
                <a:path w="424179" h="128270" extrusionOk="0">
                  <a:moveTo>
                    <a:pt x="423672" y="0"/>
                  </a:moveTo>
                  <a:lnTo>
                    <a:pt x="0" y="0"/>
                  </a:lnTo>
                  <a:lnTo>
                    <a:pt x="0" y="128016"/>
                  </a:lnTo>
                  <a:lnTo>
                    <a:pt x="423672" y="128016"/>
                  </a:lnTo>
                  <a:lnTo>
                    <a:pt x="423672"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08" name="Google Shape;1208;p45"/>
            <p:cNvSpPr/>
            <p:nvPr/>
          </p:nvSpPr>
          <p:spPr>
            <a:xfrm>
              <a:off x="6574535" y="5312663"/>
              <a:ext cx="424180" cy="128270"/>
            </a:xfrm>
            <a:custGeom>
              <a:avLst/>
              <a:gdLst/>
              <a:ahLst/>
              <a:cxnLst/>
              <a:rect l="l" t="t" r="r" b="b"/>
              <a:pathLst>
                <a:path w="424179" h="128270" extrusionOk="0">
                  <a:moveTo>
                    <a:pt x="0" y="128016"/>
                  </a:moveTo>
                  <a:lnTo>
                    <a:pt x="423672" y="128016"/>
                  </a:lnTo>
                  <a:lnTo>
                    <a:pt x="423672" y="0"/>
                  </a:lnTo>
                  <a:lnTo>
                    <a:pt x="0" y="0"/>
                  </a:lnTo>
                  <a:lnTo>
                    <a:pt x="0" y="128016"/>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09" name="Google Shape;1209;p45"/>
          <p:cNvGrpSpPr/>
          <p:nvPr/>
        </p:nvGrpSpPr>
        <p:grpSpPr>
          <a:xfrm>
            <a:off x="8638031" y="3407664"/>
            <a:ext cx="661543" cy="554990"/>
            <a:chOff x="8638031" y="3407664"/>
            <a:chExt cx="661543" cy="554990"/>
          </a:xfrm>
        </p:grpSpPr>
        <p:sp>
          <p:nvSpPr>
            <p:cNvPr id="1210" name="Google Shape;1210;p45"/>
            <p:cNvSpPr/>
            <p:nvPr/>
          </p:nvSpPr>
          <p:spPr>
            <a:xfrm>
              <a:off x="8912351" y="3409188"/>
              <a:ext cx="109855" cy="547370"/>
            </a:xfrm>
            <a:custGeom>
              <a:avLst/>
              <a:gdLst/>
              <a:ahLst/>
              <a:cxnLst/>
              <a:rect l="l" t="t" r="r" b="b"/>
              <a:pathLst>
                <a:path w="109854" h="547370" extrusionOk="0">
                  <a:moveTo>
                    <a:pt x="109727" y="0"/>
                  </a:moveTo>
                  <a:lnTo>
                    <a:pt x="0" y="0"/>
                  </a:lnTo>
                  <a:lnTo>
                    <a:pt x="0" y="547116"/>
                  </a:lnTo>
                  <a:lnTo>
                    <a:pt x="109727" y="547116"/>
                  </a:lnTo>
                  <a:lnTo>
                    <a:pt x="109727"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11" name="Google Shape;1211;p45"/>
            <p:cNvSpPr/>
            <p:nvPr/>
          </p:nvSpPr>
          <p:spPr>
            <a:xfrm>
              <a:off x="8912351" y="3409188"/>
              <a:ext cx="109855" cy="547370"/>
            </a:xfrm>
            <a:custGeom>
              <a:avLst/>
              <a:gdLst/>
              <a:ahLst/>
              <a:cxnLst/>
              <a:rect l="l" t="t" r="r" b="b"/>
              <a:pathLst>
                <a:path w="109854" h="547370" extrusionOk="0">
                  <a:moveTo>
                    <a:pt x="0" y="547116"/>
                  </a:moveTo>
                  <a:lnTo>
                    <a:pt x="109727" y="547116"/>
                  </a:lnTo>
                  <a:lnTo>
                    <a:pt x="109727" y="0"/>
                  </a:lnTo>
                  <a:lnTo>
                    <a:pt x="0" y="0"/>
                  </a:lnTo>
                  <a:lnTo>
                    <a:pt x="0" y="547116"/>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212" name="Google Shape;1212;p45"/>
            <p:cNvPicPr preferRelativeResize="0"/>
            <p:nvPr/>
          </p:nvPicPr>
          <p:blipFill rotWithShape="1">
            <a:blip r:embed="rId3">
              <a:alphaModFix/>
            </a:blip>
            <a:srcRect/>
            <a:stretch/>
          </p:blipFill>
          <p:spPr>
            <a:xfrm>
              <a:off x="8755379" y="3645408"/>
              <a:ext cx="162178" cy="76200"/>
            </a:xfrm>
            <a:prstGeom prst="rect">
              <a:avLst/>
            </a:prstGeom>
            <a:noFill/>
            <a:ln>
              <a:noFill/>
            </a:ln>
          </p:spPr>
        </p:pic>
        <p:sp>
          <p:nvSpPr>
            <p:cNvPr id="1213" name="Google Shape;1213;p45"/>
            <p:cNvSpPr/>
            <p:nvPr/>
          </p:nvSpPr>
          <p:spPr>
            <a:xfrm>
              <a:off x="9189719" y="3407664"/>
              <a:ext cx="109855" cy="548640"/>
            </a:xfrm>
            <a:custGeom>
              <a:avLst/>
              <a:gdLst/>
              <a:ahLst/>
              <a:cxnLst/>
              <a:rect l="l" t="t" r="r" b="b"/>
              <a:pathLst>
                <a:path w="109854" h="548639" extrusionOk="0">
                  <a:moveTo>
                    <a:pt x="109727" y="0"/>
                  </a:moveTo>
                  <a:lnTo>
                    <a:pt x="0" y="0"/>
                  </a:lnTo>
                  <a:lnTo>
                    <a:pt x="0" y="548640"/>
                  </a:lnTo>
                  <a:lnTo>
                    <a:pt x="109727" y="548640"/>
                  </a:lnTo>
                  <a:lnTo>
                    <a:pt x="109727"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14" name="Google Shape;1214;p45"/>
            <p:cNvSpPr/>
            <p:nvPr/>
          </p:nvSpPr>
          <p:spPr>
            <a:xfrm>
              <a:off x="9189719" y="3407664"/>
              <a:ext cx="109855" cy="548640"/>
            </a:xfrm>
            <a:custGeom>
              <a:avLst/>
              <a:gdLst/>
              <a:ahLst/>
              <a:cxnLst/>
              <a:rect l="l" t="t" r="r" b="b"/>
              <a:pathLst>
                <a:path w="109854" h="548639" extrusionOk="0">
                  <a:moveTo>
                    <a:pt x="0" y="548640"/>
                  </a:moveTo>
                  <a:lnTo>
                    <a:pt x="109727" y="548640"/>
                  </a:lnTo>
                  <a:lnTo>
                    <a:pt x="109727" y="0"/>
                  </a:lnTo>
                  <a:lnTo>
                    <a:pt x="0" y="0"/>
                  </a:lnTo>
                  <a:lnTo>
                    <a:pt x="0" y="548640"/>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215" name="Google Shape;1215;p45"/>
            <p:cNvPicPr preferRelativeResize="0"/>
            <p:nvPr/>
          </p:nvPicPr>
          <p:blipFill rotWithShape="1">
            <a:blip r:embed="rId3">
              <a:alphaModFix/>
            </a:blip>
            <a:srcRect/>
            <a:stretch/>
          </p:blipFill>
          <p:spPr>
            <a:xfrm>
              <a:off x="9032747" y="3643884"/>
              <a:ext cx="162178" cy="76200"/>
            </a:xfrm>
            <a:prstGeom prst="rect">
              <a:avLst/>
            </a:prstGeom>
            <a:noFill/>
            <a:ln>
              <a:noFill/>
            </a:ln>
          </p:spPr>
        </p:pic>
        <p:sp>
          <p:nvSpPr>
            <p:cNvPr id="1216" name="Google Shape;1216;p45"/>
            <p:cNvSpPr/>
            <p:nvPr/>
          </p:nvSpPr>
          <p:spPr>
            <a:xfrm>
              <a:off x="8638031" y="3415284"/>
              <a:ext cx="109855" cy="547370"/>
            </a:xfrm>
            <a:custGeom>
              <a:avLst/>
              <a:gdLst/>
              <a:ahLst/>
              <a:cxnLst/>
              <a:rect l="l" t="t" r="r" b="b"/>
              <a:pathLst>
                <a:path w="109854" h="547370" extrusionOk="0">
                  <a:moveTo>
                    <a:pt x="109727" y="0"/>
                  </a:moveTo>
                  <a:lnTo>
                    <a:pt x="0" y="0"/>
                  </a:lnTo>
                  <a:lnTo>
                    <a:pt x="0" y="547115"/>
                  </a:lnTo>
                  <a:lnTo>
                    <a:pt x="109727" y="547115"/>
                  </a:lnTo>
                  <a:lnTo>
                    <a:pt x="109727"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17" name="Google Shape;1217;p45"/>
            <p:cNvSpPr/>
            <p:nvPr/>
          </p:nvSpPr>
          <p:spPr>
            <a:xfrm>
              <a:off x="8638031" y="3415284"/>
              <a:ext cx="109855" cy="547370"/>
            </a:xfrm>
            <a:custGeom>
              <a:avLst/>
              <a:gdLst/>
              <a:ahLst/>
              <a:cxnLst/>
              <a:rect l="l" t="t" r="r" b="b"/>
              <a:pathLst>
                <a:path w="109854" h="547370" extrusionOk="0">
                  <a:moveTo>
                    <a:pt x="0" y="547115"/>
                  </a:moveTo>
                  <a:lnTo>
                    <a:pt x="109727" y="547115"/>
                  </a:lnTo>
                  <a:lnTo>
                    <a:pt x="109727" y="0"/>
                  </a:lnTo>
                  <a:lnTo>
                    <a:pt x="0" y="0"/>
                  </a:lnTo>
                  <a:lnTo>
                    <a:pt x="0" y="547115"/>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18" name="Google Shape;1218;p45"/>
          <p:cNvGrpSpPr/>
          <p:nvPr/>
        </p:nvGrpSpPr>
        <p:grpSpPr>
          <a:xfrm>
            <a:off x="9233916" y="1815083"/>
            <a:ext cx="707644" cy="1120267"/>
            <a:chOff x="9233916" y="1815083"/>
            <a:chExt cx="707644" cy="1120267"/>
          </a:xfrm>
        </p:grpSpPr>
        <p:sp>
          <p:nvSpPr>
            <p:cNvPr id="1219" name="Google Shape;1219;p45"/>
            <p:cNvSpPr/>
            <p:nvPr/>
          </p:nvSpPr>
          <p:spPr>
            <a:xfrm>
              <a:off x="9453372" y="1815083"/>
              <a:ext cx="47625" cy="1115695"/>
            </a:xfrm>
            <a:custGeom>
              <a:avLst/>
              <a:gdLst/>
              <a:ahLst/>
              <a:cxnLst/>
              <a:rect l="l" t="t" r="r" b="b"/>
              <a:pathLst>
                <a:path w="47625" h="1115695" extrusionOk="0">
                  <a:moveTo>
                    <a:pt x="47244" y="0"/>
                  </a:moveTo>
                  <a:lnTo>
                    <a:pt x="0" y="0"/>
                  </a:lnTo>
                  <a:lnTo>
                    <a:pt x="0" y="1115568"/>
                  </a:lnTo>
                  <a:lnTo>
                    <a:pt x="47244" y="1115568"/>
                  </a:lnTo>
                  <a:lnTo>
                    <a:pt x="47244"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20" name="Google Shape;1220;p45"/>
            <p:cNvSpPr/>
            <p:nvPr/>
          </p:nvSpPr>
          <p:spPr>
            <a:xfrm>
              <a:off x="9453372" y="1815083"/>
              <a:ext cx="47625" cy="1115695"/>
            </a:xfrm>
            <a:custGeom>
              <a:avLst/>
              <a:gdLst/>
              <a:ahLst/>
              <a:cxnLst/>
              <a:rect l="l" t="t" r="r" b="b"/>
              <a:pathLst>
                <a:path w="47625" h="1115695" extrusionOk="0">
                  <a:moveTo>
                    <a:pt x="0" y="1115568"/>
                  </a:moveTo>
                  <a:lnTo>
                    <a:pt x="47244" y="1115568"/>
                  </a:lnTo>
                  <a:lnTo>
                    <a:pt x="47244" y="0"/>
                  </a:lnTo>
                  <a:lnTo>
                    <a:pt x="0" y="0"/>
                  </a:lnTo>
                  <a:lnTo>
                    <a:pt x="0" y="1115568"/>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21" name="Google Shape;1221;p45"/>
            <p:cNvSpPr/>
            <p:nvPr/>
          </p:nvSpPr>
          <p:spPr>
            <a:xfrm>
              <a:off x="9677400" y="1818131"/>
              <a:ext cx="47625" cy="1115695"/>
            </a:xfrm>
            <a:custGeom>
              <a:avLst/>
              <a:gdLst/>
              <a:ahLst/>
              <a:cxnLst/>
              <a:rect l="l" t="t" r="r" b="b"/>
              <a:pathLst>
                <a:path w="47625" h="1115695" extrusionOk="0">
                  <a:moveTo>
                    <a:pt x="47244" y="0"/>
                  </a:moveTo>
                  <a:lnTo>
                    <a:pt x="0" y="0"/>
                  </a:lnTo>
                  <a:lnTo>
                    <a:pt x="0" y="1115568"/>
                  </a:lnTo>
                  <a:lnTo>
                    <a:pt x="47244" y="1115568"/>
                  </a:lnTo>
                  <a:lnTo>
                    <a:pt x="47244"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22" name="Google Shape;1222;p45"/>
            <p:cNvSpPr/>
            <p:nvPr/>
          </p:nvSpPr>
          <p:spPr>
            <a:xfrm>
              <a:off x="9677400" y="1818131"/>
              <a:ext cx="47625" cy="1115695"/>
            </a:xfrm>
            <a:custGeom>
              <a:avLst/>
              <a:gdLst/>
              <a:ahLst/>
              <a:cxnLst/>
              <a:rect l="l" t="t" r="r" b="b"/>
              <a:pathLst>
                <a:path w="47625" h="1115695" extrusionOk="0">
                  <a:moveTo>
                    <a:pt x="0" y="1115568"/>
                  </a:moveTo>
                  <a:lnTo>
                    <a:pt x="47244" y="1115568"/>
                  </a:lnTo>
                  <a:lnTo>
                    <a:pt x="47244" y="0"/>
                  </a:lnTo>
                  <a:lnTo>
                    <a:pt x="0" y="0"/>
                  </a:lnTo>
                  <a:lnTo>
                    <a:pt x="0" y="1115568"/>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223" name="Google Shape;1223;p45"/>
            <p:cNvPicPr preferRelativeResize="0"/>
            <p:nvPr/>
          </p:nvPicPr>
          <p:blipFill rotWithShape="1">
            <a:blip r:embed="rId7">
              <a:alphaModFix/>
            </a:blip>
            <a:srcRect/>
            <a:stretch/>
          </p:blipFill>
          <p:spPr>
            <a:xfrm>
              <a:off x="9506585" y="2336926"/>
              <a:ext cx="170179" cy="76200"/>
            </a:xfrm>
            <a:prstGeom prst="rect">
              <a:avLst/>
            </a:prstGeom>
            <a:noFill/>
            <a:ln>
              <a:noFill/>
            </a:ln>
          </p:spPr>
        </p:pic>
        <p:pic>
          <p:nvPicPr>
            <p:cNvPr id="1224" name="Google Shape;1224;p45"/>
            <p:cNvPicPr preferRelativeResize="0"/>
            <p:nvPr/>
          </p:nvPicPr>
          <p:blipFill rotWithShape="1">
            <a:blip r:embed="rId3">
              <a:alphaModFix/>
            </a:blip>
            <a:srcRect/>
            <a:stretch/>
          </p:blipFill>
          <p:spPr>
            <a:xfrm>
              <a:off x="9290304" y="2334767"/>
              <a:ext cx="162178" cy="76200"/>
            </a:xfrm>
            <a:prstGeom prst="rect">
              <a:avLst/>
            </a:prstGeom>
            <a:noFill/>
            <a:ln>
              <a:noFill/>
            </a:ln>
          </p:spPr>
        </p:pic>
        <p:sp>
          <p:nvSpPr>
            <p:cNvPr id="1225" name="Google Shape;1225;p45"/>
            <p:cNvSpPr/>
            <p:nvPr/>
          </p:nvSpPr>
          <p:spPr>
            <a:xfrm>
              <a:off x="9233916" y="1816607"/>
              <a:ext cx="47625" cy="1115695"/>
            </a:xfrm>
            <a:custGeom>
              <a:avLst/>
              <a:gdLst/>
              <a:ahLst/>
              <a:cxnLst/>
              <a:rect l="l" t="t" r="r" b="b"/>
              <a:pathLst>
                <a:path w="47625" h="1115695" extrusionOk="0">
                  <a:moveTo>
                    <a:pt x="47244" y="0"/>
                  </a:moveTo>
                  <a:lnTo>
                    <a:pt x="0" y="0"/>
                  </a:lnTo>
                  <a:lnTo>
                    <a:pt x="0" y="1115568"/>
                  </a:lnTo>
                  <a:lnTo>
                    <a:pt x="47244" y="1115568"/>
                  </a:lnTo>
                  <a:lnTo>
                    <a:pt x="47244"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26" name="Google Shape;1226;p45"/>
            <p:cNvSpPr/>
            <p:nvPr/>
          </p:nvSpPr>
          <p:spPr>
            <a:xfrm>
              <a:off x="9233916" y="1816607"/>
              <a:ext cx="47625" cy="1115695"/>
            </a:xfrm>
            <a:custGeom>
              <a:avLst/>
              <a:gdLst/>
              <a:ahLst/>
              <a:cxnLst/>
              <a:rect l="l" t="t" r="r" b="b"/>
              <a:pathLst>
                <a:path w="47625" h="1115695" extrusionOk="0">
                  <a:moveTo>
                    <a:pt x="0" y="1115568"/>
                  </a:moveTo>
                  <a:lnTo>
                    <a:pt x="47244" y="1115568"/>
                  </a:lnTo>
                  <a:lnTo>
                    <a:pt x="47244" y="0"/>
                  </a:lnTo>
                  <a:lnTo>
                    <a:pt x="0" y="0"/>
                  </a:lnTo>
                  <a:lnTo>
                    <a:pt x="0" y="1115568"/>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227" name="Google Shape;1227;p45"/>
            <p:cNvPicPr preferRelativeResize="0"/>
            <p:nvPr/>
          </p:nvPicPr>
          <p:blipFill rotWithShape="1">
            <a:blip r:embed="rId8">
              <a:alphaModFix/>
            </a:blip>
            <a:srcRect/>
            <a:stretch/>
          </p:blipFill>
          <p:spPr>
            <a:xfrm>
              <a:off x="9738233" y="2335402"/>
              <a:ext cx="170179" cy="76200"/>
            </a:xfrm>
            <a:prstGeom prst="rect">
              <a:avLst/>
            </a:prstGeom>
            <a:noFill/>
            <a:ln>
              <a:noFill/>
            </a:ln>
          </p:spPr>
        </p:pic>
        <p:sp>
          <p:nvSpPr>
            <p:cNvPr id="1228" name="Google Shape;1228;p45"/>
            <p:cNvSpPr/>
            <p:nvPr/>
          </p:nvSpPr>
          <p:spPr>
            <a:xfrm>
              <a:off x="9913620" y="1819655"/>
              <a:ext cx="27940" cy="1115695"/>
            </a:xfrm>
            <a:custGeom>
              <a:avLst/>
              <a:gdLst/>
              <a:ahLst/>
              <a:cxnLst/>
              <a:rect l="l" t="t" r="r" b="b"/>
              <a:pathLst>
                <a:path w="27940" h="1115695" extrusionOk="0">
                  <a:moveTo>
                    <a:pt x="27431" y="0"/>
                  </a:moveTo>
                  <a:lnTo>
                    <a:pt x="0" y="0"/>
                  </a:lnTo>
                  <a:lnTo>
                    <a:pt x="0" y="1115568"/>
                  </a:lnTo>
                  <a:lnTo>
                    <a:pt x="27431" y="1115568"/>
                  </a:lnTo>
                  <a:lnTo>
                    <a:pt x="27431"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29" name="Google Shape;1229;p45"/>
            <p:cNvSpPr/>
            <p:nvPr/>
          </p:nvSpPr>
          <p:spPr>
            <a:xfrm>
              <a:off x="9913620" y="1819655"/>
              <a:ext cx="27940" cy="1115695"/>
            </a:xfrm>
            <a:custGeom>
              <a:avLst/>
              <a:gdLst/>
              <a:ahLst/>
              <a:cxnLst/>
              <a:rect l="l" t="t" r="r" b="b"/>
              <a:pathLst>
                <a:path w="27940" h="1115695" extrusionOk="0">
                  <a:moveTo>
                    <a:pt x="0" y="1115568"/>
                  </a:moveTo>
                  <a:lnTo>
                    <a:pt x="27431" y="1115568"/>
                  </a:lnTo>
                  <a:lnTo>
                    <a:pt x="27431" y="0"/>
                  </a:lnTo>
                  <a:lnTo>
                    <a:pt x="0" y="0"/>
                  </a:lnTo>
                  <a:lnTo>
                    <a:pt x="0" y="1115568"/>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30" name="Google Shape;1230;p45"/>
          <p:cNvGrpSpPr/>
          <p:nvPr/>
        </p:nvGrpSpPr>
        <p:grpSpPr>
          <a:xfrm>
            <a:off x="3396996" y="2267711"/>
            <a:ext cx="5158740" cy="158750"/>
            <a:chOff x="3396996" y="2267711"/>
            <a:chExt cx="5158740" cy="158750"/>
          </a:xfrm>
        </p:grpSpPr>
        <p:sp>
          <p:nvSpPr>
            <p:cNvPr id="1231" name="Google Shape;1231;p45"/>
            <p:cNvSpPr/>
            <p:nvPr/>
          </p:nvSpPr>
          <p:spPr>
            <a:xfrm>
              <a:off x="3396996" y="2267711"/>
              <a:ext cx="5158740" cy="158750"/>
            </a:xfrm>
            <a:custGeom>
              <a:avLst/>
              <a:gdLst/>
              <a:ahLst/>
              <a:cxnLst/>
              <a:rect l="l" t="t" r="r" b="b"/>
              <a:pathLst>
                <a:path w="5158740" h="158750" extrusionOk="0">
                  <a:moveTo>
                    <a:pt x="5079492" y="0"/>
                  </a:moveTo>
                  <a:lnTo>
                    <a:pt x="5079492" y="39624"/>
                  </a:lnTo>
                  <a:lnTo>
                    <a:pt x="0" y="39624"/>
                  </a:lnTo>
                  <a:lnTo>
                    <a:pt x="0" y="118872"/>
                  </a:lnTo>
                  <a:lnTo>
                    <a:pt x="5079492" y="118872"/>
                  </a:lnTo>
                  <a:lnTo>
                    <a:pt x="5079492" y="158496"/>
                  </a:lnTo>
                  <a:lnTo>
                    <a:pt x="5158740" y="79248"/>
                  </a:lnTo>
                  <a:lnTo>
                    <a:pt x="5079492" y="0"/>
                  </a:lnTo>
                  <a:close/>
                </a:path>
              </a:pathLst>
            </a:custGeom>
            <a:solidFill>
              <a:srgbClr val="E7E6E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32" name="Google Shape;1232;p45"/>
            <p:cNvSpPr/>
            <p:nvPr/>
          </p:nvSpPr>
          <p:spPr>
            <a:xfrm>
              <a:off x="3396996" y="2267711"/>
              <a:ext cx="5158740" cy="158750"/>
            </a:xfrm>
            <a:custGeom>
              <a:avLst/>
              <a:gdLst/>
              <a:ahLst/>
              <a:cxnLst/>
              <a:rect l="l" t="t" r="r" b="b"/>
              <a:pathLst>
                <a:path w="5158740" h="158750" extrusionOk="0">
                  <a:moveTo>
                    <a:pt x="0" y="39624"/>
                  </a:moveTo>
                  <a:lnTo>
                    <a:pt x="5079492" y="39624"/>
                  </a:lnTo>
                  <a:lnTo>
                    <a:pt x="5079492" y="0"/>
                  </a:lnTo>
                  <a:lnTo>
                    <a:pt x="5158740" y="79248"/>
                  </a:lnTo>
                  <a:lnTo>
                    <a:pt x="5079492" y="158496"/>
                  </a:lnTo>
                  <a:lnTo>
                    <a:pt x="5079492" y="118872"/>
                  </a:lnTo>
                  <a:lnTo>
                    <a:pt x="0" y="118872"/>
                  </a:lnTo>
                  <a:lnTo>
                    <a:pt x="0" y="3962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33" name="Google Shape;1233;p45"/>
          <p:cNvGrpSpPr/>
          <p:nvPr/>
        </p:nvGrpSpPr>
        <p:grpSpPr>
          <a:xfrm>
            <a:off x="3561588" y="3593591"/>
            <a:ext cx="4572000" cy="158750"/>
            <a:chOff x="3561588" y="3593591"/>
            <a:chExt cx="4572000" cy="158750"/>
          </a:xfrm>
        </p:grpSpPr>
        <p:sp>
          <p:nvSpPr>
            <p:cNvPr id="1234" name="Google Shape;1234;p45"/>
            <p:cNvSpPr/>
            <p:nvPr/>
          </p:nvSpPr>
          <p:spPr>
            <a:xfrm>
              <a:off x="3561588" y="3593591"/>
              <a:ext cx="4572000" cy="158750"/>
            </a:xfrm>
            <a:custGeom>
              <a:avLst/>
              <a:gdLst/>
              <a:ahLst/>
              <a:cxnLst/>
              <a:rect l="l" t="t" r="r" b="b"/>
              <a:pathLst>
                <a:path w="4572000" h="158750" extrusionOk="0">
                  <a:moveTo>
                    <a:pt x="4492752" y="0"/>
                  </a:moveTo>
                  <a:lnTo>
                    <a:pt x="4492752" y="39623"/>
                  </a:lnTo>
                  <a:lnTo>
                    <a:pt x="0" y="39623"/>
                  </a:lnTo>
                  <a:lnTo>
                    <a:pt x="0" y="118871"/>
                  </a:lnTo>
                  <a:lnTo>
                    <a:pt x="4492752" y="118871"/>
                  </a:lnTo>
                  <a:lnTo>
                    <a:pt x="4492752" y="158495"/>
                  </a:lnTo>
                  <a:lnTo>
                    <a:pt x="4572000" y="79247"/>
                  </a:lnTo>
                  <a:lnTo>
                    <a:pt x="4492752" y="0"/>
                  </a:lnTo>
                  <a:close/>
                </a:path>
              </a:pathLst>
            </a:custGeom>
            <a:solidFill>
              <a:srgbClr val="E7E6E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35" name="Google Shape;1235;p45"/>
            <p:cNvSpPr/>
            <p:nvPr/>
          </p:nvSpPr>
          <p:spPr>
            <a:xfrm>
              <a:off x="3561588" y="3593591"/>
              <a:ext cx="4572000" cy="158750"/>
            </a:xfrm>
            <a:custGeom>
              <a:avLst/>
              <a:gdLst/>
              <a:ahLst/>
              <a:cxnLst/>
              <a:rect l="l" t="t" r="r" b="b"/>
              <a:pathLst>
                <a:path w="4572000" h="158750" extrusionOk="0">
                  <a:moveTo>
                    <a:pt x="0" y="39623"/>
                  </a:moveTo>
                  <a:lnTo>
                    <a:pt x="4492752" y="39623"/>
                  </a:lnTo>
                  <a:lnTo>
                    <a:pt x="4492752" y="0"/>
                  </a:lnTo>
                  <a:lnTo>
                    <a:pt x="4572000" y="79247"/>
                  </a:lnTo>
                  <a:lnTo>
                    <a:pt x="4492752" y="158495"/>
                  </a:lnTo>
                  <a:lnTo>
                    <a:pt x="4492752" y="118871"/>
                  </a:lnTo>
                  <a:lnTo>
                    <a:pt x="0" y="118871"/>
                  </a:lnTo>
                  <a:lnTo>
                    <a:pt x="0" y="3962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36" name="Google Shape;1236;p45"/>
          <p:cNvGrpSpPr/>
          <p:nvPr/>
        </p:nvGrpSpPr>
        <p:grpSpPr>
          <a:xfrm>
            <a:off x="4303776" y="4546091"/>
            <a:ext cx="3017520" cy="158750"/>
            <a:chOff x="4303776" y="4546091"/>
            <a:chExt cx="3017520" cy="158750"/>
          </a:xfrm>
        </p:grpSpPr>
        <p:sp>
          <p:nvSpPr>
            <p:cNvPr id="1237" name="Google Shape;1237;p45"/>
            <p:cNvSpPr/>
            <p:nvPr/>
          </p:nvSpPr>
          <p:spPr>
            <a:xfrm>
              <a:off x="4303776" y="4546091"/>
              <a:ext cx="3017520" cy="158750"/>
            </a:xfrm>
            <a:custGeom>
              <a:avLst/>
              <a:gdLst/>
              <a:ahLst/>
              <a:cxnLst/>
              <a:rect l="l" t="t" r="r" b="b"/>
              <a:pathLst>
                <a:path w="3017520" h="158750" extrusionOk="0">
                  <a:moveTo>
                    <a:pt x="2938272" y="0"/>
                  </a:moveTo>
                  <a:lnTo>
                    <a:pt x="2938272" y="39623"/>
                  </a:lnTo>
                  <a:lnTo>
                    <a:pt x="0" y="39623"/>
                  </a:lnTo>
                  <a:lnTo>
                    <a:pt x="0" y="118871"/>
                  </a:lnTo>
                  <a:lnTo>
                    <a:pt x="2938272" y="118871"/>
                  </a:lnTo>
                  <a:lnTo>
                    <a:pt x="2938272" y="158495"/>
                  </a:lnTo>
                  <a:lnTo>
                    <a:pt x="3017520" y="79247"/>
                  </a:lnTo>
                  <a:lnTo>
                    <a:pt x="2938272" y="0"/>
                  </a:lnTo>
                  <a:close/>
                </a:path>
              </a:pathLst>
            </a:custGeom>
            <a:solidFill>
              <a:srgbClr val="E7E6E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38" name="Google Shape;1238;p45"/>
            <p:cNvSpPr/>
            <p:nvPr/>
          </p:nvSpPr>
          <p:spPr>
            <a:xfrm>
              <a:off x="4303776" y="4546091"/>
              <a:ext cx="3017520" cy="158750"/>
            </a:xfrm>
            <a:custGeom>
              <a:avLst/>
              <a:gdLst/>
              <a:ahLst/>
              <a:cxnLst/>
              <a:rect l="l" t="t" r="r" b="b"/>
              <a:pathLst>
                <a:path w="3017520" h="158750" extrusionOk="0">
                  <a:moveTo>
                    <a:pt x="0" y="39623"/>
                  </a:moveTo>
                  <a:lnTo>
                    <a:pt x="2938272" y="39623"/>
                  </a:lnTo>
                  <a:lnTo>
                    <a:pt x="2938272" y="0"/>
                  </a:lnTo>
                  <a:lnTo>
                    <a:pt x="3017520" y="79247"/>
                  </a:lnTo>
                  <a:lnTo>
                    <a:pt x="2938272" y="158495"/>
                  </a:lnTo>
                  <a:lnTo>
                    <a:pt x="2938272" y="118871"/>
                  </a:lnTo>
                  <a:lnTo>
                    <a:pt x="0" y="118871"/>
                  </a:lnTo>
                  <a:lnTo>
                    <a:pt x="0" y="3962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39" name="Google Shape;1239;p45"/>
          <p:cNvGrpSpPr/>
          <p:nvPr/>
        </p:nvGrpSpPr>
        <p:grpSpPr>
          <a:xfrm>
            <a:off x="5289803" y="5289803"/>
            <a:ext cx="731520" cy="158750"/>
            <a:chOff x="5289803" y="5289803"/>
            <a:chExt cx="731520" cy="158750"/>
          </a:xfrm>
        </p:grpSpPr>
        <p:sp>
          <p:nvSpPr>
            <p:cNvPr id="1240" name="Google Shape;1240;p45"/>
            <p:cNvSpPr/>
            <p:nvPr/>
          </p:nvSpPr>
          <p:spPr>
            <a:xfrm>
              <a:off x="5289803" y="5289803"/>
              <a:ext cx="731520" cy="158750"/>
            </a:xfrm>
            <a:custGeom>
              <a:avLst/>
              <a:gdLst/>
              <a:ahLst/>
              <a:cxnLst/>
              <a:rect l="l" t="t" r="r" b="b"/>
              <a:pathLst>
                <a:path w="731520" h="158750" extrusionOk="0">
                  <a:moveTo>
                    <a:pt x="652272" y="0"/>
                  </a:moveTo>
                  <a:lnTo>
                    <a:pt x="652272" y="39624"/>
                  </a:lnTo>
                  <a:lnTo>
                    <a:pt x="0" y="39624"/>
                  </a:lnTo>
                  <a:lnTo>
                    <a:pt x="0" y="118872"/>
                  </a:lnTo>
                  <a:lnTo>
                    <a:pt x="652272" y="118872"/>
                  </a:lnTo>
                  <a:lnTo>
                    <a:pt x="652272" y="158496"/>
                  </a:lnTo>
                  <a:lnTo>
                    <a:pt x="731520" y="79248"/>
                  </a:lnTo>
                  <a:lnTo>
                    <a:pt x="652272" y="0"/>
                  </a:lnTo>
                  <a:close/>
                </a:path>
              </a:pathLst>
            </a:custGeom>
            <a:solidFill>
              <a:srgbClr val="E7E6E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41" name="Google Shape;1241;p45"/>
            <p:cNvSpPr/>
            <p:nvPr/>
          </p:nvSpPr>
          <p:spPr>
            <a:xfrm>
              <a:off x="5289803" y="5289803"/>
              <a:ext cx="731520" cy="158750"/>
            </a:xfrm>
            <a:custGeom>
              <a:avLst/>
              <a:gdLst/>
              <a:ahLst/>
              <a:cxnLst/>
              <a:rect l="l" t="t" r="r" b="b"/>
              <a:pathLst>
                <a:path w="731520" h="158750" extrusionOk="0">
                  <a:moveTo>
                    <a:pt x="0" y="39624"/>
                  </a:moveTo>
                  <a:lnTo>
                    <a:pt x="652272" y="39624"/>
                  </a:lnTo>
                  <a:lnTo>
                    <a:pt x="652272" y="0"/>
                  </a:lnTo>
                  <a:lnTo>
                    <a:pt x="731520" y="79248"/>
                  </a:lnTo>
                  <a:lnTo>
                    <a:pt x="652272" y="158496"/>
                  </a:lnTo>
                  <a:lnTo>
                    <a:pt x="652272" y="118872"/>
                  </a:lnTo>
                  <a:lnTo>
                    <a:pt x="0" y="118872"/>
                  </a:lnTo>
                  <a:lnTo>
                    <a:pt x="0" y="3962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42" name="Google Shape;1242;p45"/>
          <p:cNvGrpSpPr/>
          <p:nvPr/>
        </p:nvGrpSpPr>
        <p:grpSpPr>
          <a:xfrm>
            <a:off x="2542032" y="3037332"/>
            <a:ext cx="151130" cy="250190"/>
            <a:chOff x="2542032" y="3037332"/>
            <a:chExt cx="151130" cy="250190"/>
          </a:xfrm>
        </p:grpSpPr>
        <p:pic>
          <p:nvPicPr>
            <p:cNvPr id="1243" name="Google Shape;1243;p45"/>
            <p:cNvPicPr preferRelativeResize="0"/>
            <p:nvPr/>
          </p:nvPicPr>
          <p:blipFill rotWithShape="1">
            <a:blip r:embed="rId9">
              <a:alphaModFix/>
            </a:blip>
            <a:srcRect/>
            <a:stretch/>
          </p:blipFill>
          <p:spPr>
            <a:xfrm>
              <a:off x="2542032" y="3037332"/>
              <a:ext cx="150875" cy="249936"/>
            </a:xfrm>
            <a:prstGeom prst="rect">
              <a:avLst/>
            </a:prstGeom>
            <a:noFill/>
            <a:ln>
              <a:noFill/>
            </a:ln>
          </p:spPr>
        </p:pic>
        <p:sp>
          <p:nvSpPr>
            <p:cNvPr id="1244" name="Google Shape;1244;p45"/>
            <p:cNvSpPr/>
            <p:nvPr/>
          </p:nvSpPr>
          <p:spPr>
            <a:xfrm>
              <a:off x="2542032" y="3037332"/>
              <a:ext cx="151130" cy="250190"/>
            </a:xfrm>
            <a:custGeom>
              <a:avLst/>
              <a:gdLst/>
              <a:ahLst/>
              <a:cxnLst/>
              <a:rect l="l" t="t" r="r" b="b"/>
              <a:pathLst>
                <a:path w="151130" h="250189" extrusionOk="0">
                  <a:moveTo>
                    <a:pt x="0" y="174498"/>
                  </a:moveTo>
                  <a:lnTo>
                    <a:pt x="37719" y="174498"/>
                  </a:lnTo>
                  <a:lnTo>
                    <a:pt x="37719" y="0"/>
                  </a:lnTo>
                  <a:lnTo>
                    <a:pt x="113157" y="0"/>
                  </a:lnTo>
                  <a:lnTo>
                    <a:pt x="113157" y="174498"/>
                  </a:lnTo>
                  <a:lnTo>
                    <a:pt x="150876" y="174498"/>
                  </a:lnTo>
                  <a:lnTo>
                    <a:pt x="75438" y="249936"/>
                  </a:lnTo>
                  <a:lnTo>
                    <a:pt x="0" y="17449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45" name="Google Shape;1245;p45"/>
          <p:cNvGrpSpPr/>
          <p:nvPr/>
        </p:nvGrpSpPr>
        <p:grpSpPr>
          <a:xfrm>
            <a:off x="3072383" y="4087367"/>
            <a:ext cx="149860" cy="250190"/>
            <a:chOff x="3072383" y="4087367"/>
            <a:chExt cx="149860" cy="250190"/>
          </a:xfrm>
        </p:grpSpPr>
        <p:pic>
          <p:nvPicPr>
            <p:cNvPr id="1246" name="Google Shape;1246;p45"/>
            <p:cNvPicPr preferRelativeResize="0"/>
            <p:nvPr/>
          </p:nvPicPr>
          <p:blipFill rotWithShape="1">
            <a:blip r:embed="rId10">
              <a:alphaModFix/>
            </a:blip>
            <a:srcRect/>
            <a:stretch/>
          </p:blipFill>
          <p:spPr>
            <a:xfrm>
              <a:off x="3072383" y="4087367"/>
              <a:ext cx="149351" cy="249936"/>
            </a:xfrm>
            <a:prstGeom prst="rect">
              <a:avLst/>
            </a:prstGeom>
            <a:noFill/>
            <a:ln>
              <a:noFill/>
            </a:ln>
          </p:spPr>
        </p:pic>
        <p:sp>
          <p:nvSpPr>
            <p:cNvPr id="1247" name="Google Shape;1247;p45"/>
            <p:cNvSpPr/>
            <p:nvPr/>
          </p:nvSpPr>
          <p:spPr>
            <a:xfrm>
              <a:off x="3072383" y="4087367"/>
              <a:ext cx="149860" cy="250190"/>
            </a:xfrm>
            <a:custGeom>
              <a:avLst/>
              <a:gdLst/>
              <a:ahLst/>
              <a:cxnLst/>
              <a:rect l="l" t="t" r="r" b="b"/>
              <a:pathLst>
                <a:path w="149860" h="250189" extrusionOk="0">
                  <a:moveTo>
                    <a:pt x="0" y="175260"/>
                  </a:moveTo>
                  <a:lnTo>
                    <a:pt x="37338" y="175260"/>
                  </a:lnTo>
                  <a:lnTo>
                    <a:pt x="37338" y="0"/>
                  </a:lnTo>
                  <a:lnTo>
                    <a:pt x="112014" y="0"/>
                  </a:lnTo>
                  <a:lnTo>
                    <a:pt x="112014" y="175260"/>
                  </a:lnTo>
                  <a:lnTo>
                    <a:pt x="149352" y="175260"/>
                  </a:lnTo>
                  <a:lnTo>
                    <a:pt x="74676" y="249936"/>
                  </a:lnTo>
                  <a:lnTo>
                    <a:pt x="0" y="17526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48" name="Google Shape;1248;p45"/>
          <p:cNvGrpSpPr/>
          <p:nvPr/>
        </p:nvGrpSpPr>
        <p:grpSpPr>
          <a:xfrm>
            <a:off x="3747515" y="4892040"/>
            <a:ext cx="149860" cy="250190"/>
            <a:chOff x="3747515" y="4892040"/>
            <a:chExt cx="149860" cy="250190"/>
          </a:xfrm>
        </p:grpSpPr>
        <p:pic>
          <p:nvPicPr>
            <p:cNvPr id="1249" name="Google Shape;1249;p45"/>
            <p:cNvPicPr preferRelativeResize="0"/>
            <p:nvPr/>
          </p:nvPicPr>
          <p:blipFill rotWithShape="1">
            <a:blip r:embed="rId10">
              <a:alphaModFix/>
            </a:blip>
            <a:srcRect/>
            <a:stretch/>
          </p:blipFill>
          <p:spPr>
            <a:xfrm>
              <a:off x="3747515" y="4892040"/>
              <a:ext cx="149351" cy="249936"/>
            </a:xfrm>
            <a:prstGeom prst="rect">
              <a:avLst/>
            </a:prstGeom>
            <a:noFill/>
            <a:ln>
              <a:noFill/>
            </a:ln>
          </p:spPr>
        </p:pic>
        <p:sp>
          <p:nvSpPr>
            <p:cNvPr id="1250" name="Google Shape;1250;p45"/>
            <p:cNvSpPr/>
            <p:nvPr/>
          </p:nvSpPr>
          <p:spPr>
            <a:xfrm>
              <a:off x="3747515" y="4892040"/>
              <a:ext cx="149860" cy="250190"/>
            </a:xfrm>
            <a:custGeom>
              <a:avLst/>
              <a:gdLst/>
              <a:ahLst/>
              <a:cxnLst/>
              <a:rect l="l" t="t" r="r" b="b"/>
              <a:pathLst>
                <a:path w="149860" h="250189" extrusionOk="0">
                  <a:moveTo>
                    <a:pt x="0" y="175260"/>
                  </a:moveTo>
                  <a:lnTo>
                    <a:pt x="37338" y="175260"/>
                  </a:lnTo>
                  <a:lnTo>
                    <a:pt x="37338" y="0"/>
                  </a:lnTo>
                  <a:lnTo>
                    <a:pt x="112014" y="0"/>
                  </a:lnTo>
                  <a:lnTo>
                    <a:pt x="112014" y="175260"/>
                  </a:lnTo>
                  <a:lnTo>
                    <a:pt x="149352" y="175260"/>
                  </a:lnTo>
                  <a:lnTo>
                    <a:pt x="74676" y="249936"/>
                  </a:lnTo>
                  <a:lnTo>
                    <a:pt x="0" y="17526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51" name="Google Shape;1251;p45"/>
          <p:cNvGrpSpPr/>
          <p:nvPr/>
        </p:nvGrpSpPr>
        <p:grpSpPr>
          <a:xfrm>
            <a:off x="4674108" y="5567171"/>
            <a:ext cx="151130" cy="250190"/>
            <a:chOff x="4674108" y="5567171"/>
            <a:chExt cx="151130" cy="250190"/>
          </a:xfrm>
        </p:grpSpPr>
        <p:pic>
          <p:nvPicPr>
            <p:cNvPr id="1252" name="Google Shape;1252;p45"/>
            <p:cNvPicPr preferRelativeResize="0"/>
            <p:nvPr/>
          </p:nvPicPr>
          <p:blipFill rotWithShape="1">
            <a:blip r:embed="rId11">
              <a:alphaModFix/>
            </a:blip>
            <a:srcRect/>
            <a:stretch/>
          </p:blipFill>
          <p:spPr>
            <a:xfrm>
              <a:off x="4674108" y="5567171"/>
              <a:ext cx="150875" cy="249935"/>
            </a:xfrm>
            <a:prstGeom prst="rect">
              <a:avLst/>
            </a:prstGeom>
            <a:noFill/>
            <a:ln>
              <a:noFill/>
            </a:ln>
          </p:spPr>
        </p:pic>
        <p:sp>
          <p:nvSpPr>
            <p:cNvPr id="1253" name="Google Shape;1253;p45"/>
            <p:cNvSpPr/>
            <p:nvPr/>
          </p:nvSpPr>
          <p:spPr>
            <a:xfrm>
              <a:off x="4674108" y="5567171"/>
              <a:ext cx="151130" cy="250190"/>
            </a:xfrm>
            <a:custGeom>
              <a:avLst/>
              <a:gdLst/>
              <a:ahLst/>
              <a:cxnLst/>
              <a:rect l="l" t="t" r="r" b="b"/>
              <a:pathLst>
                <a:path w="151129" h="250189" extrusionOk="0">
                  <a:moveTo>
                    <a:pt x="0" y="174497"/>
                  </a:moveTo>
                  <a:lnTo>
                    <a:pt x="37719" y="174497"/>
                  </a:lnTo>
                  <a:lnTo>
                    <a:pt x="37719" y="0"/>
                  </a:lnTo>
                  <a:lnTo>
                    <a:pt x="113157" y="0"/>
                  </a:lnTo>
                  <a:lnTo>
                    <a:pt x="113157" y="174497"/>
                  </a:lnTo>
                  <a:lnTo>
                    <a:pt x="150876" y="174497"/>
                  </a:lnTo>
                  <a:lnTo>
                    <a:pt x="75438" y="249935"/>
                  </a:lnTo>
                  <a:lnTo>
                    <a:pt x="0" y="17449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54" name="Google Shape;1254;p45"/>
          <p:cNvGrpSpPr/>
          <p:nvPr/>
        </p:nvGrpSpPr>
        <p:grpSpPr>
          <a:xfrm>
            <a:off x="6522719" y="5571744"/>
            <a:ext cx="149860" cy="250190"/>
            <a:chOff x="6522719" y="5571744"/>
            <a:chExt cx="149860" cy="250190"/>
          </a:xfrm>
        </p:grpSpPr>
        <p:pic>
          <p:nvPicPr>
            <p:cNvPr id="1255" name="Google Shape;1255;p45"/>
            <p:cNvPicPr preferRelativeResize="0"/>
            <p:nvPr/>
          </p:nvPicPr>
          <p:blipFill rotWithShape="1">
            <a:blip r:embed="rId12">
              <a:alphaModFix/>
            </a:blip>
            <a:srcRect/>
            <a:stretch/>
          </p:blipFill>
          <p:spPr>
            <a:xfrm>
              <a:off x="6522719" y="5571744"/>
              <a:ext cx="149351" cy="249935"/>
            </a:xfrm>
            <a:prstGeom prst="rect">
              <a:avLst/>
            </a:prstGeom>
            <a:noFill/>
            <a:ln>
              <a:noFill/>
            </a:ln>
          </p:spPr>
        </p:pic>
        <p:sp>
          <p:nvSpPr>
            <p:cNvPr id="1256" name="Google Shape;1256;p45"/>
            <p:cNvSpPr/>
            <p:nvPr/>
          </p:nvSpPr>
          <p:spPr>
            <a:xfrm>
              <a:off x="6522719" y="5571744"/>
              <a:ext cx="149860" cy="250190"/>
            </a:xfrm>
            <a:custGeom>
              <a:avLst/>
              <a:gdLst/>
              <a:ahLst/>
              <a:cxnLst/>
              <a:rect l="l" t="t" r="r" b="b"/>
              <a:pathLst>
                <a:path w="149859" h="250189" extrusionOk="0">
                  <a:moveTo>
                    <a:pt x="149351" y="74675"/>
                  </a:moveTo>
                  <a:lnTo>
                    <a:pt x="112013" y="74675"/>
                  </a:lnTo>
                  <a:lnTo>
                    <a:pt x="112013" y="249935"/>
                  </a:lnTo>
                  <a:lnTo>
                    <a:pt x="37337" y="249935"/>
                  </a:lnTo>
                  <a:lnTo>
                    <a:pt x="37337" y="74675"/>
                  </a:lnTo>
                  <a:lnTo>
                    <a:pt x="0" y="74675"/>
                  </a:lnTo>
                  <a:lnTo>
                    <a:pt x="74675" y="0"/>
                  </a:lnTo>
                  <a:lnTo>
                    <a:pt x="149351" y="74675"/>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57" name="Google Shape;1257;p45"/>
          <p:cNvGrpSpPr/>
          <p:nvPr/>
        </p:nvGrpSpPr>
        <p:grpSpPr>
          <a:xfrm>
            <a:off x="7717535" y="4890515"/>
            <a:ext cx="151130" cy="250190"/>
            <a:chOff x="7717535" y="4890515"/>
            <a:chExt cx="151130" cy="250190"/>
          </a:xfrm>
        </p:grpSpPr>
        <p:pic>
          <p:nvPicPr>
            <p:cNvPr id="1258" name="Google Shape;1258;p45"/>
            <p:cNvPicPr preferRelativeResize="0"/>
            <p:nvPr/>
          </p:nvPicPr>
          <p:blipFill rotWithShape="1">
            <a:blip r:embed="rId13">
              <a:alphaModFix/>
            </a:blip>
            <a:srcRect/>
            <a:stretch/>
          </p:blipFill>
          <p:spPr>
            <a:xfrm>
              <a:off x="7717535" y="4890515"/>
              <a:ext cx="150875" cy="249936"/>
            </a:xfrm>
            <a:prstGeom prst="rect">
              <a:avLst/>
            </a:prstGeom>
            <a:noFill/>
            <a:ln>
              <a:noFill/>
            </a:ln>
          </p:spPr>
        </p:pic>
        <p:sp>
          <p:nvSpPr>
            <p:cNvPr id="1259" name="Google Shape;1259;p45"/>
            <p:cNvSpPr/>
            <p:nvPr/>
          </p:nvSpPr>
          <p:spPr>
            <a:xfrm>
              <a:off x="7717535" y="4890515"/>
              <a:ext cx="151130" cy="250190"/>
            </a:xfrm>
            <a:custGeom>
              <a:avLst/>
              <a:gdLst/>
              <a:ahLst/>
              <a:cxnLst/>
              <a:rect l="l" t="t" r="r" b="b"/>
              <a:pathLst>
                <a:path w="151129" h="250189" extrusionOk="0">
                  <a:moveTo>
                    <a:pt x="150875" y="75437"/>
                  </a:moveTo>
                  <a:lnTo>
                    <a:pt x="113156" y="75437"/>
                  </a:lnTo>
                  <a:lnTo>
                    <a:pt x="113156" y="249935"/>
                  </a:lnTo>
                  <a:lnTo>
                    <a:pt x="37718" y="249935"/>
                  </a:lnTo>
                  <a:lnTo>
                    <a:pt x="37718" y="75437"/>
                  </a:lnTo>
                  <a:lnTo>
                    <a:pt x="0" y="75437"/>
                  </a:lnTo>
                  <a:lnTo>
                    <a:pt x="75437" y="0"/>
                  </a:lnTo>
                  <a:lnTo>
                    <a:pt x="150875" y="7543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60" name="Google Shape;1260;p45"/>
          <p:cNvGrpSpPr/>
          <p:nvPr/>
        </p:nvGrpSpPr>
        <p:grpSpPr>
          <a:xfrm>
            <a:off x="8615171" y="4096511"/>
            <a:ext cx="151130" cy="250190"/>
            <a:chOff x="8615171" y="4096511"/>
            <a:chExt cx="151130" cy="250190"/>
          </a:xfrm>
        </p:grpSpPr>
        <p:pic>
          <p:nvPicPr>
            <p:cNvPr id="1261" name="Google Shape;1261;p45"/>
            <p:cNvPicPr preferRelativeResize="0"/>
            <p:nvPr/>
          </p:nvPicPr>
          <p:blipFill rotWithShape="1">
            <a:blip r:embed="rId14">
              <a:alphaModFix/>
            </a:blip>
            <a:srcRect/>
            <a:stretch/>
          </p:blipFill>
          <p:spPr>
            <a:xfrm>
              <a:off x="8615171" y="4096511"/>
              <a:ext cx="150875" cy="249936"/>
            </a:xfrm>
            <a:prstGeom prst="rect">
              <a:avLst/>
            </a:prstGeom>
            <a:noFill/>
            <a:ln>
              <a:noFill/>
            </a:ln>
          </p:spPr>
        </p:pic>
        <p:sp>
          <p:nvSpPr>
            <p:cNvPr id="1262" name="Google Shape;1262;p45"/>
            <p:cNvSpPr/>
            <p:nvPr/>
          </p:nvSpPr>
          <p:spPr>
            <a:xfrm>
              <a:off x="8615171" y="4096511"/>
              <a:ext cx="151130" cy="250190"/>
            </a:xfrm>
            <a:custGeom>
              <a:avLst/>
              <a:gdLst/>
              <a:ahLst/>
              <a:cxnLst/>
              <a:rect l="l" t="t" r="r" b="b"/>
              <a:pathLst>
                <a:path w="151129" h="250189" extrusionOk="0">
                  <a:moveTo>
                    <a:pt x="150875" y="75437"/>
                  </a:moveTo>
                  <a:lnTo>
                    <a:pt x="113156" y="75437"/>
                  </a:lnTo>
                  <a:lnTo>
                    <a:pt x="113156" y="249936"/>
                  </a:lnTo>
                  <a:lnTo>
                    <a:pt x="37718" y="249936"/>
                  </a:lnTo>
                  <a:lnTo>
                    <a:pt x="37718" y="75437"/>
                  </a:lnTo>
                  <a:lnTo>
                    <a:pt x="0" y="75437"/>
                  </a:lnTo>
                  <a:lnTo>
                    <a:pt x="75437" y="0"/>
                  </a:lnTo>
                  <a:lnTo>
                    <a:pt x="150875" y="7543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63" name="Google Shape;1263;p45"/>
          <p:cNvGrpSpPr/>
          <p:nvPr/>
        </p:nvGrpSpPr>
        <p:grpSpPr>
          <a:xfrm>
            <a:off x="9168383" y="3029711"/>
            <a:ext cx="151130" cy="250190"/>
            <a:chOff x="9168383" y="3029711"/>
            <a:chExt cx="151130" cy="250190"/>
          </a:xfrm>
        </p:grpSpPr>
        <p:pic>
          <p:nvPicPr>
            <p:cNvPr id="1264" name="Google Shape;1264;p45"/>
            <p:cNvPicPr preferRelativeResize="0"/>
            <p:nvPr/>
          </p:nvPicPr>
          <p:blipFill rotWithShape="1">
            <a:blip r:embed="rId14">
              <a:alphaModFix/>
            </a:blip>
            <a:srcRect/>
            <a:stretch/>
          </p:blipFill>
          <p:spPr>
            <a:xfrm>
              <a:off x="9168383" y="3029711"/>
              <a:ext cx="150875" cy="249936"/>
            </a:xfrm>
            <a:prstGeom prst="rect">
              <a:avLst/>
            </a:prstGeom>
            <a:noFill/>
            <a:ln>
              <a:noFill/>
            </a:ln>
          </p:spPr>
        </p:pic>
        <p:sp>
          <p:nvSpPr>
            <p:cNvPr id="1265" name="Google Shape;1265;p45"/>
            <p:cNvSpPr/>
            <p:nvPr/>
          </p:nvSpPr>
          <p:spPr>
            <a:xfrm>
              <a:off x="9168383" y="3029711"/>
              <a:ext cx="151130" cy="250190"/>
            </a:xfrm>
            <a:custGeom>
              <a:avLst/>
              <a:gdLst/>
              <a:ahLst/>
              <a:cxnLst/>
              <a:rect l="l" t="t" r="r" b="b"/>
              <a:pathLst>
                <a:path w="151129" h="250189" extrusionOk="0">
                  <a:moveTo>
                    <a:pt x="150875" y="75437"/>
                  </a:moveTo>
                  <a:lnTo>
                    <a:pt x="113156" y="75437"/>
                  </a:lnTo>
                  <a:lnTo>
                    <a:pt x="113156" y="249936"/>
                  </a:lnTo>
                  <a:lnTo>
                    <a:pt x="37718" y="249936"/>
                  </a:lnTo>
                  <a:lnTo>
                    <a:pt x="37718" y="75437"/>
                  </a:lnTo>
                  <a:lnTo>
                    <a:pt x="0" y="75437"/>
                  </a:lnTo>
                  <a:lnTo>
                    <a:pt x="75437" y="0"/>
                  </a:lnTo>
                  <a:lnTo>
                    <a:pt x="150875" y="7543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266" name="Google Shape;1266;p45"/>
          <p:cNvSpPr txBox="1"/>
          <p:nvPr/>
        </p:nvSpPr>
        <p:spPr>
          <a:xfrm>
            <a:off x="10320655" y="4464532"/>
            <a:ext cx="1395095" cy="1619885"/>
          </a:xfrm>
          <a:prstGeom prst="rect">
            <a:avLst/>
          </a:prstGeom>
          <a:noFill/>
          <a:ln>
            <a:noFill/>
          </a:ln>
        </p:spPr>
        <p:txBody>
          <a:bodyPr spcFirstLastPara="1" wrap="square" lIns="0" tIns="10775" rIns="0" bIns="0" anchor="t" anchorCtr="0">
            <a:spAutoFit/>
          </a:bodyPr>
          <a:lstStyle/>
          <a:p>
            <a:pPr marL="12700" marR="326390" lvl="0" indent="8255" algn="l" rtl="0">
              <a:lnSpc>
                <a:spcPct val="153000"/>
              </a:lnSpc>
              <a:spcBef>
                <a:spcPts val="0"/>
              </a:spcBef>
              <a:spcAft>
                <a:spcPts val="0"/>
              </a:spcAft>
              <a:buNone/>
            </a:pPr>
            <a:r>
              <a:rPr lang="en-US" sz="1400">
                <a:latin typeface="+mj-lt"/>
                <a:ea typeface="Cambria"/>
                <a:cs typeface="Cambria"/>
                <a:sym typeface="Cambria"/>
              </a:rPr>
              <a:t>Conv, RELU Max Pool Trans Conv</a:t>
            </a:r>
            <a:endParaRPr sz="1400">
              <a:latin typeface="+mj-lt"/>
              <a:ea typeface="Cambria"/>
              <a:cs typeface="Cambria"/>
              <a:sym typeface="Cambria"/>
            </a:endParaRPr>
          </a:p>
          <a:p>
            <a:pPr marL="12700" marR="5080" lvl="0" indent="17144" algn="l" rtl="0">
              <a:lnSpc>
                <a:spcPct val="142300"/>
              </a:lnSpc>
              <a:spcBef>
                <a:spcPts val="70"/>
              </a:spcBef>
              <a:spcAft>
                <a:spcPts val="0"/>
              </a:spcAft>
              <a:buNone/>
            </a:pPr>
            <a:r>
              <a:rPr lang="en-US" sz="1400">
                <a:latin typeface="+mj-lt"/>
                <a:ea typeface="Cambria"/>
                <a:cs typeface="Cambria"/>
                <a:sym typeface="Cambria"/>
              </a:rPr>
              <a:t>Skip Connection Conv (1x1)</a:t>
            </a:r>
            <a:endParaRPr sz="1400">
              <a:latin typeface="+mj-lt"/>
              <a:ea typeface="Cambria"/>
              <a:cs typeface="Cambria"/>
              <a:sym typeface="Cambria"/>
            </a:endParaRPr>
          </a:p>
        </p:txBody>
      </p:sp>
      <p:sp>
        <p:nvSpPr>
          <p:cNvPr id="1267" name="Google Shape;1267;p45"/>
          <p:cNvSpPr/>
          <p:nvPr/>
        </p:nvSpPr>
        <p:spPr>
          <a:xfrm>
            <a:off x="9854183" y="4663440"/>
            <a:ext cx="274320" cy="76200"/>
          </a:xfrm>
          <a:custGeom>
            <a:avLst/>
            <a:gdLst/>
            <a:ahLst/>
            <a:cxnLst/>
            <a:rect l="l" t="t" r="r" b="b"/>
            <a:pathLst>
              <a:path w="274320" h="76200" extrusionOk="0">
                <a:moveTo>
                  <a:pt x="147320" y="0"/>
                </a:moveTo>
                <a:lnTo>
                  <a:pt x="147320" y="76200"/>
                </a:lnTo>
                <a:lnTo>
                  <a:pt x="253153" y="44450"/>
                </a:lnTo>
                <a:lnTo>
                  <a:pt x="160020" y="44450"/>
                </a:lnTo>
                <a:lnTo>
                  <a:pt x="160020" y="31750"/>
                </a:lnTo>
                <a:lnTo>
                  <a:pt x="253153" y="31750"/>
                </a:lnTo>
                <a:lnTo>
                  <a:pt x="147320" y="0"/>
                </a:lnTo>
                <a:close/>
              </a:path>
              <a:path w="274320" h="76200" extrusionOk="0">
                <a:moveTo>
                  <a:pt x="147320" y="31750"/>
                </a:moveTo>
                <a:lnTo>
                  <a:pt x="0" y="31750"/>
                </a:lnTo>
                <a:lnTo>
                  <a:pt x="0" y="44450"/>
                </a:lnTo>
                <a:lnTo>
                  <a:pt x="147320" y="44450"/>
                </a:lnTo>
                <a:lnTo>
                  <a:pt x="147320" y="31750"/>
                </a:lnTo>
                <a:close/>
              </a:path>
              <a:path w="274320" h="76200" extrusionOk="0">
                <a:moveTo>
                  <a:pt x="253153" y="31750"/>
                </a:moveTo>
                <a:lnTo>
                  <a:pt x="160020" y="31750"/>
                </a:lnTo>
                <a:lnTo>
                  <a:pt x="160020" y="44450"/>
                </a:lnTo>
                <a:lnTo>
                  <a:pt x="253153" y="44450"/>
                </a:lnTo>
                <a:lnTo>
                  <a:pt x="274320" y="38100"/>
                </a:lnTo>
                <a:lnTo>
                  <a:pt x="253153" y="3175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1268" name="Google Shape;1268;p45"/>
          <p:cNvGrpSpPr/>
          <p:nvPr/>
        </p:nvGrpSpPr>
        <p:grpSpPr>
          <a:xfrm>
            <a:off x="9941052" y="4895088"/>
            <a:ext cx="151130" cy="250190"/>
            <a:chOff x="9941052" y="4895088"/>
            <a:chExt cx="151130" cy="250190"/>
          </a:xfrm>
        </p:grpSpPr>
        <p:pic>
          <p:nvPicPr>
            <p:cNvPr id="1269" name="Google Shape;1269;p45"/>
            <p:cNvPicPr preferRelativeResize="0"/>
            <p:nvPr/>
          </p:nvPicPr>
          <p:blipFill rotWithShape="1">
            <a:blip r:embed="rId11">
              <a:alphaModFix/>
            </a:blip>
            <a:srcRect/>
            <a:stretch/>
          </p:blipFill>
          <p:spPr>
            <a:xfrm>
              <a:off x="9941052" y="4895088"/>
              <a:ext cx="150875" cy="249936"/>
            </a:xfrm>
            <a:prstGeom prst="rect">
              <a:avLst/>
            </a:prstGeom>
            <a:noFill/>
            <a:ln>
              <a:noFill/>
            </a:ln>
          </p:spPr>
        </p:pic>
        <p:sp>
          <p:nvSpPr>
            <p:cNvPr id="1270" name="Google Shape;1270;p45"/>
            <p:cNvSpPr/>
            <p:nvPr/>
          </p:nvSpPr>
          <p:spPr>
            <a:xfrm>
              <a:off x="9941052" y="4895088"/>
              <a:ext cx="151130" cy="250190"/>
            </a:xfrm>
            <a:custGeom>
              <a:avLst/>
              <a:gdLst/>
              <a:ahLst/>
              <a:cxnLst/>
              <a:rect l="l" t="t" r="r" b="b"/>
              <a:pathLst>
                <a:path w="151129" h="250189" extrusionOk="0">
                  <a:moveTo>
                    <a:pt x="0" y="174498"/>
                  </a:moveTo>
                  <a:lnTo>
                    <a:pt x="37719" y="174498"/>
                  </a:lnTo>
                  <a:lnTo>
                    <a:pt x="37719" y="0"/>
                  </a:lnTo>
                  <a:lnTo>
                    <a:pt x="113157" y="0"/>
                  </a:lnTo>
                  <a:lnTo>
                    <a:pt x="113157" y="174498"/>
                  </a:lnTo>
                  <a:lnTo>
                    <a:pt x="150876" y="174498"/>
                  </a:lnTo>
                  <a:lnTo>
                    <a:pt x="75438" y="249936"/>
                  </a:lnTo>
                  <a:lnTo>
                    <a:pt x="0" y="17449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71" name="Google Shape;1271;p45"/>
          <p:cNvGrpSpPr/>
          <p:nvPr/>
        </p:nvGrpSpPr>
        <p:grpSpPr>
          <a:xfrm>
            <a:off x="9941052" y="5247132"/>
            <a:ext cx="151130" cy="251460"/>
            <a:chOff x="9941052" y="5247132"/>
            <a:chExt cx="151130" cy="251460"/>
          </a:xfrm>
        </p:grpSpPr>
        <p:pic>
          <p:nvPicPr>
            <p:cNvPr id="1272" name="Google Shape;1272;p45"/>
            <p:cNvPicPr preferRelativeResize="0"/>
            <p:nvPr/>
          </p:nvPicPr>
          <p:blipFill rotWithShape="1">
            <a:blip r:embed="rId15">
              <a:alphaModFix/>
            </a:blip>
            <a:srcRect/>
            <a:stretch/>
          </p:blipFill>
          <p:spPr>
            <a:xfrm>
              <a:off x="9941052" y="5247132"/>
              <a:ext cx="150875" cy="251459"/>
            </a:xfrm>
            <a:prstGeom prst="rect">
              <a:avLst/>
            </a:prstGeom>
            <a:noFill/>
            <a:ln>
              <a:noFill/>
            </a:ln>
          </p:spPr>
        </p:pic>
        <p:sp>
          <p:nvSpPr>
            <p:cNvPr id="1273" name="Google Shape;1273;p45"/>
            <p:cNvSpPr/>
            <p:nvPr/>
          </p:nvSpPr>
          <p:spPr>
            <a:xfrm>
              <a:off x="9941052" y="5247132"/>
              <a:ext cx="151130" cy="251460"/>
            </a:xfrm>
            <a:custGeom>
              <a:avLst/>
              <a:gdLst/>
              <a:ahLst/>
              <a:cxnLst/>
              <a:rect l="l" t="t" r="r" b="b"/>
              <a:pathLst>
                <a:path w="151129" h="251460" extrusionOk="0">
                  <a:moveTo>
                    <a:pt x="150875" y="75438"/>
                  </a:moveTo>
                  <a:lnTo>
                    <a:pt x="113156" y="75438"/>
                  </a:lnTo>
                  <a:lnTo>
                    <a:pt x="113156" y="251460"/>
                  </a:lnTo>
                  <a:lnTo>
                    <a:pt x="37718" y="251460"/>
                  </a:lnTo>
                  <a:lnTo>
                    <a:pt x="37718" y="75438"/>
                  </a:lnTo>
                  <a:lnTo>
                    <a:pt x="0" y="75438"/>
                  </a:lnTo>
                  <a:lnTo>
                    <a:pt x="75437" y="0"/>
                  </a:lnTo>
                  <a:lnTo>
                    <a:pt x="150875" y="7543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74" name="Google Shape;1274;p45"/>
          <p:cNvGrpSpPr/>
          <p:nvPr/>
        </p:nvGrpSpPr>
        <p:grpSpPr>
          <a:xfrm>
            <a:off x="9890759" y="5597652"/>
            <a:ext cx="250190" cy="149860"/>
            <a:chOff x="9890759" y="5597652"/>
            <a:chExt cx="250190" cy="149860"/>
          </a:xfrm>
        </p:grpSpPr>
        <p:pic>
          <p:nvPicPr>
            <p:cNvPr id="1275" name="Google Shape;1275;p45"/>
            <p:cNvPicPr preferRelativeResize="0"/>
            <p:nvPr/>
          </p:nvPicPr>
          <p:blipFill rotWithShape="1">
            <a:blip r:embed="rId16">
              <a:alphaModFix/>
            </a:blip>
            <a:srcRect/>
            <a:stretch/>
          </p:blipFill>
          <p:spPr>
            <a:xfrm>
              <a:off x="9890759" y="5597652"/>
              <a:ext cx="249935" cy="149352"/>
            </a:xfrm>
            <a:prstGeom prst="rect">
              <a:avLst/>
            </a:prstGeom>
            <a:noFill/>
            <a:ln>
              <a:noFill/>
            </a:ln>
          </p:spPr>
        </p:pic>
        <p:sp>
          <p:nvSpPr>
            <p:cNvPr id="1276" name="Google Shape;1276;p45"/>
            <p:cNvSpPr/>
            <p:nvPr/>
          </p:nvSpPr>
          <p:spPr>
            <a:xfrm>
              <a:off x="9890759" y="5597652"/>
              <a:ext cx="250190" cy="149860"/>
            </a:xfrm>
            <a:custGeom>
              <a:avLst/>
              <a:gdLst/>
              <a:ahLst/>
              <a:cxnLst/>
              <a:rect l="l" t="t" r="r" b="b"/>
              <a:pathLst>
                <a:path w="250190" h="149860" extrusionOk="0">
                  <a:moveTo>
                    <a:pt x="175259" y="149352"/>
                  </a:moveTo>
                  <a:lnTo>
                    <a:pt x="175259" y="112014"/>
                  </a:lnTo>
                  <a:lnTo>
                    <a:pt x="0" y="112014"/>
                  </a:lnTo>
                  <a:lnTo>
                    <a:pt x="0" y="37338"/>
                  </a:lnTo>
                  <a:lnTo>
                    <a:pt x="175259" y="37338"/>
                  </a:lnTo>
                  <a:lnTo>
                    <a:pt x="175259" y="0"/>
                  </a:lnTo>
                  <a:lnTo>
                    <a:pt x="249935" y="74676"/>
                  </a:lnTo>
                  <a:lnTo>
                    <a:pt x="175259" y="14935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277" name="Google Shape;1277;p45"/>
          <p:cNvSpPr/>
          <p:nvPr/>
        </p:nvSpPr>
        <p:spPr>
          <a:xfrm>
            <a:off x="9858756" y="5942076"/>
            <a:ext cx="274320" cy="76200"/>
          </a:xfrm>
          <a:custGeom>
            <a:avLst/>
            <a:gdLst/>
            <a:ahLst/>
            <a:cxnLst/>
            <a:rect l="l" t="t" r="r" b="b"/>
            <a:pathLst>
              <a:path w="274320" h="76200" extrusionOk="0">
                <a:moveTo>
                  <a:pt x="147320" y="0"/>
                </a:moveTo>
                <a:lnTo>
                  <a:pt x="147320" y="76200"/>
                </a:lnTo>
                <a:lnTo>
                  <a:pt x="253153" y="44450"/>
                </a:lnTo>
                <a:lnTo>
                  <a:pt x="160020" y="44450"/>
                </a:lnTo>
                <a:lnTo>
                  <a:pt x="160020" y="31750"/>
                </a:lnTo>
                <a:lnTo>
                  <a:pt x="253153" y="31750"/>
                </a:lnTo>
                <a:lnTo>
                  <a:pt x="147320" y="0"/>
                </a:lnTo>
                <a:close/>
              </a:path>
              <a:path w="274320" h="76200" extrusionOk="0">
                <a:moveTo>
                  <a:pt x="147320" y="31750"/>
                </a:moveTo>
                <a:lnTo>
                  <a:pt x="0" y="31750"/>
                </a:lnTo>
                <a:lnTo>
                  <a:pt x="0" y="44450"/>
                </a:lnTo>
                <a:lnTo>
                  <a:pt x="147320" y="44450"/>
                </a:lnTo>
                <a:lnTo>
                  <a:pt x="147320" y="31750"/>
                </a:lnTo>
                <a:close/>
              </a:path>
              <a:path w="274320" h="76200" extrusionOk="0">
                <a:moveTo>
                  <a:pt x="253153" y="31750"/>
                </a:moveTo>
                <a:lnTo>
                  <a:pt x="160020" y="31750"/>
                </a:lnTo>
                <a:lnTo>
                  <a:pt x="160020" y="44450"/>
                </a:lnTo>
                <a:lnTo>
                  <a:pt x="253153" y="44450"/>
                </a:lnTo>
                <a:lnTo>
                  <a:pt x="274320" y="38100"/>
                </a:lnTo>
                <a:lnTo>
                  <a:pt x="253153" y="31750"/>
                </a:lnTo>
                <a:close/>
              </a:path>
            </a:pathLst>
          </a:custGeom>
          <a:solidFill>
            <a:srgbClr val="FF40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278" name="Google Shape;1278;p45"/>
          <p:cNvPicPr preferRelativeResize="0"/>
          <p:nvPr/>
        </p:nvPicPr>
        <p:blipFill>
          <a:blip r:embed="rId17">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Shape 1282"/>
        <p:cNvGrpSpPr/>
        <p:nvPr/>
      </p:nvGrpSpPr>
      <p:grpSpPr>
        <a:xfrm>
          <a:off x="0" y="0"/>
          <a:ext cx="0" cy="0"/>
          <a:chOff x="0" y="0"/>
          <a:chExt cx="0" cy="0"/>
        </a:xfrm>
      </p:grpSpPr>
      <p:grpSp>
        <p:nvGrpSpPr>
          <p:cNvPr id="1283" name="Google Shape;1283;p46"/>
          <p:cNvGrpSpPr/>
          <p:nvPr/>
        </p:nvGrpSpPr>
        <p:grpSpPr>
          <a:xfrm>
            <a:off x="3396996" y="2267711"/>
            <a:ext cx="5158740" cy="158750"/>
            <a:chOff x="3396996" y="2267711"/>
            <a:chExt cx="5158740" cy="158750"/>
          </a:xfrm>
        </p:grpSpPr>
        <p:sp>
          <p:nvSpPr>
            <p:cNvPr id="1284" name="Google Shape;1284;p46"/>
            <p:cNvSpPr/>
            <p:nvPr/>
          </p:nvSpPr>
          <p:spPr>
            <a:xfrm>
              <a:off x="3396996" y="2267711"/>
              <a:ext cx="5158740" cy="158750"/>
            </a:xfrm>
            <a:custGeom>
              <a:avLst/>
              <a:gdLst/>
              <a:ahLst/>
              <a:cxnLst/>
              <a:rect l="l" t="t" r="r" b="b"/>
              <a:pathLst>
                <a:path w="5158740" h="158750" extrusionOk="0">
                  <a:moveTo>
                    <a:pt x="5079492" y="0"/>
                  </a:moveTo>
                  <a:lnTo>
                    <a:pt x="5079492" y="39624"/>
                  </a:lnTo>
                  <a:lnTo>
                    <a:pt x="0" y="39624"/>
                  </a:lnTo>
                  <a:lnTo>
                    <a:pt x="0" y="118872"/>
                  </a:lnTo>
                  <a:lnTo>
                    <a:pt x="5079492" y="118872"/>
                  </a:lnTo>
                  <a:lnTo>
                    <a:pt x="5079492" y="158496"/>
                  </a:lnTo>
                  <a:lnTo>
                    <a:pt x="5158740" y="79248"/>
                  </a:lnTo>
                  <a:lnTo>
                    <a:pt x="5079492" y="0"/>
                  </a:lnTo>
                  <a:close/>
                </a:path>
              </a:pathLst>
            </a:custGeom>
            <a:solidFill>
              <a:srgbClr val="E7E6E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85" name="Google Shape;1285;p46"/>
            <p:cNvSpPr/>
            <p:nvPr/>
          </p:nvSpPr>
          <p:spPr>
            <a:xfrm>
              <a:off x="3396996" y="2267711"/>
              <a:ext cx="5158740" cy="158750"/>
            </a:xfrm>
            <a:custGeom>
              <a:avLst/>
              <a:gdLst/>
              <a:ahLst/>
              <a:cxnLst/>
              <a:rect l="l" t="t" r="r" b="b"/>
              <a:pathLst>
                <a:path w="5158740" h="158750" extrusionOk="0">
                  <a:moveTo>
                    <a:pt x="0" y="39624"/>
                  </a:moveTo>
                  <a:lnTo>
                    <a:pt x="5079492" y="39624"/>
                  </a:lnTo>
                  <a:lnTo>
                    <a:pt x="5079492" y="0"/>
                  </a:lnTo>
                  <a:lnTo>
                    <a:pt x="5158740" y="79248"/>
                  </a:lnTo>
                  <a:lnTo>
                    <a:pt x="5079492" y="158496"/>
                  </a:lnTo>
                  <a:lnTo>
                    <a:pt x="5079492" y="118872"/>
                  </a:lnTo>
                  <a:lnTo>
                    <a:pt x="0" y="118872"/>
                  </a:lnTo>
                  <a:lnTo>
                    <a:pt x="0" y="3962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86" name="Google Shape;1286;p46"/>
          <p:cNvGrpSpPr/>
          <p:nvPr/>
        </p:nvGrpSpPr>
        <p:grpSpPr>
          <a:xfrm>
            <a:off x="3561588" y="3593591"/>
            <a:ext cx="4572000" cy="158750"/>
            <a:chOff x="3561588" y="3593591"/>
            <a:chExt cx="4572000" cy="158750"/>
          </a:xfrm>
        </p:grpSpPr>
        <p:sp>
          <p:nvSpPr>
            <p:cNvPr id="1287" name="Google Shape;1287;p46"/>
            <p:cNvSpPr/>
            <p:nvPr/>
          </p:nvSpPr>
          <p:spPr>
            <a:xfrm>
              <a:off x="3561588" y="3593591"/>
              <a:ext cx="4572000" cy="158750"/>
            </a:xfrm>
            <a:custGeom>
              <a:avLst/>
              <a:gdLst/>
              <a:ahLst/>
              <a:cxnLst/>
              <a:rect l="l" t="t" r="r" b="b"/>
              <a:pathLst>
                <a:path w="4572000" h="158750" extrusionOk="0">
                  <a:moveTo>
                    <a:pt x="4492752" y="0"/>
                  </a:moveTo>
                  <a:lnTo>
                    <a:pt x="4492752" y="39623"/>
                  </a:lnTo>
                  <a:lnTo>
                    <a:pt x="0" y="39623"/>
                  </a:lnTo>
                  <a:lnTo>
                    <a:pt x="0" y="118871"/>
                  </a:lnTo>
                  <a:lnTo>
                    <a:pt x="4492752" y="118871"/>
                  </a:lnTo>
                  <a:lnTo>
                    <a:pt x="4492752" y="158495"/>
                  </a:lnTo>
                  <a:lnTo>
                    <a:pt x="4572000" y="79247"/>
                  </a:lnTo>
                  <a:lnTo>
                    <a:pt x="4492752" y="0"/>
                  </a:lnTo>
                  <a:close/>
                </a:path>
              </a:pathLst>
            </a:custGeom>
            <a:solidFill>
              <a:srgbClr val="E7E6E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88" name="Google Shape;1288;p46"/>
            <p:cNvSpPr/>
            <p:nvPr/>
          </p:nvSpPr>
          <p:spPr>
            <a:xfrm>
              <a:off x="3561588" y="3593591"/>
              <a:ext cx="4572000" cy="158750"/>
            </a:xfrm>
            <a:custGeom>
              <a:avLst/>
              <a:gdLst/>
              <a:ahLst/>
              <a:cxnLst/>
              <a:rect l="l" t="t" r="r" b="b"/>
              <a:pathLst>
                <a:path w="4572000" h="158750" extrusionOk="0">
                  <a:moveTo>
                    <a:pt x="0" y="39623"/>
                  </a:moveTo>
                  <a:lnTo>
                    <a:pt x="4492752" y="39623"/>
                  </a:lnTo>
                  <a:lnTo>
                    <a:pt x="4492752" y="0"/>
                  </a:lnTo>
                  <a:lnTo>
                    <a:pt x="4572000" y="79247"/>
                  </a:lnTo>
                  <a:lnTo>
                    <a:pt x="4492752" y="158495"/>
                  </a:lnTo>
                  <a:lnTo>
                    <a:pt x="4492752" y="118871"/>
                  </a:lnTo>
                  <a:lnTo>
                    <a:pt x="0" y="118871"/>
                  </a:lnTo>
                  <a:lnTo>
                    <a:pt x="0" y="3962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89" name="Google Shape;1289;p46"/>
          <p:cNvGrpSpPr/>
          <p:nvPr/>
        </p:nvGrpSpPr>
        <p:grpSpPr>
          <a:xfrm>
            <a:off x="4303776" y="4546091"/>
            <a:ext cx="3017520" cy="158750"/>
            <a:chOff x="4303776" y="4546091"/>
            <a:chExt cx="3017520" cy="158750"/>
          </a:xfrm>
        </p:grpSpPr>
        <p:sp>
          <p:nvSpPr>
            <p:cNvPr id="1290" name="Google Shape;1290;p46"/>
            <p:cNvSpPr/>
            <p:nvPr/>
          </p:nvSpPr>
          <p:spPr>
            <a:xfrm>
              <a:off x="4303776" y="4546091"/>
              <a:ext cx="3017520" cy="158750"/>
            </a:xfrm>
            <a:custGeom>
              <a:avLst/>
              <a:gdLst/>
              <a:ahLst/>
              <a:cxnLst/>
              <a:rect l="l" t="t" r="r" b="b"/>
              <a:pathLst>
                <a:path w="3017520" h="158750" extrusionOk="0">
                  <a:moveTo>
                    <a:pt x="2938272" y="0"/>
                  </a:moveTo>
                  <a:lnTo>
                    <a:pt x="2938272" y="39623"/>
                  </a:lnTo>
                  <a:lnTo>
                    <a:pt x="0" y="39623"/>
                  </a:lnTo>
                  <a:lnTo>
                    <a:pt x="0" y="118871"/>
                  </a:lnTo>
                  <a:lnTo>
                    <a:pt x="2938272" y="118871"/>
                  </a:lnTo>
                  <a:lnTo>
                    <a:pt x="2938272" y="158495"/>
                  </a:lnTo>
                  <a:lnTo>
                    <a:pt x="3017520" y="79247"/>
                  </a:lnTo>
                  <a:lnTo>
                    <a:pt x="2938272" y="0"/>
                  </a:lnTo>
                  <a:close/>
                </a:path>
              </a:pathLst>
            </a:custGeom>
            <a:solidFill>
              <a:srgbClr val="E7E6E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91" name="Google Shape;1291;p46"/>
            <p:cNvSpPr/>
            <p:nvPr/>
          </p:nvSpPr>
          <p:spPr>
            <a:xfrm>
              <a:off x="4303776" y="4546091"/>
              <a:ext cx="3017520" cy="158750"/>
            </a:xfrm>
            <a:custGeom>
              <a:avLst/>
              <a:gdLst/>
              <a:ahLst/>
              <a:cxnLst/>
              <a:rect l="l" t="t" r="r" b="b"/>
              <a:pathLst>
                <a:path w="3017520" h="158750" extrusionOk="0">
                  <a:moveTo>
                    <a:pt x="0" y="39623"/>
                  </a:moveTo>
                  <a:lnTo>
                    <a:pt x="2938272" y="39623"/>
                  </a:lnTo>
                  <a:lnTo>
                    <a:pt x="2938272" y="0"/>
                  </a:lnTo>
                  <a:lnTo>
                    <a:pt x="3017520" y="79247"/>
                  </a:lnTo>
                  <a:lnTo>
                    <a:pt x="2938272" y="158495"/>
                  </a:lnTo>
                  <a:lnTo>
                    <a:pt x="2938272" y="118871"/>
                  </a:lnTo>
                  <a:lnTo>
                    <a:pt x="0" y="118871"/>
                  </a:lnTo>
                  <a:lnTo>
                    <a:pt x="0" y="39623"/>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92" name="Google Shape;1292;p46"/>
          <p:cNvGrpSpPr/>
          <p:nvPr/>
        </p:nvGrpSpPr>
        <p:grpSpPr>
          <a:xfrm>
            <a:off x="5289803" y="5289803"/>
            <a:ext cx="731520" cy="158750"/>
            <a:chOff x="5289803" y="5289803"/>
            <a:chExt cx="731520" cy="158750"/>
          </a:xfrm>
        </p:grpSpPr>
        <p:sp>
          <p:nvSpPr>
            <p:cNvPr id="1293" name="Google Shape;1293;p46"/>
            <p:cNvSpPr/>
            <p:nvPr/>
          </p:nvSpPr>
          <p:spPr>
            <a:xfrm>
              <a:off x="5289803" y="5289803"/>
              <a:ext cx="731520" cy="158750"/>
            </a:xfrm>
            <a:custGeom>
              <a:avLst/>
              <a:gdLst/>
              <a:ahLst/>
              <a:cxnLst/>
              <a:rect l="l" t="t" r="r" b="b"/>
              <a:pathLst>
                <a:path w="731520" h="158750" extrusionOk="0">
                  <a:moveTo>
                    <a:pt x="652272" y="0"/>
                  </a:moveTo>
                  <a:lnTo>
                    <a:pt x="652272" y="39624"/>
                  </a:lnTo>
                  <a:lnTo>
                    <a:pt x="0" y="39624"/>
                  </a:lnTo>
                  <a:lnTo>
                    <a:pt x="0" y="118872"/>
                  </a:lnTo>
                  <a:lnTo>
                    <a:pt x="652272" y="118872"/>
                  </a:lnTo>
                  <a:lnTo>
                    <a:pt x="652272" y="158496"/>
                  </a:lnTo>
                  <a:lnTo>
                    <a:pt x="731520" y="79248"/>
                  </a:lnTo>
                  <a:lnTo>
                    <a:pt x="652272" y="0"/>
                  </a:lnTo>
                  <a:close/>
                </a:path>
              </a:pathLst>
            </a:custGeom>
            <a:solidFill>
              <a:srgbClr val="E7E6E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94" name="Google Shape;1294;p46"/>
            <p:cNvSpPr/>
            <p:nvPr/>
          </p:nvSpPr>
          <p:spPr>
            <a:xfrm>
              <a:off x="5289803" y="5289803"/>
              <a:ext cx="731520" cy="158750"/>
            </a:xfrm>
            <a:custGeom>
              <a:avLst/>
              <a:gdLst/>
              <a:ahLst/>
              <a:cxnLst/>
              <a:rect l="l" t="t" r="r" b="b"/>
              <a:pathLst>
                <a:path w="731520" h="158750" extrusionOk="0">
                  <a:moveTo>
                    <a:pt x="0" y="39624"/>
                  </a:moveTo>
                  <a:lnTo>
                    <a:pt x="652272" y="39624"/>
                  </a:lnTo>
                  <a:lnTo>
                    <a:pt x="652272" y="0"/>
                  </a:lnTo>
                  <a:lnTo>
                    <a:pt x="731520" y="79248"/>
                  </a:lnTo>
                  <a:lnTo>
                    <a:pt x="652272" y="158496"/>
                  </a:lnTo>
                  <a:lnTo>
                    <a:pt x="652272" y="118872"/>
                  </a:lnTo>
                  <a:lnTo>
                    <a:pt x="0" y="118872"/>
                  </a:lnTo>
                  <a:lnTo>
                    <a:pt x="0" y="39624"/>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95" name="Google Shape;1295;p46"/>
          <p:cNvGrpSpPr/>
          <p:nvPr/>
        </p:nvGrpSpPr>
        <p:grpSpPr>
          <a:xfrm>
            <a:off x="2601467" y="1824227"/>
            <a:ext cx="47625" cy="1115695"/>
            <a:chOff x="2601467" y="1824227"/>
            <a:chExt cx="47625" cy="1115695"/>
          </a:xfrm>
        </p:grpSpPr>
        <p:sp>
          <p:nvSpPr>
            <p:cNvPr id="1296" name="Google Shape;1296;p46"/>
            <p:cNvSpPr/>
            <p:nvPr/>
          </p:nvSpPr>
          <p:spPr>
            <a:xfrm>
              <a:off x="2601467" y="1824227"/>
              <a:ext cx="47625" cy="1115695"/>
            </a:xfrm>
            <a:custGeom>
              <a:avLst/>
              <a:gdLst/>
              <a:ahLst/>
              <a:cxnLst/>
              <a:rect l="l" t="t" r="r" b="b"/>
              <a:pathLst>
                <a:path w="47625" h="1115695" extrusionOk="0">
                  <a:moveTo>
                    <a:pt x="47243" y="0"/>
                  </a:moveTo>
                  <a:lnTo>
                    <a:pt x="0" y="0"/>
                  </a:lnTo>
                  <a:lnTo>
                    <a:pt x="0" y="1115568"/>
                  </a:lnTo>
                  <a:lnTo>
                    <a:pt x="47243" y="1115568"/>
                  </a:lnTo>
                  <a:lnTo>
                    <a:pt x="47243"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297" name="Google Shape;1297;p46"/>
            <p:cNvSpPr/>
            <p:nvPr/>
          </p:nvSpPr>
          <p:spPr>
            <a:xfrm>
              <a:off x="2601467" y="1824227"/>
              <a:ext cx="47625" cy="1115695"/>
            </a:xfrm>
            <a:custGeom>
              <a:avLst/>
              <a:gdLst/>
              <a:ahLst/>
              <a:cxnLst/>
              <a:rect l="l" t="t" r="r" b="b"/>
              <a:pathLst>
                <a:path w="47625" h="1115695" extrusionOk="0">
                  <a:moveTo>
                    <a:pt x="0" y="1115568"/>
                  </a:moveTo>
                  <a:lnTo>
                    <a:pt x="47243" y="1115568"/>
                  </a:lnTo>
                  <a:lnTo>
                    <a:pt x="47243" y="0"/>
                  </a:lnTo>
                  <a:lnTo>
                    <a:pt x="0" y="0"/>
                  </a:lnTo>
                  <a:lnTo>
                    <a:pt x="0" y="1115568"/>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298" name="Google Shape;1298;p46"/>
          <p:cNvGrpSpPr/>
          <p:nvPr/>
        </p:nvGrpSpPr>
        <p:grpSpPr>
          <a:xfrm>
            <a:off x="3736847" y="4488179"/>
            <a:ext cx="213360" cy="287020"/>
            <a:chOff x="3736847" y="4488179"/>
            <a:chExt cx="213360" cy="287020"/>
          </a:xfrm>
        </p:grpSpPr>
        <p:sp>
          <p:nvSpPr>
            <p:cNvPr id="1299" name="Google Shape;1299;p46"/>
            <p:cNvSpPr/>
            <p:nvPr/>
          </p:nvSpPr>
          <p:spPr>
            <a:xfrm>
              <a:off x="3736847" y="4488179"/>
              <a:ext cx="213360" cy="287020"/>
            </a:xfrm>
            <a:custGeom>
              <a:avLst/>
              <a:gdLst/>
              <a:ahLst/>
              <a:cxnLst/>
              <a:rect l="l" t="t" r="r" b="b"/>
              <a:pathLst>
                <a:path w="213360" h="287020" extrusionOk="0">
                  <a:moveTo>
                    <a:pt x="213360" y="0"/>
                  </a:moveTo>
                  <a:lnTo>
                    <a:pt x="0" y="0"/>
                  </a:lnTo>
                  <a:lnTo>
                    <a:pt x="0" y="286512"/>
                  </a:lnTo>
                  <a:lnTo>
                    <a:pt x="213360" y="286512"/>
                  </a:lnTo>
                  <a:lnTo>
                    <a:pt x="213360"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00" name="Google Shape;1300;p46"/>
            <p:cNvSpPr/>
            <p:nvPr/>
          </p:nvSpPr>
          <p:spPr>
            <a:xfrm>
              <a:off x="3736847" y="4488179"/>
              <a:ext cx="213360" cy="287020"/>
            </a:xfrm>
            <a:custGeom>
              <a:avLst/>
              <a:gdLst/>
              <a:ahLst/>
              <a:cxnLst/>
              <a:rect l="l" t="t" r="r" b="b"/>
              <a:pathLst>
                <a:path w="213360" h="287020" extrusionOk="0">
                  <a:moveTo>
                    <a:pt x="0" y="286512"/>
                  </a:moveTo>
                  <a:lnTo>
                    <a:pt x="213360" y="286512"/>
                  </a:lnTo>
                  <a:lnTo>
                    <a:pt x="213360" y="0"/>
                  </a:lnTo>
                  <a:lnTo>
                    <a:pt x="0" y="0"/>
                  </a:lnTo>
                  <a:lnTo>
                    <a:pt x="0" y="286512"/>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01" name="Google Shape;1301;p46"/>
          <p:cNvGrpSpPr/>
          <p:nvPr/>
        </p:nvGrpSpPr>
        <p:grpSpPr>
          <a:xfrm>
            <a:off x="3075432" y="3407664"/>
            <a:ext cx="109855" cy="548640"/>
            <a:chOff x="3075432" y="3407664"/>
            <a:chExt cx="109855" cy="548640"/>
          </a:xfrm>
        </p:grpSpPr>
        <p:sp>
          <p:nvSpPr>
            <p:cNvPr id="1302" name="Google Shape;1302;p46"/>
            <p:cNvSpPr/>
            <p:nvPr/>
          </p:nvSpPr>
          <p:spPr>
            <a:xfrm>
              <a:off x="3075432" y="3407664"/>
              <a:ext cx="109855" cy="548640"/>
            </a:xfrm>
            <a:custGeom>
              <a:avLst/>
              <a:gdLst/>
              <a:ahLst/>
              <a:cxnLst/>
              <a:rect l="l" t="t" r="r" b="b"/>
              <a:pathLst>
                <a:path w="109855" h="548639" extrusionOk="0">
                  <a:moveTo>
                    <a:pt x="109728" y="0"/>
                  </a:moveTo>
                  <a:lnTo>
                    <a:pt x="0" y="0"/>
                  </a:lnTo>
                  <a:lnTo>
                    <a:pt x="0" y="548640"/>
                  </a:lnTo>
                  <a:lnTo>
                    <a:pt x="109728" y="548640"/>
                  </a:lnTo>
                  <a:lnTo>
                    <a:pt x="10972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03" name="Google Shape;1303;p46"/>
            <p:cNvSpPr/>
            <p:nvPr/>
          </p:nvSpPr>
          <p:spPr>
            <a:xfrm>
              <a:off x="3075432" y="3407664"/>
              <a:ext cx="109855" cy="548640"/>
            </a:xfrm>
            <a:custGeom>
              <a:avLst/>
              <a:gdLst/>
              <a:ahLst/>
              <a:cxnLst/>
              <a:rect l="l" t="t" r="r" b="b"/>
              <a:pathLst>
                <a:path w="109855" h="548639" extrusionOk="0">
                  <a:moveTo>
                    <a:pt x="0" y="548640"/>
                  </a:moveTo>
                  <a:lnTo>
                    <a:pt x="109728" y="548640"/>
                  </a:lnTo>
                  <a:lnTo>
                    <a:pt x="109728" y="0"/>
                  </a:lnTo>
                  <a:lnTo>
                    <a:pt x="0" y="0"/>
                  </a:lnTo>
                  <a:lnTo>
                    <a:pt x="0" y="548640"/>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04" name="Google Shape;1304;p46"/>
          <p:cNvGrpSpPr/>
          <p:nvPr/>
        </p:nvGrpSpPr>
        <p:grpSpPr>
          <a:xfrm>
            <a:off x="3736847" y="4491228"/>
            <a:ext cx="213360" cy="287020"/>
            <a:chOff x="3736847" y="4491228"/>
            <a:chExt cx="213360" cy="287020"/>
          </a:xfrm>
        </p:grpSpPr>
        <p:sp>
          <p:nvSpPr>
            <p:cNvPr id="1305" name="Google Shape;1305;p46"/>
            <p:cNvSpPr/>
            <p:nvPr/>
          </p:nvSpPr>
          <p:spPr>
            <a:xfrm>
              <a:off x="3736847" y="4491228"/>
              <a:ext cx="213360" cy="287020"/>
            </a:xfrm>
            <a:custGeom>
              <a:avLst/>
              <a:gdLst/>
              <a:ahLst/>
              <a:cxnLst/>
              <a:rect l="l" t="t" r="r" b="b"/>
              <a:pathLst>
                <a:path w="213360" h="287020" extrusionOk="0">
                  <a:moveTo>
                    <a:pt x="213360" y="0"/>
                  </a:moveTo>
                  <a:lnTo>
                    <a:pt x="0" y="0"/>
                  </a:lnTo>
                  <a:lnTo>
                    <a:pt x="0" y="286512"/>
                  </a:lnTo>
                  <a:lnTo>
                    <a:pt x="213360" y="286512"/>
                  </a:lnTo>
                  <a:lnTo>
                    <a:pt x="213360"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06" name="Google Shape;1306;p46"/>
            <p:cNvSpPr/>
            <p:nvPr/>
          </p:nvSpPr>
          <p:spPr>
            <a:xfrm>
              <a:off x="3736847" y="4491228"/>
              <a:ext cx="213360" cy="287020"/>
            </a:xfrm>
            <a:custGeom>
              <a:avLst/>
              <a:gdLst/>
              <a:ahLst/>
              <a:cxnLst/>
              <a:rect l="l" t="t" r="r" b="b"/>
              <a:pathLst>
                <a:path w="213360" h="287020" extrusionOk="0">
                  <a:moveTo>
                    <a:pt x="0" y="286512"/>
                  </a:moveTo>
                  <a:lnTo>
                    <a:pt x="213360" y="286512"/>
                  </a:lnTo>
                  <a:lnTo>
                    <a:pt x="213360" y="0"/>
                  </a:lnTo>
                  <a:lnTo>
                    <a:pt x="0" y="0"/>
                  </a:lnTo>
                  <a:lnTo>
                    <a:pt x="0" y="286512"/>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07" name="Google Shape;1307;p46"/>
          <p:cNvGrpSpPr/>
          <p:nvPr/>
        </p:nvGrpSpPr>
        <p:grpSpPr>
          <a:xfrm>
            <a:off x="3736847" y="5301996"/>
            <a:ext cx="1378204" cy="134366"/>
            <a:chOff x="3736847" y="5301996"/>
            <a:chExt cx="1378204" cy="134366"/>
          </a:xfrm>
        </p:grpSpPr>
        <p:sp>
          <p:nvSpPr>
            <p:cNvPr id="1308" name="Google Shape;1308;p46"/>
            <p:cNvSpPr/>
            <p:nvPr/>
          </p:nvSpPr>
          <p:spPr>
            <a:xfrm>
              <a:off x="4689347" y="5301996"/>
              <a:ext cx="424180" cy="128270"/>
            </a:xfrm>
            <a:custGeom>
              <a:avLst/>
              <a:gdLst/>
              <a:ahLst/>
              <a:cxnLst/>
              <a:rect l="l" t="t" r="r" b="b"/>
              <a:pathLst>
                <a:path w="424179" h="128270" extrusionOk="0">
                  <a:moveTo>
                    <a:pt x="423672" y="0"/>
                  </a:moveTo>
                  <a:lnTo>
                    <a:pt x="0" y="0"/>
                  </a:lnTo>
                  <a:lnTo>
                    <a:pt x="0" y="128015"/>
                  </a:lnTo>
                  <a:lnTo>
                    <a:pt x="423672" y="128015"/>
                  </a:lnTo>
                  <a:lnTo>
                    <a:pt x="423672"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09" name="Google Shape;1309;p46"/>
            <p:cNvSpPr/>
            <p:nvPr/>
          </p:nvSpPr>
          <p:spPr>
            <a:xfrm>
              <a:off x="4689347" y="5301996"/>
              <a:ext cx="424180" cy="128270"/>
            </a:xfrm>
            <a:custGeom>
              <a:avLst/>
              <a:gdLst/>
              <a:ahLst/>
              <a:cxnLst/>
              <a:rect l="l" t="t" r="r" b="b"/>
              <a:pathLst>
                <a:path w="424179" h="128270" extrusionOk="0">
                  <a:moveTo>
                    <a:pt x="0" y="128015"/>
                  </a:moveTo>
                  <a:lnTo>
                    <a:pt x="423672" y="128015"/>
                  </a:lnTo>
                  <a:lnTo>
                    <a:pt x="423672" y="0"/>
                  </a:lnTo>
                  <a:lnTo>
                    <a:pt x="0" y="0"/>
                  </a:lnTo>
                  <a:lnTo>
                    <a:pt x="0" y="1280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10" name="Google Shape;1310;p46"/>
            <p:cNvSpPr/>
            <p:nvPr/>
          </p:nvSpPr>
          <p:spPr>
            <a:xfrm>
              <a:off x="4690871" y="5303520"/>
              <a:ext cx="424180" cy="128270"/>
            </a:xfrm>
            <a:custGeom>
              <a:avLst/>
              <a:gdLst/>
              <a:ahLst/>
              <a:cxnLst/>
              <a:rect l="l" t="t" r="r" b="b"/>
              <a:pathLst>
                <a:path w="424179" h="128270" extrusionOk="0">
                  <a:moveTo>
                    <a:pt x="423672" y="0"/>
                  </a:moveTo>
                  <a:lnTo>
                    <a:pt x="0" y="0"/>
                  </a:lnTo>
                  <a:lnTo>
                    <a:pt x="0" y="128015"/>
                  </a:lnTo>
                  <a:lnTo>
                    <a:pt x="423672" y="128015"/>
                  </a:lnTo>
                  <a:lnTo>
                    <a:pt x="423672"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11" name="Google Shape;1311;p46"/>
            <p:cNvSpPr/>
            <p:nvPr/>
          </p:nvSpPr>
          <p:spPr>
            <a:xfrm>
              <a:off x="4690871" y="5303520"/>
              <a:ext cx="424180" cy="128270"/>
            </a:xfrm>
            <a:custGeom>
              <a:avLst/>
              <a:gdLst/>
              <a:ahLst/>
              <a:cxnLst/>
              <a:rect l="l" t="t" r="r" b="b"/>
              <a:pathLst>
                <a:path w="424179" h="128270" extrusionOk="0">
                  <a:moveTo>
                    <a:pt x="0" y="128015"/>
                  </a:moveTo>
                  <a:lnTo>
                    <a:pt x="423672" y="128015"/>
                  </a:lnTo>
                  <a:lnTo>
                    <a:pt x="423672" y="0"/>
                  </a:lnTo>
                  <a:lnTo>
                    <a:pt x="0" y="0"/>
                  </a:lnTo>
                  <a:lnTo>
                    <a:pt x="0" y="1280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12" name="Google Shape;1312;p46"/>
            <p:cNvSpPr/>
            <p:nvPr/>
          </p:nvSpPr>
          <p:spPr>
            <a:xfrm>
              <a:off x="3736847" y="5308092"/>
              <a:ext cx="213360" cy="128270"/>
            </a:xfrm>
            <a:custGeom>
              <a:avLst/>
              <a:gdLst/>
              <a:ahLst/>
              <a:cxnLst/>
              <a:rect l="l" t="t" r="r" b="b"/>
              <a:pathLst>
                <a:path w="213360" h="128270" extrusionOk="0">
                  <a:moveTo>
                    <a:pt x="213360" y="0"/>
                  </a:moveTo>
                  <a:lnTo>
                    <a:pt x="0" y="0"/>
                  </a:lnTo>
                  <a:lnTo>
                    <a:pt x="0" y="128015"/>
                  </a:lnTo>
                  <a:lnTo>
                    <a:pt x="213360" y="128015"/>
                  </a:lnTo>
                  <a:lnTo>
                    <a:pt x="213360"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13" name="Google Shape;1313;p46"/>
            <p:cNvSpPr/>
            <p:nvPr/>
          </p:nvSpPr>
          <p:spPr>
            <a:xfrm>
              <a:off x="3736847" y="5308092"/>
              <a:ext cx="213360" cy="128270"/>
            </a:xfrm>
            <a:custGeom>
              <a:avLst/>
              <a:gdLst/>
              <a:ahLst/>
              <a:cxnLst/>
              <a:rect l="l" t="t" r="r" b="b"/>
              <a:pathLst>
                <a:path w="213360" h="128270" extrusionOk="0">
                  <a:moveTo>
                    <a:pt x="0" y="128015"/>
                  </a:moveTo>
                  <a:lnTo>
                    <a:pt x="213360" y="128015"/>
                  </a:lnTo>
                  <a:lnTo>
                    <a:pt x="213360" y="0"/>
                  </a:lnTo>
                  <a:lnTo>
                    <a:pt x="0" y="0"/>
                  </a:lnTo>
                  <a:lnTo>
                    <a:pt x="0" y="1280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14" name="Google Shape;1314;p46"/>
            <p:cNvSpPr/>
            <p:nvPr/>
          </p:nvSpPr>
          <p:spPr>
            <a:xfrm>
              <a:off x="4104131" y="5305044"/>
              <a:ext cx="424180" cy="128270"/>
            </a:xfrm>
            <a:custGeom>
              <a:avLst/>
              <a:gdLst/>
              <a:ahLst/>
              <a:cxnLst/>
              <a:rect l="l" t="t" r="r" b="b"/>
              <a:pathLst>
                <a:path w="424179" h="128270" extrusionOk="0">
                  <a:moveTo>
                    <a:pt x="423672" y="0"/>
                  </a:moveTo>
                  <a:lnTo>
                    <a:pt x="0" y="0"/>
                  </a:lnTo>
                  <a:lnTo>
                    <a:pt x="0" y="128015"/>
                  </a:lnTo>
                  <a:lnTo>
                    <a:pt x="423672" y="128015"/>
                  </a:lnTo>
                  <a:lnTo>
                    <a:pt x="423672"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15" name="Google Shape;1315;p46"/>
            <p:cNvSpPr/>
            <p:nvPr/>
          </p:nvSpPr>
          <p:spPr>
            <a:xfrm>
              <a:off x="4104131" y="5305044"/>
              <a:ext cx="424180" cy="128270"/>
            </a:xfrm>
            <a:custGeom>
              <a:avLst/>
              <a:gdLst/>
              <a:ahLst/>
              <a:cxnLst/>
              <a:rect l="l" t="t" r="r" b="b"/>
              <a:pathLst>
                <a:path w="424179" h="128270" extrusionOk="0">
                  <a:moveTo>
                    <a:pt x="0" y="128015"/>
                  </a:moveTo>
                  <a:lnTo>
                    <a:pt x="423672" y="128015"/>
                  </a:lnTo>
                  <a:lnTo>
                    <a:pt x="423672" y="0"/>
                  </a:lnTo>
                  <a:lnTo>
                    <a:pt x="0" y="0"/>
                  </a:lnTo>
                  <a:lnTo>
                    <a:pt x="0" y="1280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16" name="Google Shape;1316;p46"/>
            <p:cNvPicPr preferRelativeResize="0"/>
            <p:nvPr/>
          </p:nvPicPr>
          <p:blipFill rotWithShape="1">
            <a:blip r:embed="rId3">
              <a:alphaModFix/>
            </a:blip>
            <a:srcRect/>
            <a:stretch/>
          </p:blipFill>
          <p:spPr>
            <a:xfrm>
              <a:off x="3950207" y="5340096"/>
              <a:ext cx="162178" cy="76200"/>
            </a:xfrm>
            <a:prstGeom prst="rect">
              <a:avLst/>
            </a:prstGeom>
            <a:noFill/>
            <a:ln>
              <a:noFill/>
            </a:ln>
          </p:spPr>
        </p:pic>
        <p:pic>
          <p:nvPicPr>
            <p:cNvPr id="1317" name="Google Shape;1317;p46"/>
            <p:cNvPicPr preferRelativeResize="0"/>
            <p:nvPr/>
          </p:nvPicPr>
          <p:blipFill rotWithShape="1">
            <a:blip r:embed="rId3">
              <a:alphaModFix/>
            </a:blip>
            <a:srcRect/>
            <a:stretch/>
          </p:blipFill>
          <p:spPr>
            <a:xfrm>
              <a:off x="4536947" y="5338572"/>
              <a:ext cx="162178" cy="76200"/>
            </a:xfrm>
            <a:prstGeom prst="rect">
              <a:avLst/>
            </a:prstGeom>
            <a:noFill/>
            <a:ln>
              <a:noFill/>
            </a:ln>
          </p:spPr>
        </p:pic>
      </p:grpSp>
      <p:sp>
        <p:nvSpPr>
          <p:cNvPr id="1318" name="Google Shape;1318;p46"/>
          <p:cNvSpPr txBox="1">
            <a:spLocks noGrp="1"/>
          </p:cNvSpPr>
          <p:nvPr>
            <p:ph type="title"/>
          </p:nvPr>
        </p:nvSpPr>
        <p:spPr>
          <a:xfrm>
            <a:off x="1069339" y="824560"/>
            <a:ext cx="1473835" cy="6350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None/>
            </a:pPr>
            <a:r>
              <a:rPr lang="en-US" sz="4000" b="0">
                <a:latin typeface="+mj-lt"/>
                <a:ea typeface="Cambria"/>
                <a:cs typeface="Cambria"/>
                <a:sym typeface="Cambria"/>
              </a:rPr>
              <a:t>U-Net</a:t>
            </a:r>
            <a:endParaRPr sz="4000">
              <a:latin typeface="+mj-lt"/>
              <a:ea typeface="Cambria"/>
              <a:cs typeface="Cambria"/>
              <a:sym typeface="Cambria"/>
            </a:endParaRPr>
          </a:p>
        </p:txBody>
      </p:sp>
      <p:pic>
        <p:nvPicPr>
          <p:cNvPr id="1319" name="Google Shape;1319;p46"/>
          <p:cNvPicPr preferRelativeResize="0"/>
          <p:nvPr/>
        </p:nvPicPr>
        <p:blipFill rotWithShape="1">
          <a:blip r:embed="rId4">
            <a:alphaModFix/>
          </a:blip>
          <a:srcRect/>
          <a:stretch/>
        </p:blipFill>
        <p:spPr>
          <a:xfrm>
            <a:off x="10474452" y="1688592"/>
            <a:ext cx="1200911" cy="1239012"/>
          </a:xfrm>
          <a:prstGeom prst="rect">
            <a:avLst/>
          </a:prstGeom>
          <a:noFill/>
          <a:ln>
            <a:noFill/>
          </a:ln>
        </p:spPr>
      </p:pic>
      <p:pic>
        <p:nvPicPr>
          <p:cNvPr id="1320" name="Google Shape;1320;p46"/>
          <p:cNvPicPr preferRelativeResize="0"/>
          <p:nvPr/>
        </p:nvPicPr>
        <p:blipFill rotWithShape="1">
          <a:blip r:embed="rId5">
            <a:alphaModFix/>
          </a:blip>
          <a:srcRect/>
          <a:stretch/>
        </p:blipFill>
        <p:spPr>
          <a:xfrm>
            <a:off x="595883" y="1723644"/>
            <a:ext cx="1173480" cy="1228343"/>
          </a:xfrm>
          <a:prstGeom prst="rect">
            <a:avLst/>
          </a:prstGeom>
          <a:noFill/>
          <a:ln>
            <a:noFill/>
          </a:ln>
        </p:spPr>
      </p:pic>
      <p:grpSp>
        <p:nvGrpSpPr>
          <p:cNvPr id="1321" name="Google Shape;1321;p46"/>
          <p:cNvGrpSpPr/>
          <p:nvPr/>
        </p:nvGrpSpPr>
        <p:grpSpPr>
          <a:xfrm>
            <a:off x="2179320" y="1819655"/>
            <a:ext cx="465201" cy="1120267"/>
            <a:chOff x="2179320" y="1819655"/>
            <a:chExt cx="465201" cy="1120267"/>
          </a:xfrm>
        </p:grpSpPr>
        <p:sp>
          <p:nvSpPr>
            <p:cNvPr id="1322" name="Google Shape;1322;p46"/>
            <p:cNvSpPr/>
            <p:nvPr/>
          </p:nvSpPr>
          <p:spPr>
            <a:xfrm>
              <a:off x="2372868" y="1821179"/>
              <a:ext cx="47625" cy="1115695"/>
            </a:xfrm>
            <a:custGeom>
              <a:avLst/>
              <a:gdLst/>
              <a:ahLst/>
              <a:cxnLst/>
              <a:rect l="l" t="t" r="r" b="b"/>
              <a:pathLst>
                <a:path w="47625" h="1115695" extrusionOk="0">
                  <a:moveTo>
                    <a:pt x="47243" y="0"/>
                  </a:moveTo>
                  <a:lnTo>
                    <a:pt x="0" y="0"/>
                  </a:lnTo>
                  <a:lnTo>
                    <a:pt x="0" y="1115568"/>
                  </a:lnTo>
                  <a:lnTo>
                    <a:pt x="47243" y="1115568"/>
                  </a:lnTo>
                  <a:lnTo>
                    <a:pt x="47243"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23" name="Google Shape;1323;p46"/>
            <p:cNvSpPr/>
            <p:nvPr/>
          </p:nvSpPr>
          <p:spPr>
            <a:xfrm>
              <a:off x="2372868" y="1821179"/>
              <a:ext cx="47625" cy="1115695"/>
            </a:xfrm>
            <a:custGeom>
              <a:avLst/>
              <a:gdLst/>
              <a:ahLst/>
              <a:cxnLst/>
              <a:rect l="l" t="t" r="r" b="b"/>
              <a:pathLst>
                <a:path w="47625" h="1115695" extrusionOk="0">
                  <a:moveTo>
                    <a:pt x="0" y="1115568"/>
                  </a:moveTo>
                  <a:lnTo>
                    <a:pt x="47243" y="1115568"/>
                  </a:lnTo>
                  <a:lnTo>
                    <a:pt x="47243" y="0"/>
                  </a:lnTo>
                  <a:lnTo>
                    <a:pt x="0" y="0"/>
                  </a:lnTo>
                  <a:lnTo>
                    <a:pt x="0" y="1115568"/>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24" name="Google Shape;1324;p46"/>
            <p:cNvSpPr/>
            <p:nvPr/>
          </p:nvSpPr>
          <p:spPr>
            <a:xfrm>
              <a:off x="2596896" y="1824227"/>
              <a:ext cx="47625" cy="1115695"/>
            </a:xfrm>
            <a:custGeom>
              <a:avLst/>
              <a:gdLst/>
              <a:ahLst/>
              <a:cxnLst/>
              <a:rect l="l" t="t" r="r" b="b"/>
              <a:pathLst>
                <a:path w="47625" h="1115695" extrusionOk="0">
                  <a:moveTo>
                    <a:pt x="47243" y="0"/>
                  </a:moveTo>
                  <a:lnTo>
                    <a:pt x="0" y="0"/>
                  </a:lnTo>
                  <a:lnTo>
                    <a:pt x="0" y="1115568"/>
                  </a:lnTo>
                  <a:lnTo>
                    <a:pt x="47243" y="1115568"/>
                  </a:lnTo>
                  <a:lnTo>
                    <a:pt x="47243"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25" name="Google Shape;1325;p46"/>
            <p:cNvSpPr/>
            <p:nvPr/>
          </p:nvSpPr>
          <p:spPr>
            <a:xfrm>
              <a:off x="2596896" y="1824227"/>
              <a:ext cx="47625" cy="1115695"/>
            </a:xfrm>
            <a:custGeom>
              <a:avLst/>
              <a:gdLst/>
              <a:ahLst/>
              <a:cxnLst/>
              <a:rect l="l" t="t" r="r" b="b"/>
              <a:pathLst>
                <a:path w="47625" h="1115695" extrusionOk="0">
                  <a:moveTo>
                    <a:pt x="0" y="1115568"/>
                  </a:moveTo>
                  <a:lnTo>
                    <a:pt x="47243" y="1115568"/>
                  </a:lnTo>
                  <a:lnTo>
                    <a:pt x="47243" y="0"/>
                  </a:lnTo>
                  <a:lnTo>
                    <a:pt x="0" y="0"/>
                  </a:lnTo>
                  <a:lnTo>
                    <a:pt x="0" y="1115568"/>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26" name="Google Shape;1326;p46"/>
            <p:cNvPicPr preferRelativeResize="0"/>
            <p:nvPr/>
          </p:nvPicPr>
          <p:blipFill rotWithShape="1">
            <a:blip r:embed="rId6">
              <a:alphaModFix/>
            </a:blip>
            <a:srcRect/>
            <a:stretch/>
          </p:blipFill>
          <p:spPr>
            <a:xfrm>
              <a:off x="2427605" y="2333879"/>
              <a:ext cx="173862" cy="76200"/>
            </a:xfrm>
            <a:prstGeom prst="rect">
              <a:avLst/>
            </a:prstGeom>
            <a:noFill/>
            <a:ln>
              <a:noFill/>
            </a:ln>
          </p:spPr>
        </p:pic>
        <p:pic>
          <p:nvPicPr>
            <p:cNvPr id="1327" name="Google Shape;1327;p46"/>
            <p:cNvPicPr preferRelativeResize="0"/>
            <p:nvPr/>
          </p:nvPicPr>
          <p:blipFill rotWithShape="1">
            <a:blip r:embed="rId3">
              <a:alphaModFix/>
            </a:blip>
            <a:srcRect/>
            <a:stretch/>
          </p:blipFill>
          <p:spPr>
            <a:xfrm>
              <a:off x="2211324" y="2340863"/>
              <a:ext cx="162179" cy="76200"/>
            </a:xfrm>
            <a:prstGeom prst="rect">
              <a:avLst/>
            </a:prstGeom>
            <a:noFill/>
            <a:ln>
              <a:noFill/>
            </a:ln>
          </p:spPr>
        </p:pic>
        <p:sp>
          <p:nvSpPr>
            <p:cNvPr id="1328" name="Google Shape;1328;p46"/>
            <p:cNvSpPr/>
            <p:nvPr/>
          </p:nvSpPr>
          <p:spPr>
            <a:xfrm>
              <a:off x="2179320" y="1819655"/>
              <a:ext cx="27940" cy="1115695"/>
            </a:xfrm>
            <a:custGeom>
              <a:avLst/>
              <a:gdLst/>
              <a:ahLst/>
              <a:cxnLst/>
              <a:rect l="l" t="t" r="r" b="b"/>
              <a:pathLst>
                <a:path w="27939" h="1115695" extrusionOk="0">
                  <a:moveTo>
                    <a:pt x="27431" y="0"/>
                  </a:moveTo>
                  <a:lnTo>
                    <a:pt x="0" y="0"/>
                  </a:lnTo>
                  <a:lnTo>
                    <a:pt x="0" y="1115568"/>
                  </a:lnTo>
                  <a:lnTo>
                    <a:pt x="27431" y="1115568"/>
                  </a:lnTo>
                  <a:lnTo>
                    <a:pt x="27431"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29" name="Google Shape;1329;p46"/>
            <p:cNvSpPr/>
            <p:nvPr/>
          </p:nvSpPr>
          <p:spPr>
            <a:xfrm>
              <a:off x="2179320" y="1819655"/>
              <a:ext cx="27940" cy="1115695"/>
            </a:xfrm>
            <a:custGeom>
              <a:avLst/>
              <a:gdLst/>
              <a:ahLst/>
              <a:cxnLst/>
              <a:rect l="l" t="t" r="r" b="b"/>
              <a:pathLst>
                <a:path w="27939" h="1115695" extrusionOk="0">
                  <a:moveTo>
                    <a:pt x="0" y="1115568"/>
                  </a:moveTo>
                  <a:lnTo>
                    <a:pt x="27431" y="1115568"/>
                  </a:lnTo>
                  <a:lnTo>
                    <a:pt x="27431" y="0"/>
                  </a:lnTo>
                  <a:lnTo>
                    <a:pt x="0" y="0"/>
                  </a:lnTo>
                  <a:lnTo>
                    <a:pt x="0" y="1115568"/>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30" name="Google Shape;1330;p46"/>
          <p:cNvGrpSpPr/>
          <p:nvPr/>
        </p:nvGrpSpPr>
        <p:grpSpPr>
          <a:xfrm>
            <a:off x="2599944" y="3401567"/>
            <a:ext cx="588391" cy="558165"/>
            <a:chOff x="2599944" y="3401567"/>
            <a:chExt cx="588391" cy="558165"/>
          </a:xfrm>
        </p:grpSpPr>
        <p:sp>
          <p:nvSpPr>
            <p:cNvPr id="1331" name="Google Shape;1331;p46"/>
            <p:cNvSpPr/>
            <p:nvPr/>
          </p:nvSpPr>
          <p:spPr>
            <a:xfrm>
              <a:off x="2801112" y="3410711"/>
              <a:ext cx="109855" cy="547370"/>
            </a:xfrm>
            <a:custGeom>
              <a:avLst/>
              <a:gdLst/>
              <a:ahLst/>
              <a:cxnLst/>
              <a:rect l="l" t="t" r="r" b="b"/>
              <a:pathLst>
                <a:path w="109855" h="547370" extrusionOk="0">
                  <a:moveTo>
                    <a:pt x="109727" y="0"/>
                  </a:moveTo>
                  <a:lnTo>
                    <a:pt x="0" y="0"/>
                  </a:lnTo>
                  <a:lnTo>
                    <a:pt x="0" y="547115"/>
                  </a:lnTo>
                  <a:lnTo>
                    <a:pt x="109727" y="547115"/>
                  </a:lnTo>
                  <a:lnTo>
                    <a:pt x="109727"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32" name="Google Shape;1332;p46"/>
            <p:cNvSpPr/>
            <p:nvPr/>
          </p:nvSpPr>
          <p:spPr>
            <a:xfrm>
              <a:off x="2801112" y="3410711"/>
              <a:ext cx="109855" cy="547370"/>
            </a:xfrm>
            <a:custGeom>
              <a:avLst/>
              <a:gdLst/>
              <a:ahLst/>
              <a:cxnLst/>
              <a:rect l="l" t="t" r="r" b="b"/>
              <a:pathLst>
                <a:path w="109855" h="547370" extrusionOk="0">
                  <a:moveTo>
                    <a:pt x="0" y="547115"/>
                  </a:moveTo>
                  <a:lnTo>
                    <a:pt x="109727" y="547115"/>
                  </a:lnTo>
                  <a:lnTo>
                    <a:pt x="109727" y="0"/>
                  </a:lnTo>
                  <a:lnTo>
                    <a:pt x="0" y="0"/>
                  </a:lnTo>
                  <a:lnTo>
                    <a:pt x="0" y="547115"/>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33" name="Google Shape;1333;p46"/>
            <p:cNvPicPr preferRelativeResize="0"/>
            <p:nvPr/>
          </p:nvPicPr>
          <p:blipFill rotWithShape="1">
            <a:blip r:embed="rId3">
              <a:alphaModFix/>
            </a:blip>
            <a:srcRect/>
            <a:stretch/>
          </p:blipFill>
          <p:spPr>
            <a:xfrm>
              <a:off x="2644140" y="3637787"/>
              <a:ext cx="162179" cy="76200"/>
            </a:xfrm>
            <a:prstGeom prst="rect">
              <a:avLst/>
            </a:prstGeom>
            <a:noFill/>
            <a:ln>
              <a:noFill/>
            </a:ln>
          </p:spPr>
        </p:pic>
        <p:sp>
          <p:nvSpPr>
            <p:cNvPr id="1334" name="Google Shape;1334;p46"/>
            <p:cNvSpPr/>
            <p:nvPr/>
          </p:nvSpPr>
          <p:spPr>
            <a:xfrm>
              <a:off x="3078480" y="3409187"/>
              <a:ext cx="109855" cy="548640"/>
            </a:xfrm>
            <a:custGeom>
              <a:avLst/>
              <a:gdLst/>
              <a:ahLst/>
              <a:cxnLst/>
              <a:rect l="l" t="t" r="r" b="b"/>
              <a:pathLst>
                <a:path w="109855" h="548639" extrusionOk="0">
                  <a:moveTo>
                    <a:pt x="109728" y="0"/>
                  </a:moveTo>
                  <a:lnTo>
                    <a:pt x="0" y="0"/>
                  </a:lnTo>
                  <a:lnTo>
                    <a:pt x="0" y="548639"/>
                  </a:lnTo>
                  <a:lnTo>
                    <a:pt x="109728" y="548639"/>
                  </a:lnTo>
                  <a:lnTo>
                    <a:pt x="10972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35" name="Google Shape;1335;p46"/>
            <p:cNvSpPr/>
            <p:nvPr/>
          </p:nvSpPr>
          <p:spPr>
            <a:xfrm>
              <a:off x="3078480" y="3409187"/>
              <a:ext cx="109855" cy="548640"/>
            </a:xfrm>
            <a:custGeom>
              <a:avLst/>
              <a:gdLst/>
              <a:ahLst/>
              <a:cxnLst/>
              <a:rect l="l" t="t" r="r" b="b"/>
              <a:pathLst>
                <a:path w="109855" h="548639" extrusionOk="0">
                  <a:moveTo>
                    <a:pt x="0" y="548639"/>
                  </a:moveTo>
                  <a:lnTo>
                    <a:pt x="109728" y="548639"/>
                  </a:lnTo>
                  <a:lnTo>
                    <a:pt x="109728" y="0"/>
                  </a:lnTo>
                  <a:lnTo>
                    <a:pt x="0" y="0"/>
                  </a:lnTo>
                  <a:lnTo>
                    <a:pt x="0" y="548639"/>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36" name="Google Shape;1336;p46"/>
            <p:cNvPicPr preferRelativeResize="0"/>
            <p:nvPr/>
          </p:nvPicPr>
          <p:blipFill rotWithShape="1">
            <a:blip r:embed="rId3">
              <a:alphaModFix/>
            </a:blip>
            <a:srcRect/>
            <a:stretch/>
          </p:blipFill>
          <p:spPr>
            <a:xfrm>
              <a:off x="2921508" y="3637787"/>
              <a:ext cx="162179" cy="76200"/>
            </a:xfrm>
            <a:prstGeom prst="rect">
              <a:avLst/>
            </a:prstGeom>
            <a:noFill/>
            <a:ln>
              <a:noFill/>
            </a:ln>
          </p:spPr>
        </p:pic>
        <p:sp>
          <p:nvSpPr>
            <p:cNvPr id="1337" name="Google Shape;1337;p46"/>
            <p:cNvSpPr/>
            <p:nvPr/>
          </p:nvSpPr>
          <p:spPr>
            <a:xfrm>
              <a:off x="2599944" y="3401567"/>
              <a:ext cx="45720" cy="558165"/>
            </a:xfrm>
            <a:custGeom>
              <a:avLst/>
              <a:gdLst/>
              <a:ahLst/>
              <a:cxnLst/>
              <a:rect l="l" t="t" r="r" b="b"/>
              <a:pathLst>
                <a:path w="45719" h="558164" extrusionOk="0">
                  <a:moveTo>
                    <a:pt x="45719" y="0"/>
                  </a:moveTo>
                  <a:lnTo>
                    <a:pt x="0" y="0"/>
                  </a:lnTo>
                  <a:lnTo>
                    <a:pt x="0" y="557784"/>
                  </a:lnTo>
                  <a:lnTo>
                    <a:pt x="45719" y="557784"/>
                  </a:lnTo>
                  <a:lnTo>
                    <a:pt x="45719"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38" name="Google Shape;1338;p46"/>
            <p:cNvSpPr/>
            <p:nvPr/>
          </p:nvSpPr>
          <p:spPr>
            <a:xfrm>
              <a:off x="2599944" y="3401567"/>
              <a:ext cx="45720" cy="558165"/>
            </a:xfrm>
            <a:custGeom>
              <a:avLst/>
              <a:gdLst/>
              <a:ahLst/>
              <a:cxnLst/>
              <a:rect l="l" t="t" r="r" b="b"/>
              <a:pathLst>
                <a:path w="45719" h="558164" extrusionOk="0">
                  <a:moveTo>
                    <a:pt x="0" y="557784"/>
                  </a:moveTo>
                  <a:lnTo>
                    <a:pt x="45719" y="557784"/>
                  </a:lnTo>
                  <a:lnTo>
                    <a:pt x="45719" y="0"/>
                  </a:lnTo>
                  <a:lnTo>
                    <a:pt x="0" y="0"/>
                  </a:lnTo>
                  <a:lnTo>
                    <a:pt x="0" y="557784"/>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39" name="Google Shape;1339;p46"/>
          <p:cNvGrpSpPr/>
          <p:nvPr/>
        </p:nvGrpSpPr>
        <p:grpSpPr>
          <a:xfrm>
            <a:off x="3087623" y="4489703"/>
            <a:ext cx="648334" cy="290068"/>
            <a:chOff x="3087623" y="4489703"/>
            <a:chExt cx="648334" cy="290068"/>
          </a:xfrm>
        </p:grpSpPr>
        <p:sp>
          <p:nvSpPr>
            <p:cNvPr id="1340" name="Google Shape;1340;p46"/>
            <p:cNvSpPr/>
            <p:nvPr/>
          </p:nvSpPr>
          <p:spPr>
            <a:xfrm>
              <a:off x="3087623" y="4492751"/>
              <a:ext cx="109855" cy="287020"/>
            </a:xfrm>
            <a:custGeom>
              <a:avLst/>
              <a:gdLst/>
              <a:ahLst/>
              <a:cxnLst/>
              <a:rect l="l" t="t" r="r" b="b"/>
              <a:pathLst>
                <a:path w="109855" h="287020" extrusionOk="0">
                  <a:moveTo>
                    <a:pt x="109727" y="0"/>
                  </a:moveTo>
                  <a:lnTo>
                    <a:pt x="0" y="0"/>
                  </a:lnTo>
                  <a:lnTo>
                    <a:pt x="0" y="286512"/>
                  </a:lnTo>
                  <a:lnTo>
                    <a:pt x="109727" y="286512"/>
                  </a:lnTo>
                  <a:lnTo>
                    <a:pt x="109727"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41" name="Google Shape;1341;p46"/>
            <p:cNvSpPr/>
            <p:nvPr/>
          </p:nvSpPr>
          <p:spPr>
            <a:xfrm>
              <a:off x="3087623" y="4492751"/>
              <a:ext cx="109855" cy="287020"/>
            </a:xfrm>
            <a:custGeom>
              <a:avLst/>
              <a:gdLst/>
              <a:ahLst/>
              <a:cxnLst/>
              <a:rect l="l" t="t" r="r" b="b"/>
              <a:pathLst>
                <a:path w="109855" h="287020" extrusionOk="0">
                  <a:moveTo>
                    <a:pt x="0" y="286512"/>
                  </a:moveTo>
                  <a:lnTo>
                    <a:pt x="109727" y="286512"/>
                  </a:lnTo>
                  <a:lnTo>
                    <a:pt x="109727" y="0"/>
                  </a:lnTo>
                  <a:lnTo>
                    <a:pt x="0" y="0"/>
                  </a:lnTo>
                  <a:lnTo>
                    <a:pt x="0" y="286512"/>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42" name="Google Shape;1342;p46"/>
            <p:cNvSpPr/>
            <p:nvPr/>
          </p:nvSpPr>
          <p:spPr>
            <a:xfrm>
              <a:off x="3355847" y="4489703"/>
              <a:ext cx="213360" cy="287020"/>
            </a:xfrm>
            <a:custGeom>
              <a:avLst/>
              <a:gdLst/>
              <a:ahLst/>
              <a:cxnLst/>
              <a:rect l="l" t="t" r="r" b="b"/>
              <a:pathLst>
                <a:path w="213360" h="287020" extrusionOk="0">
                  <a:moveTo>
                    <a:pt x="213360" y="0"/>
                  </a:moveTo>
                  <a:lnTo>
                    <a:pt x="0" y="0"/>
                  </a:lnTo>
                  <a:lnTo>
                    <a:pt x="0" y="286512"/>
                  </a:lnTo>
                  <a:lnTo>
                    <a:pt x="213360" y="286512"/>
                  </a:lnTo>
                  <a:lnTo>
                    <a:pt x="213360"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43" name="Google Shape;1343;p46"/>
            <p:cNvSpPr/>
            <p:nvPr/>
          </p:nvSpPr>
          <p:spPr>
            <a:xfrm>
              <a:off x="3355847" y="4489703"/>
              <a:ext cx="213360" cy="287020"/>
            </a:xfrm>
            <a:custGeom>
              <a:avLst/>
              <a:gdLst/>
              <a:ahLst/>
              <a:cxnLst/>
              <a:rect l="l" t="t" r="r" b="b"/>
              <a:pathLst>
                <a:path w="213360" h="287020" extrusionOk="0">
                  <a:moveTo>
                    <a:pt x="0" y="286512"/>
                  </a:moveTo>
                  <a:lnTo>
                    <a:pt x="213360" y="286512"/>
                  </a:lnTo>
                  <a:lnTo>
                    <a:pt x="213360" y="0"/>
                  </a:lnTo>
                  <a:lnTo>
                    <a:pt x="0" y="0"/>
                  </a:lnTo>
                  <a:lnTo>
                    <a:pt x="0" y="286512"/>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44" name="Google Shape;1344;p46"/>
            <p:cNvPicPr preferRelativeResize="0"/>
            <p:nvPr/>
          </p:nvPicPr>
          <p:blipFill rotWithShape="1">
            <a:blip r:embed="rId3">
              <a:alphaModFix/>
            </a:blip>
            <a:srcRect/>
            <a:stretch/>
          </p:blipFill>
          <p:spPr>
            <a:xfrm>
              <a:off x="3197351" y="4594859"/>
              <a:ext cx="162178" cy="76200"/>
            </a:xfrm>
            <a:prstGeom prst="rect">
              <a:avLst/>
            </a:prstGeom>
            <a:noFill/>
            <a:ln>
              <a:noFill/>
            </a:ln>
          </p:spPr>
        </p:pic>
        <p:pic>
          <p:nvPicPr>
            <p:cNvPr id="1345" name="Google Shape;1345;p46"/>
            <p:cNvPicPr preferRelativeResize="0"/>
            <p:nvPr/>
          </p:nvPicPr>
          <p:blipFill rotWithShape="1">
            <a:blip r:embed="rId3">
              <a:alphaModFix/>
            </a:blip>
            <a:srcRect/>
            <a:stretch/>
          </p:blipFill>
          <p:spPr>
            <a:xfrm>
              <a:off x="3573779" y="4594859"/>
              <a:ext cx="162178" cy="76200"/>
            </a:xfrm>
            <a:prstGeom prst="rect">
              <a:avLst/>
            </a:prstGeom>
            <a:noFill/>
            <a:ln>
              <a:noFill/>
            </a:ln>
          </p:spPr>
        </p:pic>
      </p:grpSp>
      <p:grpSp>
        <p:nvGrpSpPr>
          <p:cNvPr id="1346" name="Google Shape;1346;p46"/>
          <p:cNvGrpSpPr/>
          <p:nvPr/>
        </p:nvGrpSpPr>
        <p:grpSpPr>
          <a:xfrm>
            <a:off x="4648200" y="5900928"/>
            <a:ext cx="2324226" cy="128270"/>
            <a:chOff x="4648200" y="5900928"/>
            <a:chExt cx="2324226" cy="128270"/>
          </a:xfrm>
        </p:grpSpPr>
        <p:sp>
          <p:nvSpPr>
            <p:cNvPr id="1347" name="Google Shape;1347;p46"/>
            <p:cNvSpPr/>
            <p:nvPr/>
          </p:nvSpPr>
          <p:spPr>
            <a:xfrm>
              <a:off x="4648200" y="5900928"/>
              <a:ext cx="424180" cy="128270"/>
            </a:xfrm>
            <a:custGeom>
              <a:avLst/>
              <a:gdLst/>
              <a:ahLst/>
              <a:cxnLst/>
              <a:rect l="l" t="t" r="r" b="b"/>
              <a:pathLst>
                <a:path w="424179" h="128270" extrusionOk="0">
                  <a:moveTo>
                    <a:pt x="423672" y="0"/>
                  </a:moveTo>
                  <a:lnTo>
                    <a:pt x="0" y="0"/>
                  </a:lnTo>
                  <a:lnTo>
                    <a:pt x="0" y="128016"/>
                  </a:lnTo>
                  <a:lnTo>
                    <a:pt x="423672" y="128016"/>
                  </a:lnTo>
                  <a:lnTo>
                    <a:pt x="423672"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48" name="Google Shape;1348;p46"/>
            <p:cNvSpPr/>
            <p:nvPr/>
          </p:nvSpPr>
          <p:spPr>
            <a:xfrm>
              <a:off x="4648200" y="5900928"/>
              <a:ext cx="424180" cy="128270"/>
            </a:xfrm>
            <a:custGeom>
              <a:avLst/>
              <a:gdLst/>
              <a:ahLst/>
              <a:cxnLst/>
              <a:rect l="l" t="t" r="r" b="b"/>
              <a:pathLst>
                <a:path w="424179" h="128270" extrusionOk="0">
                  <a:moveTo>
                    <a:pt x="0" y="128016"/>
                  </a:moveTo>
                  <a:lnTo>
                    <a:pt x="423672" y="128016"/>
                  </a:lnTo>
                  <a:lnTo>
                    <a:pt x="423672" y="0"/>
                  </a:lnTo>
                  <a:lnTo>
                    <a:pt x="0" y="0"/>
                  </a:lnTo>
                  <a:lnTo>
                    <a:pt x="0" y="128016"/>
                  </a:lnTo>
                  <a:close/>
                </a:path>
              </a:pathLst>
            </a:custGeom>
            <a:noFill/>
            <a:ln w="12700"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49" name="Google Shape;1349;p46"/>
            <p:cNvPicPr preferRelativeResize="0"/>
            <p:nvPr/>
          </p:nvPicPr>
          <p:blipFill rotWithShape="1">
            <a:blip r:embed="rId3">
              <a:alphaModFix/>
            </a:blip>
            <a:srcRect/>
            <a:stretch/>
          </p:blipFill>
          <p:spPr>
            <a:xfrm>
              <a:off x="5071872" y="5926836"/>
              <a:ext cx="162178" cy="76200"/>
            </a:xfrm>
            <a:prstGeom prst="rect">
              <a:avLst/>
            </a:prstGeom>
            <a:noFill/>
            <a:ln>
              <a:noFill/>
            </a:ln>
          </p:spPr>
        </p:pic>
        <p:sp>
          <p:nvSpPr>
            <p:cNvPr id="1350" name="Google Shape;1350;p46"/>
            <p:cNvSpPr/>
            <p:nvPr/>
          </p:nvSpPr>
          <p:spPr>
            <a:xfrm>
              <a:off x="5233416" y="5900928"/>
              <a:ext cx="788035" cy="128270"/>
            </a:xfrm>
            <a:custGeom>
              <a:avLst/>
              <a:gdLst/>
              <a:ahLst/>
              <a:cxnLst/>
              <a:rect l="l" t="t" r="r" b="b"/>
              <a:pathLst>
                <a:path w="788035" h="128270" extrusionOk="0">
                  <a:moveTo>
                    <a:pt x="787908" y="0"/>
                  </a:moveTo>
                  <a:lnTo>
                    <a:pt x="0" y="0"/>
                  </a:lnTo>
                  <a:lnTo>
                    <a:pt x="0" y="128016"/>
                  </a:lnTo>
                  <a:lnTo>
                    <a:pt x="787908" y="128016"/>
                  </a:lnTo>
                  <a:lnTo>
                    <a:pt x="78790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51" name="Google Shape;1351;p46"/>
            <p:cNvSpPr/>
            <p:nvPr/>
          </p:nvSpPr>
          <p:spPr>
            <a:xfrm>
              <a:off x="5233416" y="5900928"/>
              <a:ext cx="788035" cy="128270"/>
            </a:xfrm>
            <a:custGeom>
              <a:avLst/>
              <a:gdLst/>
              <a:ahLst/>
              <a:cxnLst/>
              <a:rect l="l" t="t" r="r" b="b"/>
              <a:pathLst>
                <a:path w="788035" h="128270" extrusionOk="0">
                  <a:moveTo>
                    <a:pt x="0" y="128016"/>
                  </a:moveTo>
                  <a:lnTo>
                    <a:pt x="787908" y="128016"/>
                  </a:lnTo>
                  <a:lnTo>
                    <a:pt x="787908" y="0"/>
                  </a:lnTo>
                  <a:lnTo>
                    <a:pt x="0" y="0"/>
                  </a:lnTo>
                  <a:lnTo>
                    <a:pt x="0" y="128016"/>
                  </a:lnTo>
                  <a:close/>
                </a:path>
              </a:pathLst>
            </a:custGeom>
            <a:noFill/>
            <a:ln w="12675"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52" name="Google Shape;1352;p46"/>
            <p:cNvPicPr preferRelativeResize="0"/>
            <p:nvPr/>
          </p:nvPicPr>
          <p:blipFill rotWithShape="1">
            <a:blip r:embed="rId3">
              <a:alphaModFix/>
            </a:blip>
            <a:srcRect/>
            <a:stretch/>
          </p:blipFill>
          <p:spPr>
            <a:xfrm>
              <a:off x="6021324" y="5926836"/>
              <a:ext cx="162178" cy="76200"/>
            </a:xfrm>
            <a:prstGeom prst="rect">
              <a:avLst/>
            </a:prstGeom>
            <a:noFill/>
            <a:ln>
              <a:noFill/>
            </a:ln>
          </p:spPr>
        </p:pic>
        <p:sp>
          <p:nvSpPr>
            <p:cNvPr id="1353" name="Google Shape;1353;p46"/>
            <p:cNvSpPr/>
            <p:nvPr/>
          </p:nvSpPr>
          <p:spPr>
            <a:xfrm>
              <a:off x="6184391" y="5900928"/>
              <a:ext cx="788035" cy="128270"/>
            </a:xfrm>
            <a:custGeom>
              <a:avLst/>
              <a:gdLst/>
              <a:ahLst/>
              <a:cxnLst/>
              <a:rect l="l" t="t" r="r" b="b"/>
              <a:pathLst>
                <a:path w="788034" h="128270" extrusionOk="0">
                  <a:moveTo>
                    <a:pt x="787908" y="0"/>
                  </a:moveTo>
                  <a:lnTo>
                    <a:pt x="0" y="0"/>
                  </a:lnTo>
                  <a:lnTo>
                    <a:pt x="0" y="128016"/>
                  </a:lnTo>
                  <a:lnTo>
                    <a:pt x="787908" y="128016"/>
                  </a:lnTo>
                  <a:lnTo>
                    <a:pt x="787908" y="0"/>
                  </a:lnTo>
                  <a:close/>
                </a:path>
              </a:pathLst>
            </a:custGeom>
            <a:solidFill>
              <a:srgbClr val="2E5496"/>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54" name="Google Shape;1354;p46"/>
            <p:cNvSpPr/>
            <p:nvPr/>
          </p:nvSpPr>
          <p:spPr>
            <a:xfrm>
              <a:off x="6184391" y="5900928"/>
              <a:ext cx="788035" cy="128270"/>
            </a:xfrm>
            <a:custGeom>
              <a:avLst/>
              <a:gdLst/>
              <a:ahLst/>
              <a:cxnLst/>
              <a:rect l="l" t="t" r="r" b="b"/>
              <a:pathLst>
                <a:path w="788034" h="128270" extrusionOk="0">
                  <a:moveTo>
                    <a:pt x="0" y="128016"/>
                  </a:moveTo>
                  <a:lnTo>
                    <a:pt x="787908" y="128016"/>
                  </a:lnTo>
                  <a:lnTo>
                    <a:pt x="787908" y="0"/>
                  </a:lnTo>
                  <a:lnTo>
                    <a:pt x="0" y="0"/>
                  </a:lnTo>
                  <a:lnTo>
                    <a:pt x="0" y="128016"/>
                  </a:lnTo>
                  <a:close/>
                </a:path>
              </a:pathLst>
            </a:custGeom>
            <a:noFill/>
            <a:ln w="12675" cap="flat" cmpd="sng">
              <a:solidFill>
                <a:srgbClr val="2E5496"/>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55" name="Google Shape;1355;p46"/>
          <p:cNvGrpSpPr/>
          <p:nvPr/>
        </p:nvGrpSpPr>
        <p:grpSpPr>
          <a:xfrm>
            <a:off x="6574535" y="5308091"/>
            <a:ext cx="1599184" cy="132842"/>
            <a:chOff x="6574535" y="5308091"/>
            <a:chExt cx="1599184" cy="132842"/>
          </a:xfrm>
        </p:grpSpPr>
        <p:sp>
          <p:nvSpPr>
            <p:cNvPr id="1356" name="Google Shape;1356;p46"/>
            <p:cNvSpPr/>
            <p:nvPr/>
          </p:nvSpPr>
          <p:spPr>
            <a:xfrm>
              <a:off x="7164323" y="5311139"/>
              <a:ext cx="424180" cy="128270"/>
            </a:xfrm>
            <a:custGeom>
              <a:avLst/>
              <a:gdLst/>
              <a:ahLst/>
              <a:cxnLst/>
              <a:rect l="l" t="t" r="r" b="b"/>
              <a:pathLst>
                <a:path w="424179" h="128270" extrusionOk="0">
                  <a:moveTo>
                    <a:pt x="423672" y="0"/>
                  </a:moveTo>
                  <a:lnTo>
                    <a:pt x="0" y="0"/>
                  </a:lnTo>
                  <a:lnTo>
                    <a:pt x="0" y="128016"/>
                  </a:lnTo>
                  <a:lnTo>
                    <a:pt x="423672" y="128016"/>
                  </a:lnTo>
                  <a:lnTo>
                    <a:pt x="423672"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57" name="Google Shape;1357;p46"/>
            <p:cNvSpPr/>
            <p:nvPr/>
          </p:nvSpPr>
          <p:spPr>
            <a:xfrm>
              <a:off x="7164323" y="5311139"/>
              <a:ext cx="424180" cy="128270"/>
            </a:xfrm>
            <a:custGeom>
              <a:avLst/>
              <a:gdLst/>
              <a:ahLst/>
              <a:cxnLst/>
              <a:rect l="l" t="t" r="r" b="b"/>
              <a:pathLst>
                <a:path w="424179" h="128270" extrusionOk="0">
                  <a:moveTo>
                    <a:pt x="0" y="128016"/>
                  </a:moveTo>
                  <a:lnTo>
                    <a:pt x="423672" y="128016"/>
                  </a:lnTo>
                  <a:lnTo>
                    <a:pt x="423672" y="0"/>
                  </a:lnTo>
                  <a:lnTo>
                    <a:pt x="0" y="0"/>
                  </a:lnTo>
                  <a:lnTo>
                    <a:pt x="0" y="128016"/>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58" name="Google Shape;1358;p46"/>
            <p:cNvPicPr preferRelativeResize="0"/>
            <p:nvPr/>
          </p:nvPicPr>
          <p:blipFill rotWithShape="1">
            <a:blip r:embed="rId3">
              <a:alphaModFix/>
            </a:blip>
            <a:srcRect/>
            <a:stretch/>
          </p:blipFill>
          <p:spPr>
            <a:xfrm>
              <a:off x="7002779" y="5321807"/>
              <a:ext cx="162178" cy="76200"/>
            </a:xfrm>
            <a:prstGeom prst="rect">
              <a:avLst/>
            </a:prstGeom>
            <a:noFill/>
            <a:ln>
              <a:noFill/>
            </a:ln>
          </p:spPr>
        </p:pic>
        <p:sp>
          <p:nvSpPr>
            <p:cNvPr id="1359" name="Google Shape;1359;p46"/>
            <p:cNvSpPr/>
            <p:nvPr/>
          </p:nvSpPr>
          <p:spPr>
            <a:xfrm>
              <a:off x="7749539" y="5308091"/>
              <a:ext cx="424180" cy="128270"/>
            </a:xfrm>
            <a:custGeom>
              <a:avLst/>
              <a:gdLst/>
              <a:ahLst/>
              <a:cxnLst/>
              <a:rect l="l" t="t" r="r" b="b"/>
              <a:pathLst>
                <a:path w="424179" h="128270" extrusionOk="0">
                  <a:moveTo>
                    <a:pt x="423672" y="0"/>
                  </a:moveTo>
                  <a:lnTo>
                    <a:pt x="0" y="0"/>
                  </a:lnTo>
                  <a:lnTo>
                    <a:pt x="0" y="128015"/>
                  </a:lnTo>
                  <a:lnTo>
                    <a:pt x="423672" y="128015"/>
                  </a:lnTo>
                  <a:lnTo>
                    <a:pt x="423672"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60" name="Google Shape;1360;p46"/>
            <p:cNvSpPr/>
            <p:nvPr/>
          </p:nvSpPr>
          <p:spPr>
            <a:xfrm>
              <a:off x="7749539" y="5308091"/>
              <a:ext cx="424180" cy="128270"/>
            </a:xfrm>
            <a:custGeom>
              <a:avLst/>
              <a:gdLst/>
              <a:ahLst/>
              <a:cxnLst/>
              <a:rect l="l" t="t" r="r" b="b"/>
              <a:pathLst>
                <a:path w="424179" h="128270" extrusionOk="0">
                  <a:moveTo>
                    <a:pt x="0" y="128015"/>
                  </a:moveTo>
                  <a:lnTo>
                    <a:pt x="423672" y="128015"/>
                  </a:lnTo>
                  <a:lnTo>
                    <a:pt x="423672" y="0"/>
                  </a:lnTo>
                  <a:lnTo>
                    <a:pt x="0" y="0"/>
                  </a:lnTo>
                  <a:lnTo>
                    <a:pt x="0" y="128015"/>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61" name="Google Shape;1361;p46"/>
            <p:cNvPicPr preferRelativeResize="0"/>
            <p:nvPr/>
          </p:nvPicPr>
          <p:blipFill rotWithShape="1">
            <a:blip r:embed="rId3">
              <a:alphaModFix/>
            </a:blip>
            <a:srcRect/>
            <a:stretch/>
          </p:blipFill>
          <p:spPr>
            <a:xfrm>
              <a:off x="7587995" y="5318759"/>
              <a:ext cx="162178" cy="76200"/>
            </a:xfrm>
            <a:prstGeom prst="rect">
              <a:avLst/>
            </a:prstGeom>
            <a:noFill/>
            <a:ln>
              <a:noFill/>
            </a:ln>
          </p:spPr>
        </p:pic>
        <p:sp>
          <p:nvSpPr>
            <p:cNvPr id="1362" name="Google Shape;1362;p46"/>
            <p:cNvSpPr/>
            <p:nvPr/>
          </p:nvSpPr>
          <p:spPr>
            <a:xfrm>
              <a:off x="6574535" y="5312663"/>
              <a:ext cx="424180" cy="128270"/>
            </a:xfrm>
            <a:custGeom>
              <a:avLst/>
              <a:gdLst/>
              <a:ahLst/>
              <a:cxnLst/>
              <a:rect l="l" t="t" r="r" b="b"/>
              <a:pathLst>
                <a:path w="424179" h="128270" extrusionOk="0">
                  <a:moveTo>
                    <a:pt x="423672" y="0"/>
                  </a:moveTo>
                  <a:lnTo>
                    <a:pt x="0" y="0"/>
                  </a:lnTo>
                  <a:lnTo>
                    <a:pt x="0" y="128016"/>
                  </a:lnTo>
                  <a:lnTo>
                    <a:pt x="423672" y="128016"/>
                  </a:lnTo>
                  <a:lnTo>
                    <a:pt x="423672"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63" name="Google Shape;1363;p46"/>
            <p:cNvSpPr/>
            <p:nvPr/>
          </p:nvSpPr>
          <p:spPr>
            <a:xfrm>
              <a:off x="6574535" y="5312663"/>
              <a:ext cx="424180" cy="128270"/>
            </a:xfrm>
            <a:custGeom>
              <a:avLst/>
              <a:gdLst/>
              <a:ahLst/>
              <a:cxnLst/>
              <a:rect l="l" t="t" r="r" b="b"/>
              <a:pathLst>
                <a:path w="424179" h="128270" extrusionOk="0">
                  <a:moveTo>
                    <a:pt x="0" y="128016"/>
                  </a:moveTo>
                  <a:lnTo>
                    <a:pt x="423672" y="128016"/>
                  </a:lnTo>
                  <a:lnTo>
                    <a:pt x="423672" y="0"/>
                  </a:lnTo>
                  <a:lnTo>
                    <a:pt x="0" y="0"/>
                  </a:lnTo>
                  <a:lnTo>
                    <a:pt x="0" y="128016"/>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64" name="Google Shape;1364;p46"/>
          <p:cNvGrpSpPr/>
          <p:nvPr/>
        </p:nvGrpSpPr>
        <p:grpSpPr>
          <a:xfrm>
            <a:off x="7813547" y="4489703"/>
            <a:ext cx="975360" cy="290068"/>
            <a:chOff x="7813547" y="4489703"/>
            <a:chExt cx="975360" cy="290068"/>
          </a:xfrm>
        </p:grpSpPr>
        <p:sp>
          <p:nvSpPr>
            <p:cNvPr id="1365" name="Google Shape;1365;p46"/>
            <p:cNvSpPr/>
            <p:nvPr/>
          </p:nvSpPr>
          <p:spPr>
            <a:xfrm>
              <a:off x="8194547" y="4489703"/>
              <a:ext cx="213360" cy="287020"/>
            </a:xfrm>
            <a:custGeom>
              <a:avLst/>
              <a:gdLst/>
              <a:ahLst/>
              <a:cxnLst/>
              <a:rect l="l" t="t" r="r" b="b"/>
              <a:pathLst>
                <a:path w="213359" h="287020" extrusionOk="0">
                  <a:moveTo>
                    <a:pt x="213359" y="0"/>
                  </a:moveTo>
                  <a:lnTo>
                    <a:pt x="0" y="0"/>
                  </a:lnTo>
                  <a:lnTo>
                    <a:pt x="0" y="286512"/>
                  </a:lnTo>
                  <a:lnTo>
                    <a:pt x="213359" y="286512"/>
                  </a:lnTo>
                  <a:lnTo>
                    <a:pt x="213359"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66" name="Google Shape;1366;p46"/>
            <p:cNvSpPr/>
            <p:nvPr/>
          </p:nvSpPr>
          <p:spPr>
            <a:xfrm>
              <a:off x="8194547" y="4489703"/>
              <a:ext cx="213360" cy="287020"/>
            </a:xfrm>
            <a:custGeom>
              <a:avLst/>
              <a:gdLst/>
              <a:ahLst/>
              <a:cxnLst/>
              <a:rect l="l" t="t" r="r" b="b"/>
              <a:pathLst>
                <a:path w="213359" h="287020" extrusionOk="0">
                  <a:moveTo>
                    <a:pt x="0" y="286512"/>
                  </a:moveTo>
                  <a:lnTo>
                    <a:pt x="213359" y="286512"/>
                  </a:lnTo>
                  <a:lnTo>
                    <a:pt x="213359" y="0"/>
                  </a:lnTo>
                  <a:lnTo>
                    <a:pt x="0" y="0"/>
                  </a:lnTo>
                  <a:lnTo>
                    <a:pt x="0" y="286512"/>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67" name="Google Shape;1367;p46"/>
            <p:cNvPicPr preferRelativeResize="0"/>
            <p:nvPr/>
          </p:nvPicPr>
          <p:blipFill rotWithShape="1">
            <a:blip r:embed="rId3">
              <a:alphaModFix/>
            </a:blip>
            <a:srcRect/>
            <a:stretch/>
          </p:blipFill>
          <p:spPr>
            <a:xfrm>
              <a:off x="8037575" y="4605527"/>
              <a:ext cx="162178" cy="76200"/>
            </a:xfrm>
            <a:prstGeom prst="rect">
              <a:avLst/>
            </a:prstGeom>
            <a:noFill/>
            <a:ln>
              <a:noFill/>
            </a:ln>
          </p:spPr>
        </p:pic>
        <p:sp>
          <p:nvSpPr>
            <p:cNvPr id="1368" name="Google Shape;1368;p46"/>
            <p:cNvSpPr/>
            <p:nvPr/>
          </p:nvSpPr>
          <p:spPr>
            <a:xfrm>
              <a:off x="8575547" y="4492751"/>
              <a:ext cx="213360" cy="287020"/>
            </a:xfrm>
            <a:custGeom>
              <a:avLst/>
              <a:gdLst/>
              <a:ahLst/>
              <a:cxnLst/>
              <a:rect l="l" t="t" r="r" b="b"/>
              <a:pathLst>
                <a:path w="213359" h="287020" extrusionOk="0">
                  <a:moveTo>
                    <a:pt x="213359" y="0"/>
                  </a:moveTo>
                  <a:lnTo>
                    <a:pt x="0" y="0"/>
                  </a:lnTo>
                  <a:lnTo>
                    <a:pt x="0" y="286512"/>
                  </a:lnTo>
                  <a:lnTo>
                    <a:pt x="213359" y="286512"/>
                  </a:lnTo>
                  <a:lnTo>
                    <a:pt x="213359"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69" name="Google Shape;1369;p46"/>
            <p:cNvSpPr/>
            <p:nvPr/>
          </p:nvSpPr>
          <p:spPr>
            <a:xfrm>
              <a:off x="8575547" y="4492751"/>
              <a:ext cx="213360" cy="287020"/>
            </a:xfrm>
            <a:custGeom>
              <a:avLst/>
              <a:gdLst/>
              <a:ahLst/>
              <a:cxnLst/>
              <a:rect l="l" t="t" r="r" b="b"/>
              <a:pathLst>
                <a:path w="213359" h="287020" extrusionOk="0">
                  <a:moveTo>
                    <a:pt x="0" y="286512"/>
                  </a:moveTo>
                  <a:lnTo>
                    <a:pt x="213359" y="286512"/>
                  </a:lnTo>
                  <a:lnTo>
                    <a:pt x="213359" y="0"/>
                  </a:lnTo>
                  <a:lnTo>
                    <a:pt x="0" y="0"/>
                  </a:lnTo>
                  <a:lnTo>
                    <a:pt x="0" y="286512"/>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70" name="Google Shape;1370;p46"/>
            <p:cNvPicPr preferRelativeResize="0"/>
            <p:nvPr/>
          </p:nvPicPr>
          <p:blipFill rotWithShape="1">
            <a:blip r:embed="rId3">
              <a:alphaModFix/>
            </a:blip>
            <a:srcRect/>
            <a:stretch/>
          </p:blipFill>
          <p:spPr>
            <a:xfrm>
              <a:off x="8418575" y="4597907"/>
              <a:ext cx="162178" cy="76200"/>
            </a:xfrm>
            <a:prstGeom prst="rect">
              <a:avLst/>
            </a:prstGeom>
            <a:noFill/>
            <a:ln>
              <a:noFill/>
            </a:ln>
          </p:spPr>
        </p:pic>
        <p:sp>
          <p:nvSpPr>
            <p:cNvPr id="1371" name="Google Shape;1371;p46"/>
            <p:cNvSpPr/>
            <p:nvPr/>
          </p:nvSpPr>
          <p:spPr>
            <a:xfrm>
              <a:off x="7813547" y="4489703"/>
              <a:ext cx="213360" cy="287020"/>
            </a:xfrm>
            <a:custGeom>
              <a:avLst/>
              <a:gdLst/>
              <a:ahLst/>
              <a:cxnLst/>
              <a:rect l="l" t="t" r="r" b="b"/>
              <a:pathLst>
                <a:path w="213359" h="287020" extrusionOk="0">
                  <a:moveTo>
                    <a:pt x="213359" y="0"/>
                  </a:moveTo>
                  <a:lnTo>
                    <a:pt x="0" y="0"/>
                  </a:lnTo>
                  <a:lnTo>
                    <a:pt x="0" y="286512"/>
                  </a:lnTo>
                  <a:lnTo>
                    <a:pt x="213359" y="286512"/>
                  </a:lnTo>
                  <a:lnTo>
                    <a:pt x="213359"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72" name="Google Shape;1372;p46"/>
            <p:cNvSpPr/>
            <p:nvPr/>
          </p:nvSpPr>
          <p:spPr>
            <a:xfrm>
              <a:off x="7813547" y="4489703"/>
              <a:ext cx="213360" cy="287020"/>
            </a:xfrm>
            <a:custGeom>
              <a:avLst/>
              <a:gdLst/>
              <a:ahLst/>
              <a:cxnLst/>
              <a:rect l="l" t="t" r="r" b="b"/>
              <a:pathLst>
                <a:path w="213359" h="287020" extrusionOk="0">
                  <a:moveTo>
                    <a:pt x="0" y="286512"/>
                  </a:moveTo>
                  <a:lnTo>
                    <a:pt x="213359" y="286512"/>
                  </a:lnTo>
                  <a:lnTo>
                    <a:pt x="213359" y="0"/>
                  </a:lnTo>
                  <a:lnTo>
                    <a:pt x="0" y="0"/>
                  </a:lnTo>
                  <a:lnTo>
                    <a:pt x="0" y="286512"/>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73" name="Google Shape;1373;p46"/>
          <p:cNvGrpSpPr/>
          <p:nvPr/>
        </p:nvGrpSpPr>
        <p:grpSpPr>
          <a:xfrm>
            <a:off x="8638031" y="3404615"/>
            <a:ext cx="661543" cy="551942"/>
            <a:chOff x="8638031" y="3404615"/>
            <a:chExt cx="661543" cy="551942"/>
          </a:xfrm>
        </p:grpSpPr>
        <p:sp>
          <p:nvSpPr>
            <p:cNvPr id="1374" name="Google Shape;1374;p46"/>
            <p:cNvSpPr/>
            <p:nvPr/>
          </p:nvSpPr>
          <p:spPr>
            <a:xfrm>
              <a:off x="8912351" y="3409187"/>
              <a:ext cx="109855" cy="547370"/>
            </a:xfrm>
            <a:custGeom>
              <a:avLst/>
              <a:gdLst/>
              <a:ahLst/>
              <a:cxnLst/>
              <a:rect l="l" t="t" r="r" b="b"/>
              <a:pathLst>
                <a:path w="109854" h="547370" extrusionOk="0">
                  <a:moveTo>
                    <a:pt x="109727" y="0"/>
                  </a:moveTo>
                  <a:lnTo>
                    <a:pt x="0" y="0"/>
                  </a:lnTo>
                  <a:lnTo>
                    <a:pt x="0" y="547116"/>
                  </a:lnTo>
                  <a:lnTo>
                    <a:pt x="109727" y="547116"/>
                  </a:lnTo>
                  <a:lnTo>
                    <a:pt x="109727"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75" name="Google Shape;1375;p46"/>
            <p:cNvSpPr/>
            <p:nvPr/>
          </p:nvSpPr>
          <p:spPr>
            <a:xfrm>
              <a:off x="8912351" y="3409187"/>
              <a:ext cx="109855" cy="547370"/>
            </a:xfrm>
            <a:custGeom>
              <a:avLst/>
              <a:gdLst/>
              <a:ahLst/>
              <a:cxnLst/>
              <a:rect l="l" t="t" r="r" b="b"/>
              <a:pathLst>
                <a:path w="109854" h="547370" extrusionOk="0">
                  <a:moveTo>
                    <a:pt x="0" y="547116"/>
                  </a:moveTo>
                  <a:lnTo>
                    <a:pt x="109727" y="547116"/>
                  </a:lnTo>
                  <a:lnTo>
                    <a:pt x="109727" y="0"/>
                  </a:lnTo>
                  <a:lnTo>
                    <a:pt x="0" y="0"/>
                  </a:lnTo>
                  <a:lnTo>
                    <a:pt x="0" y="547116"/>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76" name="Google Shape;1376;p46"/>
            <p:cNvPicPr preferRelativeResize="0"/>
            <p:nvPr/>
          </p:nvPicPr>
          <p:blipFill rotWithShape="1">
            <a:blip r:embed="rId3">
              <a:alphaModFix/>
            </a:blip>
            <a:srcRect/>
            <a:stretch/>
          </p:blipFill>
          <p:spPr>
            <a:xfrm>
              <a:off x="8755379" y="3645407"/>
              <a:ext cx="162178" cy="76200"/>
            </a:xfrm>
            <a:prstGeom prst="rect">
              <a:avLst/>
            </a:prstGeom>
            <a:noFill/>
            <a:ln>
              <a:noFill/>
            </a:ln>
          </p:spPr>
        </p:pic>
        <p:sp>
          <p:nvSpPr>
            <p:cNvPr id="1377" name="Google Shape;1377;p46"/>
            <p:cNvSpPr/>
            <p:nvPr/>
          </p:nvSpPr>
          <p:spPr>
            <a:xfrm>
              <a:off x="9189719" y="3407663"/>
              <a:ext cx="109855" cy="548640"/>
            </a:xfrm>
            <a:custGeom>
              <a:avLst/>
              <a:gdLst/>
              <a:ahLst/>
              <a:cxnLst/>
              <a:rect l="l" t="t" r="r" b="b"/>
              <a:pathLst>
                <a:path w="109854" h="548639" extrusionOk="0">
                  <a:moveTo>
                    <a:pt x="109727" y="0"/>
                  </a:moveTo>
                  <a:lnTo>
                    <a:pt x="0" y="0"/>
                  </a:lnTo>
                  <a:lnTo>
                    <a:pt x="0" y="548640"/>
                  </a:lnTo>
                  <a:lnTo>
                    <a:pt x="109727" y="548640"/>
                  </a:lnTo>
                  <a:lnTo>
                    <a:pt x="109727"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78" name="Google Shape;1378;p46"/>
            <p:cNvSpPr/>
            <p:nvPr/>
          </p:nvSpPr>
          <p:spPr>
            <a:xfrm>
              <a:off x="9189719" y="3407663"/>
              <a:ext cx="109855" cy="548640"/>
            </a:xfrm>
            <a:custGeom>
              <a:avLst/>
              <a:gdLst/>
              <a:ahLst/>
              <a:cxnLst/>
              <a:rect l="l" t="t" r="r" b="b"/>
              <a:pathLst>
                <a:path w="109854" h="548639" extrusionOk="0">
                  <a:moveTo>
                    <a:pt x="0" y="548640"/>
                  </a:moveTo>
                  <a:lnTo>
                    <a:pt x="109727" y="548640"/>
                  </a:lnTo>
                  <a:lnTo>
                    <a:pt x="109727" y="0"/>
                  </a:lnTo>
                  <a:lnTo>
                    <a:pt x="0" y="0"/>
                  </a:lnTo>
                  <a:lnTo>
                    <a:pt x="0" y="548640"/>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79" name="Google Shape;1379;p46"/>
            <p:cNvPicPr preferRelativeResize="0"/>
            <p:nvPr/>
          </p:nvPicPr>
          <p:blipFill rotWithShape="1">
            <a:blip r:embed="rId3">
              <a:alphaModFix/>
            </a:blip>
            <a:srcRect/>
            <a:stretch/>
          </p:blipFill>
          <p:spPr>
            <a:xfrm>
              <a:off x="9032747" y="3643883"/>
              <a:ext cx="162178" cy="76200"/>
            </a:xfrm>
            <a:prstGeom prst="rect">
              <a:avLst/>
            </a:prstGeom>
            <a:noFill/>
            <a:ln>
              <a:noFill/>
            </a:ln>
          </p:spPr>
        </p:pic>
        <p:sp>
          <p:nvSpPr>
            <p:cNvPr id="1380" name="Google Shape;1380;p46"/>
            <p:cNvSpPr/>
            <p:nvPr/>
          </p:nvSpPr>
          <p:spPr>
            <a:xfrm>
              <a:off x="8638031" y="3404615"/>
              <a:ext cx="109855" cy="548640"/>
            </a:xfrm>
            <a:custGeom>
              <a:avLst/>
              <a:gdLst/>
              <a:ahLst/>
              <a:cxnLst/>
              <a:rect l="l" t="t" r="r" b="b"/>
              <a:pathLst>
                <a:path w="109854" h="548639" extrusionOk="0">
                  <a:moveTo>
                    <a:pt x="109727" y="0"/>
                  </a:moveTo>
                  <a:lnTo>
                    <a:pt x="0" y="0"/>
                  </a:lnTo>
                  <a:lnTo>
                    <a:pt x="0" y="548640"/>
                  </a:lnTo>
                  <a:lnTo>
                    <a:pt x="109727" y="548640"/>
                  </a:lnTo>
                  <a:lnTo>
                    <a:pt x="109727"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81" name="Google Shape;1381;p46"/>
            <p:cNvSpPr/>
            <p:nvPr/>
          </p:nvSpPr>
          <p:spPr>
            <a:xfrm>
              <a:off x="8638031" y="3404615"/>
              <a:ext cx="109855" cy="548640"/>
            </a:xfrm>
            <a:custGeom>
              <a:avLst/>
              <a:gdLst/>
              <a:ahLst/>
              <a:cxnLst/>
              <a:rect l="l" t="t" r="r" b="b"/>
              <a:pathLst>
                <a:path w="109854" h="548639" extrusionOk="0">
                  <a:moveTo>
                    <a:pt x="0" y="548640"/>
                  </a:moveTo>
                  <a:lnTo>
                    <a:pt x="109727" y="548640"/>
                  </a:lnTo>
                  <a:lnTo>
                    <a:pt x="109727" y="0"/>
                  </a:lnTo>
                  <a:lnTo>
                    <a:pt x="0" y="0"/>
                  </a:lnTo>
                  <a:lnTo>
                    <a:pt x="0" y="548640"/>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82" name="Google Shape;1382;p46"/>
          <p:cNvGrpSpPr/>
          <p:nvPr/>
        </p:nvGrpSpPr>
        <p:grpSpPr>
          <a:xfrm>
            <a:off x="9233916" y="1815083"/>
            <a:ext cx="707644" cy="1120267"/>
            <a:chOff x="9233916" y="1815083"/>
            <a:chExt cx="707644" cy="1120267"/>
          </a:xfrm>
        </p:grpSpPr>
        <p:sp>
          <p:nvSpPr>
            <p:cNvPr id="1383" name="Google Shape;1383;p46"/>
            <p:cNvSpPr/>
            <p:nvPr/>
          </p:nvSpPr>
          <p:spPr>
            <a:xfrm>
              <a:off x="9453372" y="1815083"/>
              <a:ext cx="47625" cy="1115695"/>
            </a:xfrm>
            <a:custGeom>
              <a:avLst/>
              <a:gdLst/>
              <a:ahLst/>
              <a:cxnLst/>
              <a:rect l="l" t="t" r="r" b="b"/>
              <a:pathLst>
                <a:path w="47625" h="1115695" extrusionOk="0">
                  <a:moveTo>
                    <a:pt x="47244" y="0"/>
                  </a:moveTo>
                  <a:lnTo>
                    <a:pt x="0" y="0"/>
                  </a:lnTo>
                  <a:lnTo>
                    <a:pt x="0" y="1115568"/>
                  </a:lnTo>
                  <a:lnTo>
                    <a:pt x="47244" y="1115568"/>
                  </a:lnTo>
                  <a:lnTo>
                    <a:pt x="47244"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84" name="Google Shape;1384;p46"/>
            <p:cNvSpPr/>
            <p:nvPr/>
          </p:nvSpPr>
          <p:spPr>
            <a:xfrm>
              <a:off x="9453372" y="1815083"/>
              <a:ext cx="47625" cy="1115695"/>
            </a:xfrm>
            <a:custGeom>
              <a:avLst/>
              <a:gdLst/>
              <a:ahLst/>
              <a:cxnLst/>
              <a:rect l="l" t="t" r="r" b="b"/>
              <a:pathLst>
                <a:path w="47625" h="1115695" extrusionOk="0">
                  <a:moveTo>
                    <a:pt x="0" y="1115568"/>
                  </a:moveTo>
                  <a:lnTo>
                    <a:pt x="47244" y="1115568"/>
                  </a:lnTo>
                  <a:lnTo>
                    <a:pt x="47244" y="0"/>
                  </a:lnTo>
                  <a:lnTo>
                    <a:pt x="0" y="0"/>
                  </a:lnTo>
                  <a:lnTo>
                    <a:pt x="0" y="1115568"/>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85" name="Google Shape;1385;p46"/>
            <p:cNvSpPr/>
            <p:nvPr/>
          </p:nvSpPr>
          <p:spPr>
            <a:xfrm>
              <a:off x="9677400" y="1818131"/>
              <a:ext cx="47625" cy="1115695"/>
            </a:xfrm>
            <a:custGeom>
              <a:avLst/>
              <a:gdLst/>
              <a:ahLst/>
              <a:cxnLst/>
              <a:rect l="l" t="t" r="r" b="b"/>
              <a:pathLst>
                <a:path w="47625" h="1115695" extrusionOk="0">
                  <a:moveTo>
                    <a:pt x="47244" y="0"/>
                  </a:moveTo>
                  <a:lnTo>
                    <a:pt x="0" y="0"/>
                  </a:lnTo>
                  <a:lnTo>
                    <a:pt x="0" y="1115568"/>
                  </a:lnTo>
                  <a:lnTo>
                    <a:pt x="47244" y="1115568"/>
                  </a:lnTo>
                  <a:lnTo>
                    <a:pt x="47244"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86" name="Google Shape;1386;p46"/>
            <p:cNvSpPr/>
            <p:nvPr/>
          </p:nvSpPr>
          <p:spPr>
            <a:xfrm>
              <a:off x="9677400" y="1818131"/>
              <a:ext cx="47625" cy="1115695"/>
            </a:xfrm>
            <a:custGeom>
              <a:avLst/>
              <a:gdLst/>
              <a:ahLst/>
              <a:cxnLst/>
              <a:rect l="l" t="t" r="r" b="b"/>
              <a:pathLst>
                <a:path w="47625" h="1115695" extrusionOk="0">
                  <a:moveTo>
                    <a:pt x="0" y="1115568"/>
                  </a:moveTo>
                  <a:lnTo>
                    <a:pt x="47244" y="1115568"/>
                  </a:lnTo>
                  <a:lnTo>
                    <a:pt x="47244" y="0"/>
                  </a:lnTo>
                  <a:lnTo>
                    <a:pt x="0" y="0"/>
                  </a:lnTo>
                  <a:lnTo>
                    <a:pt x="0" y="1115568"/>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87" name="Google Shape;1387;p46"/>
            <p:cNvPicPr preferRelativeResize="0"/>
            <p:nvPr/>
          </p:nvPicPr>
          <p:blipFill rotWithShape="1">
            <a:blip r:embed="rId7">
              <a:alphaModFix/>
            </a:blip>
            <a:srcRect/>
            <a:stretch/>
          </p:blipFill>
          <p:spPr>
            <a:xfrm>
              <a:off x="9506585" y="2336926"/>
              <a:ext cx="170179" cy="76200"/>
            </a:xfrm>
            <a:prstGeom prst="rect">
              <a:avLst/>
            </a:prstGeom>
            <a:noFill/>
            <a:ln>
              <a:noFill/>
            </a:ln>
          </p:spPr>
        </p:pic>
        <p:pic>
          <p:nvPicPr>
            <p:cNvPr id="1388" name="Google Shape;1388;p46"/>
            <p:cNvPicPr preferRelativeResize="0"/>
            <p:nvPr/>
          </p:nvPicPr>
          <p:blipFill rotWithShape="1">
            <a:blip r:embed="rId3">
              <a:alphaModFix/>
            </a:blip>
            <a:srcRect/>
            <a:stretch/>
          </p:blipFill>
          <p:spPr>
            <a:xfrm>
              <a:off x="9290304" y="2334767"/>
              <a:ext cx="162178" cy="76200"/>
            </a:xfrm>
            <a:prstGeom prst="rect">
              <a:avLst/>
            </a:prstGeom>
            <a:noFill/>
            <a:ln>
              <a:noFill/>
            </a:ln>
          </p:spPr>
        </p:pic>
        <p:sp>
          <p:nvSpPr>
            <p:cNvPr id="1389" name="Google Shape;1389;p46"/>
            <p:cNvSpPr/>
            <p:nvPr/>
          </p:nvSpPr>
          <p:spPr>
            <a:xfrm>
              <a:off x="9233916" y="1816607"/>
              <a:ext cx="47625" cy="1115695"/>
            </a:xfrm>
            <a:custGeom>
              <a:avLst/>
              <a:gdLst/>
              <a:ahLst/>
              <a:cxnLst/>
              <a:rect l="l" t="t" r="r" b="b"/>
              <a:pathLst>
                <a:path w="47625" h="1115695" extrusionOk="0">
                  <a:moveTo>
                    <a:pt x="47244" y="0"/>
                  </a:moveTo>
                  <a:lnTo>
                    <a:pt x="0" y="0"/>
                  </a:lnTo>
                  <a:lnTo>
                    <a:pt x="0" y="1115568"/>
                  </a:lnTo>
                  <a:lnTo>
                    <a:pt x="47244" y="1115568"/>
                  </a:lnTo>
                  <a:lnTo>
                    <a:pt x="47244"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90" name="Google Shape;1390;p46"/>
            <p:cNvSpPr/>
            <p:nvPr/>
          </p:nvSpPr>
          <p:spPr>
            <a:xfrm>
              <a:off x="9233916" y="1816607"/>
              <a:ext cx="47625" cy="1115695"/>
            </a:xfrm>
            <a:custGeom>
              <a:avLst/>
              <a:gdLst/>
              <a:ahLst/>
              <a:cxnLst/>
              <a:rect l="l" t="t" r="r" b="b"/>
              <a:pathLst>
                <a:path w="47625" h="1115695" extrusionOk="0">
                  <a:moveTo>
                    <a:pt x="0" y="1115568"/>
                  </a:moveTo>
                  <a:lnTo>
                    <a:pt x="47244" y="1115568"/>
                  </a:lnTo>
                  <a:lnTo>
                    <a:pt x="47244" y="0"/>
                  </a:lnTo>
                  <a:lnTo>
                    <a:pt x="0" y="0"/>
                  </a:lnTo>
                  <a:lnTo>
                    <a:pt x="0" y="1115568"/>
                  </a:lnTo>
                  <a:close/>
                </a:path>
              </a:pathLst>
            </a:custGeom>
            <a:noFill/>
            <a:ln w="126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pic>
          <p:nvPicPr>
            <p:cNvPr id="1391" name="Google Shape;1391;p46"/>
            <p:cNvPicPr preferRelativeResize="0"/>
            <p:nvPr/>
          </p:nvPicPr>
          <p:blipFill rotWithShape="1">
            <a:blip r:embed="rId8">
              <a:alphaModFix/>
            </a:blip>
            <a:srcRect/>
            <a:stretch/>
          </p:blipFill>
          <p:spPr>
            <a:xfrm>
              <a:off x="9738233" y="2335402"/>
              <a:ext cx="170179" cy="76200"/>
            </a:xfrm>
            <a:prstGeom prst="rect">
              <a:avLst/>
            </a:prstGeom>
            <a:noFill/>
            <a:ln>
              <a:noFill/>
            </a:ln>
          </p:spPr>
        </p:pic>
        <p:sp>
          <p:nvSpPr>
            <p:cNvPr id="1392" name="Google Shape;1392;p46"/>
            <p:cNvSpPr/>
            <p:nvPr/>
          </p:nvSpPr>
          <p:spPr>
            <a:xfrm>
              <a:off x="9913620" y="1819655"/>
              <a:ext cx="27940" cy="1115695"/>
            </a:xfrm>
            <a:custGeom>
              <a:avLst/>
              <a:gdLst/>
              <a:ahLst/>
              <a:cxnLst/>
              <a:rect l="l" t="t" r="r" b="b"/>
              <a:pathLst>
                <a:path w="27940" h="1115695" extrusionOk="0">
                  <a:moveTo>
                    <a:pt x="27431" y="0"/>
                  </a:moveTo>
                  <a:lnTo>
                    <a:pt x="0" y="0"/>
                  </a:lnTo>
                  <a:lnTo>
                    <a:pt x="0" y="1115568"/>
                  </a:lnTo>
                  <a:lnTo>
                    <a:pt x="27431" y="1115568"/>
                  </a:lnTo>
                  <a:lnTo>
                    <a:pt x="27431" y="0"/>
                  </a:lnTo>
                  <a:close/>
                </a:path>
              </a:pathLst>
            </a:custGeom>
            <a:solidFill>
              <a:srgbClr val="00AFE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393" name="Google Shape;1393;p46"/>
            <p:cNvSpPr/>
            <p:nvPr/>
          </p:nvSpPr>
          <p:spPr>
            <a:xfrm>
              <a:off x="9913620" y="1819655"/>
              <a:ext cx="27940" cy="1115695"/>
            </a:xfrm>
            <a:custGeom>
              <a:avLst/>
              <a:gdLst/>
              <a:ahLst/>
              <a:cxnLst/>
              <a:rect l="l" t="t" r="r" b="b"/>
              <a:pathLst>
                <a:path w="27940" h="1115695" extrusionOk="0">
                  <a:moveTo>
                    <a:pt x="0" y="1115568"/>
                  </a:moveTo>
                  <a:lnTo>
                    <a:pt x="27431" y="1115568"/>
                  </a:lnTo>
                  <a:lnTo>
                    <a:pt x="27431" y="0"/>
                  </a:lnTo>
                  <a:lnTo>
                    <a:pt x="0" y="0"/>
                  </a:lnTo>
                  <a:lnTo>
                    <a:pt x="0" y="1115568"/>
                  </a:lnTo>
                  <a:close/>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94" name="Google Shape;1394;p46"/>
          <p:cNvGrpSpPr/>
          <p:nvPr/>
        </p:nvGrpSpPr>
        <p:grpSpPr>
          <a:xfrm>
            <a:off x="2542032" y="3037332"/>
            <a:ext cx="151130" cy="250190"/>
            <a:chOff x="2542032" y="3037332"/>
            <a:chExt cx="151130" cy="250190"/>
          </a:xfrm>
        </p:grpSpPr>
        <p:pic>
          <p:nvPicPr>
            <p:cNvPr id="1395" name="Google Shape;1395;p46"/>
            <p:cNvPicPr preferRelativeResize="0"/>
            <p:nvPr/>
          </p:nvPicPr>
          <p:blipFill rotWithShape="1">
            <a:blip r:embed="rId9">
              <a:alphaModFix/>
            </a:blip>
            <a:srcRect/>
            <a:stretch/>
          </p:blipFill>
          <p:spPr>
            <a:xfrm>
              <a:off x="2542032" y="3037332"/>
              <a:ext cx="150875" cy="249936"/>
            </a:xfrm>
            <a:prstGeom prst="rect">
              <a:avLst/>
            </a:prstGeom>
            <a:noFill/>
            <a:ln>
              <a:noFill/>
            </a:ln>
          </p:spPr>
        </p:pic>
        <p:sp>
          <p:nvSpPr>
            <p:cNvPr id="1396" name="Google Shape;1396;p46"/>
            <p:cNvSpPr/>
            <p:nvPr/>
          </p:nvSpPr>
          <p:spPr>
            <a:xfrm>
              <a:off x="2542032" y="3037332"/>
              <a:ext cx="151130" cy="250190"/>
            </a:xfrm>
            <a:custGeom>
              <a:avLst/>
              <a:gdLst/>
              <a:ahLst/>
              <a:cxnLst/>
              <a:rect l="l" t="t" r="r" b="b"/>
              <a:pathLst>
                <a:path w="151130" h="250189" extrusionOk="0">
                  <a:moveTo>
                    <a:pt x="0" y="174498"/>
                  </a:moveTo>
                  <a:lnTo>
                    <a:pt x="37719" y="174498"/>
                  </a:lnTo>
                  <a:lnTo>
                    <a:pt x="37719" y="0"/>
                  </a:lnTo>
                  <a:lnTo>
                    <a:pt x="113157" y="0"/>
                  </a:lnTo>
                  <a:lnTo>
                    <a:pt x="113157" y="174498"/>
                  </a:lnTo>
                  <a:lnTo>
                    <a:pt x="150876" y="174498"/>
                  </a:lnTo>
                  <a:lnTo>
                    <a:pt x="75438" y="249936"/>
                  </a:lnTo>
                  <a:lnTo>
                    <a:pt x="0" y="17449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397" name="Google Shape;1397;p46"/>
          <p:cNvGrpSpPr/>
          <p:nvPr/>
        </p:nvGrpSpPr>
        <p:grpSpPr>
          <a:xfrm>
            <a:off x="3072383" y="4087367"/>
            <a:ext cx="149860" cy="250190"/>
            <a:chOff x="3072383" y="4087367"/>
            <a:chExt cx="149860" cy="250190"/>
          </a:xfrm>
        </p:grpSpPr>
        <p:pic>
          <p:nvPicPr>
            <p:cNvPr id="1398" name="Google Shape;1398;p46"/>
            <p:cNvPicPr preferRelativeResize="0"/>
            <p:nvPr/>
          </p:nvPicPr>
          <p:blipFill rotWithShape="1">
            <a:blip r:embed="rId10">
              <a:alphaModFix/>
            </a:blip>
            <a:srcRect/>
            <a:stretch/>
          </p:blipFill>
          <p:spPr>
            <a:xfrm>
              <a:off x="3072383" y="4087367"/>
              <a:ext cx="149351" cy="249936"/>
            </a:xfrm>
            <a:prstGeom prst="rect">
              <a:avLst/>
            </a:prstGeom>
            <a:noFill/>
            <a:ln>
              <a:noFill/>
            </a:ln>
          </p:spPr>
        </p:pic>
        <p:sp>
          <p:nvSpPr>
            <p:cNvPr id="1399" name="Google Shape;1399;p46"/>
            <p:cNvSpPr/>
            <p:nvPr/>
          </p:nvSpPr>
          <p:spPr>
            <a:xfrm>
              <a:off x="3072383" y="4087367"/>
              <a:ext cx="149860" cy="250190"/>
            </a:xfrm>
            <a:custGeom>
              <a:avLst/>
              <a:gdLst/>
              <a:ahLst/>
              <a:cxnLst/>
              <a:rect l="l" t="t" r="r" b="b"/>
              <a:pathLst>
                <a:path w="149860" h="250189" extrusionOk="0">
                  <a:moveTo>
                    <a:pt x="0" y="175260"/>
                  </a:moveTo>
                  <a:lnTo>
                    <a:pt x="37338" y="175260"/>
                  </a:lnTo>
                  <a:lnTo>
                    <a:pt x="37338" y="0"/>
                  </a:lnTo>
                  <a:lnTo>
                    <a:pt x="112014" y="0"/>
                  </a:lnTo>
                  <a:lnTo>
                    <a:pt x="112014" y="175260"/>
                  </a:lnTo>
                  <a:lnTo>
                    <a:pt x="149352" y="175260"/>
                  </a:lnTo>
                  <a:lnTo>
                    <a:pt x="74676" y="249936"/>
                  </a:lnTo>
                  <a:lnTo>
                    <a:pt x="0" y="17526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400" name="Google Shape;1400;p46"/>
          <p:cNvGrpSpPr/>
          <p:nvPr/>
        </p:nvGrpSpPr>
        <p:grpSpPr>
          <a:xfrm>
            <a:off x="3747515" y="4892040"/>
            <a:ext cx="149860" cy="250190"/>
            <a:chOff x="3747515" y="4892040"/>
            <a:chExt cx="149860" cy="250190"/>
          </a:xfrm>
        </p:grpSpPr>
        <p:pic>
          <p:nvPicPr>
            <p:cNvPr id="1401" name="Google Shape;1401;p46"/>
            <p:cNvPicPr preferRelativeResize="0"/>
            <p:nvPr/>
          </p:nvPicPr>
          <p:blipFill rotWithShape="1">
            <a:blip r:embed="rId10">
              <a:alphaModFix/>
            </a:blip>
            <a:srcRect/>
            <a:stretch/>
          </p:blipFill>
          <p:spPr>
            <a:xfrm>
              <a:off x="3747515" y="4892040"/>
              <a:ext cx="149351" cy="249936"/>
            </a:xfrm>
            <a:prstGeom prst="rect">
              <a:avLst/>
            </a:prstGeom>
            <a:noFill/>
            <a:ln>
              <a:noFill/>
            </a:ln>
          </p:spPr>
        </p:pic>
        <p:sp>
          <p:nvSpPr>
            <p:cNvPr id="1402" name="Google Shape;1402;p46"/>
            <p:cNvSpPr/>
            <p:nvPr/>
          </p:nvSpPr>
          <p:spPr>
            <a:xfrm>
              <a:off x="3747515" y="4892040"/>
              <a:ext cx="149860" cy="250190"/>
            </a:xfrm>
            <a:custGeom>
              <a:avLst/>
              <a:gdLst/>
              <a:ahLst/>
              <a:cxnLst/>
              <a:rect l="l" t="t" r="r" b="b"/>
              <a:pathLst>
                <a:path w="149860" h="250189" extrusionOk="0">
                  <a:moveTo>
                    <a:pt x="0" y="175260"/>
                  </a:moveTo>
                  <a:lnTo>
                    <a:pt x="37338" y="175260"/>
                  </a:lnTo>
                  <a:lnTo>
                    <a:pt x="37338" y="0"/>
                  </a:lnTo>
                  <a:lnTo>
                    <a:pt x="112014" y="0"/>
                  </a:lnTo>
                  <a:lnTo>
                    <a:pt x="112014" y="175260"/>
                  </a:lnTo>
                  <a:lnTo>
                    <a:pt x="149352" y="175260"/>
                  </a:lnTo>
                  <a:lnTo>
                    <a:pt x="74676" y="249936"/>
                  </a:lnTo>
                  <a:lnTo>
                    <a:pt x="0" y="17526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403" name="Google Shape;1403;p46"/>
          <p:cNvGrpSpPr/>
          <p:nvPr/>
        </p:nvGrpSpPr>
        <p:grpSpPr>
          <a:xfrm>
            <a:off x="4674108" y="5567171"/>
            <a:ext cx="151130" cy="250190"/>
            <a:chOff x="4674108" y="5567171"/>
            <a:chExt cx="151130" cy="250190"/>
          </a:xfrm>
        </p:grpSpPr>
        <p:pic>
          <p:nvPicPr>
            <p:cNvPr id="1404" name="Google Shape;1404;p46"/>
            <p:cNvPicPr preferRelativeResize="0"/>
            <p:nvPr/>
          </p:nvPicPr>
          <p:blipFill rotWithShape="1">
            <a:blip r:embed="rId11">
              <a:alphaModFix/>
            </a:blip>
            <a:srcRect/>
            <a:stretch/>
          </p:blipFill>
          <p:spPr>
            <a:xfrm>
              <a:off x="4674108" y="5567171"/>
              <a:ext cx="150875" cy="249935"/>
            </a:xfrm>
            <a:prstGeom prst="rect">
              <a:avLst/>
            </a:prstGeom>
            <a:noFill/>
            <a:ln>
              <a:noFill/>
            </a:ln>
          </p:spPr>
        </p:pic>
        <p:sp>
          <p:nvSpPr>
            <p:cNvPr id="1405" name="Google Shape;1405;p46"/>
            <p:cNvSpPr/>
            <p:nvPr/>
          </p:nvSpPr>
          <p:spPr>
            <a:xfrm>
              <a:off x="4674108" y="5567171"/>
              <a:ext cx="151130" cy="250190"/>
            </a:xfrm>
            <a:custGeom>
              <a:avLst/>
              <a:gdLst/>
              <a:ahLst/>
              <a:cxnLst/>
              <a:rect l="l" t="t" r="r" b="b"/>
              <a:pathLst>
                <a:path w="151129" h="250189" extrusionOk="0">
                  <a:moveTo>
                    <a:pt x="0" y="174497"/>
                  </a:moveTo>
                  <a:lnTo>
                    <a:pt x="37719" y="174497"/>
                  </a:lnTo>
                  <a:lnTo>
                    <a:pt x="37719" y="0"/>
                  </a:lnTo>
                  <a:lnTo>
                    <a:pt x="113157" y="0"/>
                  </a:lnTo>
                  <a:lnTo>
                    <a:pt x="113157" y="174497"/>
                  </a:lnTo>
                  <a:lnTo>
                    <a:pt x="150876" y="174497"/>
                  </a:lnTo>
                  <a:lnTo>
                    <a:pt x="75438" y="249935"/>
                  </a:lnTo>
                  <a:lnTo>
                    <a:pt x="0" y="17449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406" name="Google Shape;1406;p46"/>
          <p:cNvGrpSpPr/>
          <p:nvPr/>
        </p:nvGrpSpPr>
        <p:grpSpPr>
          <a:xfrm>
            <a:off x="6522719" y="5571744"/>
            <a:ext cx="149860" cy="250190"/>
            <a:chOff x="6522719" y="5571744"/>
            <a:chExt cx="149860" cy="250190"/>
          </a:xfrm>
        </p:grpSpPr>
        <p:pic>
          <p:nvPicPr>
            <p:cNvPr id="1407" name="Google Shape;1407;p46"/>
            <p:cNvPicPr preferRelativeResize="0"/>
            <p:nvPr/>
          </p:nvPicPr>
          <p:blipFill rotWithShape="1">
            <a:blip r:embed="rId12">
              <a:alphaModFix/>
            </a:blip>
            <a:srcRect/>
            <a:stretch/>
          </p:blipFill>
          <p:spPr>
            <a:xfrm>
              <a:off x="6522719" y="5571744"/>
              <a:ext cx="149351" cy="249935"/>
            </a:xfrm>
            <a:prstGeom prst="rect">
              <a:avLst/>
            </a:prstGeom>
            <a:noFill/>
            <a:ln>
              <a:noFill/>
            </a:ln>
          </p:spPr>
        </p:pic>
        <p:sp>
          <p:nvSpPr>
            <p:cNvPr id="1408" name="Google Shape;1408;p46"/>
            <p:cNvSpPr/>
            <p:nvPr/>
          </p:nvSpPr>
          <p:spPr>
            <a:xfrm>
              <a:off x="6522719" y="5571744"/>
              <a:ext cx="149860" cy="250190"/>
            </a:xfrm>
            <a:custGeom>
              <a:avLst/>
              <a:gdLst/>
              <a:ahLst/>
              <a:cxnLst/>
              <a:rect l="l" t="t" r="r" b="b"/>
              <a:pathLst>
                <a:path w="149859" h="250189" extrusionOk="0">
                  <a:moveTo>
                    <a:pt x="149351" y="74675"/>
                  </a:moveTo>
                  <a:lnTo>
                    <a:pt x="112013" y="74675"/>
                  </a:lnTo>
                  <a:lnTo>
                    <a:pt x="112013" y="249935"/>
                  </a:lnTo>
                  <a:lnTo>
                    <a:pt x="37337" y="249935"/>
                  </a:lnTo>
                  <a:lnTo>
                    <a:pt x="37337" y="74675"/>
                  </a:lnTo>
                  <a:lnTo>
                    <a:pt x="0" y="74675"/>
                  </a:lnTo>
                  <a:lnTo>
                    <a:pt x="74675" y="0"/>
                  </a:lnTo>
                  <a:lnTo>
                    <a:pt x="149351" y="74675"/>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409" name="Google Shape;1409;p46"/>
          <p:cNvGrpSpPr/>
          <p:nvPr/>
        </p:nvGrpSpPr>
        <p:grpSpPr>
          <a:xfrm>
            <a:off x="7717535" y="4890515"/>
            <a:ext cx="151130" cy="250190"/>
            <a:chOff x="7717535" y="4890515"/>
            <a:chExt cx="151130" cy="250190"/>
          </a:xfrm>
        </p:grpSpPr>
        <p:pic>
          <p:nvPicPr>
            <p:cNvPr id="1410" name="Google Shape;1410;p46"/>
            <p:cNvPicPr preferRelativeResize="0"/>
            <p:nvPr/>
          </p:nvPicPr>
          <p:blipFill rotWithShape="1">
            <a:blip r:embed="rId13">
              <a:alphaModFix/>
            </a:blip>
            <a:srcRect/>
            <a:stretch/>
          </p:blipFill>
          <p:spPr>
            <a:xfrm>
              <a:off x="7717535" y="4890515"/>
              <a:ext cx="150875" cy="249936"/>
            </a:xfrm>
            <a:prstGeom prst="rect">
              <a:avLst/>
            </a:prstGeom>
            <a:noFill/>
            <a:ln>
              <a:noFill/>
            </a:ln>
          </p:spPr>
        </p:pic>
        <p:sp>
          <p:nvSpPr>
            <p:cNvPr id="1411" name="Google Shape;1411;p46"/>
            <p:cNvSpPr/>
            <p:nvPr/>
          </p:nvSpPr>
          <p:spPr>
            <a:xfrm>
              <a:off x="7717535" y="4890515"/>
              <a:ext cx="151130" cy="250190"/>
            </a:xfrm>
            <a:custGeom>
              <a:avLst/>
              <a:gdLst/>
              <a:ahLst/>
              <a:cxnLst/>
              <a:rect l="l" t="t" r="r" b="b"/>
              <a:pathLst>
                <a:path w="151129" h="250189" extrusionOk="0">
                  <a:moveTo>
                    <a:pt x="150875" y="75437"/>
                  </a:moveTo>
                  <a:lnTo>
                    <a:pt x="113156" y="75437"/>
                  </a:lnTo>
                  <a:lnTo>
                    <a:pt x="113156" y="249935"/>
                  </a:lnTo>
                  <a:lnTo>
                    <a:pt x="37718" y="249935"/>
                  </a:lnTo>
                  <a:lnTo>
                    <a:pt x="37718" y="75437"/>
                  </a:lnTo>
                  <a:lnTo>
                    <a:pt x="0" y="75437"/>
                  </a:lnTo>
                  <a:lnTo>
                    <a:pt x="75437" y="0"/>
                  </a:lnTo>
                  <a:lnTo>
                    <a:pt x="150875" y="7543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412" name="Google Shape;1412;p46"/>
          <p:cNvGrpSpPr/>
          <p:nvPr/>
        </p:nvGrpSpPr>
        <p:grpSpPr>
          <a:xfrm>
            <a:off x="8615171" y="4096511"/>
            <a:ext cx="151130" cy="250190"/>
            <a:chOff x="8615171" y="4096511"/>
            <a:chExt cx="151130" cy="250190"/>
          </a:xfrm>
        </p:grpSpPr>
        <p:pic>
          <p:nvPicPr>
            <p:cNvPr id="1413" name="Google Shape;1413;p46"/>
            <p:cNvPicPr preferRelativeResize="0"/>
            <p:nvPr/>
          </p:nvPicPr>
          <p:blipFill rotWithShape="1">
            <a:blip r:embed="rId14">
              <a:alphaModFix/>
            </a:blip>
            <a:srcRect/>
            <a:stretch/>
          </p:blipFill>
          <p:spPr>
            <a:xfrm>
              <a:off x="8615171" y="4096511"/>
              <a:ext cx="150875" cy="249936"/>
            </a:xfrm>
            <a:prstGeom prst="rect">
              <a:avLst/>
            </a:prstGeom>
            <a:noFill/>
            <a:ln>
              <a:noFill/>
            </a:ln>
          </p:spPr>
        </p:pic>
        <p:sp>
          <p:nvSpPr>
            <p:cNvPr id="1414" name="Google Shape;1414;p46"/>
            <p:cNvSpPr/>
            <p:nvPr/>
          </p:nvSpPr>
          <p:spPr>
            <a:xfrm>
              <a:off x="8615171" y="4096511"/>
              <a:ext cx="151130" cy="250190"/>
            </a:xfrm>
            <a:custGeom>
              <a:avLst/>
              <a:gdLst/>
              <a:ahLst/>
              <a:cxnLst/>
              <a:rect l="l" t="t" r="r" b="b"/>
              <a:pathLst>
                <a:path w="151129" h="250189" extrusionOk="0">
                  <a:moveTo>
                    <a:pt x="150875" y="75437"/>
                  </a:moveTo>
                  <a:lnTo>
                    <a:pt x="113156" y="75437"/>
                  </a:lnTo>
                  <a:lnTo>
                    <a:pt x="113156" y="249936"/>
                  </a:lnTo>
                  <a:lnTo>
                    <a:pt x="37718" y="249936"/>
                  </a:lnTo>
                  <a:lnTo>
                    <a:pt x="37718" y="75437"/>
                  </a:lnTo>
                  <a:lnTo>
                    <a:pt x="0" y="75437"/>
                  </a:lnTo>
                  <a:lnTo>
                    <a:pt x="75437" y="0"/>
                  </a:lnTo>
                  <a:lnTo>
                    <a:pt x="150875" y="7543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415" name="Google Shape;1415;p46"/>
          <p:cNvGrpSpPr/>
          <p:nvPr/>
        </p:nvGrpSpPr>
        <p:grpSpPr>
          <a:xfrm>
            <a:off x="9168383" y="3029711"/>
            <a:ext cx="151130" cy="250190"/>
            <a:chOff x="9168383" y="3029711"/>
            <a:chExt cx="151130" cy="250190"/>
          </a:xfrm>
        </p:grpSpPr>
        <p:pic>
          <p:nvPicPr>
            <p:cNvPr id="1416" name="Google Shape;1416;p46"/>
            <p:cNvPicPr preferRelativeResize="0"/>
            <p:nvPr/>
          </p:nvPicPr>
          <p:blipFill rotWithShape="1">
            <a:blip r:embed="rId14">
              <a:alphaModFix/>
            </a:blip>
            <a:srcRect/>
            <a:stretch/>
          </p:blipFill>
          <p:spPr>
            <a:xfrm>
              <a:off x="9168383" y="3029711"/>
              <a:ext cx="150875" cy="249936"/>
            </a:xfrm>
            <a:prstGeom prst="rect">
              <a:avLst/>
            </a:prstGeom>
            <a:noFill/>
            <a:ln>
              <a:noFill/>
            </a:ln>
          </p:spPr>
        </p:pic>
        <p:sp>
          <p:nvSpPr>
            <p:cNvPr id="1417" name="Google Shape;1417;p46"/>
            <p:cNvSpPr/>
            <p:nvPr/>
          </p:nvSpPr>
          <p:spPr>
            <a:xfrm>
              <a:off x="9168383" y="3029711"/>
              <a:ext cx="151130" cy="250190"/>
            </a:xfrm>
            <a:custGeom>
              <a:avLst/>
              <a:gdLst/>
              <a:ahLst/>
              <a:cxnLst/>
              <a:rect l="l" t="t" r="r" b="b"/>
              <a:pathLst>
                <a:path w="151129" h="250189" extrusionOk="0">
                  <a:moveTo>
                    <a:pt x="150875" y="75437"/>
                  </a:moveTo>
                  <a:lnTo>
                    <a:pt x="113156" y="75437"/>
                  </a:lnTo>
                  <a:lnTo>
                    <a:pt x="113156" y="249936"/>
                  </a:lnTo>
                  <a:lnTo>
                    <a:pt x="37718" y="249936"/>
                  </a:lnTo>
                  <a:lnTo>
                    <a:pt x="37718" y="75437"/>
                  </a:lnTo>
                  <a:lnTo>
                    <a:pt x="0" y="75437"/>
                  </a:lnTo>
                  <a:lnTo>
                    <a:pt x="75437" y="0"/>
                  </a:lnTo>
                  <a:lnTo>
                    <a:pt x="150875" y="75437"/>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418" name="Google Shape;1418;p46"/>
          <p:cNvSpPr txBox="1"/>
          <p:nvPr/>
        </p:nvSpPr>
        <p:spPr>
          <a:xfrm>
            <a:off x="10320655" y="4464532"/>
            <a:ext cx="1395095" cy="1619885"/>
          </a:xfrm>
          <a:prstGeom prst="rect">
            <a:avLst/>
          </a:prstGeom>
          <a:noFill/>
          <a:ln>
            <a:noFill/>
          </a:ln>
        </p:spPr>
        <p:txBody>
          <a:bodyPr spcFirstLastPara="1" wrap="square" lIns="0" tIns="10775" rIns="0" bIns="0" anchor="t" anchorCtr="0">
            <a:spAutoFit/>
          </a:bodyPr>
          <a:lstStyle/>
          <a:p>
            <a:pPr marL="12700" marR="326390" lvl="0" indent="8255" algn="l" rtl="0">
              <a:lnSpc>
                <a:spcPct val="153000"/>
              </a:lnSpc>
              <a:spcBef>
                <a:spcPts val="0"/>
              </a:spcBef>
              <a:spcAft>
                <a:spcPts val="0"/>
              </a:spcAft>
              <a:buNone/>
            </a:pPr>
            <a:r>
              <a:rPr lang="en-US" sz="1400">
                <a:latin typeface="+mj-lt"/>
                <a:ea typeface="Cambria"/>
                <a:cs typeface="Cambria"/>
                <a:sym typeface="Cambria"/>
              </a:rPr>
              <a:t>Conv, RELU Max Pool Trans Conv</a:t>
            </a:r>
            <a:endParaRPr sz="1400">
              <a:latin typeface="+mj-lt"/>
              <a:ea typeface="Cambria"/>
              <a:cs typeface="Cambria"/>
              <a:sym typeface="Cambria"/>
            </a:endParaRPr>
          </a:p>
          <a:p>
            <a:pPr marL="12700" marR="5080" lvl="0" indent="17144" algn="l" rtl="0">
              <a:lnSpc>
                <a:spcPct val="142300"/>
              </a:lnSpc>
              <a:spcBef>
                <a:spcPts val="70"/>
              </a:spcBef>
              <a:spcAft>
                <a:spcPts val="0"/>
              </a:spcAft>
              <a:buNone/>
            </a:pPr>
            <a:r>
              <a:rPr lang="en-US" sz="1400">
                <a:latin typeface="+mj-lt"/>
                <a:ea typeface="Cambria"/>
                <a:cs typeface="Cambria"/>
                <a:sym typeface="Cambria"/>
              </a:rPr>
              <a:t>Skip Connection Conv (1x1)</a:t>
            </a:r>
            <a:endParaRPr sz="1400">
              <a:latin typeface="+mj-lt"/>
              <a:ea typeface="Cambria"/>
              <a:cs typeface="Cambria"/>
              <a:sym typeface="Cambria"/>
            </a:endParaRPr>
          </a:p>
        </p:txBody>
      </p:sp>
      <p:sp>
        <p:nvSpPr>
          <p:cNvPr id="1419" name="Google Shape;1419;p46"/>
          <p:cNvSpPr/>
          <p:nvPr/>
        </p:nvSpPr>
        <p:spPr>
          <a:xfrm>
            <a:off x="9854183" y="4663440"/>
            <a:ext cx="274320" cy="76200"/>
          </a:xfrm>
          <a:custGeom>
            <a:avLst/>
            <a:gdLst/>
            <a:ahLst/>
            <a:cxnLst/>
            <a:rect l="l" t="t" r="r" b="b"/>
            <a:pathLst>
              <a:path w="274320" h="76200" extrusionOk="0">
                <a:moveTo>
                  <a:pt x="147320" y="0"/>
                </a:moveTo>
                <a:lnTo>
                  <a:pt x="147320" y="76200"/>
                </a:lnTo>
                <a:lnTo>
                  <a:pt x="253153" y="44450"/>
                </a:lnTo>
                <a:lnTo>
                  <a:pt x="160020" y="44450"/>
                </a:lnTo>
                <a:lnTo>
                  <a:pt x="160020" y="31750"/>
                </a:lnTo>
                <a:lnTo>
                  <a:pt x="253153" y="31750"/>
                </a:lnTo>
                <a:lnTo>
                  <a:pt x="147320" y="0"/>
                </a:lnTo>
                <a:close/>
              </a:path>
              <a:path w="274320" h="76200" extrusionOk="0">
                <a:moveTo>
                  <a:pt x="147320" y="31750"/>
                </a:moveTo>
                <a:lnTo>
                  <a:pt x="0" y="31750"/>
                </a:lnTo>
                <a:lnTo>
                  <a:pt x="0" y="44450"/>
                </a:lnTo>
                <a:lnTo>
                  <a:pt x="147320" y="44450"/>
                </a:lnTo>
                <a:lnTo>
                  <a:pt x="147320" y="31750"/>
                </a:lnTo>
                <a:close/>
              </a:path>
              <a:path w="274320" h="76200" extrusionOk="0">
                <a:moveTo>
                  <a:pt x="253153" y="31750"/>
                </a:moveTo>
                <a:lnTo>
                  <a:pt x="160020" y="31750"/>
                </a:lnTo>
                <a:lnTo>
                  <a:pt x="160020" y="44450"/>
                </a:lnTo>
                <a:lnTo>
                  <a:pt x="253153" y="44450"/>
                </a:lnTo>
                <a:lnTo>
                  <a:pt x="274320" y="38100"/>
                </a:lnTo>
                <a:lnTo>
                  <a:pt x="253153" y="31750"/>
                </a:lnTo>
                <a:close/>
              </a:path>
            </a:pathLst>
          </a:custGeom>
          <a:solidFill>
            <a:srgbClr val="000000"/>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nvGrpSpPr>
          <p:cNvPr id="1420" name="Google Shape;1420;p46"/>
          <p:cNvGrpSpPr/>
          <p:nvPr/>
        </p:nvGrpSpPr>
        <p:grpSpPr>
          <a:xfrm>
            <a:off x="9941052" y="4895088"/>
            <a:ext cx="151130" cy="250190"/>
            <a:chOff x="9941052" y="4895088"/>
            <a:chExt cx="151130" cy="250190"/>
          </a:xfrm>
        </p:grpSpPr>
        <p:pic>
          <p:nvPicPr>
            <p:cNvPr id="1421" name="Google Shape;1421;p46"/>
            <p:cNvPicPr preferRelativeResize="0"/>
            <p:nvPr/>
          </p:nvPicPr>
          <p:blipFill rotWithShape="1">
            <a:blip r:embed="rId11">
              <a:alphaModFix/>
            </a:blip>
            <a:srcRect/>
            <a:stretch/>
          </p:blipFill>
          <p:spPr>
            <a:xfrm>
              <a:off x="9941052" y="4895088"/>
              <a:ext cx="150875" cy="249936"/>
            </a:xfrm>
            <a:prstGeom prst="rect">
              <a:avLst/>
            </a:prstGeom>
            <a:noFill/>
            <a:ln>
              <a:noFill/>
            </a:ln>
          </p:spPr>
        </p:pic>
        <p:sp>
          <p:nvSpPr>
            <p:cNvPr id="1422" name="Google Shape;1422;p46"/>
            <p:cNvSpPr/>
            <p:nvPr/>
          </p:nvSpPr>
          <p:spPr>
            <a:xfrm>
              <a:off x="9941052" y="4895088"/>
              <a:ext cx="151130" cy="250190"/>
            </a:xfrm>
            <a:custGeom>
              <a:avLst/>
              <a:gdLst/>
              <a:ahLst/>
              <a:cxnLst/>
              <a:rect l="l" t="t" r="r" b="b"/>
              <a:pathLst>
                <a:path w="151129" h="250189" extrusionOk="0">
                  <a:moveTo>
                    <a:pt x="0" y="174498"/>
                  </a:moveTo>
                  <a:lnTo>
                    <a:pt x="37719" y="174498"/>
                  </a:lnTo>
                  <a:lnTo>
                    <a:pt x="37719" y="0"/>
                  </a:lnTo>
                  <a:lnTo>
                    <a:pt x="113157" y="0"/>
                  </a:lnTo>
                  <a:lnTo>
                    <a:pt x="113157" y="174498"/>
                  </a:lnTo>
                  <a:lnTo>
                    <a:pt x="150876" y="174498"/>
                  </a:lnTo>
                  <a:lnTo>
                    <a:pt x="75438" y="249936"/>
                  </a:lnTo>
                  <a:lnTo>
                    <a:pt x="0" y="17449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423" name="Google Shape;1423;p46"/>
          <p:cNvGrpSpPr/>
          <p:nvPr/>
        </p:nvGrpSpPr>
        <p:grpSpPr>
          <a:xfrm>
            <a:off x="9941052" y="5247132"/>
            <a:ext cx="151130" cy="251460"/>
            <a:chOff x="9941052" y="5247132"/>
            <a:chExt cx="151130" cy="251460"/>
          </a:xfrm>
        </p:grpSpPr>
        <p:pic>
          <p:nvPicPr>
            <p:cNvPr id="1424" name="Google Shape;1424;p46"/>
            <p:cNvPicPr preferRelativeResize="0"/>
            <p:nvPr/>
          </p:nvPicPr>
          <p:blipFill rotWithShape="1">
            <a:blip r:embed="rId15">
              <a:alphaModFix/>
            </a:blip>
            <a:srcRect/>
            <a:stretch/>
          </p:blipFill>
          <p:spPr>
            <a:xfrm>
              <a:off x="9941052" y="5247132"/>
              <a:ext cx="150875" cy="251459"/>
            </a:xfrm>
            <a:prstGeom prst="rect">
              <a:avLst/>
            </a:prstGeom>
            <a:noFill/>
            <a:ln>
              <a:noFill/>
            </a:ln>
          </p:spPr>
        </p:pic>
        <p:sp>
          <p:nvSpPr>
            <p:cNvPr id="1425" name="Google Shape;1425;p46"/>
            <p:cNvSpPr/>
            <p:nvPr/>
          </p:nvSpPr>
          <p:spPr>
            <a:xfrm>
              <a:off x="9941052" y="5247132"/>
              <a:ext cx="151130" cy="251460"/>
            </a:xfrm>
            <a:custGeom>
              <a:avLst/>
              <a:gdLst/>
              <a:ahLst/>
              <a:cxnLst/>
              <a:rect l="l" t="t" r="r" b="b"/>
              <a:pathLst>
                <a:path w="151129" h="251460" extrusionOk="0">
                  <a:moveTo>
                    <a:pt x="150875" y="75438"/>
                  </a:moveTo>
                  <a:lnTo>
                    <a:pt x="113156" y="75438"/>
                  </a:lnTo>
                  <a:lnTo>
                    <a:pt x="113156" y="251460"/>
                  </a:lnTo>
                  <a:lnTo>
                    <a:pt x="37718" y="251460"/>
                  </a:lnTo>
                  <a:lnTo>
                    <a:pt x="37718" y="75438"/>
                  </a:lnTo>
                  <a:lnTo>
                    <a:pt x="0" y="75438"/>
                  </a:lnTo>
                  <a:lnTo>
                    <a:pt x="75437" y="0"/>
                  </a:lnTo>
                  <a:lnTo>
                    <a:pt x="150875" y="75438"/>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grpSp>
        <p:nvGrpSpPr>
          <p:cNvPr id="1426" name="Google Shape;1426;p46"/>
          <p:cNvGrpSpPr/>
          <p:nvPr/>
        </p:nvGrpSpPr>
        <p:grpSpPr>
          <a:xfrm>
            <a:off x="9890759" y="5597652"/>
            <a:ext cx="250190" cy="149860"/>
            <a:chOff x="9890759" y="5597652"/>
            <a:chExt cx="250190" cy="149860"/>
          </a:xfrm>
        </p:grpSpPr>
        <p:pic>
          <p:nvPicPr>
            <p:cNvPr id="1427" name="Google Shape;1427;p46"/>
            <p:cNvPicPr preferRelativeResize="0"/>
            <p:nvPr/>
          </p:nvPicPr>
          <p:blipFill rotWithShape="1">
            <a:blip r:embed="rId16">
              <a:alphaModFix/>
            </a:blip>
            <a:srcRect/>
            <a:stretch/>
          </p:blipFill>
          <p:spPr>
            <a:xfrm>
              <a:off x="9890759" y="5597652"/>
              <a:ext cx="249935" cy="149352"/>
            </a:xfrm>
            <a:prstGeom prst="rect">
              <a:avLst/>
            </a:prstGeom>
            <a:noFill/>
            <a:ln>
              <a:noFill/>
            </a:ln>
          </p:spPr>
        </p:pic>
        <p:sp>
          <p:nvSpPr>
            <p:cNvPr id="1428" name="Google Shape;1428;p46"/>
            <p:cNvSpPr/>
            <p:nvPr/>
          </p:nvSpPr>
          <p:spPr>
            <a:xfrm>
              <a:off x="9890759" y="5597652"/>
              <a:ext cx="250190" cy="149860"/>
            </a:xfrm>
            <a:custGeom>
              <a:avLst/>
              <a:gdLst/>
              <a:ahLst/>
              <a:cxnLst/>
              <a:rect l="l" t="t" r="r" b="b"/>
              <a:pathLst>
                <a:path w="250190" h="149860" extrusionOk="0">
                  <a:moveTo>
                    <a:pt x="175259" y="149352"/>
                  </a:moveTo>
                  <a:lnTo>
                    <a:pt x="175259" y="112014"/>
                  </a:lnTo>
                  <a:lnTo>
                    <a:pt x="0" y="112014"/>
                  </a:lnTo>
                  <a:lnTo>
                    <a:pt x="0" y="37338"/>
                  </a:lnTo>
                  <a:lnTo>
                    <a:pt x="175259" y="37338"/>
                  </a:lnTo>
                  <a:lnTo>
                    <a:pt x="175259" y="0"/>
                  </a:lnTo>
                  <a:lnTo>
                    <a:pt x="249935" y="74676"/>
                  </a:lnTo>
                  <a:lnTo>
                    <a:pt x="175259" y="149352"/>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grpSp>
      <p:sp>
        <p:nvSpPr>
          <p:cNvPr id="1429" name="Google Shape;1429;p46"/>
          <p:cNvSpPr/>
          <p:nvPr/>
        </p:nvSpPr>
        <p:spPr>
          <a:xfrm>
            <a:off x="9858756" y="5942076"/>
            <a:ext cx="274320" cy="76200"/>
          </a:xfrm>
          <a:custGeom>
            <a:avLst/>
            <a:gdLst/>
            <a:ahLst/>
            <a:cxnLst/>
            <a:rect l="l" t="t" r="r" b="b"/>
            <a:pathLst>
              <a:path w="274320" h="76200" extrusionOk="0">
                <a:moveTo>
                  <a:pt x="147320" y="0"/>
                </a:moveTo>
                <a:lnTo>
                  <a:pt x="147320" y="76200"/>
                </a:lnTo>
                <a:lnTo>
                  <a:pt x="253153" y="44450"/>
                </a:lnTo>
                <a:lnTo>
                  <a:pt x="160020" y="44450"/>
                </a:lnTo>
                <a:lnTo>
                  <a:pt x="160020" y="31750"/>
                </a:lnTo>
                <a:lnTo>
                  <a:pt x="253153" y="31750"/>
                </a:lnTo>
                <a:lnTo>
                  <a:pt x="147320" y="0"/>
                </a:lnTo>
                <a:close/>
              </a:path>
              <a:path w="274320" h="76200" extrusionOk="0">
                <a:moveTo>
                  <a:pt x="147320" y="31750"/>
                </a:moveTo>
                <a:lnTo>
                  <a:pt x="0" y="31750"/>
                </a:lnTo>
                <a:lnTo>
                  <a:pt x="0" y="44450"/>
                </a:lnTo>
                <a:lnTo>
                  <a:pt x="147320" y="44450"/>
                </a:lnTo>
                <a:lnTo>
                  <a:pt x="147320" y="31750"/>
                </a:lnTo>
                <a:close/>
              </a:path>
              <a:path w="274320" h="76200" extrusionOk="0">
                <a:moveTo>
                  <a:pt x="253153" y="31750"/>
                </a:moveTo>
                <a:lnTo>
                  <a:pt x="160020" y="31750"/>
                </a:lnTo>
                <a:lnTo>
                  <a:pt x="160020" y="44450"/>
                </a:lnTo>
                <a:lnTo>
                  <a:pt x="253153" y="44450"/>
                </a:lnTo>
                <a:lnTo>
                  <a:pt x="274320" y="38100"/>
                </a:lnTo>
                <a:lnTo>
                  <a:pt x="253153" y="31750"/>
                </a:lnTo>
                <a:close/>
              </a:path>
            </a:pathLst>
          </a:custGeom>
          <a:solidFill>
            <a:srgbClr val="FF40FF"/>
          </a:solidFill>
          <a:ln>
            <a:noFill/>
          </a:ln>
        </p:spPr>
        <p:txBody>
          <a:bodyPr spcFirstLastPara="1" wrap="square" lIns="0" tIns="0" rIns="0" bIns="0" anchor="t" anchorCtr="0">
            <a:noAutofit/>
          </a:bodyPr>
          <a:lstStyle/>
          <a:p>
            <a:pPr marL="0" lvl="0" indent="0" algn="l" rtl="0">
              <a:spcBef>
                <a:spcPts val="0"/>
              </a:spcBef>
              <a:spcAft>
                <a:spcPts val="0"/>
              </a:spcAft>
              <a:buNone/>
            </a:pPr>
            <a:endParaRPr sz="1800">
              <a:latin typeface="+mj-lt"/>
            </a:endParaRPr>
          </a:p>
        </p:txBody>
      </p:sp>
      <p:sp>
        <p:nvSpPr>
          <p:cNvPr id="1430" name="Google Shape;1430;p46"/>
          <p:cNvSpPr txBox="1"/>
          <p:nvPr/>
        </p:nvSpPr>
        <p:spPr>
          <a:xfrm>
            <a:off x="784960" y="3089910"/>
            <a:ext cx="825271" cy="228899"/>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1400" dirty="0">
                <a:solidFill>
                  <a:srgbClr val="528AE9"/>
                </a:solidFill>
                <a:latin typeface="+mj-lt"/>
                <a:ea typeface="Quattrocento Sans"/>
                <a:cs typeface="Quattrocento Sans"/>
                <a:sym typeface="Quattrocento Sans"/>
              </a:rPr>
              <a:t>h x w x 3</a:t>
            </a:r>
            <a:endParaRPr sz="1400" dirty="0">
              <a:latin typeface="+mj-lt"/>
              <a:ea typeface="Quattrocento Sans"/>
              <a:cs typeface="Quattrocento Sans"/>
              <a:sym typeface="Quattrocento Sans"/>
            </a:endParaRPr>
          </a:p>
        </p:txBody>
      </p:sp>
      <p:sp>
        <p:nvSpPr>
          <p:cNvPr id="1431" name="Google Shape;1431;p46"/>
          <p:cNvSpPr txBox="1"/>
          <p:nvPr/>
        </p:nvSpPr>
        <p:spPr>
          <a:xfrm>
            <a:off x="10490454" y="3089910"/>
            <a:ext cx="1395094" cy="228899"/>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None/>
            </a:pPr>
            <a:r>
              <a:rPr lang="en-US" sz="1400" dirty="0">
                <a:solidFill>
                  <a:srgbClr val="528AE9"/>
                </a:solidFill>
                <a:latin typeface="+mj-lt"/>
                <a:ea typeface="Quattrocento Sans"/>
                <a:cs typeface="Quattrocento Sans"/>
                <a:sym typeface="Quattrocento Sans"/>
              </a:rPr>
              <a:t>h x w x # classes</a:t>
            </a:r>
            <a:endParaRPr sz="1400" dirty="0">
              <a:latin typeface="+mj-lt"/>
              <a:ea typeface="Quattrocento Sans"/>
              <a:cs typeface="Quattrocento Sans"/>
              <a:sym typeface="Quattrocento Sans"/>
            </a:endParaRPr>
          </a:p>
        </p:txBody>
      </p:sp>
      <p:pic>
        <p:nvPicPr>
          <p:cNvPr id="1432" name="Google Shape;1432;p46"/>
          <p:cNvPicPr preferRelativeResize="0"/>
          <p:nvPr/>
        </p:nvPicPr>
        <p:blipFill>
          <a:blip r:embed="rId17">
            <a:alphaModFix/>
          </a:blip>
          <a:stretch>
            <a:fillRect/>
          </a:stretch>
        </p:blipFill>
        <p:spPr>
          <a:xfrm>
            <a:off x="10734473" y="0"/>
            <a:ext cx="1448025" cy="796414"/>
          </a:xfrm>
          <a:prstGeom prst="rect">
            <a:avLst/>
          </a:prstGeom>
          <a:noFill/>
          <a:ln>
            <a:noFill/>
          </a:ln>
        </p:spPr>
      </p:pic>
      <p:sp>
        <p:nvSpPr>
          <p:cNvPr id="2" name="Slide Number Placeholder 1"/>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46"/>
        <p:cNvGrpSpPr/>
        <p:nvPr/>
      </p:nvGrpSpPr>
      <p:grpSpPr>
        <a:xfrm>
          <a:off x="0" y="0"/>
          <a:ext cx="0" cy="0"/>
          <a:chOff x="0" y="0"/>
          <a:chExt cx="0" cy="0"/>
        </a:xfrm>
      </p:grpSpPr>
      <p:pic>
        <p:nvPicPr>
          <p:cNvPr id="449" name="Google Shape;449;p49"/>
          <p:cNvPicPr preferRelativeResize="0"/>
          <p:nvPr/>
        </p:nvPicPr>
        <p:blipFill rotWithShape="1">
          <a:blip r:embed="rId3">
            <a:alphaModFix/>
          </a:blip>
          <a:srcRect/>
          <a:stretch/>
        </p:blipFill>
        <p:spPr>
          <a:xfrm>
            <a:off x="10188772" y="403412"/>
            <a:ext cx="1277669" cy="702718"/>
          </a:xfrm>
          <a:prstGeom prst="rect">
            <a:avLst/>
          </a:prstGeom>
          <a:noFill/>
          <a:ln>
            <a:noFill/>
          </a:ln>
        </p:spPr>
      </p:pic>
      <p:sp>
        <p:nvSpPr>
          <p:cNvPr id="5" name="Google Shape;49;g2019cdaf7c5_1_4"/>
          <p:cNvSpPr txBox="1">
            <a:spLocks/>
          </p:cNvSpPr>
          <p:nvPr/>
        </p:nvSpPr>
        <p:spPr>
          <a:xfrm>
            <a:off x="1648562" y="521655"/>
            <a:ext cx="9376941" cy="645369"/>
          </a:xfrm>
          <a:prstGeom prst="rect">
            <a:avLst/>
          </a:prstGeom>
          <a:noFill/>
          <a:ln>
            <a:noFill/>
          </a:ln>
        </p:spPr>
        <p:txBody>
          <a:bodyPr spcFirstLastPara="1" wrap="square" lIns="0" tIns="0" rIns="0" bIns="0"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SzPts val="1400"/>
              <a:buFont typeface="Arial"/>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marL="96376" marR="24654" indent="-85730" algn="ctr">
              <a:lnSpc>
                <a:spcPct val="108333"/>
              </a:lnSpc>
              <a:defRPr/>
            </a:pPr>
            <a:r>
              <a:rPr lang="en-US" sz="3883" dirty="0">
                <a:solidFill>
                  <a:srgbClr val="000000"/>
                </a:solidFill>
                <a:latin typeface="Arial"/>
                <a:sym typeface="Trebuchet MS"/>
              </a:rPr>
              <a:t>Summarization</a:t>
            </a:r>
            <a:endParaRPr lang="en-US" sz="3883" dirty="0">
              <a:solidFill>
                <a:srgbClr val="000000"/>
              </a:solidFill>
              <a:latin typeface="Arial"/>
            </a:endParaRPr>
          </a:p>
        </p:txBody>
      </p:sp>
      <p:sp>
        <p:nvSpPr>
          <p:cNvPr id="8" name="Google Shape;316;p36"/>
          <p:cNvSpPr txBox="1"/>
          <p:nvPr/>
        </p:nvSpPr>
        <p:spPr>
          <a:xfrm>
            <a:off x="1019737" y="1502148"/>
            <a:ext cx="10248209" cy="5278958"/>
          </a:xfrm>
          <a:prstGeom prst="rect">
            <a:avLst/>
          </a:prstGeom>
          <a:noFill/>
          <a:ln>
            <a:noFill/>
          </a:ln>
        </p:spPr>
        <p:txBody>
          <a:bodyPr spcFirstLastPara="1" wrap="square" lIns="0" tIns="5029" rIns="0" bIns="0" anchor="t" anchorCtr="0">
            <a:spAutoFit/>
          </a:bodyPr>
          <a:lstStyle/>
          <a:p>
            <a:pPr marL="313781" marR="4483" indent="-302575">
              <a:lnSpc>
                <a:spcPct val="101800"/>
              </a:lnSpc>
              <a:buSzPts val="2400"/>
              <a:buFont typeface="Arial" panose="020B0604020202020204" pitchFamily="34" charset="0"/>
              <a:buChar char="•"/>
            </a:pPr>
            <a:r>
              <a:rPr lang="en-US" sz="2400" dirty="0">
                <a:ea typeface="Century Schoolbook"/>
                <a:cs typeface="Century Schoolbook"/>
                <a:sym typeface="Century Schoolbook"/>
              </a:rPr>
              <a:t>Object localization predicts a bounding box for an object, while landmark detection identifies specific points on it.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Object </a:t>
            </a:r>
            <a:r>
              <a:rPr lang="en-US" sz="2400" dirty="0">
                <a:ea typeface="Century Schoolbook"/>
                <a:cs typeface="Century Schoolbook"/>
                <a:sym typeface="Century Schoolbook"/>
              </a:rPr>
              <a:t>detection combines localization and classification for multiple objects.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Convolutional </a:t>
            </a:r>
            <a:r>
              <a:rPr lang="en-US" sz="2400" dirty="0">
                <a:ea typeface="Century Schoolbook"/>
                <a:cs typeface="Century Schoolbook"/>
                <a:sym typeface="Century Schoolbook"/>
              </a:rPr>
              <a:t>sliding windows efficiently implement this using </a:t>
            </a:r>
            <a:r>
              <a:rPr lang="en-US" sz="2400" dirty="0" smtClean="0">
                <a:ea typeface="Century Schoolbook"/>
                <a:cs typeface="Century Schoolbook"/>
                <a:sym typeface="Century Schoolbook"/>
              </a:rPr>
              <a:t>CNNs.</a:t>
            </a: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Bounding </a:t>
            </a:r>
            <a:r>
              <a:rPr lang="en-US" sz="2400" dirty="0">
                <a:ea typeface="Century Schoolbook"/>
                <a:cs typeface="Century Schoolbook"/>
                <a:sym typeface="Century Schoolbook"/>
              </a:rPr>
              <a:t>box predictions use regression to predict coordinates.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err="1" smtClean="0">
                <a:ea typeface="Century Schoolbook"/>
                <a:cs typeface="Century Schoolbook"/>
                <a:sym typeface="Century Schoolbook"/>
              </a:rPr>
              <a:t>IoU</a:t>
            </a:r>
            <a:r>
              <a:rPr lang="en-US" sz="2400" dirty="0" smtClean="0">
                <a:ea typeface="Century Schoolbook"/>
                <a:cs typeface="Century Schoolbook"/>
                <a:sym typeface="Century Schoolbook"/>
              </a:rPr>
              <a:t> </a:t>
            </a:r>
            <a:r>
              <a:rPr lang="en-US" sz="2400" dirty="0">
                <a:ea typeface="Century Schoolbook"/>
                <a:cs typeface="Century Schoolbook"/>
                <a:sym typeface="Century Schoolbook"/>
              </a:rPr>
              <a:t>measures detection accuracy by evaluating overlap.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Non-max </a:t>
            </a:r>
            <a:r>
              <a:rPr lang="en-US" sz="2400" dirty="0">
                <a:ea typeface="Century Schoolbook"/>
                <a:cs typeface="Century Schoolbook"/>
                <a:sym typeface="Century Schoolbook"/>
              </a:rPr>
              <a:t>suppression removes redundant and low-confidence boxes. Anchor boxes, pre-defined bounding boxes, enhance accuracy.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YOLO </a:t>
            </a:r>
            <a:r>
              <a:rPr lang="en-US" sz="2400" dirty="0">
                <a:ea typeface="Century Schoolbook"/>
                <a:cs typeface="Century Schoolbook"/>
                <a:sym typeface="Century Schoolbook"/>
              </a:rPr>
              <a:t>(You Only Look Once) is a real-time object detection </a:t>
            </a:r>
            <a:r>
              <a:rPr lang="en-US" sz="2400" dirty="0" smtClean="0">
                <a:ea typeface="Century Schoolbook"/>
                <a:cs typeface="Century Schoolbook"/>
                <a:sym typeface="Century Schoolbook"/>
              </a:rPr>
              <a:t>algorithm.</a:t>
            </a:r>
          </a:p>
          <a:p>
            <a:pPr marL="313781" marR="4483" indent="-302575">
              <a:lnSpc>
                <a:spcPct val="101800"/>
              </a:lnSpc>
              <a:buSzPts val="2400"/>
              <a:buFont typeface="Arial" panose="020B0604020202020204" pitchFamily="34" charset="0"/>
              <a:buChar char="•"/>
            </a:pPr>
            <a:r>
              <a:rPr lang="en-US" sz="2400" dirty="0" smtClean="0">
                <a:ea typeface="Century Schoolbook"/>
                <a:cs typeface="Century Schoolbook"/>
                <a:sym typeface="Century Schoolbook"/>
              </a:rPr>
              <a:t>Semantic </a:t>
            </a:r>
            <a:r>
              <a:rPr lang="en-US" sz="2400" dirty="0">
                <a:ea typeface="Century Schoolbook"/>
                <a:cs typeface="Century Schoolbook"/>
                <a:sym typeface="Century Schoolbook"/>
              </a:rPr>
              <a:t>segmentation classifies each pixel using the U-Net architecture. </a:t>
            </a:r>
            <a:endParaRPr lang="en-US" sz="2400" dirty="0" smtClean="0">
              <a:ea typeface="Century Schoolbook"/>
              <a:cs typeface="Century Schoolbook"/>
              <a:sym typeface="Century Schoolbook"/>
            </a:endParaRPr>
          </a:p>
          <a:p>
            <a:pPr marL="313781" marR="4483" indent="-302575">
              <a:lnSpc>
                <a:spcPct val="101800"/>
              </a:lnSpc>
              <a:buSzPts val="2400"/>
              <a:buFont typeface="Arial" panose="020B0604020202020204" pitchFamily="34" charset="0"/>
              <a:buChar char="•"/>
            </a:pPr>
            <a:r>
              <a:rPr lang="en-US" sz="2400">
                <a:ea typeface="Century Schoolbook"/>
                <a:cs typeface="Century Schoolbook"/>
                <a:sym typeface="Century Schoolbook"/>
              </a:rPr>
              <a:t>R</a:t>
            </a:r>
            <a:r>
              <a:rPr lang="en-US" sz="2400" smtClean="0">
                <a:ea typeface="Century Schoolbook"/>
                <a:cs typeface="Century Schoolbook"/>
                <a:sym typeface="Century Schoolbook"/>
              </a:rPr>
              <a:t>egion </a:t>
            </a:r>
            <a:r>
              <a:rPr lang="en-US" sz="2400" dirty="0">
                <a:ea typeface="Century Schoolbook"/>
                <a:cs typeface="Century Schoolbook"/>
                <a:sym typeface="Century Schoolbook"/>
              </a:rPr>
              <a:t>proposals generate potential object locations for detection refinement.</a:t>
            </a:r>
          </a:p>
        </p:txBody>
      </p:sp>
    </p:spTree>
    <p:extLst>
      <p:ext uri="{BB962C8B-B14F-4D97-AF65-F5344CB8AC3E}">
        <p14:creationId xmlns:p14="http://schemas.microsoft.com/office/powerpoint/2010/main" val="622709037"/>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201</TotalTime>
  <Words>5854</Words>
  <Application>Microsoft Office PowerPoint</Application>
  <PresentationFormat>Widescreen</PresentationFormat>
  <Paragraphs>538</Paragraphs>
  <Slides>64</Slides>
  <Notes>64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64</vt:i4>
      </vt:variant>
    </vt:vector>
  </HeadingPairs>
  <TitlesOfParts>
    <vt:vector size="75" baseType="lpstr">
      <vt:lpstr>Trebuchet MS</vt:lpstr>
      <vt:lpstr>Century Schoolbook</vt:lpstr>
      <vt:lpstr>Calibri</vt:lpstr>
      <vt:lpstr>Wingdings</vt:lpstr>
      <vt:lpstr>Cambria</vt:lpstr>
      <vt:lpstr>Quattrocento Sans</vt:lpstr>
      <vt:lpstr>Roboto</vt:lpstr>
      <vt:lpstr>Cambria Math</vt:lpstr>
      <vt:lpstr>Arial</vt:lpstr>
      <vt:lpstr>Times New Roman</vt:lpstr>
      <vt:lpstr>Office Theme</vt:lpstr>
      <vt:lpstr>Object Detection</vt:lpstr>
      <vt:lpstr>Object Detection</vt:lpstr>
      <vt:lpstr>Object Detection</vt:lpstr>
      <vt:lpstr>Object localization</vt:lpstr>
      <vt:lpstr>What are localization and detection?</vt:lpstr>
      <vt:lpstr>Classification with localization</vt:lpstr>
      <vt:lpstr>Defining the target label y</vt:lpstr>
      <vt:lpstr>Object Detection</vt:lpstr>
      <vt:lpstr>Landmark detection</vt:lpstr>
      <vt:lpstr>Landmark detection</vt:lpstr>
      <vt:lpstr>Object Detection</vt:lpstr>
      <vt:lpstr>Object detection</vt:lpstr>
      <vt:lpstr>Car detection example Training set:</vt:lpstr>
      <vt:lpstr>Sliding windows detection</vt:lpstr>
      <vt:lpstr>Object Detection</vt:lpstr>
      <vt:lpstr>Convolutional implementation of sliding windows</vt:lpstr>
      <vt:lpstr>Turning FC layer into convolutional layers</vt:lpstr>
      <vt:lpstr>Convolution implementation of sliding windows</vt:lpstr>
      <vt:lpstr>Convolution implementation of sliding windows</vt:lpstr>
      <vt:lpstr>Object Detection</vt:lpstr>
      <vt:lpstr>Bounding box predictions</vt:lpstr>
      <vt:lpstr>Output accurate bounding boxes</vt:lpstr>
      <vt:lpstr>YOLO algorithm</vt:lpstr>
      <vt:lpstr>Object Detection</vt:lpstr>
      <vt:lpstr>Intersection over union</vt:lpstr>
      <vt:lpstr>Evaluating object localization</vt:lpstr>
      <vt:lpstr>Object Detection</vt:lpstr>
      <vt:lpstr>Non-max supperssion</vt:lpstr>
      <vt:lpstr>Non-max suppression example</vt:lpstr>
      <vt:lpstr>Non-max suppression example</vt:lpstr>
      <vt:lpstr>Non-max suppression example</vt:lpstr>
      <vt:lpstr>Non-max suppression algorithm</vt:lpstr>
      <vt:lpstr>Object Detection</vt:lpstr>
      <vt:lpstr>Anchor boxes</vt:lpstr>
      <vt:lpstr>Overlapping objects:</vt:lpstr>
      <vt:lpstr>Anchor box algorithm</vt:lpstr>
      <vt:lpstr>Object Detection</vt:lpstr>
      <vt:lpstr>Region proposals (Optional)</vt:lpstr>
      <vt:lpstr>Region proposal: R-CNN</vt:lpstr>
      <vt:lpstr>Anchor box example</vt:lpstr>
      <vt:lpstr>Object Detection</vt:lpstr>
      <vt:lpstr>Putting it together: YOLO algorithm</vt:lpstr>
      <vt:lpstr>Putting it together: YOLO algorithm</vt:lpstr>
      <vt:lpstr>Training</vt:lpstr>
      <vt:lpstr>Making predictions</vt:lpstr>
      <vt:lpstr>Outputting the non-max supressed  outputs</vt:lpstr>
      <vt:lpstr>Faster algorithms</vt:lpstr>
      <vt:lpstr>Convolutional Neural Networks</vt:lpstr>
      <vt:lpstr>Semantic segmentation with U-Net</vt:lpstr>
      <vt:lpstr>Object Detection vs. Semantic Segmentation</vt:lpstr>
      <vt:lpstr>Motivation for U-Net</vt:lpstr>
      <vt:lpstr>Per-pixel class labels</vt:lpstr>
      <vt:lpstr>PowerPoint Presentation</vt:lpstr>
      <vt:lpstr>Deep Learning for Semantic Segmentation</vt:lpstr>
      <vt:lpstr>Convolutional Neural Networks</vt:lpstr>
      <vt:lpstr>Transpose Convolution</vt:lpstr>
      <vt:lpstr>Transpose Convolution</vt:lpstr>
      <vt:lpstr>Transpose Convolution</vt:lpstr>
      <vt:lpstr>Deep Learning for Semantic Segmentation</vt:lpstr>
      <vt:lpstr>U-Net Architecture Intuition</vt:lpstr>
      <vt:lpstr>U-Net Architecture</vt:lpstr>
      <vt:lpstr>U-Net</vt:lpstr>
      <vt:lpstr>U-Net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Detection </dc:title>
  <dc:creator>Lynn He</dc:creator>
  <cp:lastModifiedBy>Phạm Trọng Nghĩa</cp:lastModifiedBy>
  <cp:revision>52</cp:revision>
  <dcterms:created xsi:type="dcterms:W3CDTF">2023-02-01T07:32:38Z</dcterms:created>
  <dcterms:modified xsi:type="dcterms:W3CDTF">2023-12-14T07:51:31Z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2021-06-04T00:00:00Z</vt:filetime>
  </property>
  <property fmtid="{D5CDD505-2E9C-101B-9397-08002B2CF9AE}" pid="3" name="Creator">
    <vt:lpwstr>Microsoft® PowerPoint® for Microsoft 365</vt:lpwstr>
  </property>
  <property fmtid="{D5CDD505-2E9C-101B-9397-08002B2CF9AE}" pid="4" name="LastSaved">
    <vt:filetime>2023-02-01T00:00:00Z</vt:filetime>
  </property>
</Properties>
</file>