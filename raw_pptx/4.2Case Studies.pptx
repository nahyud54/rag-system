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comments/modernComment_100_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6"/>
  </p:notesMasterIdLst>
  <p:sldIdLst>
    <p:sldId id="256" r:id="rId2"/>
    <p:sldId id="389" r:id="rId3"/>
    <p:sldId id="257" r:id="rId4"/>
    <p:sldId id="258" r:id="rId5"/>
    <p:sldId id="259" r:id="rId6"/>
    <p:sldId id="260" r:id="rId7"/>
    <p:sldId id="261" r:id="rId8"/>
    <p:sldId id="358" r:id="rId9"/>
    <p:sldId id="262" r:id="rId10"/>
    <p:sldId id="263" r:id="rId11"/>
    <p:sldId id="346" r:id="rId12"/>
    <p:sldId id="264" r:id="rId13"/>
    <p:sldId id="345" r:id="rId14"/>
    <p:sldId id="265" r:id="rId15"/>
    <p:sldId id="266" r:id="rId16"/>
    <p:sldId id="348" r:id="rId17"/>
    <p:sldId id="267" r:id="rId18"/>
    <p:sldId id="268" r:id="rId19"/>
    <p:sldId id="269" r:id="rId20"/>
    <p:sldId id="270" r:id="rId21"/>
    <p:sldId id="351" r:id="rId22"/>
    <p:sldId id="352" r:id="rId23"/>
    <p:sldId id="272" r:id="rId24"/>
    <p:sldId id="349" r:id="rId25"/>
    <p:sldId id="273" r:id="rId26"/>
    <p:sldId id="274" r:id="rId27"/>
    <p:sldId id="276" r:id="rId28"/>
    <p:sldId id="278" r:id="rId29"/>
    <p:sldId id="279" r:id="rId30"/>
    <p:sldId id="353"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4" r:id="rId45"/>
    <p:sldId id="295" r:id="rId46"/>
    <p:sldId id="296" r:id="rId47"/>
    <p:sldId id="297" r:id="rId48"/>
    <p:sldId id="298" r:id="rId49"/>
    <p:sldId id="299" r:id="rId50"/>
    <p:sldId id="300" r:id="rId51"/>
    <p:sldId id="301" r:id="rId52"/>
    <p:sldId id="366" r:id="rId53"/>
    <p:sldId id="360" r:id="rId54"/>
    <p:sldId id="361" r:id="rId55"/>
    <p:sldId id="362" r:id="rId56"/>
    <p:sldId id="363" r:id="rId57"/>
    <p:sldId id="365" r:id="rId58"/>
    <p:sldId id="364" r:id="rId59"/>
    <p:sldId id="302" r:id="rId60"/>
    <p:sldId id="303" r:id="rId61"/>
    <p:sldId id="304" r:id="rId62"/>
    <p:sldId id="369" r:id="rId63"/>
    <p:sldId id="368" r:id="rId64"/>
    <p:sldId id="370" r:id="rId65"/>
    <p:sldId id="371" r:id="rId66"/>
    <p:sldId id="372" r:id="rId67"/>
    <p:sldId id="373" r:id="rId68"/>
    <p:sldId id="374" r:id="rId69"/>
    <p:sldId id="375" r:id="rId70"/>
    <p:sldId id="376" r:id="rId71"/>
    <p:sldId id="377" r:id="rId72"/>
    <p:sldId id="378" r:id="rId73"/>
    <p:sldId id="380" r:id="rId74"/>
    <p:sldId id="305" r:id="rId75"/>
    <p:sldId id="306" r:id="rId76"/>
    <p:sldId id="307" r:id="rId77"/>
    <p:sldId id="385" r:id="rId78"/>
    <p:sldId id="383" r:id="rId79"/>
    <p:sldId id="308" r:id="rId80"/>
    <p:sldId id="309" r:id="rId81"/>
    <p:sldId id="387" r:id="rId82"/>
    <p:sldId id="388" r:id="rId83"/>
    <p:sldId id="311" r:id="rId84"/>
    <p:sldId id="312" r:id="rId85"/>
    <p:sldId id="313" r:id="rId86"/>
    <p:sldId id="314" r:id="rId87"/>
    <p:sldId id="315" r:id="rId88"/>
    <p:sldId id="316" r:id="rId89"/>
    <p:sldId id="317" r:id="rId90"/>
    <p:sldId id="318" r:id="rId91"/>
    <p:sldId id="319" r:id="rId92"/>
    <p:sldId id="320" r:id="rId93"/>
    <p:sldId id="354" r:id="rId94"/>
    <p:sldId id="322" r:id="rId95"/>
    <p:sldId id="323" r:id="rId96"/>
    <p:sldId id="324" r:id="rId97"/>
    <p:sldId id="325" r:id="rId98"/>
    <p:sldId id="326" r:id="rId99"/>
    <p:sldId id="327" r:id="rId100"/>
    <p:sldId id="328" r:id="rId101"/>
    <p:sldId id="329" r:id="rId102"/>
    <p:sldId id="330" r:id="rId103"/>
    <p:sldId id="331" r:id="rId104"/>
    <p:sldId id="332" r:id="rId105"/>
    <p:sldId id="333" r:id="rId106"/>
    <p:sldId id="334" r:id="rId107"/>
    <p:sldId id="335" r:id="rId108"/>
    <p:sldId id="336" r:id="rId109"/>
    <p:sldId id="337" r:id="rId110"/>
    <p:sldId id="338" r:id="rId111"/>
    <p:sldId id="339" r:id="rId112"/>
    <p:sldId id="340" r:id="rId113"/>
    <p:sldId id="341" r:id="rId114"/>
    <p:sldId id="355" r:id="rId115"/>
  </p:sldIdLst>
  <p:sldSz cx="12192000" cy="7772400"/>
  <p:notesSz cx="12192000" cy="7772400"/>
  <p:embeddedFontLst>
    <p:embeddedFont>
      <p:font typeface="Trebuchet MS" panose="020B0603020202020204" pitchFamily="34" charset="0"/>
      <p:regular r:id="rId117"/>
      <p:bold r:id="rId118"/>
      <p:italic r:id="rId119"/>
      <p:boldItalic r:id="rId120"/>
    </p:embeddedFont>
    <p:embeddedFont>
      <p:font typeface="Century Schoolbook" panose="02040604050505020304" pitchFamily="18" charset="0"/>
      <p:regular r:id="rId121"/>
      <p:bold r:id="rId122"/>
      <p:italic r:id="rId123"/>
      <p:boldItalic r:id="rId124"/>
    </p:embeddedFont>
    <p:embeddedFont>
      <p:font typeface="Roboto" panose="020B0604020202020204" charset="0"/>
      <p:regular r:id="rId125"/>
      <p:bold r:id="rId126"/>
      <p:italic r:id="rId127"/>
      <p:boldItalic r:id="rId128"/>
    </p:embeddedFont>
    <p:embeddedFont>
      <p:font typeface="Cambria" panose="02040503050406030204" pitchFamily="18" charset="0"/>
      <p:regular r:id="rId129"/>
      <p:bold r:id="rId130"/>
      <p:italic r:id="rId131"/>
      <p:boldItalic r:id="rId132"/>
    </p:embeddedFont>
    <p:embeddedFont>
      <p:font typeface="Calibri" panose="020F0502020204030204" pitchFamily="34" charset="0"/>
      <p:regular r:id="rId133"/>
      <p:bold r:id="rId134"/>
      <p:italic r:id="rId135"/>
      <p:boldItalic r:id="rId136"/>
    </p:embeddedFont>
    <p:embeddedFont>
      <p:font typeface="Cambria Math" panose="02040503050406030204" pitchFamily="18" charset="0"/>
      <p:regular r:id="rId1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41" roundtripDataSignature="AMtx7mhoSTjGHPflnshR2S4MKnF3GJrYf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615FEF-C003-BDE4-A30D-DBA9560B8F91}" name="Phan Thi Thu Hong (FE FPTU DN)" initials="PD" userId="S::hongptt11@fe.edu.vn::4d36b424-e1a9-4834-b8a6-b266a7cdd1c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44EC1D-2A96-A39B-DC85-18BBE105EC20}" v="3" dt="2023-05-03T10:38:03.300"/>
    <p1510:client id="{F8EF5162-4647-7FE6-3224-54CEF921C736}" v="11" dt="2023-12-12T14:11:39.710"/>
  </p1510:revLst>
</p1510:revInfo>
</file>

<file path=ppt/tableStyles.xml><?xml version="1.0" encoding="utf-8"?>
<a:tblStyleLst xmlns:a="http://schemas.openxmlformats.org/drawingml/2006/main" def="{181B52A8-C563-4D04-9740-0A2D32E2DE2C}">
  <a:tblStyle styleId="{181B52A8-C563-4D04-9740-0A2D32E2DE2C}"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473" autoAdjust="0"/>
  </p:normalViewPr>
  <p:slideViewPr>
    <p:cSldViewPr snapToGrid="0">
      <p:cViewPr varScale="1">
        <p:scale>
          <a:sx n="68" d="100"/>
          <a:sy n="68" d="100"/>
        </p:scale>
        <p:origin x="2196" y="6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1.fntdata"/><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font" Target="fonts/font12.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font" Target="fonts/font2.fntdata"/><Relationship Id="rId134" Type="http://schemas.openxmlformats.org/officeDocument/2006/relationships/font" Target="fonts/font18.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8.fntdata"/><Relationship Id="rId129" Type="http://schemas.openxmlformats.org/officeDocument/2006/relationships/font" Target="fonts/font13.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font" Target="fonts/font3.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14.fntdata"/><Relationship Id="rId135" Type="http://schemas.openxmlformats.org/officeDocument/2006/relationships/font" Target="fonts/font19.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4.fntdata"/><Relationship Id="rId125" Type="http://schemas.openxmlformats.org/officeDocument/2006/relationships/font" Target="fonts/font9.fntdata"/><Relationship Id="rId141" Type="http://customschemas.google.com/relationships/presentationmetadata" Target="metadata"/><Relationship Id="rId14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5.fntdata"/><Relationship Id="rId136" Type="http://schemas.openxmlformats.org/officeDocument/2006/relationships/font" Target="fonts/font20.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0.fntdata"/><Relationship Id="rId14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5.fntdata"/><Relationship Id="rId142"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notesMaster" Target="notesMasters/notesMaster1.xml"/><Relationship Id="rId137"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1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6.fntdata"/><Relationship Id="rId143" Type="http://schemas.openxmlformats.org/officeDocument/2006/relationships/viewProps" Target="viewProps.xml"/><Relationship Id="rId148"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7.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7.fntdata"/><Relationship Id="rId14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 Phan Thi Thu" userId="S::hongptt11@fe.edu.vn::4d36b424-e1a9-4834-b8a6-b266a7cdd1c0" providerId="AD" clId="Web-{F8EF5162-4647-7FE6-3224-54CEF921C736}"/>
    <pc:docChg chg="modSld">
      <pc:chgData name="Hong Phan Thi Thu" userId="S::hongptt11@fe.edu.vn::4d36b424-e1a9-4834-b8a6-b266a7cdd1c0" providerId="AD" clId="Web-{F8EF5162-4647-7FE6-3224-54CEF921C736}" dt="2023-12-12T14:11:39.695" v="7" actId="20577"/>
      <pc:docMkLst>
        <pc:docMk/>
      </pc:docMkLst>
      <pc:sldChg chg="modSp">
        <pc:chgData name="Hong Phan Thi Thu" userId="S::hongptt11@fe.edu.vn::4d36b424-e1a9-4834-b8a6-b266a7cdd1c0" providerId="AD" clId="Web-{F8EF5162-4647-7FE6-3224-54CEF921C736}" dt="2023-12-12T14:08:40.394" v="2" actId="20577"/>
        <pc:sldMkLst>
          <pc:docMk/>
          <pc:sldMk cId="0" sldId="291"/>
        </pc:sldMkLst>
        <pc:spChg chg="mod">
          <ac:chgData name="Hong Phan Thi Thu" userId="S::hongptt11@fe.edu.vn::4d36b424-e1a9-4834-b8a6-b266a7cdd1c0" providerId="AD" clId="Web-{F8EF5162-4647-7FE6-3224-54CEF921C736}" dt="2023-12-12T14:08:40.394" v="2" actId="20577"/>
          <ac:spMkLst>
            <pc:docMk/>
            <pc:sldMk cId="0" sldId="291"/>
            <ac:spMk id="686" creationId="{00000000-0000-0000-0000-000000000000}"/>
          </ac:spMkLst>
        </pc:spChg>
      </pc:sldChg>
      <pc:sldChg chg="modSp">
        <pc:chgData name="Hong Phan Thi Thu" userId="S::hongptt11@fe.edu.vn::4d36b424-e1a9-4834-b8a6-b266a7cdd1c0" providerId="AD" clId="Web-{F8EF5162-4647-7FE6-3224-54CEF921C736}" dt="2023-12-12T14:09:40.255" v="3" actId="1076"/>
        <pc:sldMkLst>
          <pc:docMk/>
          <pc:sldMk cId="0" sldId="292"/>
        </pc:sldMkLst>
        <pc:picChg chg="mod">
          <ac:chgData name="Hong Phan Thi Thu" userId="S::hongptt11@fe.edu.vn::4d36b424-e1a9-4834-b8a6-b266a7cdd1c0" providerId="AD" clId="Web-{F8EF5162-4647-7FE6-3224-54CEF921C736}" dt="2023-12-12T14:09:40.255" v="3" actId="1076"/>
          <ac:picMkLst>
            <pc:docMk/>
            <pc:sldMk cId="0" sldId="292"/>
            <ac:picMk id="715" creationId="{00000000-0000-0000-0000-000000000000}"/>
          </ac:picMkLst>
        </pc:picChg>
      </pc:sldChg>
      <pc:sldChg chg="modSp">
        <pc:chgData name="Hong Phan Thi Thu" userId="S::hongptt11@fe.edu.vn::4d36b424-e1a9-4834-b8a6-b266a7cdd1c0" providerId="AD" clId="Web-{F8EF5162-4647-7FE6-3224-54CEF921C736}" dt="2023-12-12T14:11:39.695" v="7" actId="20577"/>
        <pc:sldMkLst>
          <pc:docMk/>
          <pc:sldMk cId="0" sldId="294"/>
        </pc:sldMkLst>
        <pc:spChg chg="mod">
          <ac:chgData name="Hong Phan Thi Thu" userId="S::hongptt11@fe.edu.vn::4d36b424-e1a9-4834-b8a6-b266a7cdd1c0" providerId="AD" clId="Web-{F8EF5162-4647-7FE6-3224-54CEF921C736}" dt="2023-12-12T14:11:39.695" v="7" actId="20577"/>
          <ac:spMkLst>
            <pc:docMk/>
            <pc:sldMk cId="0" sldId="294"/>
            <ac:spMk id="733" creationId="{00000000-0000-0000-0000-000000000000}"/>
          </ac:spMkLst>
        </pc:spChg>
      </pc:sldChg>
    </pc:docChg>
  </pc:docChgLst>
  <pc:docChgLst>
    <pc:chgData name="Phan Thi Thu Hong (FE FPTU DN)" userId="S::hongptt11@fe.edu.vn::4d36b424-e1a9-4834-b8a6-b266a7cdd1c0" providerId="AD" clId="Web-{ED44EC1D-2A96-A39B-DC85-18BBE105EC20}"/>
    <pc:docChg chg="mod">
      <pc:chgData name="Phan Thi Thu Hong (FE FPTU DN)" userId="S::hongptt11@fe.edu.vn::4d36b424-e1a9-4834-b8a6-b266a7cdd1c0" providerId="AD" clId="Web-{ED44EC1D-2A96-A39B-DC85-18BBE105EC20}" dt="2023-05-03T10:38:03.300" v="2"/>
      <pc:docMkLst>
        <pc:docMk/>
      </pc:docMkLst>
      <pc:sldChg chg="addCm modCm">
        <pc:chgData name="Phan Thi Thu Hong (FE FPTU DN)" userId="S::hongptt11@fe.edu.vn::4d36b424-e1a9-4834-b8a6-b266a7cdd1c0" providerId="AD" clId="Web-{ED44EC1D-2A96-A39B-DC85-18BBE105EC20}" dt="2023-05-03T10:38:03.300" v="2"/>
        <pc:sldMkLst>
          <pc:docMk/>
          <pc:sldMk cId="0" sldId="25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ED44EC1D-2A96-A39B-DC85-18BBE105EC20}" dt="2023-05-03T10:38:03.300" v="2"/>
              <pc2:cmMkLst xmlns:pc2="http://schemas.microsoft.com/office/powerpoint/2019/9/main/command">
                <pc:docMk/>
                <pc:sldMk cId="0" sldId="256"/>
                <pc2:cmMk id="{7DF1767C-76D2-410D-A427-A90B3546FC69}"/>
              </pc2:cmMkLst>
              <pc226:cmRplyChg chg="add">
                <pc226:chgData name="Phan Thi Thu Hong (FE FPTU DN)" userId="S::hongptt11@fe.edu.vn::4d36b424-e1a9-4834-b8a6-b266a7cdd1c0" providerId="AD" clId="Web-{ED44EC1D-2A96-A39B-DC85-18BBE105EC20}" dt="2023-05-03T10:38:03.300" v="2"/>
                <pc2:cmRplyMkLst xmlns:pc2="http://schemas.microsoft.com/office/powerpoint/2019/9/main/command">
                  <pc:docMk/>
                  <pc:sldMk cId="0" sldId="256"/>
                  <pc2:cmMk id="{7DF1767C-76D2-410D-A427-A90B3546FC69}"/>
                  <pc2:cmRplyMk id="{12F79C8B-EFAF-4F6C-B7DE-3950C7A9052D}"/>
                </pc2:cmRplyMkLst>
              </pc226:cmRplyChg>
            </pc226:cmChg>
          </p:ext>
        </pc:extLst>
      </pc:sldChg>
    </pc:docChg>
  </pc:docChgLst>
</pc:chgInfo>
</file>

<file path=ppt/comments/modernComment_100_0.xml><?xml version="1.0" encoding="utf-8"?>
<p188:cmLst xmlns:a="http://schemas.openxmlformats.org/drawingml/2006/main" xmlns:r="http://schemas.openxmlformats.org/officeDocument/2006/relationships" xmlns:p188="http://schemas.microsoft.com/office/powerpoint/2018/8/main">
  <p188:cm id="{7DF1767C-76D2-410D-A427-A90B3546FC69}" authorId="{F2615FEF-C003-BDE4-A30D-DBA9560B8F91}" created="2023-05-03T10:37:37.940">
    <pc:sldMkLst xmlns:pc="http://schemas.microsoft.com/office/powerpoint/2013/main/command">
      <pc:docMk/>
      <pc:sldMk cId="0" sldId="256"/>
    </pc:sldMkLst>
    <p188:replyLst>
      <p188:reply id="{12F79C8B-EFAF-4F6C-B7DE-3950C7A9052D}" authorId="{F2615FEF-C003-BDE4-A30D-DBA9560B8F91}" created="2023-05-03T10:38:03.300">
        <p188:txBody>
          <a:bodyPr/>
          <a:lstStyle/>
          <a:p>
            <a:r>
              <a:rPr lang="vi-VN"/>
              <a:t>Và phần giới thiệu không nên để cả đoạn anh ạ</a:t>
            </a:r>
          </a:p>
        </p188:txBody>
      </p188:reply>
    </p188:replyLst>
    <p188:txBody>
      <a:bodyPr/>
      <a:lstStyle/>
      <a:p>
        <a:r>
          <a:rPr lang="vi-VN"/>
          <a:t>[@Nguyen Dinh Chi (FE Ban NCPT)] [@Ngo Dang Ha An (FE FPTU HCM)] 
Với mỗi thuật toán anh nên giới thiều về nguồn gốc (ai là tác giả, năm ra đời,  bài toán ban đầu, rồi mới giới thiệu về cấu trúc,... Có thể áp dụng cho bài toán nào?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82925"/>
            <a:ext cx="8128400"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99682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 name="Google Shape;56;p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 name="Google Shape;63;p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 name="Google Shape;70;p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p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p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5494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5" name="Google Shape;85;p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19187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9: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6485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0: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4" name="Google Shape;284;p1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1: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1" name="Google Shape;291;p1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0: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4" name="Google Shape;284;p1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75021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2: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p1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3: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5" name="Google Shape;375;p1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4: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3" name="Google Shape;383;p1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5: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p1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5: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p1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92307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5: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1" name="Google Shape;391;p1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0297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7: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6" name="Google Shape;436;p1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13: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5" name="Google Shape;375;p1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45207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2" name="Google Shape;452;p1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19: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0" name="Google Shape;460;p1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21: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74" name="Google Shape;474;p2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23: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0" name="Google Shape;490;p2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4: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0" name="Google Shape;500;p2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5: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chemeClr val="dk1"/>
              </a:buClr>
              <a:buSzPts val="2400"/>
              <a:buFont typeface="Arial"/>
              <a:buChar char="●"/>
            </a:pPr>
            <a:r>
              <a:rPr lang="en-US" sz="1100" b="0" i="0" u="none" strike="noStrike" cap="none" dirty="0">
                <a:solidFill>
                  <a:schemeClr val="dk1"/>
                </a:solidFill>
                <a:latin typeface="Arial"/>
                <a:ea typeface="Arial"/>
                <a:cs typeface="Arial"/>
                <a:sym typeface="Arial"/>
              </a:rPr>
              <a:t>A one-by-one convolution is a convolutional layer that uses a filter with dimensions 1x1xN, where N is the number of channels in the input volume. It seems like a trivial operation as it simply multiplies each element in the input volume by a scalar, but when applied to a volume with multiple channels, it can perform a non-trivial computation.</a:t>
            </a:r>
          </a:p>
          <a:p>
            <a:pPr marL="457200" marR="0" lvl="0" indent="-381000" algn="l" rtl="0">
              <a:lnSpc>
                <a:spcPct val="100000"/>
              </a:lnSpc>
              <a:spcBef>
                <a:spcPts val="0"/>
              </a:spcBef>
              <a:spcAft>
                <a:spcPts val="0"/>
              </a:spcAft>
              <a:buClr>
                <a:schemeClr val="dk1"/>
              </a:buClr>
              <a:buSzPts val="2400"/>
              <a:buFont typeface="Arial"/>
              <a:buChar char="●"/>
            </a:pPr>
            <a:r>
              <a:rPr lang="en-US" sz="1100" b="0" i="0" u="none" strike="noStrike" cap="none" dirty="0">
                <a:solidFill>
                  <a:schemeClr val="dk1"/>
                </a:solidFill>
                <a:latin typeface="Arial"/>
                <a:ea typeface="Arial"/>
                <a:cs typeface="Arial"/>
                <a:sym typeface="Arial"/>
              </a:rPr>
              <a:t>Specifically, a one-by-one convolution applies a fully connected neural network to each position in the input volume, with each network taking as input the values of all the channels at that position and outputting a single value. The output volume of a one-by-one convolution has the same height and width as the input volume, but the number of channels can be different.</a:t>
            </a:r>
          </a:p>
          <a:p>
            <a:pPr marL="0" lvl="0" indent="0" algn="l" rtl="0">
              <a:lnSpc>
                <a:spcPct val="100000"/>
              </a:lnSpc>
              <a:spcBef>
                <a:spcPts val="0"/>
              </a:spcBef>
              <a:spcAft>
                <a:spcPts val="0"/>
              </a:spcAft>
              <a:buSzPts val="1100"/>
              <a:buNone/>
            </a:pPr>
            <a:endParaRPr dirty="0"/>
          </a:p>
        </p:txBody>
      </p:sp>
      <p:sp>
        <p:nvSpPr>
          <p:cNvPr id="508" name="Google Shape;508;p2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08886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5: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8" name="Google Shape;508;p2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26: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5" name="Google Shape;515;p2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3c207b29f0_0_1: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2" name="Google Shape;522;g23c207b29f0_0_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27: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9" name="Google Shape;529;p2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2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6" name="Google Shape;536;p2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29: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7" name="Google Shape;557;p2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30: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a:solidFill>
                  <a:srgbClr val="000000"/>
                </a:solidFill>
                <a:latin typeface="Arial"/>
                <a:ea typeface="Arial"/>
                <a:cs typeface="Arial"/>
                <a:sym typeface="Arial"/>
              </a:rPr>
              <a:t>The inception network is a convolutional neural network architecture that uses multiple filter sizes and pooling layers in a single layer, rather than having to pick one filter size or pooling layer for each layer of the network. </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a:solidFill>
                  <a:srgbClr val="000000"/>
                </a:solidFill>
                <a:latin typeface="Arial"/>
                <a:ea typeface="Arial"/>
                <a:cs typeface="Arial"/>
                <a:sym typeface="Arial"/>
              </a:rPr>
              <a:t>This allows the network to learn the most effective combinations of filter sizes and pooling layers for each layer. </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a:solidFill>
                  <a:srgbClr val="000000"/>
                </a:solidFill>
                <a:latin typeface="Arial"/>
                <a:ea typeface="Arial"/>
                <a:cs typeface="Arial"/>
                <a:sym typeface="Arial"/>
              </a:rPr>
              <a:t>However, this also results in a higher computational cost. To address this issue, the inception module introduces the idea of a bottleneck layer, which uses a 1x1 convolution to reduce the dimensionality of the input before applying a larger filter size. This reduces the computational cost significantly without compromising the performance of the network. </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1100" b="0" i="0" u="none" strike="noStrike" cap="none" dirty="0">
                <a:solidFill>
                  <a:srgbClr val="000000"/>
                </a:solidFill>
                <a:latin typeface="Arial"/>
                <a:ea typeface="Arial"/>
                <a:cs typeface="Arial"/>
                <a:sym typeface="Arial"/>
              </a:rPr>
              <a:t>The inception network is named after the idea of going "back to the inception" of neural network design, and it was first proposed by Christian </a:t>
            </a:r>
            <a:r>
              <a:rPr lang="en-US" sz="1100" b="0" i="0" u="none" strike="noStrike" cap="none" dirty="0" err="1">
                <a:solidFill>
                  <a:srgbClr val="000000"/>
                </a:solidFill>
                <a:latin typeface="Arial"/>
                <a:ea typeface="Arial"/>
                <a:cs typeface="Arial"/>
                <a:sym typeface="Arial"/>
              </a:rPr>
              <a:t>Szegedy</a:t>
            </a:r>
            <a:r>
              <a:rPr lang="en-US" sz="1100" b="0" i="0" u="none" strike="noStrike" cap="none" dirty="0">
                <a:solidFill>
                  <a:srgbClr val="000000"/>
                </a:solidFill>
                <a:latin typeface="Arial"/>
                <a:ea typeface="Arial"/>
                <a:cs typeface="Arial"/>
                <a:sym typeface="Arial"/>
              </a:rPr>
              <a:t> and his team at Google. The inception network has been shown to achieve state-of-the-art performance on image recognition tasks, and it has influenced many other convolutional neural network architectures.</a:t>
            </a:r>
          </a:p>
          <a:p>
            <a:pPr marL="0" lvl="0" indent="0" algn="l" rtl="0">
              <a:lnSpc>
                <a:spcPct val="100000"/>
              </a:lnSpc>
              <a:spcBef>
                <a:spcPts val="0"/>
              </a:spcBef>
              <a:spcAft>
                <a:spcPts val="0"/>
              </a:spcAft>
              <a:buSzPts val="1100"/>
              <a:buNone/>
            </a:pPr>
            <a:endParaRPr dirty="0"/>
          </a:p>
        </p:txBody>
      </p:sp>
      <p:sp>
        <p:nvSpPr>
          <p:cNvPr id="565" name="Google Shape;565;p3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31: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2" name="Google Shape;572;p3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32: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5" name="Google Shape;625;p3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33: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6" name="Google Shape;646;p3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34: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4" name="Google Shape;674;p3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35: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2" name="Google Shape;682;p3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36: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9" name="Google Shape;689;p3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38: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9" name="Google Shape;729;p3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39: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6" name="Google Shape;736;p3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40: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4" name="Google Shape;744;p4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41: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0" name="Google Shape;750;p4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42: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8" name="Google Shape;758;p4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43: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5" name="Google Shape;765;p4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44: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3" name="Google Shape;773;p4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 In the normal convolution, you may have an input image that is some n by n by </a:t>
            </a:r>
            <a:r>
              <a:rPr lang="en-US" dirty="0" err="1"/>
              <a:t>n_c</a:t>
            </a:r>
            <a:r>
              <a:rPr lang="en-US" dirty="0"/>
              <a:t>, where </a:t>
            </a:r>
            <a:r>
              <a:rPr lang="en-US" dirty="0" err="1"/>
              <a:t>n_c</a:t>
            </a:r>
            <a:r>
              <a:rPr lang="en-US" dirty="0"/>
              <a:t> is the number of channels. Six by six by three channels in this case, and you want to convolve it with a filter that is f by f by </a:t>
            </a:r>
            <a:r>
              <a:rPr lang="en-US" dirty="0" err="1"/>
              <a:t>n_c</a:t>
            </a:r>
            <a:r>
              <a:rPr lang="en-US" dirty="0"/>
              <a:t>, and in this case is three by three by three.</a:t>
            </a:r>
            <a:endParaRPr dirty="0"/>
          </a:p>
        </p:txBody>
      </p:sp>
      <p:sp>
        <p:nvSpPr>
          <p:cNvPr id="780" name="Google Shape;780;p4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The way you do this is you would take this filter which I'm going to draw as a three-dimensional yellow block and put the yellow filter over there. There are 27 multiplications you have to do, sum it up, and then that gives you this value. Then shift a filter over, multiply the 27 pairs of numbers, add that up that gives you this number, and you keep going to get this, to get this, and then this, and so on, until you have computed all four by four output values. </a:t>
            </a:r>
            <a:endParaRPr dirty="0"/>
          </a:p>
        </p:txBody>
      </p:sp>
      <p:sp>
        <p:nvSpPr>
          <p:cNvPr id="780" name="Google Shape;780;p4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28467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way you do this is you would take this filter which I'm going to draw as a three-dimensional yellow block and put the yellow filter over there. There are 27 multiplications you have to do, sum it up, and then that gives you this value. Then shift a filter over, multiply the 27 pairs of numbers, add that up that gives you this number, and you keep going to get this, to get this, and then this, and so on, until you have computed all four by four output values. </a:t>
            </a:r>
          </a:p>
          <a:p>
            <a:pPr marL="0" lvl="0" indent="0" algn="l" rtl="0">
              <a:lnSpc>
                <a:spcPct val="100000"/>
              </a:lnSpc>
              <a:spcBef>
                <a:spcPts val="0"/>
              </a:spcBef>
              <a:spcAft>
                <a:spcPts val="0"/>
              </a:spcAft>
              <a:buSzPts val="1100"/>
              <a:buNone/>
            </a:pPr>
            <a:endParaRPr dirty="0"/>
          </a:p>
        </p:txBody>
      </p:sp>
      <p:sp>
        <p:nvSpPr>
          <p:cNvPr id="780" name="Google Shape;780;p4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03202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way you do this is you would take this filter which I'm going to draw as a three-dimensional yellow block and put the yellow filter over there. There are 27 multiplications you have to do, sum it up, and then that gives you this value. Then shift a filter over, multiply the 27 pairs of numbers, add that up that gives you this number, and you keep going to get this, to get this, and then this, and so on, until you have computed all four by four output values. </a:t>
            </a:r>
          </a:p>
          <a:p>
            <a:pPr marL="0" lvl="0" indent="0" algn="l" rtl="0">
              <a:lnSpc>
                <a:spcPct val="100000"/>
              </a:lnSpc>
              <a:spcBef>
                <a:spcPts val="0"/>
              </a:spcBef>
              <a:spcAft>
                <a:spcPts val="0"/>
              </a:spcAft>
              <a:buSzPts val="1100"/>
              <a:buNone/>
            </a:pPr>
            <a:endParaRPr dirty="0"/>
          </a:p>
        </p:txBody>
      </p:sp>
      <p:sp>
        <p:nvSpPr>
          <p:cNvPr id="780" name="Google Shape;780;p4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38248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way you do this is you would take this filter which I'm going to draw as a three-dimensional yellow block and put the yellow filter over there. There are 27 multiplications you have to do, sum it up, and then that gives you this value. Then shift a filter over, multiply the 27 pairs of numbers, add that up that gives you this number, and you keep going to get this, to get this, and then this, and so on, until you have computed all four by four output values. </a:t>
            </a:r>
          </a:p>
          <a:p>
            <a:pPr marL="0" lvl="0" indent="0" algn="l" rtl="0">
              <a:lnSpc>
                <a:spcPct val="100000"/>
              </a:lnSpc>
              <a:spcBef>
                <a:spcPts val="0"/>
              </a:spcBef>
              <a:spcAft>
                <a:spcPts val="0"/>
              </a:spcAft>
              <a:buSzPts val="1100"/>
              <a:buNone/>
            </a:pPr>
            <a:endParaRPr dirty="0"/>
          </a:p>
        </p:txBody>
      </p:sp>
      <p:sp>
        <p:nvSpPr>
          <p:cNvPr id="780" name="Google Shape;780;p4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840219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The way you do this is you would take this filter which I'm going to draw as a three-dimensional yellow block and put the yellow filter over there. There are 27 multiplications you have to do, sum it up, and then that gives you this value. Then shift a filter over, multiply the 27 pairs of numbers, add that up that gives you this number, and you keep going to get this, to get this, and then this, and so on, until you have computed all four by four output values. </a:t>
            </a:r>
          </a:p>
          <a:p>
            <a:pPr marL="0" lvl="0" indent="0" algn="l" rtl="0">
              <a:lnSpc>
                <a:spcPct val="100000"/>
              </a:lnSpc>
              <a:spcBef>
                <a:spcPts val="0"/>
              </a:spcBef>
              <a:spcAft>
                <a:spcPts val="0"/>
              </a:spcAft>
              <a:buSzPts val="1100"/>
              <a:buNone/>
            </a:pPr>
            <a:endParaRPr dirty="0"/>
          </a:p>
        </p:txBody>
      </p:sp>
      <p:sp>
        <p:nvSpPr>
          <p:cNvPr id="780" name="Google Shape;780;p4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83682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We didn't use padding in this case, and we use a stride of one, which is why the output size a n out by a n out is a bit smaller than the input size. That is this four by four instead of six by six. </a:t>
            </a:r>
            <a:endParaRPr dirty="0"/>
          </a:p>
        </p:txBody>
      </p:sp>
      <p:sp>
        <p:nvSpPr>
          <p:cNvPr id="780" name="Google Shape;780;p4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596251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Rather than just having one of these three by three by three filters, you may have some </a:t>
            </a:r>
            <a:r>
              <a:rPr lang="en-US" dirty="0" err="1"/>
              <a:t>n_c</a:t>
            </a:r>
            <a:r>
              <a:rPr lang="en-US" dirty="0"/>
              <a:t> prime filters and if you have five of them, then the output will be four by four by five, or a n out by a n out by </a:t>
            </a:r>
            <a:r>
              <a:rPr lang="en-US" dirty="0" err="1"/>
              <a:t>n_c</a:t>
            </a:r>
            <a:r>
              <a:rPr lang="en-US" dirty="0"/>
              <a:t> prime.</a:t>
            </a:r>
          </a:p>
          <a:p>
            <a:pPr marL="0" lvl="0" indent="0" algn="l" rtl="0">
              <a:lnSpc>
                <a:spcPct val="100000"/>
              </a:lnSpc>
              <a:spcBef>
                <a:spcPts val="0"/>
              </a:spcBef>
              <a:spcAft>
                <a:spcPts val="0"/>
              </a:spcAft>
              <a:buSzPts val="1100"/>
              <a:buNone/>
            </a:pPr>
            <a:r>
              <a:rPr lang="en-US" dirty="0"/>
              <a:t>Total number of computations needed to compute this output is given by the number of filter parameters which is three by three by three in this case, multiplied by the number of filter positions. That is a number of places where we place this big yellow block, which is four by four, and then multiplied by the number of filters, which is five in this case. You can check for yourself that this is the total number of multiplications we need to do, because at each of the locations we plopped down the filter, we need to do this many multiplications, and then we have this many filters. If you multiply these numbers out, this turns out to be 2,160</a:t>
            </a:r>
            <a:endParaRPr dirty="0"/>
          </a:p>
        </p:txBody>
      </p:sp>
      <p:sp>
        <p:nvSpPr>
          <p:cNvPr id="780" name="Google Shape;780;p4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46883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46: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1" name="Google Shape;891;p4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p47: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98" name="Google Shape;898;p4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21066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20746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54364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02329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24513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704643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297131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29938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468756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40334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976314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4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4" name="Google Shape;1044;p4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35245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49: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0" name="Google Shape;1110;p4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p50: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1" name="Google Shape;1221;p5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51: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8" name="Google Shape;1228;p5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51: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8" name="Google Shape;1228;p5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485446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51: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8" name="Google Shape;1228;p5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122150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0"/>
        <p:cNvGrpSpPr/>
        <p:nvPr/>
      </p:nvGrpSpPr>
      <p:grpSpPr>
        <a:xfrm>
          <a:off x="0" y="0"/>
          <a:ext cx="0" cy="0"/>
          <a:chOff x="0" y="0"/>
          <a:chExt cx="0" cy="0"/>
        </a:xfrm>
      </p:grpSpPr>
      <p:sp>
        <p:nvSpPr>
          <p:cNvPr id="1311" name="Google Shape;1311;p52: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2" name="Google Shape;1312;p5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6"/>
        <p:cNvGrpSpPr/>
        <p:nvPr/>
      </p:nvGrpSpPr>
      <p:grpSpPr>
        <a:xfrm>
          <a:off x="0" y="0"/>
          <a:ext cx="0" cy="0"/>
          <a:chOff x="0" y="0"/>
          <a:chExt cx="0" cy="0"/>
        </a:xfrm>
      </p:grpSpPr>
      <p:sp>
        <p:nvSpPr>
          <p:cNvPr id="1457" name="Google Shape;1457;p53: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This method significantly reduces computational costs compared to traditional convolutions. For instance, in a specific example, the </a:t>
            </a:r>
            <a:r>
              <a:rPr lang="en-US" sz="1100" b="0" i="0" u="none" strike="noStrike" cap="none" dirty="0" err="1">
                <a:solidFill>
                  <a:srgbClr val="000000"/>
                </a:solidFill>
                <a:effectLst/>
                <a:latin typeface="Arial"/>
                <a:ea typeface="Arial"/>
                <a:cs typeface="Arial"/>
                <a:sym typeface="Arial"/>
              </a:rPr>
              <a:t>depthwise</a:t>
            </a:r>
            <a:r>
              <a:rPr lang="en-US" sz="1100" b="0" i="0" u="none" strike="noStrike" cap="none" dirty="0">
                <a:solidFill>
                  <a:srgbClr val="000000"/>
                </a:solidFill>
                <a:effectLst/>
                <a:latin typeface="Arial"/>
                <a:ea typeface="Arial"/>
                <a:cs typeface="Arial"/>
                <a:sym typeface="Arial"/>
              </a:rPr>
              <a:t> separable convolution was about 31% as computationally expensive as a normal convolution, showcasing its efficiency. The authors of the </a:t>
            </a:r>
            <a:r>
              <a:rPr lang="en-US" sz="1100" b="0" i="0" u="none" strike="noStrike" cap="none" dirty="0" err="1">
                <a:solidFill>
                  <a:srgbClr val="000000"/>
                </a:solidFill>
                <a:effectLst/>
                <a:latin typeface="Arial"/>
                <a:ea typeface="Arial"/>
                <a:cs typeface="Arial"/>
                <a:sym typeface="Arial"/>
              </a:rPr>
              <a:t>MobileNets</a:t>
            </a:r>
            <a:r>
              <a:rPr lang="en-US" sz="1100" b="0" i="0" u="none" strike="noStrike" cap="none" dirty="0">
                <a:solidFill>
                  <a:srgbClr val="000000"/>
                </a:solidFill>
                <a:effectLst/>
                <a:latin typeface="Arial"/>
                <a:ea typeface="Arial"/>
                <a:cs typeface="Arial"/>
                <a:sym typeface="Arial"/>
              </a:rPr>
              <a:t> paper demonstrated that this cost ratio is generally proportional to one over the number of output channels plus one over the filter size squared. This efficient building block is crucial in constructing </a:t>
            </a:r>
            <a:r>
              <a:rPr lang="en-US" sz="1100" b="0" i="0" u="none" strike="noStrike" cap="none" dirty="0" err="1">
                <a:solidFill>
                  <a:srgbClr val="000000"/>
                </a:solidFill>
                <a:effectLst/>
                <a:latin typeface="Arial"/>
                <a:ea typeface="Arial"/>
                <a:cs typeface="Arial"/>
                <a:sym typeface="Arial"/>
              </a:rPr>
              <a:t>MobileNet</a:t>
            </a:r>
            <a:r>
              <a:rPr lang="en-US" sz="1100" b="0" i="0" u="none" strike="noStrike" cap="none" dirty="0">
                <a:solidFill>
                  <a:srgbClr val="000000"/>
                </a:solidFill>
                <a:effectLst/>
                <a:latin typeface="Arial"/>
                <a:ea typeface="Arial"/>
                <a:cs typeface="Arial"/>
                <a:sym typeface="Arial"/>
              </a:rPr>
              <a:t>, enabling effective deployment in resource-constrained scenarios.</a:t>
            </a:r>
            <a:endParaRPr dirty="0"/>
          </a:p>
        </p:txBody>
      </p:sp>
      <p:sp>
        <p:nvSpPr>
          <p:cNvPr id="1458" name="Google Shape;1458;p5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49: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0" name="Google Shape;1110;p4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416019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p49: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0" name="Google Shape;1110;p4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977640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5"/>
        <p:cNvGrpSpPr/>
        <p:nvPr/>
      </p:nvGrpSpPr>
      <p:grpSpPr>
        <a:xfrm>
          <a:off x="0" y="0"/>
          <a:ext cx="0" cy="0"/>
          <a:chOff x="0" y="0"/>
          <a:chExt cx="0" cy="0"/>
        </a:xfrm>
      </p:grpSpPr>
      <p:sp>
        <p:nvSpPr>
          <p:cNvPr id="1676" name="Google Shape;1676;p55: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77" name="Google Shape;1677;p5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3"/>
        <p:cNvGrpSpPr/>
        <p:nvPr/>
      </p:nvGrpSpPr>
      <p:grpSpPr>
        <a:xfrm>
          <a:off x="0" y="0"/>
          <a:ext cx="0" cy="0"/>
          <a:chOff x="0" y="0"/>
          <a:chExt cx="0" cy="0"/>
        </a:xfrm>
      </p:grpSpPr>
      <p:sp>
        <p:nvSpPr>
          <p:cNvPr id="1684" name="Google Shape;1684;p56: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5" name="Google Shape;1685;p5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0"/>
        <p:cNvGrpSpPr/>
        <p:nvPr/>
      </p:nvGrpSpPr>
      <p:grpSpPr>
        <a:xfrm>
          <a:off x="0" y="0"/>
          <a:ext cx="0" cy="0"/>
          <a:chOff x="0" y="0"/>
          <a:chExt cx="0" cy="0"/>
        </a:xfrm>
      </p:grpSpPr>
      <p:sp>
        <p:nvSpPr>
          <p:cNvPr id="1691" name="Google Shape;1691;p57: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2" name="Google Shape;1692;p5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p58: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0" name="Google Shape;1810;p5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59: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7" name="Google Shape;1817;p5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6"/>
        <p:cNvGrpSpPr/>
        <p:nvPr/>
      </p:nvGrpSpPr>
      <p:grpSpPr>
        <a:xfrm>
          <a:off x="0" y="0"/>
          <a:ext cx="0" cy="0"/>
          <a:chOff x="0" y="0"/>
          <a:chExt cx="0" cy="0"/>
        </a:xfrm>
      </p:grpSpPr>
      <p:sp>
        <p:nvSpPr>
          <p:cNvPr id="1897" name="Google Shape;1897;p60: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98" name="Google Shape;1898;p6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9"/>
        <p:cNvGrpSpPr/>
        <p:nvPr/>
      </p:nvGrpSpPr>
      <p:grpSpPr>
        <a:xfrm>
          <a:off x="0" y="0"/>
          <a:ext cx="0" cy="0"/>
          <a:chOff x="0" y="0"/>
          <a:chExt cx="0" cy="0"/>
        </a:xfrm>
      </p:grpSpPr>
      <p:sp>
        <p:nvSpPr>
          <p:cNvPr id="2020" name="Google Shape;2020;p61: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1" name="Google Shape;2021;p6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6"/>
        <p:cNvGrpSpPr/>
        <p:nvPr/>
      </p:nvGrpSpPr>
      <p:grpSpPr>
        <a:xfrm>
          <a:off x="0" y="0"/>
          <a:ext cx="0" cy="0"/>
          <a:chOff x="0" y="0"/>
          <a:chExt cx="0" cy="0"/>
        </a:xfrm>
      </p:grpSpPr>
      <p:sp>
        <p:nvSpPr>
          <p:cNvPr id="2027" name="Google Shape;2027;p62: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8" name="Google Shape;2028;p6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0"/>
        <p:cNvGrpSpPr/>
        <p:nvPr/>
      </p:nvGrpSpPr>
      <p:grpSpPr>
        <a:xfrm>
          <a:off x="0" y="0"/>
          <a:ext cx="0" cy="0"/>
          <a:chOff x="0" y="0"/>
          <a:chExt cx="0" cy="0"/>
        </a:xfrm>
      </p:grpSpPr>
      <p:sp>
        <p:nvSpPr>
          <p:cNvPr id="2101" name="Google Shape;2101;p63: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2" name="Google Shape;2102;p6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8"/>
        <p:cNvGrpSpPr/>
        <p:nvPr/>
      </p:nvGrpSpPr>
      <p:grpSpPr>
        <a:xfrm>
          <a:off x="0" y="0"/>
          <a:ext cx="0" cy="0"/>
          <a:chOff x="0" y="0"/>
          <a:chExt cx="0" cy="0"/>
        </a:xfrm>
      </p:grpSpPr>
      <p:sp>
        <p:nvSpPr>
          <p:cNvPr id="2109" name="Google Shape;2109;p64: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10" name="Google Shape;2110;p6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8"/>
        <p:cNvGrpSpPr/>
        <p:nvPr/>
      </p:nvGrpSpPr>
      <p:grpSpPr>
        <a:xfrm>
          <a:off x="0" y="0"/>
          <a:ext cx="0" cy="0"/>
          <a:chOff x="0" y="0"/>
          <a:chExt cx="0" cy="0"/>
        </a:xfrm>
      </p:grpSpPr>
      <p:sp>
        <p:nvSpPr>
          <p:cNvPr id="2109" name="Google Shape;2109;p64: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rgbClr val="000000"/>
              </a:buClr>
              <a:buSzPts val="2400"/>
              <a:buFont typeface="Arial"/>
              <a:buChar char="●"/>
            </a:pPr>
            <a:r>
              <a:rPr lang="en-US" sz="1100" b="0" i="0" u="none" strike="noStrike" cap="none" dirty="0" err="1">
                <a:solidFill>
                  <a:schemeClr val="dk1"/>
                </a:solidFill>
                <a:latin typeface="Arial"/>
                <a:ea typeface="Arial"/>
                <a:cs typeface="Arial"/>
                <a:sym typeface="Arial"/>
              </a:rPr>
              <a:t>EfficientNet</a:t>
            </a:r>
            <a:r>
              <a:rPr lang="en-US" sz="1100" b="0" i="0" u="none" strike="noStrike" cap="none" dirty="0">
                <a:solidFill>
                  <a:schemeClr val="dk1"/>
                </a:solidFill>
                <a:latin typeface="Arial"/>
                <a:ea typeface="Arial"/>
                <a:cs typeface="Arial"/>
                <a:sym typeface="Arial"/>
              </a:rPr>
              <a:t> is an approach that enables you to scale up or down a neural network for a specific device, based on its computational budget. The three things you can do to scale a network are to use a high resolution image (denoted as r), increase the depth of the network (denoted as d), or widen the layers (denoted as w). Given a particular computational budget, you need to choose the optimal values of r, d, and w to get the best possible performance. The challenge is to determine the rate at which to scale each of these parameters.</a:t>
            </a:r>
          </a:p>
          <a:p>
            <a:pPr marL="457200" marR="0" lvl="0" indent="-381000" algn="l" rtl="0">
              <a:lnSpc>
                <a:spcPct val="100000"/>
              </a:lnSpc>
              <a:spcBef>
                <a:spcPts val="0"/>
              </a:spcBef>
              <a:spcAft>
                <a:spcPts val="0"/>
              </a:spcAft>
              <a:buClr>
                <a:srgbClr val="000000"/>
              </a:buClr>
              <a:buSzPts val="2400"/>
              <a:buFont typeface="Arial"/>
              <a:buChar char="●"/>
            </a:pPr>
            <a:endParaRPr lang="en-US" sz="1100" dirty="0">
              <a:solidFill>
                <a:schemeClr val="dk1"/>
              </a:solidFill>
            </a:endParaRPr>
          </a:p>
          <a:p>
            <a:pPr marL="342900" lvl="0" indent="-342900">
              <a:buSzPts val="2400"/>
              <a:buFont typeface="Arial" panose="020B0604020202020204" pitchFamily="34" charset="0"/>
              <a:buChar char="•"/>
            </a:pPr>
            <a:r>
              <a:rPr lang="en-US" sz="1100" dirty="0" err="1">
                <a:solidFill>
                  <a:schemeClr val="dk1"/>
                </a:solidFill>
              </a:rPr>
              <a:t>EfficientNet</a:t>
            </a:r>
            <a:r>
              <a:rPr lang="en-US" sz="1100" dirty="0">
                <a:solidFill>
                  <a:schemeClr val="dk1"/>
                </a:solidFill>
              </a:rPr>
              <a:t> uses compound scaling to simultaneously scale up or down the resolution of the image, the depth, and the width of the neural network.</a:t>
            </a:r>
          </a:p>
          <a:p>
            <a:pPr marL="342900" lvl="0" indent="-342900">
              <a:buSzPts val="2400"/>
              <a:buFont typeface="Arial" panose="020B0604020202020204" pitchFamily="34" charset="0"/>
              <a:buChar char="•"/>
            </a:pPr>
            <a:r>
              <a:rPr lang="en-US" sz="1100" dirty="0">
                <a:solidFill>
                  <a:schemeClr val="dk1"/>
                </a:solidFill>
              </a:rPr>
              <a:t>However, it is important to find the right balance between these factors to optimize performance. </a:t>
            </a:r>
            <a:r>
              <a:rPr lang="en-US" sz="1100" dirty="0" err="1">
                <a:solidFill>
                  <a:schemeClr val="dk1"/>
                </a:solidFill>
              </a:rPr>
              <a:t>EfficientNet</a:t>
            </a:r>
            <a:r>
              <a:rPr lang="en-US" sz="1100" dirty="0">
                <a:solidFill>
                  <a:schemeClr val="dk1"/>
                </a:solidFill>
              </a:rPr>
              <a:t> provides an open-source implementation to help you choose the best trade-off between r, d, and w.</a:t>
            </a:r>
            <a:endParaRPr lang="en-US" sz="1100" dirty="0"/>
          </a:p>
          <a:p>
            <a:pPr marL="0" lvl="0" indent="0" algn="l" rtl="0">
              <a:lnSpc>
                <a:spcPct val="100000"/>
              </a:lnSpc>
              <a:spcBef>
                <a:spcPts val="0"/>
              </a:spcBef>
              <a:spcAft>
                <a:spcPts val="0"/>
              </a:spcAft>
              <a:buSzPts val="1100"/>
              <a:buNone/>
            </a:pPr>
            <a:endParaRPr dirty="0"/>
          </a:p>
        </p:txBody>
      </p:sp>
      <p:sp>
        <p:nvSpPr>
          <p:cNvPr id="2110" name="Google Shape;2110;p6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974503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2"/>
        <p:cNvGrpSpPr/>
        <p:nvPr/>
      </p:nvGrpSpPr>
      <p:grpSpPr>
        <a:xfrm>
          <a:off x="0" y="0"/>
          <a:ext cx="0" cy="0"/>
          <a:chOff x="0" y="0"/>
          <a:chExt cx="0" cy="0"/>
        </a:xfrm>
      </p:grpSpPr>
      <p:sp>
        <p:nvSpPr>
          <p:cNvPr id="2123" name="Google Shape;2123;p66: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24" name="Google Shape;2124;p6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g23c207b29f0_0_126: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34" name="Google Shape;2134;g23c207b29f0_0_12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9"/>
        <p:cNvGrpSpPr/>
        <p:nvPr/>
      </p:nvGrpSpPr>
      <p:grpSpPr>
        <a:xfrm>
          <a:off x="0" y="0"/>
          <a:ext cx="0" cy="0"/>
          <a:chOff x="0" y="0"/>
          <a:chExt cx="0" cy="0"/>
        </a:xfrm>
      </p:grpSpPr>
      <p:sp>
        <p:nvSpPr>
          <p:cNvPr id="2140" name="Google Shape;2140;p67: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1" name="Google Shape;2141;p6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7"/>
        <p:cNvGrpSpPr/>
        <p:nvPr/>
      </p:nvGrpSpPr>
      <p:grpSpPr>
        <a:xfrm>
          <a:off x="0" y="0"/>
          <a:ext cx="0" cy="0"/>
          <a:chOff x="0" y="0"/>
          <a:chExt cx="0" cy="0"/>
        </a:xfrm>
      </p:grpSpPr>
      <p:sp>
        <p:nvSpPr>
          <p:cNvPr id="2148" name="Google Shape;2148;p6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chemeClr val="dk1"/>
              </a:buClr>
              <a:buSzPts val="2400"/>
              <a:buFont typeface="Arial"/>
              <a:buChar char="●"/>
            </a:pPr>
            <a:r>
              <a:rPr lang="en-US" sz="1100" b="0" i="0" u="none" strike="noStrike" cap="none" dirty="0">
                <a:solidFill>
                  <a:schemeClr val="dk1"/>
                </a:solidFill>
                <a:latin typeface="Arial"/>
                <a:ea typeface="Arial"/>
                <a:cs typeface="Arial"/>
                <a:sym typeface="Arial"/>
              </a:rPr>
              <a:t>Transfer learning is a technique that can be used in computer vision applications to make faster progress by leveraging pre-trained neural network models. Instead of starting from scratch with random initialization, transfer learning allows you to use weights from a pre-trained model as a starting point for your own model. This is especially useful when working with small training sets or limited computational resources.</a:t>
            </a:r>
          </a:p>
          <a:p>
            <a:pPr marL="457200" marR="0" lvl="0" indent="-381000" algn="l" rtl="0">
              <a:lnSpc>
                <a:spcPct val="100000"/>
              </a:lnSpc>
              <a:spcBef>
                <a:spcPts val="0"/>
              </a:spcBef>
              <a:spcAft>
                <a:spcPts val="0"/>
              </a:spcAft>
              <a:buClr>
                <a:schemeClr val="dk1"/>
              </a:buClr>
              <a:buSzPts val="2400"/>
              <a:buFont typeface="Arial"/>
              <a:buChar char="●"/>
            </a:pPr>
            <a:r>
              <a:rPr lang="en-US" sz="1100" b="0" i="0" u="none" strike="noStrike" cap="none" dirty="0">
                <a:solidFill>
                  <a:schemeClr val="dk1"/>
                </a:solidFill>
                <a:latin typeface="Arial"/>
                <a:ea typeface="Arial"/>
                <a:cs typeface="Arial"/>
                <a:sym typeface="Arial"/>
              </a:rPr>
              <a:t>There are many open-source neural network models available that have been pre-trained on large data sets, such as ImageNet, MS COCO, and Pascal. You can download these models and use them as initialization for your own model. Typically, the early layers of the pre-trained model are frozen, meaning their weights are not updated during training, while the later layers are fine-tuned to your specific problem.</a:t>
            </a:r>
          </a:p>
          <a:p>
            <a:pPr marL="0" lvl="0" indent="0" algn="l" rtl="0">
              <a:lnSpc>
                <a:spcPct val="100000"/>
              </a:lnSpc>
              <a:spcBef>
                <a:spcPts val="0"/>
              </a:spcBef>
              <a:spcAft>
                <a:spcPts val="0"/>
              </a:spcAft>
              <a:buSzPts val="1100"/>
              <a:buNone/>
            </a:pPr>
            <a:endParaRPr dirty="0"/>
          </a:p>
        </p:txBody>
      </p:sp>
      <p:sp>
        <p:nvSpPr>
          <p:cNvPr id="2149" name="Google Shape;2149;p6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p:cNvGrpSpPr/>
        <p:nvPr/>
      </p:nvGrpSpPr>
      <p:grpSpPr>
        <a:xfrm>
          <a:off x="0" y="0"/>
          <a:ext cx="0" cy="0"/>
          <a:chOff x="0" y="0"/>
          <a:chExt cx="0" cy="0"/>
        </a:xfrm>
      </p:grpSpPr>
      <p:sp>
        <p:nvSpPr>
          <p:cNvPr id="2155" name="Google Shape;2155;p69: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rgbClr val="000000"/>
              </a:buClr>
              <a:buSzPts val="2400"/>
              <a:buFont typeface="Arial"/>
              <a:buChar char="●"/>
            </a:pPr>
            <a:r>
              <a:rPr lang="en-US" sz="1100" b="0" i="0" u="none" strike="noStrike" cap="none" dirty="0">
                <a:solidFill>
                  <a:srgbClr val="000000"/>
                </a:solidFill>
                <a:latin typeface="Arial"/>
                <a:ea typeface="Arial"/>
                <a:cs typeface="Arial"/>
                <a:sym typeface="Arial"/>
              </a:rPr>
              <a:t>The number of layers you freeze and fine-tune depends on the size of your training set. If you have a small training set, you may want to freeze more layers and fine-tune fewer. If you have a larger training set, you may be able to fine-tune more layers.</a:t>
            </a:r>
          </a:p>
          <a:p>
            <a:pPr marL="457200" marR="0" lvl="0" indent="-381000" algn="l" rtl="0">
              <a:lnSpc>
                <a:spcPct val="100000"/>
              </a:lnSpc>
              <a:spcBef>
                <a:spcPts val="0"/>
              </a:spcBef>
              <a:spcAft>
                <a:spcPts val="0"/>
              </a:spcAft>
              <a:buClr>
                <a:srgbClr val="000000"/>
              </a:buClr>
              <a:buSzPts val="2400"/>
              <a:buFont typeface="Arial"/>
              <a:buChar char="●"/>
            </a:pPr>
            <a:r>
              <a:rPr lang="en-US" sz="1100" b="0" i="0" u="none" strike="noStrike" cap="none" dirty="0">
                <a:solidFill>
                  <a:srgbClr val="000000"/>
                </a:solidFill>
                <a:latin typeface="Arial"/>
                <a:ea typeface="Arial"/>
                <a:cs typeface="Arial"/>
                <a:sym typeface="Arial"/>
              </a:rPr>
              <a:t>Another technique that can be used to speed up training is pre-computing activations for the frozen layers and saving them to disk. This way, you don't need to </a:t>
            </a:r>
            <a:r>
              <a:rPr lang="en-US" sz="1100" b="0" i="0" u="none" strike="noStrike" cap="none" dirty="0" err="1">
                <a:solidFill>
                  <a:srgbClr val="000000"/>
                </a:solidFill>
                <a:latin typeface="Arial"/>
                <a:ea typeface="Arial"/>
                <a:cs typeface="Arial"/>
                <a:sym typeface="Arial"/>
              </a:rPr>
              <a:t>recompute</a:t>
            </a:r>
            <a:r>
              <a:rPr lang="en-US" sz="1100" b="0" i="0" u="none" strike="noStrike" cap="none" dirty="0">
                <a:solidFill>
                  <a:srgbClr val="000000"/>
                </a:solidFill>
                <a:latin typeface="Arial"/>
                <a:ea typeface="Arial"/>
                <a:cs typeface="Arial"/>
                <a:sym typeface="Arial"/>
              </a:rPr>
              <a:t> the activations every time you run an epoch or pass through the training set.</a:t>
            </a:r>
          </a:p>
          <a:p>
            <a:pPr marL="457200" marR="0" lvl="0" indent="-381000" algn="l" rtl="0">
              <a:lnSpc>
                <a:spcPct val="100000"/>
              </a:lnSpc>
              <a:spcBef>
                <a:spcPts val="0"/>
              </a:spcBef>
              <a:spcAft>
                <a:spcPts val="0"/>
              </a:spcAft>
              <a:buClr>
                <a:srgbClr val="000000"/>
              </a:buClr>
              <a:buSzPts val="2400"/>
              <a:buFont typeface="Arial"/>
              <a:buChar char="●"/>
            </a:pPr>
            <a:r>
              <a:rPr lang="en-US" sz="1100" b="0" i="0" u="none" strike="noStrike" cap="none" dirty="0">
                <a:solidFill>
                  <a:srgbClr val="000000"/>
                </a:solidFill>
                <a:latin typeface="Arial"/>
                <a:ea typeface="Arial"/>
                <a:cs typeface="Arial"/>
                <a:sym typeface="Arial"/>
              </a:rPr>
              <a:t>In summary, transfer learning is a powerful technique that can save time and improve performance in computer vision applications. It allows you to leverage pre-trained models and fine-tune them to your specific problem. By freezing and fine-tuning different layers, you can adapt the model to your specific needs, depending on the size of your training set and computational resources.</a:t>
            </a:r>
          </a:p>
          <a:p>
            <a:pPr marL="0" lvl="0" indent="0" algn="l" rtl="0">
              <a:lnSpc>
                <a:spcPct val="100000"/>
              </a:lnSpc>
              <a:spcBef>
                <a:spcPts val="0"/>
              </a:spcBef>
              <a:spcAft>
                <a:spcPts val="0"/>
              </a:spcAft>
              <a:buSzPts val="1100"/>
              <a:buNone/>
            </a:pPr>
            <a:endParaRPr dirty="0"/>
          </a:p>
        </p:txBody>
      </p:sp>
      <p:sp>
        <p:nvSpPr>
          <p:cNvPr id="2156" name="Google Shape;2156;p6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1"/>
        <p:cNvGrpSpPr/>
        <p:nvPr/>
      </p:nvGrpSpPr>
      <p:grpSpPr>
        <a:xfrm>
          <a:off x="0" y="0"/>
          <a:ext cx="0" cy="0"/>
          <a:chOff x="0" y="0"/>
          <a:chExt cx="0" cy="0"/>
        </a:xfrm>
      </p:grpSpPr>
      <p:sp>
        <p:nvSpPr>
          <p:cNvPr id="2162" name="Google Shape;2162;g23c207b29f0_0_137: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3" name="Google Shape;2163;g23c207b29f0_0_13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p70: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1" name="Google Shape;2181;p7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5"/>
        <p:cNvGrpSpPr/>
        <p:nvPr/>
      </p:nvGrpSpPr>
      <p:grpSpPr>
        <a:xfrm>
          <a:off x="0" y="0"/>
          <a:ext cx="0" cy="0"/>
          <a:chOff x="0" y="0"/>
          <a:chExt cx="0" cy="0"/>
        </a:xfrm>
      </p:grpSpPr>
      <p:sp>
        <p:nvSpPr>
          <p:cNvPr id="2186" name="Google Shape;2186;p71: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87" name="Google Shape;2187;p7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3"/>
        <p:cNvGrpSpPr/>
        <p:nvPr/>
      </p:nvGrpSpPr>
      <p:grpSpPr>
        <a:xfrm>
          <a:off x="0" y="0"/>
          <a:ext cx="0" cy="0"/>
          <a:chOff x="0" y="0"/>
          <a:chExt cx="0" cy="0"/>
        </a:xfrm>
      </p:grpSpPr>
      <p:sp>
        <p:nvSpPr>
          <p:cNvPr id="2194" name="Google Shape;2194;p72: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95" name="Google Shape;2195;p7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0"/>
        <p:cNvGrpSpPr/>
        <p:nvPr/>
      </p:nvGrpSpPr>
      <p:grpSpPr>
        <a:xfrm>
          <a:off x="0" y="0"/>
          <a:ext cx="0" cy="0"/>
          <a:chOff x="0" y="0"/>
          <a:chExt cx="0" cy="0"/>
        </a:xfrm>
      </p:grpSpPr>
      <p:sp>
        <p:nvSpPr>
          <p:cNvPr id="2201" name="Google Shape;2201;p73: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2" name="Google Shape;2202;p7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9"/>
        <p:cNvGrpSpPr/>
        <p:nvPr/>
      </p:nvGrpSpPr>
      <p:grpSpPr>
        <a:xfrm>
          <a:off x="0" y="0"/>
          <a:ext cx="0" cy="0"/>
          <a:chOff x="0" y="0"/>
          <a:chExt cx="0" cy="0"/>
        </a:xfrm>
      </p:grpSpPr>
      <p:sp>
        <p:nvSpPr>
          <p:cNvPr id="2220" name="Google Shape;2220;p74: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21" name="Google Shape;2221;p74: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1"/>
        <p:cNvGrpSpPr/>
        <p:nvPr/>
      </p:nvGrpSpPr>
      <p:grpSpPr>
        <a:xfrm>
          <a:off x="0" y="0"/>
          <a:ext cx="0" cy="0"/>
          <a:chOff x="0" y="0"/>
          <a:chExt cx="0" cy="0"/>
        </a:xfrm>
      </p:grpSpPr>
      <p:sp>
        <p:nvSpPr>
          <p:cNvPr id="2242" name="Google Shape;2242;p75: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43" name="Google Shape;2243;p75: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8"/>
        <p:cNvGrpSpPr/>
        <p:nvPr/>
      </p:nvGrpSpPr>
      <p:grpSpPr>
        <a:xfrm>
          <a:off x="0" y="0"/>
          <a:ext cx="0" cy="0"/>
          <a:chOff x="0" y="0"/>
          <a:chExt cx="0" cy="0"/>
        </a:xfrm>
      </p:grpSpPr>
      <p:sp>
        <p:nvSpPr>
          <p:cNvPr id="2249" name="Google Shape;2249;p76: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0" name="Google Shape;2250;p76: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5"/>
        <p:cNvGrpSpPr/>
        <p:nvPr/>
      </p:nvGrpSpPr>
      <p:grpSpPr>
        <a:xfrm>
          <a:off x="0" y="0"/>
          <a:ext cx="0" cy="0"/>
          <a:chOff x="0" y="0"/>
          <a:chExt cx="0" cy="0"/>
        </a:xfrm>
      </p:grpSpPr>
      <p:sp>
        <p:nvSpPr>
          <p:cNvPr id="2256" name="Google Shape;2256;p77: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7" name="Google Shape;2257;p77: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3"/>
        <p:cNvGrpSpPr/>
        <p:nvPr/>
      </p:nvGrpSpPr>
      <p:grpSpPr>
        <a:xfrm>
          <a:off x="0" y="0"/>
          <a:ext cx="0" cy="0"/>
          <a:chOff x="0" y="0"/>
          <a:chExt cx="0" cy="0"/>
        </a:xfrm>
      </p:grpSpPr>
      <p:sp>
        <p:nvSpPr>
          <p:cNvPr id="2264" name="Google Shape;2264;p78: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65" name="Google Shape;2265;p78: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0"/>
        <p:cNvGrpSpPr/>
        <p:nvPr/>
      </p:nvGrpSpPr>
      <p:grpSpPr>
        <a:xfrm>
          <a:off x="0" y="0"/>
          <a:ext cx="0" cy="0"/>
          <a:chOff x="0" y="0"/>
          <a:chExt cx="0" cy="0"/>
        </a:xfrm>
      </p:grpSpPr>
      <p:sp>
        <p:nvSpPr>
          <p:cNvPr id="2271" name="Google Shape;2271;p79: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2" name="Google Shape;2272;p79: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7"/>
        <p:cNvGrpSpPr/>
        <p:nvPr/>
      </p:nvGrpSpPr>
      <p:grpSpPr>
        <a:xfrm>
          <a:off x="0" y="0"/>
          <a:ext cx="0" cy="0"/>
          <a:chOff x="0" y="0"/>
          <a:chExt cx="0" cy="0"/>
        </a:xfrm>
      </p:grpSpPr>
      <p:sp>
        <p:nvSpPr>
          <p:cNvPr id="2278" name="Google Shape;2278;p80: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79" name="Google Shape;2279;p80: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8"/>
        <p:cNvGrpSpPr/>
        <p:nvPr/>
      </p:nvGrpSpPr>
      <p:grpSpPr>
        <a:xfrm>
          <a:off x="0" y="0"/>
          <a:ext cx="0" cy="0"/>
          <a:chOff x="0" y="0"/>
          <a:chExt cx="0" cy="0"/>
        </a:xfrm>
      </p:grpSpPr>
      <p:sp>
        <p:nvSpPr>
          <p:cNvPr id="2299" name="Google Shape;2299;p81:notes"/>
          <p:cNvSpPr txBox="1">
            <a:spLocks noGrp="1"/>
          </p:cNvSpPr>
          <p:nvPr>
            <p:ph type="body" idx="1"/>
          </p:nvPr>
        </p:nvSpPr>
        <p:spPr>
          <a:xfrm>
            <a:off x="1219200" y="3691875"/>
            <a:ext cx="9753600" cy="3497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0" name="Google Shape;2300;p81: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5"/>
        <p:cNvGrpSpPr/>
        <p:nvPr/>
      </p:nvGrpSpPr>
      <p:grpSpPr>
        <a:xfrm>
          <a:off x="0" y="0"/>
          <a:ext cx="0" cy="0"/>
          <a:chOff x="0" y="0"/>
          <a:chExt cx="0" cy="0"/>
        </a:xfrm>
      </p:grpSpPr>
      <p:sp>
        <p:nvSpPr>
          <p:cNvPr id="2306" name="Google Shape;2306;p82: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7" name="Google Shape;2307;p82: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1"/>
        <p:cNvGrpSpPr/>
        <p:nvPr/>
      </p:nvGrpSpPr>
      <p:grpSpPr>
        <a:xfrm>
          <a:off x="0" y="0"/>
          <a:ext cx="0" cy="0"/>
          <a:chOff x="0" y="0"/>
          <a:chExt cx="0" cy="0"/>
        </a:xfrm>
      </p:grpSpPr>
      <p:sp>
        <p:nvSpPr>
          <p:cNvPr id="2332" name="Google Shape;2332;p83:notes"/>
          <p:cNvSpPr txBox="1">
            <a:spLocks noGrp="1"/>
          </p:cNvSpPr>
          <p:nvPr>
            <p:ph type="body" idx="1"/>
          </p:nvPr>
        </p:nvSpPr>
        <p:spPr>
          <a:xfrm>
            <a:off x="1219200" y="3691875"/>
            <a:ext cx="9753600" cy="34975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3" name="Google Shape;2333;p83:notes"/>
          <p:cNvSpPr>
            <a:spLocks noGrp="1" noRot="1" noChangeAspect="1"/>
          </p:cNvSpPr>
          <p:nvPr>
            <p:ph type="sldImg" idx="2"/>
          </p:nvPr>
        </p:nvSpPr>
        <p:spPr>
          <a:xfrm>
            <a:off x="3810000" y="582613"/>
            <a:ext cx="4573588" cy="29146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279900" y="857250"/>
            <a:ext cx="36322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Why Look at Case Studies?</a:t>
            </a:r>
          </a:p>
          <a:p>
            <a:pPr marL="12700" marR="508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Case studies provide practical insights, showcasing real-world applications of techniques 	and 	architectures. They offer valuable learning experiences and help in understanding the nuances 	of implementing models in various contexts.</a:t>
            </a:r>
          </a:p>
          <a:p>
            <a:pPr marL="355600" marR="508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Classic Networks:</a:t>
            </a:r>
          </a:p>
          <a:p>
            <a:pPr marL="12700" marR="5080">
              <a:lnSpc>
                <a:spcPct val="101800"/>
              </a:lnSpc>
              <a:buSzPts val="2400"/>
            </a:pPr>
            <a:r>
              <a:rPr lang="en-US" sz="1200" dirty="0" smtClean="0">
                <a:ea typeface="Century Schoolbook"/>
                <a:cs typeface="Century Schoolbook"/>
                <a:sym typeface="Century Schoolbook"/>
              </a:rPr>
              <a:t>	</a:t>
            </a:r>
            <a:r>
              <a:rPr lang="en-US" sz="1100" dirty="0" smtClean="0">
                <a:ea typeface="Century Schoolbook"/>
                <a:cs typeface="Century Schoolbook"/>
                <a:sym typeface="Century Schoolbook"/>
              </a:rPr>
              <a:t>Refers to early deep learning architectures like </a:t>
            </a:r>
            <a:r>
              <a:rPr lang="en-US" sz="1100" dirty="0" err="1" smtClean="0">
                <a:ea typeface="Century Schoolbook"/>
                <a:cs typeface="Century Schoolbook"/>
                <a:sym typeface="Century Schoolbook"/>
              </a:rPr>
              <a:t>LeNet</a:t>
            </a:r>
            <a:r>
              <a:rPr lang="en-US" sz="1100" dirty="0" smtClean="0">
                <a:ea typeface="Century Schoolbook"/>
                <a:cs typeface="Century Schoolbook"/>
                <a:sym typeface="Century Schoolbook"/>
              </a:rPr>
              <a:t>, </a:t>
            </a:r>
            <a:r>
              <a:rPr lang="en-US" sz="1100" dirty="0" err="1" smtClean="0">
                <a:ea typeface="Century Schoolbook"/>
                <a:cs typeface="Century Schoolbook"/>
                <a:sym typeface="Century Schoolbook"/>
              </a:rPr>
              <a:t>AlexNet</a:t>
            </a:r>
            <a:r>
              <a:rPr lang="en-US" sz="1100" dirty="0" smtClean="0">
                <a:ea typeface="Century Schoolbook"/>
                <a:cs typeface="Century Schoolbook"/>
                <a:sym typeface="Century Schoolbook"/>
              </a:rPr>
              <a:t>, and VGG, which laid the 	foundation for modern convolutional neural networks.</a:t>
            </a:r>
          </a:p>
          <a:p>
            <a:pPr marL="355600" marR="508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Residual Networks (</a:t>
            </a:r>
            <a:r>
              <a:rPr lang="en-US" sz="1200" dirty="0" err="1" smtClean="0">
                <a:ea typeface="Century Schoolbook"/>
                <a:cs typeface="Century Schoolbook"/>
                <a:sym typeface="Century Schoolbook"/>
              </a:rPr>
              <a:t>ResNets</a:t>
            </a:r>
            <a:r>
              <a:rPr lang="en-US" sz="1200" dirty="0" smtClean="0">
                <a:ea typeface="Century Schoolbook"/>
                <a:cs typeface="Century Schoolbook"/>
                <a:sym typeface="Century Schoolbook"/>
              </a:rPr>
              <a:t>):</a:t>
            </a:r>
          </a:p>
          <a:p>
            <a:pPr marL="12700" marR="5080">
              <a:lnSpc>
                <a:spcPct val="101800"/>
              </a:lnSpc>
              <a:buSzPts val="2400"/>
            </a:pPr>
            <a:r>
              <a:rPr lang="en-US" sz="1100" dirty="0" smtClean="0">
                <a:ea typeface="Century Schoolbook"/>
                <a:cs typeface="Century Schoolbook"/>
                <a:sym typeface="Century Schoolbook"/>
              </a:rPr>
              <a:t>	Introduces the concept of </a:t>
            </a:r>
            <a:r>
              <a:rPr lang="en-US" sz="1100" dirty="0" err="1" smtClean="0">
                <a:ea typeface="Century Schoolbook"/>
                <a:cs typeface="Century Schoolbook"/>
                <a:sym typeface="Century Schoolbook"/>
              </a:rPr>
              <a:t>ResNets</a:t>
            </a:r>
            <a:r>
              <a:rPr lang="en-US" sz="1100" dirty="0" smtClean="0">
                <a:ea typeface="Century Schoolbook"/>
                <a:cs typeface="Century Schoolbook"/>
                <a:sym typeface="Century Schoolbook"/>
              </a:rPr>
              <a:t>, which utilize residual connections to address the vanishing 	gradient problem in deep networks, allowing the training of extremely deep models.</a:t>
            </a:r>
          </a:p>
          <a:p>
            <a:pPr marL="355600" marR="508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Why </a:t>
            </a:r>
            <a:r>
              <a:rPr lang="en-US" sz="1200" dirty="0" err="1" smtClean="0">
                <a:ea typeface="Century Schoolbook"/>
                <a:cs typeface="Century Schoolbook"/>
                <a:sym typeface="Century Schoolbook"/>
              </a:rPr>
              <a:t>ResNets</a:t>
            </a:r>
            <a:r>
              <a:rPr lang="en-US" sz="1200" dirty="0" smtClean="0">
                <a:ea typeface="Century Schoolbook"/>
                <a:cs typeface="Century Schoolbook"/>
                <a:sym typeface="Century Schoolbook"/>
              </a:rPr>
              <a:t> Work:</a:t>
            </a:r>
          </a:p>
          <a:p>
            <a:pPr marL="12700" marR="5080">
              <a:lnSpc>
                <a:spcPct val="101800"/>
              </a:lnSpc>
              <a:buSzPts val="2400"/>
            </a:pPr>
            <a:r>
              <a:rPr lang="en-US" sz="1100" dirty="0" smtClean="0">
                <a:ea typeface="Century Schoolbook"/>
                <a:cs typeface="Century Schoolbook"/>
                <a:sym typeface="Century Schoolbook"/>
              </a:rPr>
              <a:t>	</a:t>
            </a:r>
            <a:r>
              <a:rPr lang="en-US" sz="1100" dirty="0" err="1" smtClean="0">
                <a:ea typeface="Century Schoolbook"/>
                <a:cs typeface="Century Schoolbook"/>
                <a:sym typeface="Century Schoolbook"/>
              </a:rPr>
              <a:t>ResNets</a:t>
            </a:r>
            <a:r>
              <a:rPr lang="en-US" sz="1100" dirty="0" smtClean="0">
                <a:ea typeface="Century Schoolbook"/>
                <a:cs typeface="Century Schoolbook"/>
                <a:sym typeface="Century Schoolbook"/>
              </a:rPr>
              <a:t> work by introducing shortcut connections that enable the direct flow of gradients 	during backpropagation, facilitating the training of deep networks without degradation in 	performance.</a:t>
            </a:r>
          </a:p>
          <a:p>
            <a:pPr marL="355600" marR="508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Network in Network and 1×1 Convolutions:</a:t>
            </a:r>
          </a:p>
          <a:p>
            <a:pPr marL="12700" marR="5080">
              <a:lnSpc>
                <a:spcPct val="101800"/>
              </a:lnSpc>
              <a:buSzPts val="2400"/>
            </a:pPr>
            <a:r>
              <a:rPr lang="en-US" sz="1100" dirty="0" smtClean="0">
                <a:ea typeface="Century Schoolbook"/>
                <a:cs typeface="Century Schoolbook"/>
                <a:sym typeface="Century Schoolbook"/>
              </a:rPr>
              <a:t>	Discusses the Network in Network concept, which uses 1×1 convolutions to enhance model 	capacity and learn intricate patterns within local regions of the input data.</a:t>
            </a:r>
          </a:p>
          <a:p>
            <a:pPr marL="355600" marR="508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Inception Network Motivation:</a:t>
            </a:r>
          </a:p>
          <a:p>
            <a:pPr marL="12700" marR="5080">
              <a:lnSpc>
                <a:spcPct val="101800"/>
              </a:lnSpc>
              <a:buSzPts val="2400"/>
            </a:pPr>
            <a:r>
              <a:rPr lang="en-US" sz="1100" dirty="0" smtClean="0">
                <a:ea typeface="Century Schoolbook"/>
                <a:cs typeface="Century Schoolbook"/>
                <a:sym typeface="Century Schoolbook"/>
              </a:rPr>
              <a:t>	Describes the motivation behind Inception networks, which aim to capture information at 	multiple scales by using various sizes of convolutions and pooling operations.</a:t>
            </a:r>
          </a:p>
          <a:p>
            <a:pPr marL="355600" marR="5080" indent="-342900">
              <a:lnSpc>
                <a:spcPct val="101800"/>
              </a:lnSpc>
              <a:buSzPts val="2400"/>
              <a:buFont typeface="Arial" panose="020B0604020202020204" pitchFamily="34" charset="0"/>
              <a:buChar char="•"/>
            </a:pPr>
            <a:r>
              <a:rPr lang="en-US" sz="1200" dirty="0" smtClean="0">
                <a:ea typeface="Century Schoolbook"/>
                <a:cs typeface="Century Schoolbook"/>
                <a:sym typeface="Century Schoolbook"/>
              </a:rPr>
              <a:t>Inception Network:</a:t>
            </a:r>
          </a:p>
          <a:p>
            <a:pPr marL="12700" marR="5080">
              <a:lnSpc>
                <a:spcPct val="101800"/>
              </a:lnSpc>
              <a:buSzPts val="2400"/>
            </a:pPr>
            <a:r>
              <a:rPr lang="en-US" sz="1100" dirty="0" smtClean="0">
                <a:ea typeface="Century Schoolbook"/>
                <a:cs typeface="Century Schoolbook"/>
                <a:sym typeface="Century Schoolbook"/>
              </a:rPr>
              <a:t>	Introduces the Inception architecture, characterized by its innovative use of parallel 	convolutional operations with different kernel sizes and strides, maximizing information 	extraction.</a:t>
            </a:r>
          </a:p>
          <a:p>
            <a:pPr marL="355600" marR="5080" indent="-342900">
              <a:lnSpc>
                <a:spcPct val="101800"/>
              </a:lnSpc>
              <a:buSzPts val="2400"/>
              <a:buFont typeface="Arial" panose="020B0604020202020204" pitchFamily="34" charset="0"/>
              <a:buChar char="•"/>
            </a:pPr>
            <a:r>
              <a:rPr lang="en-US" sz="1200" dirty="0" err="1" smtClean="0">
                <a:ea typeface="Century Schoolbook"/>
                <a:cs typeface="Century Schoolbook"/>
                <a:sym typeface="Century Schoolbook"/>
              </a:rPr>
              <a:t>MobileNet</a:t>
            </a:r>
            <a:r>
              <a:rPr lang="en-US" sz="1200" dirty="0" smtClean="0">
                <a:ea typeface="Century Schoolbook"/>
                <a:cs typeface="Century Schoolbook"/>
                <a:sym typeface="Century Schoolbook"/>
              </a:rPr>
              <a:t>:</a:t>
            </a:r>
          </a:p>
          <a:p>
            <a:pPr marL="12700" marR="5080">
              <a:lnSpc>
                <a:spcPct val="101800"/>
              </a:lnSpc>
              <a:buSzPts val="2400"/>
            </a:pPr>
            <a:r>
              <a:rPr lang="en-US" sz="1100" dirty="0" smtClean="0">
                <a:ea typeface="Century Schoolbook"/>
                <a:cs typeface="Century Schoolbook"/>
                <a:sym typeface="Century Schoolbook"/>
              </a:rPr>
              <a:t>	Introduces </a:t>
            </a:r>
            <a:r>
              <a:rPr lang="en-US" sz="1100" dirty="0" err="1" smtClean="0">
                <a:ea typeface="Century Schoolbook"/>
                <a:cs typeface="Century Schoolbook"/>
                <a:sym typeface="Century Schoolbook"/>
              </a:rPr>
              <a:t>MobileNet</a:t>
            </a:r>
            <a:r>
              <a:rPr lang="en-US" sz="1100" dirty="0" smtClean="0">
                <a:ea typeface="Century Schoolbook"/>
                <a:cs typeface="Century Schoolbook"/>
                <a:sym typeface="Century Schoolbook"/>
              </a:rPr>
              <a:t>, a lightweight neural network architecture optimized for mobile and edge 	devices, achieved through </a:t>
            </a:r>
            <a:r>
              <a:rPr lang="en-US" sz="1100" dirty="0" err="1" smtClean="0">
                <a:ea typeface="Century Schoolbook"/>
                <a:cs typeface="Century Schoolbook"/>
                <a:sym typeface="Century Schoolbook"/>
              </a:rPr>
              <a:t>depthwise</a:t>
            </a:r>
            <a:r>
              <a:rPr lang="en-US" sz="1100" dirty="0" smtClean="0">
                <a:ea typeface="Century Schoolbook"/>
                <a:cs typeface="Century Schoolbook"/>
                <a:sym typeface="Century Schoolbook"/>
              </a:rPr>
              <a:t> separable convolutions, reducing computational 	complexity.</a:t>
            </a:r>
          </a:p>
          <a:p>
            <a:pPr marL="355600" marR="5080" indent="-342900">
              <a:lnSpc>
                <a:spcPct val="101800"/>
              </a:lnSpc>
              <a:buSzPts val="2400"/>
              <a:buFont typeface="Arial" panose="020B0604020202020204" pitchFamily="34" charset="0"/>
              <a:buChar char="•"/>
            </a:pPr>
            <a:r>
              <a:rPr lang="en-US" sz="1200" dirty="0" err="1" smtClean="0">
                <a:ea typeface="Century Schoolbook"/>
                <a:cs typeface="Century Schoolbook"/>
                <a:sym typeface="Century Schoolbook"/>
              </a:rPr>
              <a:t>MobileNet</a:t>
            </a:r>
            <a:r>
              <a:rPr lang="en-US" sz="1200" dirty="0" smtClean="0">
                <a:ea typeface="Century Schoolbook"/>
                <a:cs typeface="Century Schoolbook"/>
                <a:sym typeface="Century Schoolbook"/>
              </a:rPr>
              <a:t> Architecture:</a:t>
            </a:r>
          </a:p>
          <a:p>
            <a:pPr marL="12700" marR="5080">
              <a:lnSpc>
                <a:spcPct val="101800"/>
              </a:lnSpc>
              <a:buSzPts val="2400"/>
            </a:pPr>
            <a:r>
              <a:rPr lang="en-US" sz="1100" dirty="0" smtClean="0">
                <a:ea typeface="Century Schoolbook"/>
                <a:cs typeface="Century Schoolbook"/>
                <a:sym typeface="Century Schoolbook"/>
              </a:rPr>
              <a:t>	Outlines the architecture of </a:t>
            </a:r>
            <a:r>
              <a:rPr lang="en-US" sz="1100" dirty="0" err="1" smtClean="0">
                <a:ea typeface="Century Schoolbook"/>
                <a:cs typeface="Century Schoolbook"/>
                <a:sym typeface="Century Schoolbook"/>
              </a:rPr>
              <a:t>MobileNet</a:t>
            </a:r>
            <a:r>
              <a:rPr lang="en-US" sz="1100" dirty="0" smtClean="0">
                <a:ea typeface="Century Schoolbook"/>
                <a:cs typeface="Century Schoolbook"/>
                <a:sym typeface="Century Schoolbook"/>
              </a:rPr>
              <a:t>, emphasizing its efficient use of operations, making it 	suitable for real-time applications on resource-constrained devices.</a:t>
            </a:r>
          </a:p>
          <a:p>
            <a:pPr marL="355600" marR="5080" indent="-342900">
              <a:lnSpc>
                <a:spcPct val="101800"/>
              </a:lnSpc>
              <a:buSzPts val="2400"/>
              <a:buFont typeface="Arial" panose="020B0604020202020204" pitchFamily="34" charset="0"/>
              <a:buChar char="•"/>
            </a:pPr>
            <a:r>
              <a:rPr lang="en-US" sz="1200" dirty="0" err="1" smtClean="0">
                <a:ea typeface="Century Schoolbook"/>
                <a:cs typeface="Century Schoolbook"/>
                <a:sym typeface="Century Schoolbook"/>
              </a:rPr>
              <a:t>EfficientNet</a:t>
            </a:r>
            <a:r>
              <a:rPr lang="en-US" sz="1200" dirty="0" smtClean="0">
                <a:ea typeface="Century Schoolbook"/>
                <a:cs typeface="Century Schoolbook"/>
                <a:sym typeface="Century Schoolbook"/>
              </a:rPr>
              <a:t>:</a:t>
            </a:r>
          </a:p>
          <a:p>
            <a:pPr marL="12700" marR="5080">
              <a:lnSpc>
                <a:spcPct val="101800"/>
              </a:lnSpc>
              <a:buSzPts val="2400"/>
            </a:pPr>
            <a:r>
              <a:rPr lang="en-US" sz="1100" dirty="0" smtClean="0">
                <a:ea typeface="Century Schoolbook"/>
                <a:cs typeface="Century Schoolbook"/>
                <a:sym typeface="Century Schoolbook"/>
              </a:rPr>
              <a:t>	Describes </a:t>
            </a:r>
            <a:r>
              <a:rPr lang="en-US" sz="1100" dirty="0" err="1" smtClean="0">
                <a:ea typeface="Century Schoolbook"/>
                <a:cs typeface="Century Schoolbook"/>
                <a:sym typeface="Century Schoolbook"/>
              </a:rPr>
              <a:t>EfficientNet</a:t>
            </a:r>
            <a:r>
              <a:rPr lang="en-US" sz="1100" dirty="0" smtClean="0">
                <a:ea typeface="Century Schoolbook"/>
                <a:cs typeface="Century Schoolbook"/>
                <a:sym typeface="Century Schoolbook"/>
              </a:rPr>
              <a:t>, a scalable and efficient architecture achieved through compound 	scaling, balancing model depth, width, and resolution for optimal performance.</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Transfer Learning:</a:t>
            </a:r>
          </a:p>
          <a:p>
            <a:pPr marL="12700" marR="5080">
              <a:lnSpc>
                <a:spcPct val="101800"/>
              </a:lnSpc>
              <a:buSzPts val="2400"/>
            </a:pPr>
            <a:r>
              <a:rPr lang="en-US" sz="2000" dirty="0" smtClean="0">
                <a:ea typeface="Century Schoolbook"/>
                <a:cs typeface="Century Schoolbook"/>
                <a:sym typeface="Century Schoolbook"/>
              </a:rPr>
              <a:t>	Transfer learning involves using pre-trained models on new tasks, leveraging knowledge 	learned from vast datasets. It boosts performance and reduces training time for specific tasks.</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Data Augmentation:</a:t>
            </a:r>
          </a:p>
          <a:p>
            <a:pPr marL="12700" marR="5080" lvl="1">
              <a:lnSpc>
                <a:spcPct val="101800"/>
              </a:lnSpc>
              <a:buSzPts val="2400"/>
            </a:pPr>
            <a:r>
              <a:rPr lang="en-US" sz="2000" dirty="0" smtClean="0">
                <a:ea typeface="Century Schoolbook"/>
                <a:cs typeface="Century Schoolbook"/>
                <a:sym typeface="Century Schoolbook"/>
              </a:rPr>
              <a:t>	Data augmentation involves applying various transformations to training data, such as rotation, 	flipping, or scaling, creating diverse samples to enhance model generalization.</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The State of Computer Vision:</a:t>
            </a:r>
          </a:p>
          <a:p>
            <a:pPr marL="12700" marR="5080">
              <a:lnSpc>
                <a:spcPct val="101800"/>
              </a:lnSpc>
              <a:buSzPts val="2400"/>
            </a:pPr>
            <a:r>
              <a:rPr lang="en-US" sz="2000" dirty="0" smtClean="0">
                <a:ea typeface="Century Schoolbook"/>
                <a:cs typeface="Century Schoolbook"/>
                <a:sym typeface="Century Schoolbook"/>
              </a:rPr>
              <a:t>	Provides an overview of the current landscape of computer vision, showcasing advancements, 	challenges, and emerging trends, such as self-supervised learning and real-time applications.</a:t>
            </a: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114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903971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85"/>
          <p:cNvSpPr txBox="1">
            <a:spLocks noGrp="1"/>
          </p:cNvSpPr>
          <p:nvPr>
            <p:ph type="title"/>
          </p:nvPr>
        </p:nvSpPr>
        <p:spPr>
          <a:xfrm>
            <a:off x="1778520" y="1696300"/>
            <a:ext cx="8634958" cy="103123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85"/>
          <p:cNvSpPr txBox="1">
            <a:spLocks noGrp="1"/>
          </p:cNvSpPr>
          <p:nvPr>
            <p:ph type="body" idx="1"/>
          </p:nvPr>
        </p:nvSpPr>
        <p:spPr>
          <a:xfrm>
            <a:off x="643585" y="1381538"/>
            <a:ext cx="11374120" cy="274129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800" b="0" i="0">
                <a:solidFill>
                  <a:schemeClr val="dk1"/>
                </a:solidFill>
                <a:latin typeface="Cambria"/>
                <a:ea typeface="Cambria"/>
                <a:cs typeface="Cambria"/>
                <a:sym typeface="Cambria"/>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4" name="Google Shape;14;p8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8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8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
        <p:cNvGrpSpPr/>
        <p:nvPr/>
      </p:nvGrpSpPr>
      <p:grpSpPr>
        <a:xfrm>
          <a:off x="0" y="0"/>
          <a:ext cx="0" cy="0"/>
          <a:chOff x="0" y="0"/>
          <a:chExt cx="0" cy="0"/>
        </a:xfrm>
      </p:grpSpPr>
      <p:sp>
        <p:nvSpPr>
          <p:cNvPr id="18" name="Google Shape;18;p86"/>
          <p:cNvSpPr txBox="1">
            <a:spLocks noGrp="1"/>
          </p:cNvSpPr>
          <p:nvPr>
            <p:ph type="title"/>
          </p:nvPr>
        </p:nvSpPr>
        <p:spPr>
          <a:xfrm>
            <a:off x="1778520" y="1696300"/>
            <a:ext cx="8634958" cy="103123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8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8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8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2"/>
        <p:cNvGrpSpPr/>
        <p:nvPr/>
      </p:nvGrpSpPr>
      <p:grpSpPr>
        <a:xfrm>
          <a:off x="0" y="0"/>
          <a:ext cx="0" cy="0"/>
          <a:chOff x="0" y="0"/>
          <a:chExt cx="0" cy="0"/>
        </a:xfrm>
      </p:grpSpPr>
      <p:sp>
        <p:nvSpPr>
          <p:cNvPr id="23" name="Google Shape;23;p8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8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88"/>
          <p:cNvSpPr txBox="1">
            <a:spLocks noGrp="1"/>
          </p:cNvSpPr>
          <p:nvPr>
            <p:ph type="ctrTitle"/>
          </p:nvPr>
        </p:nvSpPr>
        <p:spPr>
          <a:xfrm>
            <a:off x="1102614" y="941273"/>
            <a:ext cx="9986771" cy="17640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88"/>
          <p:cNvSpPr txBox="1">
            <a:spLocks noGrp="1"/>
          </p:cNvSpPr>
          <p:nvPr>
            <p:ph type="subTitle" idx="1"/>
          </p:nvPr>
        </p:nvSpPr>
        <p:spPr>
          <a:xfrm>
            <a:off x="1840357" y="3920185"/>
            <a:ext cx="8511285" cy="10318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8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8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89"/>
          <p:cNvSpPr txBox="1">
            <a:spLocks noGrp="1"/>
          </p:cNvSpPr>
          <p:nvPr>
            <p:ph type="title"/>
          </p:nvPr>
        </p:nvSpPr>
        <p:spPr>
          <a:xfrm>
            <a:off x="1778520" y="1696300"/>
            <a:ext cx="8634958" cy="103123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6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9"/>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5" name="Google Shape;35;p89"/>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6" name="Google Shape;36;p8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4"/>
          <p:cNvSpPr txBox="1">
            <a:spLocks noGrp="1"/>
          </p:cNvSpPr>
          <p:nvPr>
            <p:ph type="title"/>
          </p:nvPr>
        </p:nvSpPr>
        <p:spPr>
          <a:xfrm>
            <a:off x="1778520" y="1696300"/>
            <a:ext cx="8634958" cy="1031239"/>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6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84"/>
          <p:cNvSpPr txBox="1">
            <a:spLocks noGrp="1"/>
          </p:cNvSpPr>
          <p:nvPr>
            <p:ph type="body" idx="1"/>
          </p:nvPr>
        </p:nvSpPr>
        <p:spPr>
          <a:xfrm>
            <a:off x="643585" y="1381538"/>
            <a:ext cx="11374120" cy="274129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chemeClr val="dk1"/>
                </a:solidFill>
                <a:latin typeface="Cambria"/>
                <a:ea typeface="Cambria"/>
                <a:cs typeface="Cambria"/>
                <a:sym typeface="Cambria"/>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p8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 name="Google Shape;9;p8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8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18/10/relationships/comments" Target="../comments/modernComment_100_0.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18/10/relationships/comments" Target="../comments/modernComment_100_0.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1.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7.png"/></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87.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1.png"/></Relationships>
</file>

<file path=ppt/slides/_rels/slide8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57.png"/></Relationships>
</file>

<file path=ppt/slides/_rels/slide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1.xml"/><Relationship Id="rId5" Type="http://schemas.openxmlformats.org/officeDocument/2006/relationships/image" Target="../media/image67.png"/><Relationship Id="rId4" Type="http://schemas.openxmlformats.org/officeDocument/2006/relationships/image" Target="../media/image66.png"/></Relationships>
</file>

<file path=ppt/slides/_rels/slide9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9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3.xml"/><Relationship Id="rId4" Type="http://schemas.openxmlformats.org/officeDocument/2006/relationships/image" Target="../media/image69.png"/></Relationships>
</file>

<file path=ppt/slides/_rels/slide100.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100.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71.jpg"/><Relationship Id="rId7" Type="http://schemas.openxmlformats.org/officeDocument/2006/relationships/image" Target="../media/image75.jpg"/><Relationship Id="rId2" Type="http://schemas.openxmlformats.org/officeDocument/2006/relationships/notesSlide" Target="../notesSlides/notesSlide103.xml"/><Relationship Id="rId1" Type="http://schemas.openxmlformats.org/officeDocument/2006/relationships/slideLayout" Target="../slideLayouts/slideLayout1.xml"/><Relationship Id="rId6" Type="http://schemas.openxmlformats.org/officeDocument/2006/relationships/image" Target="../media/image74.jpg"/><Relationship Id="rId5" Type="http://schemas.openxmlformats.org/officeDocument/2006/relationships/image" Target="../media/image73.jpg"/><Relationship Id="rId4" Type="http://schemas.openxmlformats.org/officeDocument/2006/relationships/image" Target="../media/image72.jpg"/></Relationships>
</file>

<file path=ppt/slides/_rels/slide104.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2.jpg"/><Relationship Id="rId7" Type="http://schemas.openxmlformats.org/officeDocument/2006/relationships/image" Target="../media/image79.png"/><Relationship Id="rId2" Type="http://schemas.openxmlformats.org/officeDocument/2006/relationships/notesSlide" Target="../notesSlides/notesSlide104.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1.png"/></Relationships>
</file>

<file path=ppt/slides/_rels/slide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1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84.png"/></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2732599" y="257550"/>
            <a:ext cx="6387900" cy="1061829"/>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Clr>
                <a:schemeClr val="dk1"/>
              </a:buClr>
              <a:buSzPts val="1100"/>
              <a:buFont typeface="Arial"/>
              <a:buNone/>
            </a:pPr>
            <a:r>
              <a:rPr lang="en-US" sz="6000" dirty="0">
                <a:solidFill>
                  <a:srgbClr val="0F0F0F"/>
                </a:solidFill>
                <a:highlight>
                  <a:srgbClr val="FFFFFF"/>
                </a:highlight>
                <a:latin typeface="+mj-lt"/>
                <a:ea typeface="Roboto"/>
                <a:cs typeface="Roboto"/>
                <a:sym typeface="Roboto"/>
              </a:rPr>
              <a:t>Case </a:t>
            </a:r>
            <a:r>
              <a:rPr lang="en-US" sz="6000" dirty="0" smtClean="0">
                <a:solidFill>
                  <a:srgbClr val="0F0F0F"/>
                </a:solidFill>
                <a:highlight>
                  <a:srgbClr val="FFFFFF"/>
                </a:highlight>
                <a:latin typeface="+mj-lt"/>
                <a:ea typeface="Roboto"/>
                <a:cs typeface="Roboto"/>
                <a:sym typeface="Roboto"/>
              </a:rPr>
              <a:t>Studies</a:t>
            </a:r>
            <a:endParaRPr sz="6000" dirty="0">
              <a:solidFill>
                <a:srgbClr val="0F0F0F"/>
              </a:solidFill>
              <a:highlight>
                <a:srgbClr val="FFFFFF"/>
              </a:highlight>
              <a:latin typeface="+mj-lt"/>
              <a:ea typeface="Roboto"/>
              <a:cs typeface="Roboto"/>
              <a:sym typeface="Roboto"/>
            </a:endParaRPr>
          </a:p>
        </p:txBody>
      </p:sp>
      <p:sp>
        <p:nvSpPr>
          <p:cNvPr id="44" name="Google Shape;44;p1"/>
          <p:cNvSpPr txBox="1">
            <a:spLocks noGrp="1"/>
          </p:cNvSpPr>
          <p:nvPr>
            <p:ph type="body" idx="1"/>
          </p:nvPr>
        </p:nvSpPr>
        <p:spPr>
          <a:xfrm>
            <a:off x="5007171" y="1403490"/>
            <a:ext cx="6753420" cy="5145900"/>
          </a:xfrm>
          <a:prstGeom prst="rect">
            <a:avLst/>
          </a:prstGeom>
          <a:noFill/>
          <a:ln>
            <a:noFill/>
          </a:ln>
        </p:spPr>
        <p:txBody>
          <a:bodyPr spcFirstLastPara="1" wrap="square" lIns="0" tIns="0" rIns="0" bIns="0" anchor="t" anchorCtr="0">
            <a:noAutofit/>
          </a:bodyPr>
          <a:lstStyle/>
          <a:p>
            <a:pPr marL="0" lvl="0" indent="0"/>
            <a:r>
              <a:rPr lang="en-US" sz="2400" b="1" dirty="0" smtClean="0">
                <a:latin typeface="+mj-lt"/>
                <a:ea typeface="Calibri"/>
                <a:cs typeface="Calibri"/>
                <a:sym typeface="Calibri"/>
              </a:rPr>
              <a:t>Learning Objectives:</a:t>
            </a:r>
          </a:p>
          <a:p>
            <a:pPr marL="342900" lvl="0" indent="-342900">
              <a:buSzPct val="100000"/>
              <a:buFont typeface="Arial" panose="020B0604020202020204" pitchFamily="34" charset="0"/>
              <a:buChar char="•"/>
            </a:pPr>
            <a:r>
              <a:rPr lang="en-US" sz="2400" dirty="0" smtClean="0">
                <a:latin typeface="+mj-lt"/>
                <a:ea typeface="Calibri"/>
                <a:cs typeface="Calibri"/>
                <a:sym typeface="Calibri"/>
              </a:rPr>
              <a:t>Implement </a:t>
            </a:r>
            <a:r>
              <a:rPr lang="en-US" sz="2400" dirty="0">
                <a:latin typeface="+mj-lt"/>
                <a:ea typeface="Calibri"/>
                <a:cs typeface="Calibri"/>
                <a:sym typeface="Calibri"/>
              </a:rPr>
              <a:t>the basic building blocks of </a:t>
            </a:r>
            <a:r>
              <a:rPr lang="en-US" sz="2400" dirty="0" err="1">
                <a:latin typeface="+mj-lt"/>
                <a:ea typeface="Calibri"/>
                <a:cs typeface="Calibri"/>
                <a:sym typeface="Calibri"/>
              </a:rPr>
              <a:t>ResNets</a:t>
            </a:r>
            <a:r>
              <a:rPr lang="en-US" sz="2400" dirty="0">
                <a:latin typeface="+mj-lt"/>
                <a:ea typeface="Calibri"/>
                <a:cs typeface="Calibri"/>
                <a:sym typeface="Calibri"/>
              </a:rPr>
              <a:t> in a deep neural network using </a:t>
            </a:r>
            <a:r>
              <a:rPr lang="en-US" sz="2400" dirty="0" err="1" smtClean="0">
                <a:latin typeface="+mj-lt"/>
                <a:ea typeface="Calibri"/>
                <a:cs typeface="Calibri"/>
                <a:sym typeface="Calibri"/>
              </a:rPr>
              <a:t>Keras</a:t>
            </a:r>
            <a:r>
              <a:rPr lang="en-US" sz="2400" dirty="0" smtClean="0">
                <a:latin typeface="+mj-lt"/>
                <a:ea typeface="Calibri"/>
                <a:cs typeface="Calibri"/>
                <a:sym typeface="Calibri"/>
              </a:rPr>
              <a:t>.</a:t>
            </a:r>
          </a:p>
          <a:p>
            <a:pPr marL="342900" lvl="0" indent="-342900">
              <a:buSzPct val="100000"/>
              <a:buFont typeface="Arial" panose="020B0604020202020204" pitchFamily="34" charset="0"/>
              <a:buChar char="•"/>
            </a:pPr>
            <a:r>
              <a:rPr lang="en-US" sz="2400" dirty="0" smtClean="0">
                <a:latin typeface="+mj-lt"/>
                <a:ea typeface="Calibri"/>
                <a:cs typeface="Calibri"/>
                <a:sym typeface="Calibri"/>
              </a:rPr>
              <a:t>Train </a:t>
            </a:r>
            <a:r>
              <a:rPr lang="en-US" sz="2400" dirty="0">
                <a:latin typeface="+mj-lt"/>
                <a:ea typeface="Calibri"/>
                <a:cs typeface="Calibri"/>
                <a:sym typeface="Calibri"/>
              </a:rPr>
              <a:t>a state-of-the-art neural network for image </a:t>
            </a:r>
            <a:r>
              <a:rPr lang="en-US" sz="2400" dirty="0" smtClean="0">
                <a:latin typeface="+mj-lt"/>
                <a:ea typeface="Calibri"/>
                <a:cs typeface="Calibri"/>
                <a:sym typeface="Calibri"/>
              </a:rPr>
              <a:t>classification.</a:t>
            </a:r>
          </a:p>
          <a:p>
            <a:pPr marL="342900" lvl="0" indent="-342900">
              <a:buSzPct val="100000"/>
              <a:buFont typeface="Arial" panose="020B0604020202020204" pitchFamily="34" charset="0"/>
              <a:buChar char="•"/>
            </a:pPr>
            <a:r>
              <a:rPr lang="en-US" sz="2400" dirty="0" smtClean="0">
                <a:latin typeface="+mj-lt"/>
                <a:ea typeface="Calibri"/>
                <a:cs typeface="Calibri"/>
                <a:sym typeface="Calibri"/>
              </a:rPr>
              <a:t>Implement </a:t>
            </a:r>
            <a:r>
              <a:rPr lang="en-US" sz="2400" dirty="0">
                <a:latin typeface="+mj-lt"/>
                <a:ea typeface="Calibri"/>
                <a:cs typeface="Calibri"/>
                <a:sym typeface="Calibri"/>
              </a:rPr>
              <a:t>a skip connection in your </a:t>
            </a:r>
            <a:r>
              <a:rPr lang="en-US" sz="2400" dirty="0" smtClean="0">
                <a:latin typeface="+mj-lt"/>
                <a:ea typeface="Calibri"/>
                <a:cs typeface="Calibri"/>
                <a:sym typeface="Calibri"/>
              </a:rPr>
              <a:t>network.</a:t>
            </a:r>
          </a:p>
          <a:p>
            <a:pPr marL="342900" lvl="0" indent="-342900">
              <a:buSzPct val="100000"/>
              <a:buFont typeface="Arial" panose="020B0604020202020204" pitchFamily="34" charset="0"/>
              <a:buChar char="•"/>
            </a:pPr>
            <a:r>
              <a:rPr lang="en-US" sz="2400" dirty="0" smtClean="0">
                <a:latin typeface="+mj-lt"/>
                <a:ea typeface="Calibri"/>
                <a:cs typeface="Calibri"/>
                <a:sym typeface="Calibri"/>
              </a:rPr>
              <a:t>Create </a:t>
            </a:r>
            <a:r>
              <a:rPr lang="en-US" sz="2400" dirty="0">
                <a:latin typeface="+mj-lt"/>
                <a:ea typeface="Calibri"/>
                <a:cs typeface="Calibri"/>
                <a:sym typeface="Calibri"/>
              </a:rPr>
              <a:t>a dataset from a </a:t>
            </a:r>
            <a:r>
              <a:rPr lang="en-US" sz="2400" dirty="0" smtClean="0">
                <a:latin typeface="+mj-lt"/>
                <a:ea typeface="Calibri"/>
                <a:cs typeface="Calibri"/>
                <a:sym typeface="Calibri"/>
              </a:rPr>
              <a:t>directory.</a:t>
            </a:r>
          </a:p>
          <a:p>
            <a:pPr marL="342900" lvl="0" indent="-342900">
              <a:buSzPct val="100000"/>
              <a:buFont typeface="Arial" panose="020B0604020202020204" pitchFamily="34" charset="0"/>
              <a:buChar char="•"/>
            </a:pPr>
            <a:r>
              <a:rPr lang="en-US" sz="2400" dirty="0" smtClean="0">
                <a:latin typeface="+mj-lt"/>
                <a:ea typeface="Calibri"/>
                <a:cs typeface="Calibri"/>
                <a:sym typeface="Calibri"/>
              </a:rPr>
              <a:t>Preprocess </a:t>
            </a:r>
            <a:r>
              <a:rPr lang="en-US" sz="2400" dirty="0">
                <a:latin typeface="+mj-lt"/>
                <a:ea typeface="Calibri"/>
                <a:cs typeface="Calibri"/>
                <a:sym typeface="Calibri"/>
              </a:rPr>
              <a:t>and augment data using the </a:t>
            </a:r>
            <a:r>
              <a:rPr lang="en-US" sz="2400" dirty="0" err="1">
                <a:latin typeface="+mj-lt"/>
                <a:ea typeface="Calibri"/>
                <a:cs typeface="Calibri"/>
                <a:sym typeface="Calibri"/>
              </a:rPr>
              <a:t>Keras</a:t>
            </a:r>
            <a:r>
              <a:rPr lang="en-US" sz="2400" dirty="0">
                <a:latin typeface="+mj-lt"/>
                <a:ea typeface="Calibri"/>
                <a:cs typeface="Calibri"/>
                <a:sym typeface="Calibri"/>
              </a:rPr>
              <a:t> Sequential </a:t>
            </a:r>
            <a:r>
              <a:rPr lang="en-US" sz="2400" dirty="0" smtClean="0">
                <a:latin typeface="+mj-lt"/>
                <a:ea typeface="Calibri"/>
                <a:cs typeface="Calibri"/>
                <a:sym typeface="Calibri"/>
              </a:rPr>
              <a:t>API.</a:t>
            </a:r>
          </a:p>
          <a:p>
            <a:pPr marL="342900" lvl="0" indent="-342900">
              <a:buSzPct val="100000"/>
              <a:buFont typeface="Arial" panose="020B0604020202020204" pitchFamily="34" charset="0"/>
              <a:buChar char="•"/>
            </a:pPr>
            <a:r>
              <a:rPr lang="en-US" sz="2400" dirty="0" smtClean="0">
                <a:latin typeface="+mj-lt"/>
                <a:ea typeface="Calibri"/>
                <a:cs typeface="Calibri"/>
                <a:sym typeface="Calibri"/>
              </a:rPr>
              <a:t>Adapt </a:t>
            </a:r>
            <a:r>
              <a:rPr lang="en-US" sz="2400" dirty="0">
                <a:latin typeface="+mj-lt"/>
                <a:ea typeface="Calibri"/>
                <a:cs typeface="Calibri"/>
                <a:sym typeface="Calibri"/>
              </a:rPr>
              <a:t>a </a:t>
            </a:r>
            <a:r>
              <a:rPr lang="en-US" sz="2400" dirty="0" err="1">
                <a:latin typeface="+mj-lt"/>
                <a:ea typeface="Calibri"/>
                <a:cs typeface="Calibri"/>
                <a:sym typeface="Calibri"/>
              </a:rPr>
              <a:t>pretrained</a:t>
            </a:r>
            <a:r>
              <a:rPr lang="en-US" sz="2400" dirty="0">
                <a:latin typeface="+mj-lt"/>
                <a:ea typeface="Calibri"/>
                <a:cs typeface="Calibri"/>
                <a:sym typeface="Calibri"/>
              </a:rPr>
              <a:t> model to new data and train a classifier using the Functional API and </a:t>
            </a:r>
            <a:r>
              <a:rPr lang="en-US" sz="2400" dirty="0" err="1" smtClean="0">
                <a:latin typeface="+mj-lt"/>
                <a:ea typeface="Calibri"/>
                <a:cs typeface="Calibri"/>
                <a:sym typeface="Calibri"/>
              </a:rPr>
              <a:t>MobileNet</a:t>
            </a:r>
            <a:r>
              <a:rPr lang="en-US" sz="2400" dirty="0" smtClean="0">
                <a:latin typeface="+mj-lt"/>
                <a:ea typeface="Calibri"/>
                <a:cs typeface="Calibri"/>
                <a:sym typeface="Calibri"/>
              </a:rPr>
              <a:t>.</a:t>
            </a:r>
          </a:p>
          <a:p>
            <a:pPr marL="342900" lvl="0" indent="-342900">
              <a:buSzPct val="100000"/>
              <a:buFont typeface="Arial" panose="020B0604020202020204" pitchFamily="34" charset="0"/>
              <a:buChar char="•"/>
            </a:pPr>
            <a:r>
              <a:rPr lang="en-US" sz="2400" dirty="0" smtClean="0">
                <a:latin typeface="+mj-lt"/>
                <a:ea typeface="Calibri"/>
                <a:cs typeface="Calibri"/>
                <a:sym typeface="Calibri"/>
              </a:rPr>
              <a:t>Fine-tine </a:t>
            </a:r>
            <a:r>
              <a:rPr lang="en-US" sz="2400" dirty="0">
                <a:latin typeface="+mj-lt"/>
                <a:ea typeface="Calibri"/>
                <a:cs typeface="Calibri"/>
                <a:sym typeface="Calibri"/>
              </a:rPr>
              <a:t>a classifier's final layers to </a:t>
            </a:r>
            <a:r>
              <a:rPr lang="en-US" sz="2400">
                <a:latin typeface="+mj-lt"/>
                <a:ea typeface="Calibri"/>
                <a:cs typeface="Calibri"/>
                <a:sym typeface="Calibri"/>
              </a:rPr>
              <a:t>improve </a:t>
            </a:r>
            <a:r>
              <a:rPr lang="en-US" sz="2400" smtClean="0">
                <a:latin typeface="+mj-lt"/>
                <a:ea typeface="Calibri"/>
                <a:cs typeface="Calibri"/>
                <a:sym typeface="Calibri"/>
              </a:rPr>
              <a:t>accuracy</a:t>
            </a:r>
            <a:endParaRPr sz="2400" dirty="0">
              <a:latin typeface="+mj-lt"/>
              <a:ea typeface="Calibri"/>
              <a:cs typeface="Calibri"/>
              <a:sym typeface="Calibri"/>
            </a:endParaRPr>
          </a:p>
        </p:txBody>
      </p:sp>
      <p:pic>
        <p:nvPicPr>
          <p:cNvPr id="45" name="Google Shape;45;p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extLst mod="1">
    <p:ext uri="{6950BFC3-D8DA-4A85-94F7-54DA5524770B}">
      <p188:commentRel xmlns="" xmlns:p188="http://schemas.microsoft.com/office/powerpoint/2018/8/main" r:id="rId4"/>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2732599" y="257550"/>
            <a:ext cx="6387900" cy="20781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6000" b="1">
                <a:solidFill>
                  <a:srgbClr val="0F0F0F"/>
                </a:solidFill>
                <a:highlight>
                  <a:srgbClr val="FFFFFF"/>
                </a:highlight>
                <a:latin typeface="Roboto"/>
                <a:ea typeface="Roboto"/>
                <a:cs typeface="Roboto"/>
                <a:sym typeface="Roboto"/>
              </a:rPr>
              <a:t>Case Studies</a:t>
            </a:r>
            <a:endParaRPr sz="6000" b="1">
              <a:solidFill>
                <a:srgbClr val="0F0F0F"/>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400"/>
              <a:buNone/>
            </a:pPr>
            <a:endParaRPr/>
          </a:p>
        </p:txBody>
      </p:sp>
      <p:sp>
        <p:nvSpPr>
          <p:cNvPr id="44" name="Google Shape;44;p1"/>
          <p:cNvSpPr txBox="1">
            <a:spLocks noGrp="1"/>
          </p:cNvSpPr>
          <p:nvPr>
            <p:ph type="body" idx="1"/>
          </p:nvPr>
        </p:nvSpPr>
        <p:spPr>
          <a:xfrm>
            <a:off x="5109516" y="1403490"/>
            <a:ext cx="6631500" cy="51459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1 Why look at case studies?</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2 Classic networks</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3 Residual Networks (</a:t>
            </a:r>
            <a:r>
              <a:rPr lang="en-US" sz="2400" dirty="0" err="1">
                <a:latin typeface="Calibri"/>
                <a:ea typeface="Calibri"/>
                <a:cs typeface="Calibri"/>
                <a:sym typeface="Calibri"/>
              </a:rPr>
              <a:t>ResNets</a:t>
            </a:r>
            <a:r>
              <a:rPr lang="en-US" sz="2400" dirty="0">
                <a:latin typeface="Calibri"/>
                <a:ea typeface="Calibri"/>
                <a:cs typeface="Calibri"/>
                <a:sym typeface="Calibri"/>
              </a:rPr>
              <a:t>)</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4 Why </a:t>
            </a:r>
            <a:r>
              <a:rPr lang="en-US" sz="2400" dirty="0" err="1">
                <a:latin typeface="Calibri"/>
                <a:ea typeface="Calibri"/>
                <a:cs typeface="Calibri"/>
                <a:sym typeface="Calibri"/>
              </a:rPr>
              <a:t>ResNets</a:t>
            </a:r>
            <a:r>
              <a:rPr lang="en-US" sz="2400" dirty="0">
                <a:latin typeface="Calibri"/>
                <a:ea typeface="Calibri"/>
                <a:cs typeface="Calibri"/>
                <a:sym typeface="Calibri"/>
              </a:rPr>
              <a:t> work</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5 Network in Network and 1</a:t>
            </a:r>
            <a:r>
              <a:rPr lang="en-US" sz="2400" dirty="0">
                <a:latin typeface="Cambria Math"/>
                <a:ea typeface="Cambria Math"/>
                <a:cs typeface="Cambria Math"/>
                <a:sym typeface="Cambria Math"/>
              </a:rPr>
              <a:t>×</a:t>
            </a:r>
            <a:r>
              <a:rPr lang="en-US" sz="2400" dirty="0">
                <a:latin typeface="Calibri"/>
                <a:ea typeface="Calibri"/>
                <a:cs typeface="Calibri"/>
                <a:sym typeface="Calibri"/>
              </a:rPr>
              <a:t>1 convolutions</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6 Inception network motivation</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7 Inception network</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8 </a:t>
            </a:r>
            <a:r>
              <a:rPr lang="en-US" sz="2400" dirty="0" err="1">
                <a:latin typeface="Calibri"/>
                <a:ea typeface="Calibri"/>
                <a:cs typeface="Calibri"/>
                <a:sym typeface="Calibri"/>
              </a:rPr>
              <a:t>MobileNet</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9 </a:t>
            </a:r>
            <a:r>
              <a:rPr lang="en-US" sz="2400" dirty="0" err="1">
                <a:latin typeface="Calibri"/>
                <a:ea typeface="Calibri"/>
                <a:cs typeface="Calibri"/>
                <a:sym typeface="Calibri"/>
              </a:rPr>
              <a:t>MobileNet</a:t>
            </a:r>
            <a:r>
              <a:rPr lang="en-US" sz="2400" dirty="0">
                <a:latin typeface="Calibri"/>
                <a:ea typeface="Calibri"/>
                <a:cs typeface="Calibri"/>
                <a:sym typeface="Calibri"/>
              </a:rPr>
              <a:t> Architecture</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10 </a:t>
            </a:r>
            <a:r>
              <a:rPr lang="en-US" sz="2400" dirty="0" err="1">
                <a:latin typeface="Calibri"/>
                <a:ea typeface="Calibri"/>
                <a:cs typeface="Calibri"/>
                <a:sym typeface="Calibri"/>
              </a:rPr>
              <a:t>EfficientNet</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11 Transfer Learning</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12 Data augmentation</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r>
              <a:rPr lang="en-US" sz="2400" dirty="0">
                <a:latin typeface="Calibri"/>
                <a:ea typeface="Calibri"/>
                <a:cs typeface="Calibri"/>
                <a:sym typeface="Calibri"/>
              </a:rPr>
              <a:t>13 The state of computer vision</a:t>
            </a:r>
            <a:endParaRPr sz="2400" dirty="0">
              <a:latin typeface="Calibri"/>
              <a:ea typeface="Calibri"/>
              <a:cs typeface="Calibri"/>
              <a:sym typeface="Calibri"/>
            </a:endParaRPr>
          </a:p>
          <a:p>
            <a:pPr marL="0" lvl="0" indent="0" algn="l" rtl="0">
              <a:lnSpc>
                <a:spcPct val="100000"/>
              </a:lnSpc>
              <a:spcBef>
                <a:spcPts val="0"/>
              </a:spcBef>
              <a:spcAft>
                <a:spcPts val="0"/>
              </a:spcAft>
              <a:buSzPts val="1400"/>
              <a:buNone/>
            </a:pPr>
            <a:endParaRPr sz="6600" dirty="0">
              <a:latin typeface="Calibri"/>
              <a:ea typeface="Calibri"/>
              <a:cs typeface="Calibri"/>
              <a:sym typeface="Calibri"/>
            </a:endParaRPr>
          </a:p>
          <a:p>
            <a:pPr marL="0" lvl="0" indent="0" algn="l" rtl="0">
              <a:lnSpc>
                <a:spcPct val="100000"/>
              </a:lnSpc>
              <a:spcBef>
                <a:spcPts val="0"/>
              </a:spcBef>
              <a:spcAft>
                <a:spcPts val="0"/>
              </a:spcAft>
              <a:buSzPts val="1400"/>
              <a:buNone/>
            </a:pPr>
            <a:endParaRPr sz="6600" dirty="0">
              <a:latin typeface="Calibri"/>
              <a:ea typeface="Calibri"/>
              <a:cs typeface="Calibri"/>
              <a:sym typeface="Calibri"/>
            </a:endParaRPr>
          </a:p>
          <a:p>
            <a:pPr marL="0" lvl="0" indent="0" algn="l" rtl="0">
              <a:lnSpc>
                <a:spcPct val="100000"/>
              </a:lnSpc>
              <a:spcBef>
                <a:spcPts val="0"/>
              </a:spcBef>
              <a:spcAft>
                <a:spcPts val="0"/>
              </a:spcAft>
              <a:buSzPts val="1400"/>
              <a:buNone/>
            </a:pPr>
            <a:endParaRPr sz="6600" dirty="0">
              <a:latin typeface="Calibri"/>
              <a:ea typeface="Calibri"/>
              <a:cs typeface="Calibri"/>
              <a:sym typeface="Calibri"/>
            </a:endParaRPr>
          </a:p>
          <a:p>
            <a:pPr marL="0" lvl="0" indent="0" algn="l" rtl="0">
              <a:lnSpc>
                <a:spcPct val="100000"/>
              </a:lnSpc>
              <a:spcBef>
                <a:spcPts val="0"/>
              </a:spcBef>
              <a:spcAft>
                <a:spcPts val="0"/>
              </a:spcAft>
              <a:buSzPts val="1400"/>
              <a:buNone/>
            </a:pPr>
            <a:endParaRPr sz="6600" dirty="0">
              <a:latin typeface="Calibri"/>
              <a:ea typeface="Calibri"/>
              <a:cs typeface="Calibri"/>
              <a:sym typeface="Calibri"/>
            </a:endParaRPr>
          </a:p>
          <a:p>
            <a:pPr marL="0" lvl="0" indent="0" algn="l" rtl="0">
              <a:lnSpc>
                <a:spcPct val="100000"/>
              </a:lnSpc>
              <a:spcBef>
                <a:spcPts val="0"/>
              </a:spcBef>
              <a:spcAft>
                <a:spcPts val="0"/>
              </a:spcAft>
              <a:buSzPts val="1400"/>
              <a:buNone/>
            </a:pPr>
            <a:endParaRPr sz="6600" dirty="0">
              <a:latin typeface="Calibri"/>
              <a:ea typeface="Calibri"/>
              <a:cs typeface="Calibri"/>
              <a:sym typeface="Calibri"/>
            </a:endParaRPr>
          </a:p>
          <a:p>
            <a:pPr marL="0" lvl="0" indent="0" algn="l" rtl="0">
              <a:lnSpc>
                <a:spcPct val="100000"/>
              </a:lnSpc>
              <a:spcBef>
                <a:spcPts val="0"/>
              </a:spcBef>
              <a:spcAft>
                <a:spcPts val="0"/>
              </a:spcAft>
              <a:buSzPts val="1400"/>
              <a:buNone/>
            </a:pPr>
            <a:endParaRPr sz="6600" dirty="0">
              <a:latin typeface="Calibri"/>
              <a:ea typeface="Calibri"/>
              <a:cs typeface="Calibri"/>
              <a:sym typeface="Calibri"/>
            </a:endParaRPr>
          </a:p>
          <a:p>
            <a:pPr marL="0" lvl="0" indent="0" algn="l" rtl="0">
              <a:lnSpc>
                <a:spcPct val="100000"/>
              </a:lnSpc>
              <a:spcBef>
                <a:spcPts val="0"/>
              </a:spcBef>
              <a:spcAft>
                <a:spcPts val="0"/>
              </a:spcAft>
              <a:buSzPts val="1400"/>
              <a:buNone/>
            </a:pPr>
            <a:endParaRPr sz="6600" dirty="0">
              <a:latin typeface="Calibri"/>
              <a:ea typeface="Calibri"/>
              <a:cs typeface="Calibri"/>
              <a:sym typeface="Calibri"/>
            </a:endParaRPr>
          </a:p>
          <a:p>
            <a:pPr marL="0" lvl="0" indent="0" algn="l" rtl="0">
              <a:lnSpc>
                <a:spcPct val="100000"/>
              </a:lnSpc>
              <a:spcBef>
                <a:spcPts val="0"/>
              </a:spcBef>
              <a:spcAft>
                <a:spcPts val="0"/>
              </a:spcAft>
              <a:buSzPts val="1400"/>
              <a:buNone/>
            </a:pPr>
            <a:endParaRPr sz="6600" dirty="0">
              <a:latin typeface="Calibri"/>
              <a:ea typeface="Calibri"/>
              <a:cs typeface="Calibri"/>
              <a:sym typeface="Calibri"/>
            </a:endParaRPr>
          </a:p>
          <a:p>
            <a:pPr marL="0" lvl="0" indent="0" algn="l" rtl="0">
              <a:lnSpc>
                <a:spcPct val="100000"/>
              </a:lnSpc>
              <a:spcBef>
                <a:spcPts val="0"/>
              </a:spcBef>
              <a:spcAft>
                <a:spcPts val="0"/>
              </a:spcAft>
              <a:buSzPts val="1400"/>
              <a:buNone/>
            </a:pPr>
            <a:endParaRPr dirty="0"/>
          </a:p>
        </p:txBody>
      </p:sp>
      <p:pic>
        <p:nvPicPr>
          <p:cNvPr id="45" name="Google Shape;45;p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4208633276"/>
      </p:ext>
    </p:extLst>
  </p:cSld>
  <p:clrMapOvr>
    <a:masterClrMapping/>
  </p:clrMapOvr>
  <p:extLst>
    <p:ext uri="{6950BFC3-D8DA-4A85-94F7-54DA5524770B}">
      <p188:commentRel xmlns="" xmlns:p188="http://schemas.microsoft.com/office/powerpoint/2018/8/main" r:id="rId4"/>
    </p:ext>
  </p:extLs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2"/>
          <p:cNvSpPr txBox="1">
            <a:spLocks noGrp="1"/>
          </p:cNvSpPr>
          <p:nvPr>
            <p:ph type="title"/>
          </p:nvPr>
        </p:nvSpPr>
        <p:spPr>
          <a:xfrm>
            <a:off x="1778520" y="1696300"/>
            <a:ext cx="8634900" cy="936300"/>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SzPts val="1400"/>
              <a:buNone/>
            </a:pPr>
            <a:r>
              <a:rPr lang="en-US" sz="6000"/>
              <a:t>Case Studies</a:t>
            </a:r>
            <a:endParaRPr sz="6000"/>
          </a:p>
        </p:txBody>
      </p:sp>
      <p:sp>
        <p:nvSpPr>
          <p:cNvPr id="51" name="Google Shape;51;p2"/>
          <p:cNvSpPr txBox="1"/>
          <p:nvPr/>
        </p:nvSpPr>
        <p:spPr>
          <a:xfrm>
            <a:off x="6032322" y="4005833"/>
            <a:ext cx="4516800" cy="1854300"/>
          </a:xfrm>
          <a:prstGeom prst="rect">
            <a:avLst/>
          </a:prstGeom>
          <a:noFill/>
          <a:ln>
            <a:noFill/>
          </a:ln>
        </p:spPr>
        <p:txBody>
          <a:bodyPr spcFirstLastPara="1" wrap="square" lIns="0" tIns="27925" rIns="0" bIns="0" anchor="t" anchorCtr="0">
            <a:spAutoFit/>
          </a:bodyPr>
          <a:lstStyle/>
          <a:p>
            <a:pPr marL="12700" marR="5080" lvl="0" indent="215900" algn="l" rtl="0">
              <a:lnSpc>
                <a:spcPct val="119696"/>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Why look at case studies?</a:t>
            </a:r>
            <a:endParaRPr sz="5400" b="0" i="0" u="none" strike="noStrike" cap="none">
              <a:solidFill>
                <a:srgbClr val="000000"/>
              </a:solidFill>
              <a:latin typeface="Arial"/>
              <a:ea typeface="Arial"/>
              <a:cs typeface="Arial"/>
              <a:sym typeface="Arial"/>
            </a:endParaRPr>
          </a:p>
        </p:txBody>
      </p:sp>
      <p:sp>
        <p:nvSpPr>
          <p:cNvPr id="52" name="Google Shape;52;p2"/>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3" name="Google Shape;53;p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261646" y="139700"/>
            <a:ext cx="10473000" cy="1427100"/>
          </a:xfrm>
          <a:prstGeom prst="rect">
            <a:avLst/>
          </a:prstGeom>
          <a:noFill/>
          <a:ln>
            <a:noFill/>
          </a:ln>
        </p:spPr>
        <p:txBody>
          <a:bodyPr spcFirstLastPara="1" wrap="square" lIns="0" tIns="12700" rIns="0" bIns="0" anchor="t" anchorCtr="0">
            <a:spAutoFit/>
          </a:bodyPr>
          <a:lstStyle/>
          <a:p>
            <a:pPr marL="12700" marR="5080" lvl="0" indent="215900" algn="l" rtl="0">
              <a:lnSpc>
                <a:spcPct val="119696"/>
              </a:lnSpc>
              <a:spcBef>
                <a:spcPts val="0"/>
              </a:spcBef>
              <a:spcAft>
                <a:spcPts val="0"/>
              </a:spcAft>
              <a:buClr>
                <a:schemeClr val="dk1"/>
              </a:buClr>
              <a:buSzPts val="6600"/>
              <a:buFont typeface="Arial"/>
              <a:buNone/>
            </a:pPr>
            <a:r>
              <a:rPr lang="en-US" sz="4000">
                <a:latin typeface="Arial"/>
                <a:ea typeface="Arial"/>
                <a:cs typeface="Arial"/>
                <a:sym typeface="Arial"/>
              </a:rPr>
              <a:t>Why look at case studies?</a:t>
            </a:r>
            <a:endParaRPr sz="40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Cambria"/>
              <a:ea typeface="Cambria"/>
              <a:cs typeface="Cambria"/>
              <a:sym typeface="Cambria"/>
            </a:endParaRPr>
          </a:p>
        </p:txBody>
      </p:sp>
      <p:sp>
        <p:nvSpPr>
          <p:cNvPr id="59" name="Google Shape;59;p3"/>
          <p:cNvSpPr txBox="1"/>
          <p:nvPr/>
        </p:nvSpPr>
        <p:spPr>
          <a:xfrm>
            <a:off x="477908" y="1277300"/>
            <a:ext cx="11242143" cy="4075475"/>
          </a:xfrm>
          <a:prstGeom prst="rect">
            <a:avLst/>
          </a:prstGeom>
          <a:noFill/>
          <a:ln>
            <a:noFill/>
          </a:ln>
        </p:spPr>
        <p:txBody>
          <a:bodyPr spcFirstLastPara="1" wrap="square" lIns="0" tIns="12700" rIns="0" bIns="0" anchor="t" anchorCtr="0">
            <a:spAutoFit/>
          </a:bodyPr>
          <a:lstStyle/>
          <a:p>
            <a:pPr marL="342900" marR="0" lvl="0" indent="-342900" algn="l" rtl="0">
              <a:lnSpc>
                <a:spcPct val="100000"/>
              </a:lnSpc>
              <a:spcBef>
                <a:spcPts val="0"/>
              </a:spcBef>
              <a:spcAft>
                <a:spcPts val="0"/>
              </a:spcAft>
              <a:buClr>
                <a:srgbClr val="000000"/>
              </a:buClr>
              <a:buSzPts val="2800"/>
              <a:buFont typeface="Arial" panose="020B0604020202020204" pitchFamily="34" charset="0"/>
              <a:buChar char="•"/>
            </a:pPr>
            <a:r>
              <a:rPr lang="en-US" sz="2400" b="0" i="0" u="none" strike="noStrike" cap="none" dirty="0">
                <a:solidFill>
                  <a:srgbClr val="000000"/>
                </a:solidFill>
                <a:latin typeface="Arial"/>
                <a:ea typeface="Arial"/>
                <a:cs typeface="Arial"/>
                <a:sym typeface="Arial"/>
              </a:rPr>
              <a:t>The past few years of computer vision research have been focused on how to put together the basic building blocks of convolutional layers, pooling layers, and fully connected layers to form effective convolutional neural networks. By looking at case studies of effective networks, one can gain insights and ideas that could be useful for their own work, even if they are not working on computer vision tasks.</a:t>
            </a:r>
          </a:p>
          <a:p>
            <a:pPr marL="342900" marR="0" lvl="0" indent="-342900" algn="l" rtl="0">
              <a:lnSpc>
                <a:spcPct val="100000"/>
              </a:lnSpc>
              <a:spcBef>
                <a:spcPts val="0"/>
              </a:spcBef>
              <a:spcAft>
                <a:spcPts val="0"/>
              </a:spcAft>
              <a:buClr>
                <a:srgbClr val="000000"/>
              </a:buClr>
              <a:buSzPts val="2800"/>
              <a:buFont typeface="Arial" panose="020B0604020202020204" pitchFamily="34" charset="0"/>
              <a:buChar char="•"/>
            </a:pPr>
            <a:r>
              <a:rPr lang="en-US" sz="2400" dirty="0"/>
              <a:t>S</a:t>
            </a:r>
            <a:r>
              <a:rPr lang="en-US" sz="2400" b="0" i="0" u="none" strike="noStrike" cap="none" dirty="0">
                <a:solidFill>
                  <a:srgbClr val="000000"/>
                </a:solidFill>
                <a:latin typeface="Arial"/>
                <a:ea typeface="Arial"/>
                <a:cs typeface="Arial"/>
                <a:sym typeface="Arial"/>
              </a:rPr>
              <a:t>everal classic networks that have been successful in computer vision, including LeNet-5, </a:t>
            </a:r>
            <a:r>
              <a:rPr lang="en-US" sz="2400" b="0" i="0" u="none" strike="noStrike" cap="none" dirty="0" err="1">
                <a:solidFill>
                  <a:srgbClr val="000000"/>
                </a:solidFill>
                <a:latin typeface="Arial"/>
                <a:ea typeface="Arial"/>
                <a:cs typeface="Arial"/>
                <a:sym typeface="Arial"/>
              </a:rPr>
              <a:t>AlexNet</a:t>
            </a:r>
            <a:r>
              <a:rPr lang="en-US" sz="2400" b="0" i="0" u="none" strike="noStrike" cap="none" dirty="0">
                <a:solidFill>
                  <a:srgbClr val="000000"/>
                </a:solidFill>
                <a:latin typeface="Arial"/>
                <a:ea typeface="Arial"/>
                <a:cs typeface="Arial"/>
                <a:sym typeface="Arial"/>
              </a:rPr>
              <a:t>, VGG, </a:t>
            </a:r>
            <a:r>
              <a:rPr lang="en-US" sz="2400" b="0" i="0" u="none" strike="noStrike" cap="none" dirty="0" err="1">
                <a:solidFill>
                  <a:srgbClr val="000000"/>
                </a:solidFill>
                <a:latin typeface="Arial"/>
                <a:ea typeface="Arial"/>
                <a:cs typeface="Arial"/>
                <a:sym typeface="Arial"/>
              </a:rPr>
              <a:t>ResNet</a:t>
            </a:r>
            <a:r>
              <a:rPr lang="en-US" sz="2400" b="0" i="0" u="none" strike="noStrike" cap="none" dirty="0">
                <a:solidFill>
                  <a:srgbClr val="000000"/>
                </a:solidFill>
                <a:latin typeface="Arial"/>
                <a:ea typeface="Arial"/>
                <a:cs typeface="Arial"/>
                <a:sym typeface="Arial"/>
              </a:rPr>
              <a:t>, and Inception, and explains that these networks can be used as templates or starting points for one's own work.</a:t>
            </a:r>
          </a:p>
          <a:p>
            <a:pPr marL="342900" marR="0" lvl="0" indent="-342900" algn="l" rtl="0">
              <a:lnSpc>
                <a:spcPct val="100000"/>
              </a:lnSpc>
              <a:spcBef>
                <a:spcPts val="0"/>
              </a:spcBef>
              <a:spcAft>
                <a:spcPts val="0"/>
              </a:spcAft>
              <a:buClr>
                <a:srgbClr val="000000"/>
              </a:buClr>
              <a:buSzPts val="2800"/>
              <a:buFont typeface="Arial" panose="020B0604020202020204" pitchFamily="34" charset="0"/>
              <a:buChar char="•"/>
            </a:pPr>
            <a:r>
              <a:rPr lang="en-US" sz="2400" b="0" i="0" u="none" strike="noStrike" cap="none" dirty="0">
                <a:solidFill>
                  <a:srgbClr val="000000"/>
                </a:solidFill>
                <a:latin typeface="Arial"/>
                <a:ea typeface="Arial"/>
                <a:cs typeface="Arial"/>
                <a:sym typeface="Arial"/>
              </a:rPr>
              <a:t>The ideas from these networks are cross-fertilizing and making their way into other disciplines.</a:t>
            </a:r>
            <a:endParaRPr sz="2400" b="0" i="0" u="none" strike="noStrike" cap="none" dirty="0">
              <a:solidFill>
                <a:srgbClr val="000000"/>
              </a:solidFill>
              <a:latin typeface="Arial"/>
              <a:ea typeface="Arial"/>
              <a:cs typeface="Arial"/>
              <a:sym typeface="Arial"/>
            </a:endParaRPr>
          </a:p>
        </p:txBody>
      </p:sp>
      <p:pic>
        <p:nvPicPr>
          <p:cNvPr id="60" name="Google Shape;60;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4"/>
        <p:cNvGrpSpPr/>
        <p:nvPr/>
      </p:nvGrpSpPr>
      <p:grpSpPr>
        <a:xfrm>
          <a:off x="0" y="0"/>
          <a:ext cx="0" cy="0"/>
          <a:chOff x="0" y="0"/>
          <a:chExt cx="0" cy="0"/>
        </a:xfrm>
      </p:grpSpPr>
      <p:sp>
        <p:nvSpPr>
          <p:cNvPr id="65" name="Google Shape;65;p4"/>
          <p:cNvSpPr txBox="1">
            <a:spLocks noGrp="1"/>
          </p:cNvSpPr>
          <p:nvPr>
            <p:ph type="title"/>
          </p:nvPr>
        </p:nvSpPr>
        <p:spPr>
          <a:xfrm>
            <a:off x="261620" y="139700"/>
            <a:ext cx="19920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ambria"/>
                <a:cs typeface="Cambria"/>
                <a:sym typeface="Cambria"/>
              </a:rPr>
              <a:t>Outline</a:t>
            </a:r>
            <a:endParaRPr sz="4400" dirty="0">
              <a:latin typeface="+mj-lt"/>
              <a:ea typeface="Cambria"/>
              <a:cs typeface="Cambria"/>
              <a:sym typeface="Cambria"/>
            </a:endParaRPr>
          </a:p>
        </p:txBody>
      </p:sp>
      <p:sp>
        <p:nvSpPr>
          <p:cNvPr id="66" name="Google Shape;66;p4"/>
          <p:cNvSpPr txBox="1"/>
          <p:nvPr/>
        </p:nvSpPr>
        <p:spPr>
          <a:xfrm>
            <a:off x="477934" y="1277289"/>
            <a:ext cx="3734400" cy="384977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3600"/>
              <a:buFont typeface="Arial"/>
              <a:buNone/>
            </a:pPr>
            <a:r>
              <a:rPr lang="en-US" sz="3600" b="0" i="0" u="none" strike="noStrike" cap="none" dirty="0">
                <a:solidFill>
                  <a:srgbClr val="000000"/>
                </a:solidFill>
                <a:latin typeface="+mn-lt"/>
                <a:ea typeface="Cambria"/>
                <a:cs typeface="Cambria"/>
                <a:sym typeface="Cambria"/>
              </a:rPr>
              <a:t>Classic networks:</a:t>
            </a:r>
            <a:endParaRPr sz="3600" b="0" i="0" u="none" strike="noStrike" cap="none" dirty="0">
              <a:solidFill>
                <a:srgbClr val="000000"/>
              </a:solidFill>
              <a:latin typeface="+mn-lt"/>
              <a:ea typeface="Cambria"/>
              <a:cs typeface="Cambria"/>
              <a:sym typeface="Cambria"/>
            </a:endParaRPr>
          </a:p>
          <a:p>
            <a:pPr marL="1140460" marR="0" lvl="0" indent="-457833" algn="l" rtl="0">
              <a:lnSpc>
                <a:spcPct val="100000"/>
              </a:lnSpc>
              <a:spcBef>
                <a:spcPts val="2825"/>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LeNet-5</a:t>
            </a:r>
            <a:endParaRPr sz="2800" b="0" i="0" u="none" strike="noStrike" cap="none" dirty="0">
              <a:solidFill>
                <a:srgbClr val="000000"/>
              </a:solidFill>
              <a:latin typeface="+mn-lt"/>
              <a:ea typeface="Cambria"/>
              <a:cs typeface="Cambria"/>
              <a:sym typeface="Cambria"/>
            </a:endParaRPr>
          </a:p>
          <a:p>
            <a:pPr marL="1141095" marR="0" lvl="0" indent="-457832" algn="l" rtl="0">
              <a:lnSpc>
                <a:spcPct val="100000"/>
              </a:lnSpc>
              <a:spcBef>
                <a:spcPts val="1500"/>
              </a:spcBef>
              <a:spcAft>
                <a:spcPts val="0"/>
              </a:spcAft>
              <a:buClr>
                <a:srgbClr val="000000"/>
              </a:buClr>
              <a:buSzPts val="2800"/>
              <a:buFont typeface="Arial"/>
              <a:buChar char="•"/>
            </a:pPr>
            <a:r>
              <a:rPr lang="en-US" sz="2800" b="0" i="0" u="none" strike="noStrike" cap="none" dirty="0" err="1">
                <a:solidFill>
                  <a:srgbClr val="000000"/>
                </a:solidFill>
                <a:latin typeface="+mn-lt"/>
                <a:ea typeface="Cambria"/>
                <a:cs typeface="Cambria"/>
                <a:sym typeface="Cambria"/>
              </a:rPr>
              <a:t>AlexNet</a:t>
            </a:r>
            <a:endParaRPr sz="2800" b="0" i="0" u="none" strike="noStrike" cap="none" dirty="0">
              <a:solidFill>
                <a:srgbClr val="000000"/>
              </a:solidFill>
              <a:latin typeface="+mn-lt"/>
              <a:ea typeface="Cambria"/>
              <a:cs typeface="Cambria"/>
              <a:sym typeface="Cambria"/>
            </a:endParaRPr>
          </a:p>
          <a:p>
            <a:pPr marL="1141095" marR="0" lvl="0" indent="-457832" algn="l" rtl="0">
              <a:lnSpc>
                <a:spcPct val="100000"/>
              </a:lnSpc>
              <a:spcBef>
                <a:spcPts val="1495"/>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VGG</a:t>
            </a:r>
            <a:endParaRPr lang="en-US" sz="2800" dirty="0">
              <a:latin typeface="+mn-lt"/>
              <a:ea typeface="Cambria"/>
              <a:cs typeface="Cambria"/>
              <a:sym typeface="Cambria"/>
            </a:endParaRPr>
          </a:p>
          <a:p>
            <a:pPr marL="1141095" marR="0" lvl="0" indent="-457832" algn="l" rtl="0">
              <a:lnSpc>
                <a:spcPct val="100000"/>
              </a:lnSpc>
              <a:spcBef>
                <a:spcPts val="1495"/>
              </a:spcBef>
              <a:spcAft>
                <a:spcPts val="0"/>
              </a:spcAft>
              <a:buClr>
                <a:srgbClr val="000000"/>
              </a:buClr>
              <a:buSzPts val="2800"/>
              <a:buFont typeface="Arial"/>
              <a:buChar char="•"/>
            </a:pPr>
            <a:r>
              <a:rPr lang="en-US" sz="2800" b="0" i="0" u="none" strike="noStrike" cap="none" dirty="0" err="1">
                <a:solidFill>
                  <a:srgbClr val="000000"/>
                </a:solidFill>
                <a:latin typeface="+mn-lt"/>
                <a:ea typeface="Cambria"/>
                <a:cs typeface="Cambria"/>
                <a:sym typeface="Cambria"/>
              </a:rPr>
              <a:t>ResNet</a:t>
            </a:r>
            <a:endParaRPr lang="en-US" sz="2800" dirty="0">
              <a:latin typeface="+mn-lt"/>
              <a:ea typeface="Cambria"/>
              <a:cs typeface="Cambria"/>
              <a:sym typeface="Cambria"/>
            </a:endParaRPr>
          </a:p>
          <a:p>
            <a:pPr marL="1141095" marR="0" lvl="0" indent="-457832" algn="l" rtl="0">
              <a:lnSpc>
                <a:spcPct val="100000"/>
              </a:lnSpc>
              <a:spcBef>
                <a:spcPts val="1495"/>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Inception</a:t>
            </a:r>
            <a:endParaRPr sz="2800" b="0" i="0" u="none" strike="noStrike" cap="none" dirty="0">
              <a:solidFill>
                <a:srgbClr val="000000"/>
              </a:solidFill>
              <a:latin typeface="+mn-lt"/>
              <a:ea typeface="Cambria"/>
              <a:cs typeface="Cambria"/>
              <a:sym typeface="Cambria"/>
            </a:endParaRPr>
          </a:p>
        </p:txBody>
      </p:sp>
      <p:pic>
        <p:nvPicPr>
          <p:cNvPr id="67" name="Google Shape;67;p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71"/>
        <p:cNvGrpSpPr/>
        <p:nvPr/>
      </p:nvGrpSpPr>
      <p:grpSpPr>
        <a:xfrm>
          <a:off x="0" y="0"/>
          <a:ext cx="0" cy="0"/>
          <a:chOff x="0" y="0"/>
          <a:chExt cx="0" cy="0"/>
        </a:xfrm>
      </p:grpSpPr>
      <p:sp>
        <p:nvSpPr>
          <p:cNvPr id="72" name="Google Shape;72;p5"/>
          <p:cNvSpPr txBox="1">
            <a:spLocks noGrp="1"/>
          </p:cNvSpPr>
          <p:nvPr>
            <p:ph type="title"/>
          </p:nvPr>
        </p:nvSpPr>
        <p:spPr>
          <a:xfrm>
            <a:off x="1778545" y="1258250"/>
            <a:ext cx="8634900" cy="2044500"/>
          </a:xfrm>
          <a:prstGeom prst="rect">
            <a:avLst/>
          </a:prstGeom>
          <a:noFill/>
          <a:ln>
            <a:noFill/>
          </a:ln>
        </p:spPr>
        <p:txBody>
          <a:bodyPr spcFirstLastPara="1" wrap="square" lIns="0" tIns="12700" rIns="0" bIns="0" anchor="t" anchorCtr="0">
            <a:spAutoFit/>
          </a:bodyPr>
          <a:lstStyle/>
          <a:p>
            <a:pPr marL="4401185" lvl="0" indent="0" algn="ctr" rtl="0">
              <a:lnSpc>
                <a:spcPct val="100000"/>
              </a:lnSpc>
              <a:spcBef>
                <a:spcPts val="0"/>
              </a:spcBef>
              <a:spcAft>
                <a:spcPts val="0"/>
              </a:spcAft>
              <a:buSzPts val="1400"/>
              <a:buNone/>
            </a:pPr>
            <a:r>
              <a:rPr lang="en-US">
                <a:latin typeface="Arial"/>
                <a:ea typeface="Arial"/>
                <a:cs typeface="Arial"/>
                <a:sym typeface="Arial"/>
              </a:rPr>
              <a:t>Case Studies</a:t>
            </a:r>
            <a:endParaRPr>
              <a:latin typeface="Arial"/>
              <a:ea typeface="Arial"/>
              <a:cs typeface="Arial"/>
              <a:sym typeface="Arial"/>
            </a:endParaRPr>
          </a:p>
        </p:txBody>
      </p:sp>
      <p:sp>
        <p:nvSpPr>
          <p:cNvPr id="73" name="Google Shape;73;p5"/>
          <p:cNvSpPr txBox="1"/>
          <p:nvPr/>
        </p:nvSpPr>
        <p:spPr>
          <a:xfrm>
            <a:off x="5693536" y="3995911"/>
            <a:ext cx="5617800" cy="8439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Classic networks</a:t>
            </a:r>
            <a:endParaRPr sz="5400" b="0" i="0" u="none" strike="noStrike" cap="none">
              <a:solidFill>
                <a:srgbClr val="000000"/>
              </a:solidFill>
              <a:latin typeface="Arial"/>
              <a:ea typeface="Arial"/>
              <a:cs typeface="Arial"/>
              <a:sym typeface="Arial"/>
            </a:endParaRPr>
          </a:p>
        </p:txBody>
      </p:sp>
      <p:sp>
        <p:nvSpPr>
          <p:cNvPr id="74" name="Google Shape;74;p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5" name="Google Shape;75;p5"/>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79"/>
        <p:cNvGrpSpPr/>
        <p:nvPr/>
      </p:nvGrpSpPr>
      <p:grpSpPr>
        <a:xfrm>
          <a:off x="0" y="0"/>
          <a:ext cx="0" cy="0"/>
          <a:chOff x="0" y="0"/>
          <a:chExt cx="0" cy="0"/>
        </a:xfrm>
      </p:grpSpPr>
      <p:pic>
        <p:nvPicPr>
          <p:cNvPr id="80" name="Google Shape;80;p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81" name="Google Shape;81;p6"/>
          <p:cNvSpPr txBox="1"/>
          <p:nvPr/>
        </p:nvSpPr>
        <p:spPr>
          <a:xfrm>
            <a:off x="0" y="228800"/>
            <a:ext cx="6722700" cy="15393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a:solidFill>
                  <a:schemeClr val="dk1"/>
                </a:solidFill>
              </a:rPr>
              <a:t>LeNet - 5</a:t>
            </a:r>
            <a:endParaRPr sz="4400" i="0" u="none" strike="noStrike" cap="none">
              <a:solidFill>
                <a:schemeClr val="dk1"/>
              </a:solidFill>
            </a:endParaRPr>
          </a:p>
          <a:p>
            <a:pPr marL="0" marR="0" lvl="0" indent="0" algn="l" rtl="0">
              <a:lnSpc>
                <a:spcPct val="100000"/>
              </a:lnSpc>
              <a:spcBef>
                <a:spcPts val="0"/>
              </a:spcBef>
              <a:spcAft>
                <a:spcPts val="0"/>
              </a:spcAft>
              <a:buClr>
                <a:srgbClr val="000000"/>
              </a:buClr>
              <a:buSzPts val="4400"/>
              <a:buFont typeface="Arial"/>
              <a:buNone/>
            </a:pPr>
            <a:endParaRPr sz="4400" i="0" u="none" strike="noStrike" cap="none">
              <a:solidFill>
                <a:schemeClr val="dk1"/>
              </a:solidFill>
            </a:endParaRPr>
          </a:p>
        </p:txBody>
      </p:sp>
      <p:sp>
        <p:nvSpPr>
          <p:cNvPr id="82" name="Google Shape;82;p6"/>
          <p:cNvSpPr txBox="1"/>
          <p:nvPr/>
        </p:nvSpPr>
        <p:spPr>
          <a:xfrm>
            <a:off x="230553" y="1204158"/>
            <a:ext cx="9070763" cy="4985950"/>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solidFill>
                  <a:schemeClr val="dk1"/>
                </a:solidFill>
              </a:rPr>
              <a:t>Lenet-5 is one of the earliest pre-trained models proposed by Yann </a:t>
            </a:r>
            <a:r>
              <a:rPr lang="en-US" sz="2400" dirty="0" err="1">
                <a:solidFill>
                  <a:schemeClr val="dk1"/>
                </a:solidFill>
              </a:rPr>
              <a:t>LeCun</a:t>
            </a:r>
            <a:r>
              <a:rPr lang="en-US" sz="2400" dirty="0">
                <a:solidFill>
                  <a:schemeClr val="dk1"/>
                </a:solidFill>
              </a:rPr>
              <a:t> and others in the year 1998, in the research paper Gradient-Based Learning Applied to Document Recognition. They used this architecture for recognizing the handwritten and machine-printed characters.</a:t>
            </a:r>
          </a:p>
          <a:p>
            <a:pPr marL="342900" lvl="0" indent="-342900">
              <a:buSzPts val="2400"/>
              <a:buFont typeface="Arial" panose="020B0604020202020204" pitchFamily="34" charset="0"/>
              <a:buChar char="•"/>
            </a:pPr>
            <a:r>
              <a:rPr lang="en-US" sz="2400" dirty="0">
                <a:solidFill>
                  <a:schemeClr val="dk1"/>
                </a:solidFill>
              </a:rPr>
              <a:t>The main reason behind the popularity of this model was its simple and straightforward architecture. It is a multi-layer convolution neural network for image classification</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The architecture consists of a series of convolutional and pooling layers followed by fully connected layers and a final output layer. As you go deeper into the network, the height and width of the volumes decrease, while the number of channels increases.</a:t>
            </a:r>
          </a:p>
        </p:txBody>
      </p:sp>
      <p:pic>
        <p:nvPicPr>
          <p:cNvPr id="3076" name="Picture 4" descr="https://upload.wikimedia.org/wikipedia/commons/thumb/2/22/Yann_LeCun_-_2018_%28cropped%29.jpg/220px-Yann_LeCun_-_2018_%28cropped%29.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1869" y="1405449"/>
            <a:ext cx="2095500" cy="240982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79"/>
        <p:cNvGrpSpPr/>
        <p:nvPr/>
      </p:nvGrpSpPr>
      <p:grpSpPr>
        <a:xfrm>
          <a:off x="0" y="0"/>
          <a:ext cx="0" cy="0"/>
          <a:chOff x="0" y="0"/>
          <a:chExt cx="0" cy="0"/>
        </a:xfrm>
      </p:grpSpPr>
      <p:pic>
        <p:nvPicPr>
          <p:cNvPr id="80" name="Google Shape;80;p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81" name="Google Shape;81;p6"/>
          <p:cNvSpPr txBox="1"/>
          <p:nvPr/>
        </p:nvSpPr>
        <p:spPr>
          <a:xfrm>
            <a:off x="0" y="228800"/>
            <a:ext cx="6722700" cy="15393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a:solidFill>
                  <a:schemeClr val="dk1"/>
                </a:solidFill>
              </a:rPr>
              <a:t>LeNet - 5</a:t>
            </a:r>
            <a:endParaRPr sz="4400" i="0" u="none" strike="noStrike" cap="none">
              <a:solidFill>
                <a:schemeClr val="dk1"/>
              </a:solidFill>
            </a:endParaRPr>
          </a:p>
          <a:p>
            <a:pPr marL="0" marR="0" lvl="0" indent="0" algn="l" rtl="0">
              <a:lnSpc>
                <a:spcPct val="100000"/>
              </a:lnSpc>
              <a:spcBef>
                <a:spcPts val="0"/>
              </a:spcBef>
              <a:spcAft>
                <a:spcPts val="0"/>
              </a:spcAft>
              <a:buClr>
                <a:srgbClr val="000000"/>
              </a:buClr>
              <a:buSzPts val="4400"/>
              <a:buFont typeface="Arial"/>
              <a:buNone/>
            </a:pPr>
            <a:endParaRPr sz="4400" i="0" u="none" strike="noStrike" cap="none">
              <a:solidFill>
                <a:schemeClr val="dk1"/>
              </a:solidFill>
            </a:endParaRPr>
          </a:p>
        </p:txBody>
      </p:sp>
      <p:sp>
        <p:nvSpPr>
          <p:cNvPr id="82" name="Google Shape;82;p6"/>
          <p:cNvSpPr txBox="1"/>
          <p:nvPr/>
        </p:nvSpPr>
        <p:spPr>
          <a:xfrm>
            <a:off x="230553" y="1204158"/>
            <a:ext cx="9070763" cy="3508623"/>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solidFill>
                  <a:schemeClr val="dk1"/>
                </a:solidFill>
              </a:rPr>
              <a:t>It takes a grayscale image as input. Once we pass it through a combination of convolution and pooling layers, the output will be passed through fully connected layers and classified into corresponding classes. The total number of parameters in LeNet-5 are:</a:t>
            </a:r>
          </a:p>
          <a:p>
            <a:pPr lvl="0">
              <a:buSzPts val="2400"/>
            </a:pPr>
            <a:r>
              <a:rPr lang="en-US" sz="2400" dirty="0">
                <a:solidFill>
                  <a:schemeClr val="dk1"/>
                </a:solidFill>
              </a:rPr>
              <a:t>	- Parameters: 60k</a:t>
            </a:r>
          </a:p>
          <a:p>
            <a:pPr lvl="0">
              <a:buSzPts val="2400"/>
            </a:pPr>
            <a:r>
              <a:rPr lang="en-US" sz="2400" dirty="0">
                <a:solidFill>
                  <a:schemeClr val="dk1"/>
                </a:solidFill>
              </a:rPr>
              <a:t>	- Layers flow: </a:t>
            </a:r>
            <a:r>
              <a:rPr lang="en-US" sz="2400" dirty="0" err="1">
                <a:solidFill>
                  <a:schemeClr val="dk1"/>
                </a:solidFill>
              </a:rPr>
              <a:t>Conv</a:t>
            </a:r>
            <a:r>
              <a:rPr lang="en-US" sz="2400" dirty="0">
                <a:solidFill>
                  <a:schemeClr val="dk1"/>
                </a:solidFill>
              </a:rPr>
              <a:t> -&gt; Pool -&gt; </a:t>
            </a:r>
            <a:r>
              <a:rPr lang="en-US" sz="2400" dirty="0" err="1">
                <a:solidFill>
                  <a:schemeClr val="dk1"/>
                </a:solidFill>
              </a:rPr>
              <a:t>Conv</a:t>
            </a:r>
            <a:r>
              <a:rPr lang="en-US" sz="2400" dirty="0">
                <a:solidFill>
                  <a:schemeClr val="dk1"/>
                </a:solidFill>
              </a:rPr>
              <a:t> -&gt; Pool -&gt; FC -&gt; FC -&gt; Output</a:t>
            </a:r>
          </a:p>
          <a:p>
            <a:pPr lvl="0">
              <a:buSzPts val="2400"/>
            </a:pPr>
            <a:r>
              <a:rPr lang="en-US" sz="2400" dirty="0">
                <a:solidFill>
                  <a:schemeClr val="dk1"/>
                </a:solidFill>
              </a:rPr>
              <a:t>	- Activation functions: Sigmoid/</a:t>
            </a:r>
            <a:r>
              <a:rPr lang="en-US" sz="2400" dirty="0" err="1">
                <a:solidFill>
                  <a:schemeClr val="dk1"/>
                </a:solidFill>
              </a:rPr>
              <a:t>tanh</a:t>
            </a:r>
            <a:r>
              <a:rPr lang="en-US" sz="2400" dirty="0">
                <a:solidFill>
                  <a:schemeClr val="dk1"/>
                </a:solidFill>
              </a:rPr>
              <a:t> and </a:t>
            </a:r>
            <a:r>
              <a:rPr lang="en-US" sz="2400" dirty="0" err="1">
                <a:solidFill>
                  <a:schemeClr val="dk1"/>
                </a:solidFill>
              </a:rPr>
              <a:t>ReLu</a:t>
            </a:r>
            <a:endParaRPr lang="en-US" sz="2400" b="0" i="0" u="none" strike="noStrike" cap="none" dirty="0">
              <a:solidFill>
                <a:schemeClr val="dk1"/>
              </a:solidFill>
              <a:latin typeface="Arial"/>
              <a:ea typeface="Arial"/>
              <a:cs typeface="Arial"/>
              <a:sym typeface="Arial"/>
            </a:endParaRPr>
          </a:p>
        </p:txBody>
      </p:sp>
      <p:pic>
        <p:nvPicPr>
          <p:cNvPr id="3076" name="Picture 4" descr="https://upload.wikimedia.org/wikipedia/commons/thumb/2/22/Yann_LeCun_-_2018_%28cropped%29.jpg/220px-Yann_LeCun_-_2018_%28cropped%29.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31869" y="1405449"/>
            <a:ext cx="2095500" cy="240982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476941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86"/>
        <p:cNvGrpSpPr/>
        <p:nvPr/>
      </p:nvGrpSpPr>
      <p:grpSpPr>
        <a:xfrm>
          <a:off x="0" y="0"/>
          <a:ext cx="0" cy="0"/>
          <a:chOff x="0" y="0"/>
          <a:chExt cx="0" cy="0"/>
        </a:xfrm>
      </p:grpSpPr>
      <p:sp>
        <p:nvSpPr>
          <p:cNvPr id="87" name="Google Shape;87;p7"/>
          <p:cNvSpPr txBox="1">
            <a:spLocks noGrp="1"/>
          </p:cNvSpPr>
          <p:nvPr>
            <p:ph type="title"/>
          </p:nvPr>
        </p:nvSpPr>
        <p:spPr>
          <a:xfrm>
            <a:off x="261620" y="139700"/>
            <a:ext cx="24384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LeNet - 5</a:t>
            </a:r>
            <a:endParaRPr sz="4400">
              <a:latin typeface="Arial"/>
              <a:ea typeface="Arial"/>
              <a:cs typeface="Arial"/>
              <a:sym typeface="Arial"/>
            </a:endParaRPr>
          </a:p>
        </p:txBody>
      </p:sp>
      <p:pic>
        <p:nvPicPr>
          <p:cNvPr id="145" name="Google Shape;145;p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62" name="TextBox 61"/>
          <p:cNvSpPr txBox="1"/>
          <p:nvPr/>
        </p:nvSpPr>
        <p:spPr>
          <a:xfrm>
            <a:off x="2389280" y="5001047"/>
            <a:ext cx="7334865" cy="461665"/>
          </a:xfrm>
          <a:prstGeom prst="rect">
            <a:avLst/>
          </a:prstGeom>
          <a:noFill/>
        </p:spPr>
        <p:txBody>
          <a:bodyPr wrap="square" rtlCol="0">
            <a:spAutoFit/>
          </a:bodyPr>
          <a:lstStyle/>
          <a:p>
            <a:pPr algn="ctr"/>
            <a:r>
              <a:rPr lang="en-US" sz="2400" dirty="0"/>
              <a:t>Architecture of the Lenet-5</a:t>
            </a:r>
          </a:p>
        </p:txBody>
      </p:sp>
      <p:grpSp>
        <p:nvGrpSpPr>
          <p:cNvPr id="4" name="Group 3"/>
          <p:cNvGrpSpPr/>
          <p:nvPr/>
        </p:nvGrpSpPr>
        <p:grpSpPr>
          <a:xfrm>
            <a:off x="261620" y="1842633"/>
            <a:ext cx="11741766" cy="2271544"/>
            <a:chOff x="261620" y="1842633"/>
            <a:chExt cx="11741766" cy="2271544"/>
          </a:xfrm>
        </p:grpSpPr>
        <p:grpSp>
          <p:nvGrpSpPr>
            <p:cNvPr id="2" name="Group 1"/>
            <p:cNvGrpSpPr/>
            <p:nvPr/>
          </p:nvGrpSpPr>
          <p:grpSpPr>
            <a:xfrm>
              <a:off x="261620" y="1854505"/>
              <a:ext cx="11741766" cy="2259672"/>
              <a:chOff x="258499" y="1087589"/>
              <a:chExt cx="11741766" cy="2259672"/>
            </a:xfrm>
          </p:grpSpPr>
          <p:grpSp>
            <p:nvGrpSpPr>
              <p:cNvPr id="88" name="Google Shape;88;p7"/>
              <p:cNvGrpSpPr/>
              <p:nvPr/>
            </p:nvGrpSpPr>
            <p:grpSpPr>
              <a:xfrm>
                <a:off x="258499" y="1350038"/>
                <a:ext cx="2089121" cy="1337310"/>
                <a:chOff x="258499" y="1350038"/>
                <a:chExt cx="2089121" cy="1337310"/>
              </a:xfrm>
            </p:grpSpPr>
            <p:sp>
              <p:nvSpPr>
                <p:cNvPr id="89" name="Google Shape;89;p7"/>
                <p:cNvSpPr/>
                <p:nvPr/>
              </p:nvSpPr>
              <p:spPr>
                <a:xfrm>
                  <a:off x="264845" y="1350038"/>
                  <a:ext cx="0" cy="1337310"/>
                </a:xfrm>
                <a:custGeom>
                  <a:avLst/>
                  <a:gdLst/>
                  <a:ahLst/>
                  <a:cxnLst/>
                  <a:rect l="l" t="t" r="r" b="b"/>
                  <a:pathLst>
                    <a:path w="120000" h="1337310" extrusionOk="0">
                      <a:moveTo>
                        <a:pt x="0" y="0"/>
                      </a:moveTo>
                      <a:lnTo>
                        <a:pt x="0" y="1337187"/>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 name="Google Shape;90;p7"/>
                <p:cNvSpPr/>
                <p:nvPr/>
              </p:nvSpPr>
              <p:spPr>
                <a:xfrm>
                  <a:off x="1756124" y="1350038"/>
                  <a:ext cx="0" cy="1337310"/>
                </a:xfrm>
                <a:custGeom>
                  <a:avLst/>
                  <a:gdLst/>
                  <a:ahLst/>
                  <a:cxnLst/>
                  <a:rect l="l" t="t" r="r" b="b"/>
                  <a:pathLst>
                    <a:path w="120000" h="1337310" extrusionOk="0">
                      <a:moveTo>
                        <a:pt x="0" y="0"/>
                      </a:moveTo>
                      <a:lnTo>
                        <a:pt x="0" y="1337187"/>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 name="Google Shape;91;p7"/>
                <p:cNvSpPr/>
                <p:nvPr/>
              </p:nvSpPr>
              <p:spPr>
                <a:xfrm>
                  <a:off x="258499" y="1356385"/>
                  <a:ext cx="1504315" cy="0"/>
                </a:xfrm>
                <a:custGeom>
                  <a:avLst/>
                  <a:gdLst/>
                  <a:ahLst/>
                  <a:cxnLst/>
                  <a:rect l="l" t="t" r="r" b="b"/>
                  <a:pathLst>
                    <a:path w="1504315" h="120000" extrusionOk="0">
                      <a:moveTo>
                        <a:pt x="0" y="0"/>
                      </a:moveTo>
                      <a:lnTo>
                        <a:pt x="1503972"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 name="Google Shape;92;p7"/>
                <p:cNvSpPr/>
                <p:nvPr/>
              </p:nvSpPr>
              <p:spPr>
                <a:xfrm>
                  <a:off x="258499" y="2680879"/>
                  <a:ext cx="1504315" cy="0"/>
                </a:xfrm>
                <a:custGeom>
                  <a:avLst/>
                  <a:gdLst/>
                  <a:ahLst/>
                  <a:cxnLst/>
                  <a:rect l="l" t="t" r="r" b="b"/>
                  <a:pathLst>
                    <a:path w="1504315" h="120000" extrusionOk="0">
                      <a:moveTo>
                        <a:pt x="0" y="0"/>
                      </a:moveTo>
                      <a:lnTo>
                        <a:pt x="1503972"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93;p7"/>
                <p:cNvSpPr/>
                <p:nvPr/>
              </p:nvSpPr>
              <p:spPr>
                <a:xfrm>
                  <a:off x="1802790" y="1962150"/>
                  <a:ext cx="544830" cy="127000"/>
                </a:xfrm>
                <a:custGeom>
                  <a:avLst/>
                  <a:gdLst/>
                  <a:ahLst/>
                  <a:cxnLst/>
                  <a:rect l="l" t="t" r="r" b="b"/>
                  <a:pathLst>
                    <a:path w="544830" h="127000" extrusionOk="0">
                      <a:moveTo>
                        <a:pt x="417525" y="0"/>
                      </a:moveTo>
                      <a:lnTo>
                        <a:pt x="417525" y="50800"/>
                      </a:lnTo>
                      <a:lnTo>
                        <a:pt x="0" y="50800"/>
                      </a:lnTo>
                      <a:lnTo>
                        <a:pt x="0" y="76200"/>
                      </a:lnTo>
                      <a:lnTo>
                        <a:pt x="417525" y="76200"/>
                      </a:lnTo>
                      <a:lnTo>
                        <a:pt x="417525" y="127000"/>
                      </a:lnTo>
                      <a:lnTo>
                        <a:pt x="544525" y="63500"/>
                      </a:lnTo>
                      <a:lnTo>
                        <a:pt x="4175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4" name="Google Shape;94;p7"/>
              <p:cNvGrpSpPr/>
              <p:nvPr/>
            </p:nvGrpSpPr>
            <p:grpSpPr>
              <a:xfrm>
                <a:off x="2497150" y="1425701"/>
                <a:ext cx="1310639" cy="1266190"/>
                <a:chOff x="2497150" y="1425701"/>
                <a:chExt cx="1310639" cy="1266190"/>
              </a:xfrm>
            </p:grpSpPr>
            <p:sp>
              <p:nvSpPr>
                <p:cNvPr id="95" name="Google Shape;95;p7"/>
                <p:cNvSpPr/>
                <p:nvPr/>
              </p:nvSpPr>
              <p:spPr>
                <a:xfrm>
                  <a:off x="2497150" y="1959457"/>
                  <a:ext cx="776604" cy="732155"/>
                </a:xfrm>
                <a:custGeom>
                  <a:avLst/>
                  <a:gdLst/>
                  <a:ahLst/>
                  <a:cxnLst/>
                  <a:rect l="l" t="t" r="r" b="b"/>
                  <a:pathLst>
                    <a:path w="776604" h="732155" extrusionOk="0">
                      <a:moveTo>
                        <a:pt x="776528" y="0"/>
                      </a:moveTo>
                      <a:lnTo>
                        <a:pt x="0" y="0"/>
                      </a:lnTo>
                      <a:lnTo>
                        <a:pt x="0" y="732142"/>
                      </a:lnTo>
                      <a:lnTo>
                        <a:pt x="776528" y="732142"/>
                      </a:lnTo>
                      <a:lnTo>
                        <a:pt x="776528"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 name="Google Shape;96;p7"/>
                <p:cNvSpPr/>
                <p:nvPr/>
              </p:nvSpPr>
              <p:spPr>
                <a:xfrm>
                  <a:off x="3273691" y="1425702"/>
                  <a:ext cx="534035" cy="1266189"/>
                </a:xfrm>
                <a:custGeom>
                  <a:avLst/>
                  <a:gdLst/>
                  <a:ahLst/>
                  <a:cxnLst/>
                  <a:rect l="l" t="t" r="r" b="b"/>
                  <a:pathLst>
                    <a:path w="534035" h="1266189" extrusionOk="0">
                      <a:moveTo>
                        <a:pt x="533742" y="0"/>
                      </a:moveTo>
                      <a:lnTo>
                        <a:pt x="0" y="533755"/>
                      </a:lnTo>
                      <a:lnTo>
                        <a:pt x="0" y="1265897"/>
                      </a:lnTo>
                      <a:lnTo>
                        <a:pt x="533742" y="732142"/>
                      </a:lnTo>
                      <a:lnTo>
                        <a:pt x="533742"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 name="Google Shape;97;p7"/>
                <p:cNvSpPr/>
                <p:nvPr/>
              </p:nvSpPr>
              <p:spPr>
                <a:xfrm>
                  <a:off x="2497150" y="1425702"/>
                  <a:ext cx="1310639" cy="534035"/>
                </a:xfrm>
                <a:custGeom>
                  <a:avLst/>
                  <a:gdLst/>
                  <a:ahLst/>
                  <a:cxnLst/>
                  <a:rect l="l" t="t" r="r" b="b"/>
                  <a:pathLst>
                    <a:path w="1310639" h="534035" extrusionOk="0">
                      <a:moveTo>
                        <a:pt x="1310284" y="0"/>
                      </a:moveTo>
                      <a:lnTo>
                        <a:pt x="533755" y="0"/>
                      </a:lnTo>
                      <a:lnTo>
                        <a:pt x="0" y="533755"/>
                      </a:lnTo>
                      <a:lnTo>
                        <a:pt x="776541" y="533755"/>
                      </a:lnTo>
                      <a:lnTo>
                        <a:pt x="1310284"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 name="Google Shape;98;p7"/>
                <p:cNvSpPr/>
                <p:nvPr/>
              </p:nvSpPr>
              <p:spPr>
                <a:xfrm>
                  <a:off x="2497150" y="1425701"/>
                  <a:ext cx="1310004" cy="1265555"/>
                </a:xfrm>
                <a:custGeom>
                  <a:avLst/>
                  <a:gdLst/>
                  <a:ahLst/>
                  <a:cxnLst/>
                  <a:rect l="l" t="t" r="r" b="b"/>
                  <a:pathLst>
                    <a:path w="1310004" h="1265555" extrusionOk="0">
                      <a:moveTo>
                        <a:pt x="0" y="533480"/>
                      </a:moveTo>
                      <a:lnTo>
                        <a:pt x="533479" y="0"/>
                      </a:lnTo>
                      <a:lnTo>
                        <a:pt x="1309611" y="0"/>
                      </a:lnTo>
                      <a:lnTo>
                        <a:pt x="1309611" y="731768"/>
                      </a:lnTo>
                      <a:lnTo>
                        <a:pt x="776136" y="1265254"/>
                      </a:lnTo>
                      <a:lnTo>
                        <a:pt x="0" y="1265254"/>
                      </a:lnTo>
                      <a:lnTo>
                        <a:pt x="0" y="533480"/>
                      </a:lnTo>
                      <a:close/>
                    </a:path>
                    <a:path w="1310004" h="1265555" extrusionOk="0">
                      <a:moveTo>
                        <a:pt x="0" y="533480"/>
                      </a:moveTo>
                      <a:lnTo>
                        <a:pt x="776136" y="533480"/>
                      </a:lnTo>
                      <a:lnTo>
                        <a:pt x="1309611" y="0"/>
                      </a:lnTo>
                    </a:path>
                    <a:path w="1310004" h="1265555" extrusionOk="0">
                      <a:moveTo>
                        <a:pt x="776136" y="533480"/>
                      </a:moveTo>
                      <a:lnTo>
                        <a:pt x="776136" y="1265254"/>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99" name="Google Shape;99;p7"/>
              <p:cNvSpPr/>
              <p:nvPr/>
            </p:nvSpPr>
            <p:spPr>
              <a:xfrm>
                <a:off x="3859910" y="1955419"/>
                <a:ext cx="544829" cy="127000"/>
              </a:xfrm>
              <a:custGeom>
                <a:avLst/>
                <a:gdLst/>
                <a:ahLst/>
                <a:cxnLst/>
                <a:rect l="l" t="t" r="r" b="b"/>
                <a:pathLst>
                  <a:path w="544829" h="127000" extrusionOk="0">
                    <a:moveTo>
                      <a:pt x="417537" y="0"/>
                    </a:moveTo>
                    <a:lnTo>
                      <a:pt x="417537" y="50800"/>
                    </a:lnTo>
                    <a:lnTo>
                      <a:pt x="0" y="50800"/>
                    </a:lnTo>
                    <a:lnTo>
                      <a:pt x="0" y="76200"/>
                    </a:lnTo>
                    <a:lnTo>
                      <a:pt x="417537" y="76200"/>
                    </a:lnTo>
                    <a:lnTo>
                      <a:pt x="417537" y="127000"/>
                    </a:lnTo>
                    <a:lnTo>
                      <a:pt x="544537" y="63500"/>
                    </a:lnTo>
                    <a:lnTo>
                      <a:pt x="41753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 name="Google Shape;100;p7"/>
              <p:cNvSpPr/>
              <p:nvPr/>
            </p:nvSpPr>
            <p:spPr>
              <a:xfrm>
                <a:off x="5610021" y="1962150"/>
                <a:ext cx="544829" cy="127000"/>
              </a:xfrm>
              <a:custGeom>
                <a:avLst/>
                <a:gdLst/>
                <a:ahLst/>
                <a:cxnLst/>
                <a:rect l="l" t="t" r="r" b="b"/>
                <a:pathLst>
                  <a:path w="544829" h="127000" extrusionOk="0">
                    <a:moveTo>
                      <a:pt x="417537" y="0"/>
                    </a:moveTo>
                    <a:lnTo>
                      <a:pt x="417537" y="50800"/>
                    </a:lnTo>
                    <a:lnTo>
                      <a:pt x="0" y="50800"/>
                    </a:lnTo>
                    <a:lnTo>
                      <a:pt x="0" y="76200"/>
                    </a:lnTo>
                    <a:lnTo>
                      <a:pt x="417537" y="76200"/>
                    </a:lnTo>
                    <a:lnTo>
                      <a:pt x="417537" y="127000"/>
                    </a:lnTo>
                    <a:lnTo>
                      <a:pt x="544537" y="63500"/>
                    </a:lnTo>
                    <a:lnTo>
                      <a:pt x="41753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 name="Google Shape;101;p7"/>
              <p:cNvSpPr/>
              <p:nvPr/>
            </p:nvSpPr>
            <p:spPr>
              <a:xfrm>
                <a:off x="7360132" y="1956244"/>
                <a:ext cx="544829" cy="127000"/>
              </a:xfrm>
              <a:custGeom>
                <a:avLst/>
                <a:gdLst/>
                <a:ahLst/>
                <a:cxnLst/>
                <a:rect l="l" t="t" r="r" b="b"/>
                <a:pathLst>
                  <a:path w="544829" h="127000" extrusionOk="0">
                    <a:moveTo>
                      <a:pt x="417537" y="0"/>
                    </a:moveTo>
                    <a:lnTo>
                      <a:pt x="417537" y="50800"/>
                    </a:lnTo>
                    <a:lnTo>
                      <a:pt x="0" y="50800"/>
                    </a:lnTo>
                    <a:lnTo>
                      <a:pt x="0" y="76200"/>
                    </a:lnTo>
                    <a:lnTo>
                      <a:pt x="417537" y="76200"/>
                    </a:lnTo>
                    <a:lnTo>
                      <a:pt x="417537" y="127000"/>
                    </a:lnTo>
                    <a:lnTo>
                      <a:pt x="544537" y="63500"/>
                    </a:lnTo>
                    <a:lnTo>
                      <a:pt x="41753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2" name="Google Shape;102;p7"/>
              <p:cNvSpPr/>
              <p:nvPr/>
            </p:nvSpPr>
            <p:spPr>
              <a:xfrm>
                <a:off x="9088196" y="1959648"/>
                <a:ext cx="544829" cy="127000"/>
              </a:xfrm>
              <a:custGeom>
                <a:avLst/>
                <a:gdLst/>
                <a:ahLst/>
                <a:cxnLst/>
                <a:rect l="l" t="t" r="r" b="b"/>
                <a:pathLst>
                  <a:path w="544829" h="127000" extrusionOk="0">
                    <a:moveTo>
                      <a:pt x="417537" y="0"/>
                    </a:moveTo>
                    <a:lnTo>
                      <a:pt x="417537" y="50800"/>
                    </a:lnTo>
                    <a:lnTo>
                      <a:pt x="0" y="50800"/>
                    </a:lnTo>
                    <a:lnTo>
                      <a:pt x="0" y="76200"/>
                    </a:lnTo>
                    <a:lnTo>
                      <a:pt x="417537" y="76200"/>
                    </a:lnTo>
                    <a:lnTo>
                      <a:pt x="417537" y="127000"/>
                    </a:lnTo>
                    <a:lnTo>
                      <a:pt x="544537" y="63500"/>
                    </a:lnTo>
                    <a:lnTo>
                      <a:pt x="41753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 name="Google Shape;103;p7"/>
              <p:cNvSpPr/>
              <p:nvPr/>
            </p:nvSpPr>
            <p:spPr>
              <a:xfrm>
                <a:off x="9767303" y="1151381"/>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4" name="Google Shape;104;p7"/>
              <p:cNvSpPr/>
              <p:nvPr/>
            </p:nvSpPr>
            <p:spPr>
              <a:xfrm>
                <a:off x="9767303" y="1524761"/>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 name="Google Shape;105;p7"/>
              <p:cNvSpPr/>
              <p:nvPr/>
            </p:nvSpPr>
            <p:spPr>
              <a:xfrm>
                <a:off x="9767303" y="2633421"/>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 name="Google Shape;106;p7"/>
              <p:cNvSpPr txBox="1"/>
              <p:nvPr/>
            </p:nvSpPr>
            <p:spPr>
              <a:xfrm>
                <a:off x="9721024" y="1087589"/>
                <a:ext cx="366900" cy="1353300"/>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rgbClr val="000000"/>
                  </a:buClr>
                  <a:buSzPts val="2750"/>
                  <a:buFont typeface="Arial"/>
                  <a:buNone/>
                </a:pPr>
                <a:endParaRPr sz="275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5"/>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sp>
            <p:nvSpPr>
              <p:cNvPr id="107" name="Google Shape;107;p7"/>
              <p:cNvSpPr/>
              <p:nvPr/>
            </p:nvSpPr>
            <p:spPr>
              <a:xfrm>
                <a:off x="10769409" y="1203109"/>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 name="Google Shape;108;p7"/>
              <p:cNvSpPr/>
              <p:nvPr/>
            </p:nvSpPr>
            <p:spPr>
              <a:xfrm>
                <a:off x="10769409" y="1576476"/>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 name="Google Shape;109;p7"/>
              <p:cNvSpPr/>
              <p:nvPr/>
            </p:nvSpPr>
            <p:spPr>
              <a:xfrm>
                <a:off x="10769409" y="2410828"/>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0" name="Google Shape;110;p7"/>
              <p:cNvSpPr txBox="1"/>
              <p:nvPr/>
            </p:nvSpPr>
            <p:spPr>
              <a:xfrm>
                <a:off x="10723118" y="1151382"/>
                <a:ext cx="366900" cy="1197300"/>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35"/>
                  </a:spcBef>
                  <a:spcAft>
                    <a:spcPts val="0"/>
                  </a:spcAft>
                  <a:buClr>
                    <a:srgbClr val="000000"/>
                  </a:buClr>
                  <a:buSzPts val="1750"/>
                  <a:buFont typeface="Arial"/>
                  <a:buNone/>
                </a:pPr>
                <a:endParaRPr sz="175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sp>
            <p:nvSpPr>
              <p:cNvPr id="111" name="Google Shape;111;p7"/>
              <p:cNvSpPr/>
              <p:nvPr/>
            </p:nvSpPr>
            <p:spPr>
              <a:xfrm>
                <a:off x="10142639" y="1955469"/>
                <a:ext cx="544829" cy="127000"/>
              </a:xfrm>
              <a:custGeom>
                <a:avLst/>
                <a:gdLst/>
                <a:ahLst/>
                <a:cxnLst/>
                <a:rect l="l" t="t" r="r" b="b"/>
                <a:pathLst>
                  <a:path w="544829" h="127000" extrusionOk="0">
                    <a:moveTo>
                      <a:pt x="417537" y="0"/>
                    </a:moveTo>
                    <a:lnTo>
                      <a:pt x="417537" y="50800"/>
                    </a:lnTo>
                    <a:lnTo>
                      <a:pt x="0" y="50800"/>
                    </a:lnTo>
                    <a:lnTo>
                      <a:pt x="0" y="76200"/>
                    </a:lnTo>
                    <a:lnTo>
                      <a:pt x="417537" y="76200"/>
                    </a:lnTo>
                    <a:lnTo>
                      <a:pt x="417537" y="127000"/>
                    </a:lnTo>
                    <a:lnTo>
                      <a:pt x="544537" y="63500"/>
                    </a:lnTo>
                    <a:lnTo>
                      <a:pt x="41753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 name="Google Shape;112;p7"/>
              <p:cNvSpPr/>
              <p:nvPr/>
            </p:nvSpPr>
            <p:spPr>
              <a:xfrm>
                <a:off x="11159108" y="1948802"/>
                <a:ext cx="544829" cy="127000"/>
              </a:xfrm>
              <a:custGeom>
                <a:avLst/>
                <a:gdLst/>
                <a:ahLst/>
                <a:cxnLst/>
                <a:rect l="l" t="t" r="r" b="b"/>
                <a:pathLst>
                  <a:path w="544829" h="127000" extrusionOk="0">
                    <a:moveTo>
                      <a:pt x="417537" y="0"/>
                    </a:moveTo>
                    <a:lnTo>
                      <a:pt x="417525" y="50800"/>
                    </a:lnTo>
                    <a:lnTo>
                      <a:pt x="0" y="50800"/>
                    </a:lnTo>
                    <a:lnTo>
                      <a:pt x="0" y="76200"/>
                    </a:lnTo>
                    <a:lnTo>
                      <a:pt x="417525" y="76200"/>
                    </a:lnTo>
                    <a:lnTo>
                      <a:pt x="417525" y="127000"/>
                    </a:lnTo>
                    <a:lnTo>
                      <a:pt x="544525" y="63500"/>
                    </a:lnTo>
                    <a:lnTo>
                      <a:pt x="41753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13" name="Google Shape;113;p7"/>
              <p:cNvGrpSpPr/>
              <p:nvPr/>
            </p:nvGrpSpPr>
            <p:grpSpPr>
              <a:xfrm>
                <a:off x="4456925" y="1520939"/>
                <a:ext cx="1101204" cy="1075753"/>
                <a:chOff x="4456925" y="1520939"/>
                <a:chExt cx="1101204" cy="1075753"/>
              </a:xfrm>
            </p:grpSpPr>
            <p:sp>
              <p:nvSpPr>
                <p:cNvPr id="114" name="Google Shape;114;p7"/>
                <p:cNvSpPr/>
                <p:nvPr/>
              </p:nvSpPr>
              <p:spPr>
                <a:xfrm>
                  <a:off x="4456925" y="1974392"/>
                  <a:ext cx="647700" cy="622300"/>
                </a:xfrm>
                <a:custGeom>
                  <a:avLst/>
                  <a:gdLst/>
                  <a:ahLst/>
                  <a:cxnLst/>
                  <a:rect l="l" t="t" r="r" b="b"/>
                  <a:pathLst>
                    <a:path w="647700" h="622300" extrusionOk="0">
                      <a:moveTo>
                        <a:pt x="647179" y="0"/>
                      </a:moveTo>
                      <a:lnTo>
                        <a:pt x="0" y="0"/>
                      </a:lnTo>
                      <a:lnTo>
                        <a:pt x="0" y="621982"/>
                      </a:lnTo>
                      <a:lnTo>
                        <a:pt x="647179" y="621982"/>
                      </a:lnTo>
                      <a:lnTo>
                        <a:pt x="647179"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 name="Google Shape;115;p7"/>
                <p:cNvSpPr/>
                <p:nvPr/>
              </p:nvSpPr>
              <p:spPr>
                <a:xfrm>
                  <a:off x="5104104" y="1520939"/>
                  <a:ext cx="454025" cy="1075689"/>
                </a:xfrm>
                <a:custGeom>
                  <a:avLst/>
                  <a:gdLst/>
                  <a:ahLst/>
                  <a:cxnLst/>
                  <a:rect l="l" t="t" r="r" b="b"/>
                  <a:pathLst>
                    <a:path w="454025" h="1075689" extrusionOk="0">
                      <a:moveTo>
                        <a:pt x="453440" y="0"/>
                      </a:moveTo>
                      <a:lnTo>
                        <a:pt x="0" y="453440"/>
                      </a:lnTo>
                      <a:lnTo>
                        <a:pt x="0" y="1075436"/>
                      </a:lnTo>
                      <a:lnTo>
                        <a:pt x="453440" y="621982"/>
                      </a:lnTo>
                      <a:lnTo>
                        <a:pt x="453440"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 name="Google Shape;116;p7"/>
                <p:cNvSpPr/>
                <p:nvPr/>
              </p:nvSpPr>
              <p:spPr>
                <a:xfrm>
                  <a:off x="4456925" y="1520939"/>
                  <a:ext cx="1101089" cy="454025"/>
                </a:xfrm>
                <a:custGeom>
                  <a:avLst/>
                  <a:gdLst/>
                  <a:ahLst/>
                  <a:cxnLst/>
                  <a:rect l="l" t="t" r="r" b="b"/>
                  <a:pathLst>
                    <a:path w="1101089" h="454025" extrusionOk="0">
                      <a:moveTo>
                        <a:pt x="1100620" y="0"/>
                      </a:moveTo>
                      <a:lnTo>
                        <a:pt x="453440" y="0"/>
                      </a:lnTo>
                      <a:lnTo>
                        <a:pt x="0" y="453440"/>
                      </a:lnTo>
                      <a:lnTo>
                        <a:pt x="647179" y="453440"/>
                      </a:lnTo>
                      <a:lnTo>
                        <a:pt x="110062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 name="Google Shape;117;p7"/>
                <p:cNvSpPr/>
                <p:nvPr/>
              </p:nvSpPr>
              <p:spPr>
                <a:xfrm>
                  <a:off x="4456925" y="1520939"/>
                  <a:ext cx="1100454" cy="1075055"/>
                </a:xfrm>
                <a:custGeom>
                  <a:avLst/>
                  <a:gdLst/>
                  <a:ahLst/>
                  <a:cxnLst/>
                  <a:rect l="l" t="t" r="r" b="b"/>
                  <a:pathLst>
                    <a:path w="1100454" h="1075055" extrusionOk="0">
                      <a:moveTo>
                        <a:pt x="0" y="453215"/>
                      </a:moveTo>
                      <a:lnTo>
                        <a:pt x="453215" y="0"/>
                      </a:lnTo>
                      <a:lnTo>
                        <a:pt x="1100068" y="0"/>
                      </a:lnTo>
                      <a:lnTo>
                        <a:pt x="1100068" y="621671"/>
                      </a:lnTo>
                      <a:lnTo>
                        <a:pt x="646852" y="1074891"/>
                      </a:lnTo>
                      <a:lnTo>
                        <a:pt x="0" y="1074891"/>
                      </a:lnTo>
                      <a:lnTo>
                        <a:pt x="0" y="453215"/>
                      </a:lnTo>
                      <a:close/>
                    </a:path>
                    <a:path w="1100454" h="1075055" extrusionOk="0">
                      <a:moveTo>
                        <a:pt x="0" y="453215"/>
                      </a:moveTo>
                      <a:lnTo>
                        <a:pt x="646852" y="453215"/>
                      </a:lnTo>
                      <a:lnTo>
                        <a:pt x="1100068" y="0"/>
                      </a:lnTo>
                    </a:path>
                    <a:path w="1100454" h="1075055" extrusionOk="0">
                      <a:moveTo>
                        <a:pt x="646852" y="453215"/>
                      </a:moveTo>
                      <a:lnTo>
                        <a:pt x="646852" y="1074891"/>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8" name="Google Shape;118;p7"/>
              <p:cNvGrpSpPr/>
              <p:nvPr/>
            </p:nvGrpSpPr>
            <p:grpSpPr>
              <a:xfrm>
                <a:off x="6207036" y="1520939"/>
                <a:ext cx="1101090" cy="1075982"/>
                <a:chOff x="6207036" y="1520939"/>
                <a:chExt cx="1101090" cy="1075982"/>
              </a:xfrm>
            </p:grpSpPr>
            <p:sp>
              <p:nvSpPr>
                <p:cNvPr id="119" name="Google Shape;119;p7"/>
                <p:cNvSpPr/>
                <p:nvPr/>
              </p:nvSpPr>
              <p:spPr>
                <a:xfrm>
                  <a:off x="6207036" y="2118766"/>
                  <a:ext cx="502920" cy="478155"/>
                </a:xfrm>
                <a:custGeom>
                  <a:avLst/>
                  <a:gdLst/>
                  <a:ahLst/>
                  <a:cxnLst/>
                  <a:rect l="l" t="t" r="r" b="b"/>
                  <a:pathLst>
                    <a:path w="502920" h="478155" extrusionOk="0">
                      <a:moveTo>
                        <a:pt x="502805" y="0"/>
                      </a:moveTo>
                      <a:lnTo>
                        <a:pt x="0" y="0"/>
                      </a:lnTo>
                      <a:lnTo>
                        <a:pt x="0" y="477608"/>
                      </a:lnTo>
                      <a:lnTo>
                        <a:pt x="502805" y="477608"/>
                      </a:lnTo>
                      <a:lnTo>
                        <a:pt x="502805"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 name="Google Shape;120;p7"/>
                <p:cNvSpPr/>
                <p:nvPr/>
              </p:nvSpPr>
              <p:spPr>
                <a:xfrm>
                  <a:off x="6709841" y="1520939"/>
                  <a:ext cx="598170" cy="1075689"/>
                </a:xfrm>
                <a:custGeom>
                  <a:avLst/>
                  <a:gdLst/>
                  <a:ahLst/>
                  <a:cxnLst/>
                  <a:rect l="l" t="t" r="r" b="b"/>
                  <a:pathLst>
                    <a:path w="598170" h="1075689" extrusionOk="0">
                      <a:moveTo>
                        <a:pt x="597814" y="0"/>
                      </a:moveTo>
                      <a:lnTo>
                        <a:pt x="0" y="597827"/>
                      </a:lnTo>
                      <a:lnTo>
                        <a:pt x="0" y="1075435"/>
                      </a:lnTo>
                      <a:lnTo>
                        <a:pt x="597814" y="477608"/>
                      </a:lnTo>
                      <a:lnTo>
                        <a:pt x="597814"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 name="Google Shape;121;p7"/>
                <p:cNvSpPr/>
                <p:nvPr/>
              </p:nvSpPr>
              <p:spPr>
                <a:xfrm>
                  <a:off x="6207036" y="1520939"/>
                  <a:ext cx="1101090" cy="598169"/>
                </a:xfrm>
                <a:custGeom>
                  <a:avLst/>
                  <a:gdLst/>
                  <a:ahLst/>
                  <a:cxnLst/>
                  <a:rect l="l" t="t" r="r" b="b"/>
                  <a:pathLst>
                    <a:path w="1101090" h="598169" extrusionOk="0">
                      <a:moveTo>
                        <a:pt x="1100620" y="0"/>
                      </a:moveTo>
                      <a:lnTo>
                        <a:pt x="597814" y="0"/>
                      </a:lnTo>
                      <a:lnTo>
                        <a:pt x="0" y="597827"/>
                      </a:lnTo>
                      <a:lnTo>
                        <a:pt x="502805" y="597827"/>
                      </a:lnTo>
                      <a:lnTo>
                        <a:pt x="110062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2" name="Google Shape;122;p7"/>
                <p:cNvSpPr/>
                <p:nvPr/>
              </p:nvSpPr>
              <p:spPr>
                <a:xfrm>
                  <a:off x="6207036" y="1520939"/>
                  <a:ext cx="1100454" cy="1075055"/>
                </a:xfrm>
                <a:custGeom>
                  <a:avLst/>
                  <a:gdLst/>
                  <a:ahLst/>
                  <a:cxnLst/>
                  <a:rect l="l" t="t" r="r" b="b"/>
                  <a:pathLst>
                    <a:path w="1100454" h="1075055" extrusionOk="0">
                      <a:moveTo>
                        <a:pt x="0" y="597519"/>
                      </a:moveTo>
                      <a:lnTo>
                        <a:pt x="597519" y="0"/>
                      </a:lnTo>
                      <a:lnTo>
                        <a:pt x="1100068" y="0"/>
                      </a:lnTo>
                      <a:lnTo>
                        <a:pt x="1100068" y="477368"/>
                      </a:lnTo>
                      <a:lnTo>
                        <a:pt x="502549" y="1074891"/>
                      </a:lnTo>
                      <a:lnTo>
                        <a:pt x="0" y="1074891"/>
                      </a:lnTo>
                      <a:lnTo>
                        <a:pt x="0" y="597519"/>
                      </a:lnTo>
                      <a:close/>
                    </a:path>
                    <a:path w="1100454" h="1075055" extrusionOk="0">
                      <a:moveTo>
                        <a:pt x="0" y="597519"/>
                      </a:moveTo>
                      <a:lnTo>
                        <a:pt x="502549" y="597519"/>
                      </a:lnTo>
                      <a:lnTo>
                        <a:pt x="1100068" y="0"/>
                      </a:lnTo>
                    </a:path>
                    <a:path w="1100454" h="1075055" extrusionOk="0">
                      <a:moveTo>
                        <a:pt x="502549" y="597519"/>
                      </a:moveTo>
                      <a:lnTo>
                        <a:pt x="502549" y="1074891"/>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3" name="Google Shape;123;p7"/>
              <p:cNvSpPr txBox="1"/>
              <p:nvPr/>
            </p:nvSpPr>
            <p:spPr>
              <a:xfrm>
                <a:off x="485110" y="2752153"/>
                <a:ext cx="10401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32</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32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a:t>
                </a:r>
                <a:endParaRPr sz="1800" b="0" i="0" u="none" strike="noStrike" cap="none">
                  <a:solidFill>
                    <a:srgbClr val="000000"/>
                  </a:solidFill>
                  <a:latin typeface="Cambria"/>
                  <a:ea typeface="Cambria"/>
                  <a:cs typeface="Cambria"/>
                  <a:sym typeface="Cambria"/>
                </a:endParaRPr>
              </a:p>
            </p:txBody>
          </p:sp>
          <p:sp>
            <p:nvSpPr>
              <p:cNvPr id="124" name="Google Shape;124;p7"/>
              <p:cNvSpPr txBox="1"/>
              <p:nvPr/>
            </p:nvSpPr>
            <p:spPr>
              <a:xfrm>
                <a:off x="2652696" y="2764955"/>
                <a:ext cx="9873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28</a:t>
                </a:r>
                <a:r>
                  <a:rPr lang="en-US" sz="1800" b="0" i="0" u="none" strike="noStrike" cap="none" dirty="0">
                    <a:solidFill>
                      <a:srgbClr val="000000"/>
                    </a:solidFill>
                    <a:latin typeface="Cambria Math"/>
                    <a:ea typeface="Cambria Math"/>
                    <a:cs typeface="Cambria Math"/>
                    <a:sym typeface="Cambria Math"/>
                  </a:rPr>
                  <a:t>×</a:t>
                </a:r>
                <a:r>
                  <a:rPr lang="en-US" sz="1800" b="0" i="0" u="none" strike="noStrike" cap="none" dirty="0">
                    <a:solidFill>
                      <a:srgbClr val="000000"/>
                    </a:solidFill>
                    <a:latin typeface="Cambria"/>
                    <a:ea typeface="Cambria"/>
                    <a:cs typeface="Cambria"/>
                    <a:sym typeface="Cambria"/>
                  </a:rPr>
                  <a:t>28</a:t>
                </a:r>
                <a:r>
                  <a:rPr lang="en-US" sz="1800" b="0" i="0" u="none" strike="noStrike" cap="none" dirty="0">
                    <a:solidFill>
                      <a:srgbClr val="000000"/>
                    </a:solidFill>
                    <a:latin typeface="Cambria Math"/>
                    <a:ea typeface="Cambria Math"/>
                    <a:cs typeface="Cambria Math"/>
                    <a:sym typeface="Cambria Math"/>
                  </a:rPr>
                  <a:t>×</a:t>
                </a:r>
                <a:r>
                  <a:rPr lang="en-US" sz="1800" b="0" i="0" u="none" strike="noStrike" cap="none" dirty="0">
                    <a:solidFill>
                      <a:srgbClr val="000000"/>
                    </a:solidFill>
                    <a:latin typeface="Cambria"/>
                    <a:ea typeface="Cambria"/>
                    <a:cs typeface="Cambria"/>
                    <a:sym typeface="Cambria"/>
                  </a:rPr>
                  <a:t>6</a:t>
                </a:r>
                <a:endParaRPr sz="1800" b="0" i="0" u="none" strike="noStrike" cap="none" dirty="0">
                  <a:solidFill>
                    <a:srgbClr val="000000"/>
                  </a:solidFill>
                  <a:latin typeface="Cambria"/>
                  <a:ea typeface="Cambria"/>
                  <a:cs typeface="Cambria"/>
                  <a:sym typeface="Cambria"/>
                </a:endParaRPr>
              </a:p>
            </p:txBody>
          </p:sp>
          <p:sp>
            <p:nvSpPr>
              <p:cNvPr id="125" name="Google Shape;125;p7"/>
              <p:cNvSpPr txBox="1"/>
              <p:nvPr/>
            </p:nvSpPr>
            <p:spPr>
              <a:xfrm>
                <a:off x="4548704" y="2756268"/>
                <a:ext cx="9873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14</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14</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6</a:t>
                </a:r>
                <a:endParaRPr sz="1800" b="0" i="0" u="none" strike="noStrike" cap="none">
                  <a:solidFill>
                    <a:srgbClr val="000000"/>
                  </a:solidFill>
                  <a:latin typeface="Cambria"/>
                  <a:ea typeface="Cambria"/>
                  <a:cs typeface="Cambria"/>
                  <a:sym typeface="Cambria"/>
                </a:endParaRPr>
              </a:p>
            </p:txBody>
          </p:sp>
          <p:sp>
            <p:nvSpPr>
              <p:cNvPr id="126" name="Google Shape;126;p7"/>
              <p:cNvSpPr txBox="1"/>
              <p:nvPr/>
            </p:nvSpPr>
            <p:spPr>
              <a:xfrm>
                <a:off x="6211997" y="2764955"/>
                <a:ext cx="11145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10</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10</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16</a:t>
                </a:r>
                <a:endParaRPr sz="1800" b="0" i="0" u="none" strike="noStrike" cap="none">
                  <a:solidFill>
                    <a:srgbClr val="000000"/>
                  </a:solidFill>
                  <a:latin typeface="Cambria"/>
                  <a:ea typeface="Cambria"/>
                  <a:cs typeface="Cambria"/>
                  <a:sym typeface="Cambria"/>
                </a:endParaRPr>
              </a:p>
            </p:txBody>
          </p:sp>
          <p:grpSp>
            <p:nvGrpSpPr>
              <p:cNvPr id="127" name="Google Shape;127;p7"/>
              <p:cNvGrpSpPr/>
              <p:nvPr/>
            </p:nvGrpSpPr>
            <p:grpSpPr>
              <a:xfrm>
                <a:off x="7957134" y="1521053"/>
                <a:ext cx="1078865" cy="1075689"/>
                <a:chOff x="7957134" y="1521053"/>
                <a:chExt cx="1078865" cy="1075689"/>
              </a:xfrm>
            </p:grpSpPr>
            <p:sp>
              <p:nvSpPr>
                <p:cNvPr id="128" name="Google Shape;128;p7"/>
                <p:cNvSpPr/>
                <p:nvPr/>
              </p:nvSpPr>
              <p:spPr>
                <a:xfrm>
                  <a:off x="7957134" y="2244851"/>
                  <a:ext cx="354965" cy="351789"/>
                </a:xfrm>
                <a:custGeom>
                  <a:avLst/>
                  <a:gdLst/>
                  <a:ahLst/>
                  <a:cxnLst/>
                  <a:rect l="l" t="t" r="r" b="b"/>
                  <a:pathLst>
                    <a:path w="354965" h="351789" extrusionOk="0">
                      <a:moveTo>
                        <a:pt x="354774" y="0"/>
                      </a:moveTo>
                      <a:lnTo>
                        <a:pt x="0" y="0"/>
                      </a:lnTo>
                      <a:lnTo>
                        <a:pt x="0" y="351409"/>
                      </a:lnTo>
                      <a:lnTo>
                        <a:pt x="354774" y="351409"/>
                      </a:lnTo>
                      <a:lnTo>
                        <a:pt x="354774"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 name="Google Shape;129;p7"/>
                <p:cNvSpPr/>
                <p:nvPr/>
              </p:nvSpPr>
              <p:spPr>
                <a:xfrm>
                  <a:off x="8311921" y="1521053"/>
                  <a:ext cx="723900" cy="1075689"/>
                </a:xfrm>
                <a:custGeom>
                  <a:avLst/>
                  <a:gdLst/>
                  <a:ahLst/>
                  <a:cxnLst/>
                  <a:rect l="l" t="t" r="r" b="b"/>
                  <a:pathLst>
                    <a:path w="723900" h="1075689" extrusionOk="0">
                      <a:moveTo>
                        <a:pt x="723798" y="0"/>
                      </a:moveTo>
                      <a:lnTo>
                        <a:pt x="0" y="723798"/>
                      </a:lnTo>
                      <a:lnTo>
                        <a:pt x="0" y="1075207"/>
                      </a:lnTo>
                      <a:lnTo>
                        <a:pt x="723798" y="351409"/>
                      </a:lnTo>
                      <a:lnTo>
                        <a:pt x="723798"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 name="Google Shape;130;p7"/>
                <p:cNvSpPr/>
                <p:nvPr/>
              </p:nvSpPr>
              <p:spPr>
                <a:xfrm>
                  <a:off x="7957134" y="1521053"/>
                  <a:ext cx="1078865" cy="723900"/>
                </a:xfrm>
                <a:custGeom>
                  <a:avLst/>
                  <a:gdLst/>
                  <a:ahLst/>
                  <a:cxnLst/>
                  <a:rect l="l" t="t" r="r" b="b"/>
                  <a:pathLst>
                    <a:path w="1078865" h="723900" extrusionOk="0">
                      <a:moveTo>
                        <a:pt x="1078585" y="0"/>
                      </a:moveTo>
                      <a:lnTo>
                        <a:pt x="723811" y="0"/>
                      </a:lnTo>
                      <a:lnTo>
                        <a:pt x="0" y="723798"/>
                      </a:lnTo>
                      <a:lnTo>
                        <a:pt x="354787" y="723798"/>
                      </a:lnTo>
                      <a:lnTo>
                        <a:pt x="1078585"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 name="Google Shape;131;p7"/>
                <p:cNvSpPr/>
                <p:nvPr/>
              </p:nvSpPr>
              <p:spPr>
                <a:xfrm>
                  <a:off x="7957134" y="1521053"/>
                  <a:ext cx="1078229" cy="1075055"/>
                </a:xfrm>
                <a:custGeom>
                  <a:avLst/>
                  <a:gdLst/>
                  <a:ahLst/>
                  <a:cxnLst/>
                  <a:rect l="l" t="t" r="r" b="b"/>
                  <a:pathLst>
                    <a:path w="1078229" h="1075055" extrusionOk="0">
                      <a:moveTo>
                        <a:pt x="0" y="723432"/>
                      </a:moveTo>
                      <a:lnTo>
                        <a:pt x="723432" y="0"/>
                      </a:lnTo>
                      <a:lnTo>
                        <a:pt x="1078029" y="0"/>
                      </a:lnTo>
                      <a:lnTo>
                        <a:pt x="1078029" y="351233"/>
                      </a:lnTo>
                      <a:lnTo>
                        <a:pt x="354600" y="1074671"/>
                      </a:lnTo>
                      <a:lnTo>
                        <a:pt x="0" y="1074671"/>
                      </a:lnTo>
                      <a:lnTo>
                        <a:pt x="0" y="723432"/>
                      </a:lnTo>
                      <a:close/>
                    </a:path>
                    <a:path w="1078229" h="1075055" extrusionOk="0">
                      <a:moveTo>
                        <a:pt x="0" y="723432"/>
                      </a:moveTo>
                      <a:lnTo>
                        <a:pt x="354600" y="723432"/>
                      </a:lnTo>
                      <a:lnTo>
                        <a:pt x="1078029" y="0"/>
                      </a:lnTo>
                    </a:path>
                    <a:path w="1078229" h="1075055" extrusionOk="0">
                      <a:moveTo>
                        <a:pt x="354600" y="723432"/>
                      </a:moveTo>
                      <a:lnTo>
                        <a:pt x="354600" y="1074671"/>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2" name="Google Shape;132;p7"/>
              <p:cNvSpPr txBox="1"/>
              <p:nvPr/>
            </p:nvSpPr>
            <p:spPr>
              <a:xfrm>
                <a:off x="8118119" y="2764853"/>
                <a:ext cx="8610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5</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5</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16</a:t>
                </a:r>
                <a:endParaRPr sz="1800" b="0" i="0" u="none" strike="noStrike" cap="none">
                  <a:solidFill>
                    <a:srgbClr val="000000"/>
                  </a:solidFill>
                  <a:latin typeface="Cambria"/>
                  <a:ea typeface="Cambria"/>
                  <a:cs typeface="Cambria"/>
                  <a:sym typeface="Cambria"/>
                </a:endParaRPr>
              </a:p>
            </p:txBody>
          </p:sp>
          <p:sp>
            <p:nvSpPr>
              <p:cNvPr id="133" name="Google Shape;133;p7"/>
              <p:cNvSpPr txBox="1"/>
              <p:nvPr/>
            </p:nvSpPr>
            <p:spPr>
              <a:xfrm>
                <a:off x="9698659" y="3057461"/>
                <a:ext cx="4071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120</a:t>
                </a:r>
                <a:endParaRPr sz="1800" b="0" i="0" u="none" strike="noStrike" cap="none">
                  <a:solidFill>
                    <a:srgbClr val="000000"/>
                  </a:solidFill>
                  <a:latin typeface="Cambria"/>
                  <a:ea typeface="Cambria"/>
                  <a:cs typeface="Cambria"/>
                  <a:sym typeface="Cambria"/>
                </a:endParaRPr>
              </a:p>
            </p:txBody>
          </p:sp>
          <p:sp>
            <p:nvSpPr>
              <p:cNvPr id="134" name="Google Shape;134;p7"/>
              <p:cNvSpPr txBox="1"/>
              <p:nvPr/>
            </p:nvSpPr>
            <p:spPr>
              <a:xfrm>
                <a:off x="10802111" y="3055404"/>
                <a:ext cx="2799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84</a:t>
                </a:r>
                <a:endParaRPr sz="1800" b="0" i="0" u="none" strike="noStrike" cap="none">
                  <a:solidFill>
                    <a:srgbClr val="000000"/>
                  </a:solidFill>
                  <a:latin typeface="Cambria"/>
                  <a:ea typeface="Cambria"/>
                  <a:cs typeface="Cambria"/>
                  <a:sym typeface="Cambria"/>
                </a:endParaRPr>
              </a:p>
            </p:txBody>
          </p:sp>
          <p:sp>
            <p:nvSpPr>
              <p:cNvPr id="135" name="Google Shape;135;p7"/>
              <p:cNvSpPr txBox="1"/>
              <p:nvPr/>
            </p:nvSpPr>
            <p:spPr>
              <a:xfrm>
                <a:off x="1874189" y="2093264"/>
                <a:ext cx="497700" cy="553200"/>
              </a:xfrm>
              <a:prstGeom prst="rect">
                <a:avLst/>
              </a:prstGeom>
              <a:noFill/>
              <a:ln>
                <a:noFill/>
              </a:ln>
            </p:spPr>
            <p:txBody>
              <a:bodyPr spcFirstLastPara="1" wrap="square" lIns="0" tIns="12700" rIns="0" bIns="0" anchor="t" anchorCtr="0">
                <a:spAutoFit/>
              </a:bodyPr>
              <a:lstStyle/>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5 </a:t>
                </a:r>
                <a:r>
                  <a:rPr lang="en-US" sz="1600" b="0" i="0" u="none" strike="noStrike" cap="none">
                    <a:solidFill>
                      <a:srgbClr val="000000"/>
                    </a:solidFill>
                    <a:latin typeface="Cambria Math"/>
                    <a:ea typeface="Cambria Math"/>
                    <a:cs typeface="Cambria Math"/>
                    <a:sym typeface="Cambria Math"/>
                  </a:rPr>
                  <a:t>× </a:t>
                </a:r>
                <a:r>
                  <a:rPr lang="en-US" sz="1600" b="0" i="0" u="none" strike="noStrike" cap="none">
                    <a:solidFill>
                      <a:srgbClr val="000000"/>
                    </a:solidFill>
                    <a:latin typeface="Cambria"/>
                    <a:ea typeface="Cambria"/>
                    <a:cs typeface="Cambria"/>
                    <a:sym typeface="Cambria"/>
                  </a:rPr>
                  <a:t>5</a:t>
                </a:r>
                <a:endParaRPr sz="1600" b="0" i="0" u="none" strike="noStrike" cap="none">
                  <a:solidFill>
                    <a:srgbClr val="000000"/>
                  </a:solidFill>
                  <a:latin typeface="Cambria"/>
                  <a:ea typeface="Cambria"/>
                  <a:cs typeface="Cambria"/>
                  <a:sym typeface="Cambria"/>
                </a:endParaRPr>
              </a:p>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s = 1</a:t>
                </a:r>
                <a:endParaRPr sz="1600" b="0" i="0" u="none" strike="noStrike" cap="none">
                  <a:solidFill>
                    <a:srgbClr val="000000"/>
                  </a:solidFill>
                  <a:latin typeface="Cambria"/>
                  <a:ea typeface="Cambria"/>
                  <a:cs typeface="Cambria"/>
                  <a:sym typeface="Cambria"/>
                </a:endParaRPr>
              </a:p>
            </p:txBody>
          </p:sp>
          <p:sp>
            <p:nvSpPr>
              <p:cNvPr id="136" name="Google Shape;136;p7"/>
              <p:cNvSpPr txBox="1"/>
              <p:nvPr/>
            </p:nvSpPr>
            <p:spPr>
              <a:xfrm>
                <a:off x="3889324" y="2091639"/>
                <a:ext cx="470400" cy="553200"/>
              </a:xfrm>
              <a:prstGeom prst="rect">
                <a:avLst/>
              </a:prstGeom>
              <a:noFill/>
              <a:ln>
                <a:noFill/>
              </a:ln>
            </p:spPr>
            <p:txBody>
              <a:bodyPr spcFirstLastPara="1" wrap="square" lIns="0" tIns="12700" rIns="0" bIns="0" anchor="t" anchorCtr="0">
                <a:spAutoFit/>
              </a:bodyPr>
              <a:lstStyle/>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f = 2</a:t>
                </a:r>
                <a:endParaRPr sz="1600" b="0" i="0" u="none" strike="noStrike" cap="none">
                  <a:solidFill>
                    <a:srgbClr val="000000"/>
                  </a:solidFill>
                  <a:latin typeface="Cambria"/>
                  <a:ea typeface="Cambria"/>
                  <a:cs typeface="Cambria"/>
                  <a:sym typeface="Cambria"/>
                </a:endParaRPr>
              </a:p>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s = 2</a:t>
                </a:r>
                <a:endParaRPr sz="1600" b="0" i="0" u="none" strike="noStrike" cap="none">
                  <a:solidFill>
                    <a:srgbClr val="000000"/>
                  </a:solidFill>
                  <a:latin typeface="Cambria"/>
                  <a:ea typeface="Cambria"/>
                  <a:cs typeface="Cambria"/>
                  <a:sym typeface="Cambria"/>
                </a:endParaRPr>
              </a:p>
            </p:txBody>
          </p:sp>
          <p:sp>
            <p:nvSpPr>
              <p:cNvPr id="137" name="Google Shape;137;p7"/>
              <p:cNvSpPr txBox="1"/>
              <p:nvPr/>
            </p:nvSpPr>
            <p:spPr>
              <a:xfrm>
                <a:off x="3867581" y="1447088"/>
                <a:ext cx="799500" cy="259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avg pool</a:t>
                </a:r>
                <a:endParaRPr sz="1600" b="0" i="0" u="none" strike="noStrike" cap="none">
                  <a:solidFill>
                    <a:srgbClr val="000000"/>
                  </a:solidFill>
                  <a:latin typeface="Cambria"/>
                  <a:ea typeface="Cambria"/>
                  <a:cs typeface="Cambria"/>
                  <a:sym typeface="Cambria"/>
                </a:endParaRPr>
              </a:p>
            </p:txBody>
          </p:sp>
          <p:sp>
            <p:nvSpPr>
              <p:cNvPr id="138" name="Google Shape;138;p7"/>
              <p:cNvSpPr txBox="1"/>
              <p:nvPr/>
            </p:nvSpPr>
            <p:spPr>
              <a:xfrm>
                <a:off x="5604535" y="2090420"/>
                <a:ext cx="497700" cy="553200"/>
              </a:xfrm>
              <a:prstGeom prst="rect">
                <a:avLst/>
              </a:prstGeom>
              <a:noFill/>
              <a:ln>
                <a:noFill/>
              </a:ln>
            </p:spPr>
            <p:txBody>
              <a:bodyPr spcFirstLastPara="1" wrap="square" lIns="0" tIns="12700" rIns="0" bIns="0" anchor="t" anchorCtr="0">
                <a:spAutoFit/>
              </a:bodyPr>
              <a:lstStyle/>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dirty="0">
                    <a:solidFill>
                      <a:srgbClr val="000000"/>
                    </a:solidFill>
                    <a:latin typeface="Cambria"/>
                    <a:ea typeface="Cambria"/>
                    <a:cs typeface="Cambria"/>
                    <a:sym typeface="Cambria"/>
                  </a:rPr>
                  <a:t>5 </a:t>
                </a:r>
                <a:r>
                  <a:rPr lang="en-US" sz="1600" b="0" i="0" u="none" strike="noStrike" cap="none" dirty="0">
                    <a:solidFill>
                      <a:srgbClr val="000000"/>
                    </a:solidFill>
                    <a:latin typeface="Cambria Math"/>
                    <a:ea typeface="Cambria Math"/>
                    <a:cs typeface="Cambria Math"/>
                    <a:sym typeface="Cambria Math"/>
                  </a:rPr>
                  <a:t>× </a:t>
                </a:r>
                <a:r>
                  <a:rPr lang="en-US" sz="1600" b="0" i="0" u="none" strike="noStrike" cap="none" dirty="0">
                    <a:solidFill>
                      <a:srgbClr val="000000"/>
                    </a:solidFill>
                    <a:latin typeface="Cambria"/>
                    <a:ea typeface="Cambria"/>
                    <a:cs typeface="Cambria"/>
                    <a:sym typeface="Cambria"/>
                  </a:rPr>
                  <a:t>5</a:t>
                </a:r>
                <a:endParaRPr sz="1600" b="0" i="0" u="none" strike="noStrike" cap="none" dirty="0">
                  <a:solidFill>
                    <a:srgbClr val="000000"/>
                  </a:solidFill>
                  <a:latin typeface="Cambria"/>
                  <a:ea typeface="Cambria"/>
                  <a:cs typeface="Cambria"/>
                  <a:sym typeface="Cambria"/>
                </a:endParaRPr>
              </a:p>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dirty="0">
                    <a:solidFill>
                      <a:srgbClr val="000000"/>
                    </a:solidFill>
                    <a:latin typeface="Cambria"/>
                    <a:ea typeface="Cambria"/>
                    <a:cs typeface="Cambria"/>
                    <a:sym typeface="Cambria"/>
                  </a:rPr>
                  <a:t>s = 1</a:t>
                </a:r>
                <a:endParaRPr sz="1600" b="0" i="0" u="none" strike="noStrike" cap="none" dirty="0">
                  <a:solidFill>
                    <a:srgbClr val="000000"/>
                  </a:solidFill>
                  <a:latin typeface="Cambria"/>
                  <a:ea typeface="Cambria"/>
                  <a:cs typeface="Cambria"/>
                  <a:sym typeface="Cambria"/>
                </a:endParaRPr>
              </a:p>
            </p:txBody>
          </p:sp>
          <p:sp>
            <p:nvSpPr>
              <p:cNvPr id="139" name="Google Shape;139;p7"/>
              <p:cNvSpPr txBox="1"/>
              <p:nvPr/>
            </p:nvSpPr>
            <p:spPr>
              <a:xfrm>
                <a:off x="7386802" y="1447088"/>
                <a:ext cx="799500" cy="259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dirty="0" err="1">
                    <a:solidFill>
                      <a:srgbClr val="000000"/>
                    </a:solidFill>
                    <a:latin typeface="Cambria"/>
                    <a:ea typeface="Cambria"/>
                    <a:cs typeface="Cambria"/>
                    <a:sym typeface="Cambria"/>
                  </a:rPr>
                  <a:t>avg</a:t>
                </a:r>
                <a:r>
                  <a:rPr lang="en-US" sz="1600" b="0" i="0" u="none" strike="noStrike" cap="none" dirty="0">
                    <a:solidFill>
                      <a:srgbClr val="000000"/>
                    </a:solidFill>
                    <a:latin typeface="Cambria"/>
                    <a:ea typeface="Cambria"/>
                    <a:cs typeface="Cambria"/>
                    <a:sym typeface="Cambria"/>
                  </a:rPr>
                  <a:t> pool</a:t>
                </a:r>
                <a:endParaRPr sz="1600" b="0" i="0" u="none" strike="noStrike" cap="none" dirty="0">
                  <a:solidFill>
                    <a:srgbClr val="000000"/>
                  </a:solidFill>
                  <a:latin typeface="Cambria"/>
                  <a:ea typeface="Cambria"/>
                  <a:cs typeface="Cambria"/>
                  <a:sym typeface="Cambria"/>
                </a:endParaRPr>
              </a:p>
            </p:txBody>
          </p:sp>
          <p:sp>
            <p:nvSpPr>
              <p:cNvPr id="140" name="Google Shape;140;p7"/>
              <p:cNvSpPr txBox="1"/>
              <p:nvPr/>
            </p:nvSpPr>
            <p:spPr>
              <a:xfrm>
                <a:off x="7365466" y="2088794"/>
                <a:ext cx="470400" cy="553200"/>
              </a:xfrm>
              <a:prstGeom prst="rect">
                <a:avLst/>
              </a:prstGeom>
              <a:noFill/>
              <a:ln>
                <a:noFill/>
              </a:ln>
            </p:spPr>
            <p:txBody>
              <a:bodyPr spcFirstLastPara="1" wrap="square" lIns="0" tIns="12700" rIns="0" bIns="0" anchor="t" anchorCtr="0">
                <a:spAutoFit/>
              </a:bodyPr>
              <a:lstStyle/>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f = 2</a:t>
                </a:r>
                <a:endParaRPr sz="1600" b="0" i="0" u="none" strike="noStrike" cap="none">
                  <a:solidFill>
                    <a:srgbClr val="000000"/>
                  </a:solidFill>
                  <a:latin typeface="Cambria"/>
                  <a:ea typeface="Cambria"/>
                  <a:cs typeface="Cambria"/>
                  <a:sym typeface="Cambria"/>
                </a:endParaRPr>
              </a:p>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s = 2</a:t>
                </a:r>
                <a:endParaRPr sz="1600" b="0" i="0" u="none" strike="noStrike" cap="none">
                  <a:solidFill>
                    <a:srgbClr val="000000"/>
                  </a:solidFill>
                  <a:latin typeface="Cambria"/>
                  <a:ea typeface="Cambria"/>
                  <a:cs typeface="Cambria"/>
                  <a:sym typeface="Cambria"/>
                </a:endParaRPr>
              </a:p>
            </p:txBody>
          </p:sp>
          <p:sp>
            <p:nvSpPr>
              <p:cNvPr id="141" name="Google Shape;141;p7"/>
              <p:cNvSpPr/>
              <p:nvPr/>
            </p:nvSpPr>
            <p:spPr>
              <a:xfrm>
                <a:off x="8039379" y="3022358"/>
                <a:ext cx="1136015" cy="296545"/>
              </a:xfrm>
              <a:custGeom>
                <a:avLst/>
                <a:gdLst/>
                <a:ahLst/>
                <a:cxnLst/>
                <a:rect l="l" t="t" r="r" b="b"/>
                <a:pathLst>
                  <a:path w="1136015" h="296545" extrusionOk="0">
                    <a:moveTo>
                      <a:pt x="1135443" y="0"/>
                    </a:moveTo>
                    <a:lnTo>
                      <a:pt x="0" y="0"/>
                    </a:lnTo>
                    <a:lnTo>
                      <a:pt x="0" y="296189"/>
                    </a:lnTo>
                    <a:lnTo>
                      <a:pt x="1135443" y="296189"/>
                    </a:lnTo>
                    <a:lnTo>
                      <a:pt x="1135443"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42" name="Google Shape;142;p7"/>
              <p:cNvPicPr preferRelativeResize="0"/>
              <p:nvPr/>
            </p:nvPicPr>
            <p:blipFill rotWithShape="1">
              <a:blip r:embed="rId4">
                <a:alphaModFix/>
              </a:blip>
              <a:srcRect/>
              <a:stretch/>
            </p:blipFill>
            <p:spPr>
              <a:xfrm>
                <a:off x="11695458" y="1767226"/>
                <a:ext cx="304807" cy="502933"/>
              </a:xfrm>
              <a:prstGeom prst="rect">
                <a:avLst/>
              </a:prstGeom>
              <a:noFill/>
              <a:ln>
                <a:noFill/>
              </a:ln>
            </p:spPr>
          </p:pic>
          <p:pic>
            <p:nvPicPr>
              <p:cNvPr id="143" name="Google Shape;143;p7"/>
              <p:cNvPicPr preferRelativeResize="0"/>
              <p:nvPr/>
            </p:nvPicPr>
            <p:blipFill rotWithShape="1">
              <a:blip r:embed="rId5">
                <a:alphaModFix/>
              </a:blip>
              <a:srcRect/>
              <a:stretch/>
            </p:blipFill>
            <p:spPr>
              <a:xfrm>
                <a:off x="456600" y="1548256"/>
                <a:ext cx="898706" cy="858764"/>
              </a:xfrm>
              <a:prstGeom prst="rect">
                <a:avLst/>
              </a:prstGeom>
              <a:noFill/>
              <a:ln>
                <a:noFill/>
              </a:ln>
            </p:spPr>
          </p:pic>
        </p:grpSp>
        <p:sp>
          <p:nvSpPr>
            <p:cNvPr id="63" name="Google Shape;139;p7"/>
            <p:cNvSpPr txBox="1"/>
            <p:nvPr/>
          </p:nvSpPr>
          <p:spPr>
            <a:xfrm>
              <a:off x="9200299" y="2287855"/>
              <a:ext cx="381872" cy="259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Cambria"/>
                  <a:ea typeface="Cambria"/>
                  <a:cs typeface="Cambria"/>
                  <a:sym typeface="Cambria"/>
                </a:rPr>
                <a:t>FC</a:t>
              </a:r>
              <a:endParaRPr sz="1600" b="0" i="0" u="none" strike="noStrike" cap="none" dirty="0">
                <a:solidFill>
                  <a:srgbClr val="000000"/>
                </a:solidFill>
                <a:latin typeface="Cambria"/>
                <a:ea typeface="Cambria"/>
                <a:cs typeface="Cambria"/>
                <a:sym typeface="Cambria"/>
              </a:endParaRPr>
            </a:p>
          </p:txBody>
        </p:sp>
        <p:sp>
          <p:nvSpPr>
            <p:cNvPr id="64" name="Google Shape;139;p7"/>
            <p:cNvSpPr txBox="1"/>
            <p:nvPr/>
          </p:nvSpPr>
          <p:spPr>
            <a:xfrm>
              <a:off x="10199222" y="2315172"/>
              <a:ext cx="381872" cy="259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Cambria"/>
                  <a:ea typeface="Cambria"/>
                  <a:cs typeface="Cambria"/>
                  <a:sym typeface="Cambria"/>
                </a:rPr>
                <a:t>FC</a:t>
              </a:r>
              <a:endParaRPr sz="1600" b="0" i="0" u="none" strike="noStrike" cap="none" dirty="0">
                <a:solidFill>
                  <a:srgbClr val="000000"/>
                </a:solidFill>
                <a:latin typeface="Cambria"/>
                <a:ea typeface="Cambria"/>
                <a:cs typeface="Cambria"/>
                <a:sym typeface="Cambria"/>
              </a:endParaRPr>
            </a:p>
          </p:txBody>
        </p:sp>
        <p:pic>
          <p:nvPicPr>
            <p:cNvPr id="65" name="Picture 64"/>
            <p:cNvPicPr>
              <a:picLocks noChangeAspect="1"/>
            </p:cNvPicPr>
            <p:nvPr/>
          </p:nvPicPr>
          <p:blipFill>
            <a:blip r:embed="rId6"/>
            <a:stretch>
              <a:fillRect/>
            </a:stretch>
          </p:blipFill>
          <p:spPr>
            <a:xfrm>
              <a:off x="9710026" y="1842633"/>
              <a:ext cx="438150" cy="1885950"/>
            </a:xfrm>
            <a:prstGeom prst="rect">
              <a:avLst/>
            </a:prstGeom>
          </p:spPr>
        </p:pic>
        <p:pic>
          <p:nvPicPr>
            <p:cNvPr id="66" name="Picture 65"/>
            <p:cNvPicPr>
              <a:picLocks noChangeAspect="1"/>
            </p:cNvPicPr>
            <p:nvPr/>
          </p:nvPicPr>
          <p:blipFill>
            <a:blip r:embed="rId7"/>
            <a:stretch>
              <a:fillRect/>
            </a:stretch>
          </p:blipFill>
          <p:spPr>
            <a:xfrm>
              <a:off x="10714974" y="1865956"/>
              <a:ext cx="438150" cy="1628775"/>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pic>
        <p:nvPicPr>
          <p:cNvPr id="150" name="Google Shape;150;p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51" name="Google Shape;151;p8"/>
          <p:cNvSpPr txBox="1"/>
          <p:nvPr/>
        </p:nvSpPr>
        <p:spPr>
          <a:xfrm>
            <a:off x="403123" y="130478"/>
            <a:ext cx="3470787" cy="861744"/>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dirty="0" err="1">
                <a:solidFill>
                  <a:schemeClr val="dk1"/>
                </a:solidFill>
              </a:rPr>
              <a:t>AlexNet</a:t>
            </a:r>
            <a:endParaRPr sz="6600" i="0" u="none" strike="noStrike" cap="none" dirty="0">
              <a:solidFill>
                <a:schemeClr val="dk1"/>
              </a:solidFill>
            </a:endParaRPr>
          </a:p>
        </p:txBody>
      </p:sp>
      <p:sp>
        <p:nvSpPr>
          <p:cNvPr id="152" name="Google Shape;152;p8"/>
          <p:cNvSpPr txBox="1"/>
          <p:nvPr/>
        </p:nvSpPr>
        <p:spPr>
          <a:xfrm>
            <a:off x="525520" y="1430300"/>
            <a:ext cx="11292854" cy="4247286"/>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err="1">
                <a:solidFill>
                  <a:schemeClr val="dk1"/>
                </a:solidFill>
              </a:rPr>
              <a:t>Alexnet</a:t>
            </a:r>
            <a:r>
              <a:rPr lang="en-US" sz="2400" dirty="0">
                <a:solidFill>
                  <a:schemeClr val="dk1"/>
                </a:solidFill>
              </a:rPr>
              <a:t> was proposed in 2012 in the research paper named </a:t>
            </a:r>
            <a:r>
              <a:rPr lang="en-US" sz="2400" dirty="0" err="1">
                <a:solidFill>
                  <a:schemeClr val="dk1"/>
                </a:solidFill>
              </a:rPr>
              <a:t>Imagenet</a:t>
            </a:r>
            <a:r>
              <a:rPr lang="en-US" sz="2400" dirty="0">
                <a:solidFill>
                  <a:schemeClr val="dk1"/>
                </a:solidFill>
              </a:rPr>
              <a:t> Classification with Deep Convolution Neural Network by Alex </a:t>
            </a:r>
            <a:r>
              <a:rPr lang="en-US" sz="2400" dirty="0" err="1">
                <a:solidFill>
                  <a:schemeClr val="dk1"/>
                </a:solidFill>
              </a:rPr>
              <a:t>Krizhevsky</a:t>
            </a:r>
            <a:r>
              <a:rPr lang="en-US" sz="2400" dirty="0">
                <a:solidFill>
                  <a:schemeClr val="dk1"/>
                </a:solidFill>
              </a:rPr>
              <a:t> and his colleagues.</a:t>
            </a:r>
          </a:p>
          <a:p>
            <a:pPr marL="342900" lvl="0" indent="-342900">
              <a:buSzPts val="2400"/>
              <a:buFont typeface="Arial" panose="020B0604020202020204" pitchFamily="34" charset="0"/>
              <a:buChar char="•"/>
            </a:pPr>
            <a:r>
              <a:rPr lang="en-US" sz="2400" dirty="0">
                <a:solidFill>
                  <a:schemeClr val="dk1"/>
                </a:solidFill>
              </a:rPr>
              <a:t>In this model, the depth of the network was increased in comparison to Lenet-5.</a:t>
            </a:r>
            <a:endParaRPr sz="2400" b="0" i="0" u="none" strike="noStrike" cap="none" dirty="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It was designed for image classification tasks and had a similar architecture to LeNet-5, with a series of convolutional and pooling layers followed by fully connected layers and a final output layer</a:t>
            </a:r>
            <a:r>
              <a:rPr lang="en-US" sz="2400" dirty="0">
                <a:solidFill>
                  <a:schemeClr val="dk1"/>
                </a:solidFill>
              </a:rPr>
              <a:t>:</a:t>
            </a:r>
          </a:p>
          <a:p>
            <a:pPr lvl="0">
              <a:buSzPts val="2400"/>
            </a:pPr>
            <a:r>
              <a:rPr lang="en-US" sz="2400" b="0" i="0" u="none" strike="noStrike" cap="none" dirty="0">
                <a:solidFill>
                  <a:schemeClr val="dk1"/>
                </a:solidFill>
                <a:latin typeface="Arial"/>
                <a:ea typeface="Arial"/>
                <a:cs typeface="Arial"/>
                <a:sym typeface="Arial"/>
              </a:rPr>
              <a:t>	</a:t>
            </a:r>
            <a:r>
              <a:rPr lang="en-US" sz="2400" dirty="0"/>
              <a:t>- Parameters: 60 million</a:t>
            </a:r>
          </a:p>
          <a:p>
            <a:pPr lvl="0">
              <a:buSzPts val="2400"/>
            </a:pPr>
            <a:r>
              <a:rPr lang="en-US" sz="2400" dirty="0"/>
              <a:t>	- Activation function: </a:t>
            </a:r>
            <a:r>
              <a:rPr lang="en-US" sz="2400" dirty="0" err="1"/>
              <a:t>ReLu</a:t>
            </a:r>
            <a:endParaRPr lang="en-US" sz="2400" b="0" i="0" u="none" strike="noStrike" cap="none" dirty="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err="1">
                <a:solidFill>
                  <a:schemeClr val="dk1"/>
                </a:solidFill>
                <a:latin typeface="Arial"/>
                <a:ea typeface="Arial"/>
                <a:cs typeface="Arial"/>
                <a:sym typeface="Arial"/>
              </a:rPr>
              <a:t>AlexNet</a:t>
            </a:r>
            <a:r>
              <a:rPr lang="en-US" sz="2400" b="0" i="0" u="none" strike="noStrike" cap="none" dirty="0">
                <a:solidFill>
                  <a:schemeClr val="dk1"/>
                </a:solidFill>
                <a:latin typeface="Arial"/>
                <a:ea typeface="Arial"/>
                <a:cs typeface="Arial"/>
                <a:sym typeface="Arial"/>
              </a:rPr>
              <a:t> used the value activation function, which was a major improvement over the sigmoid and </a:t>
            </a:r>
            <a:r>
              <a:rPr lang="en-US" sz="2400" b="0" i="0" u="none" strike="noStrike" cap="none" dirty="0" err="1">
                <a:solidFill>
                  <a:schemeClr val="dk1"/>
                </a:solidFill>
                <a:latin typeface="Arial"/>
                <a:ea typeface="Arial"/>
                <a:cs typeface="Arial"/>
                <a:sym typeface="Arial"/>
              </a:rPr>
              <a:t>tanh</a:t>
            </a:r>
            <a:r>
              <a:rPr lang="en-US" sz="2400" b="0" i="0" u="none" strike="noStrike" cap="none" dirty="0">
                <a:solidFill>
                  <a:schemeClr val="dk1"/>
                </a:solidFill>
                <a:latin typeface="Arial"/>
                <a:ea typeface="Arial"/>
                <a:cs typeface="Arial"/>
                <a:sym typeface="Arial"/>
              </a:rPr>
              <a:t> nonlinearities used at the time.</a:t>
            </a:r>
            <a:r>
              <a:rPr lang="en-US" sz="2400" dirty="0"/>
              <a:t>	</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pic>
        <p:nvPicPr>
          <p:cNvPr id="150" name="Google Shape;150;p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51" name="Google Shape;151;p8"/>
          <p:cNvSpPr txBox="1"/>
          <p:nvPr/>
        </p:nvSpPr>
        <p:spPr>
          <a:xfrm>
            <a:off x="403123" y="130478"/>
            <a:ext cx="3470787" cy="861744"/>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dirty="0" err="1">
                <a:solidFill>
                  <a:schemeClr val="dk1"/>
                </a:solidFill>
              </a:rPr>
              <a:t>AlexNet</a:t>
            </a:r>
            <a:endParaRPr sz="6600" i="0" u="none" strike="noStrike" cap="none" dirty="0">
              <a:solidFill>
                <a:schemeClr val="dk1"/>
              </a:solidFill>
            </a:endParaRPr>
          </a:p>
        </p:txBody>
      </p:sp>
      <p:sp>
        <p:nvSpPr>
          <p:cNvPr id="152" name="Google Shape;152;p8"/>
          <p:cNvSpPr txBox="1"/>
          <p:nvPr/>
        </p:nvSpPr>
        <p:spPr>
          <a:xfrm>
            <a:off x="525520" y="1430300"/>
            <a:ext cx="11292854" cy="3570178"/>
          </a:xfrm>
          <a:prstGeom prst="rect">
            <a:avLst/>
          </a:prstGeom>
          <a:noFill/>
          <a:ln>
            <a:noFill/>
          </a:ln>
        </p:spPr>
        <p:txBody>
          <a:bodyPr spcFirstLastPara="1" wrap="square" lIns="91425" tIns="91425" rIns="91425" bIns="91425" anchor="t" anchorCtr="0">
            <a:spAutoFit/>
          </a:bodyPr>
          <a:lstStyle/>
          <a:p>
            <a:pPr lvl="0">
              <a:buSzPts val="2400"/>
            </a:pPr>
            <a:r>
              <a:rPr lang="en-US" sz="2800" dirty="0" err="1"/>
              <a:t>AlexNet</a:t>
            </a:r>
            <a:r>
              <a:rPr lang="en-US" sz="2800" dirty="0"/>
              <a:t> architecture:</a:t>
            </a:r>
          </a:p>
          <a:p>
            <a:pPr marL="342900" lvl="0" indent="-342900">
              <a:buSzPts val="2400"/>
              <a:buFont typeface="Arial" panose="020B0604020202020204" pitchFamily="34" charset="0"/>
              <a:buChar char="•"/>
            </a:pPr>
            <a:r>
              <a:rPr lang="en-US" sz="2400" dirty="0"/>
              <a:t>It has 8 layers with learnable parameters.</a:t>
            </a:r>
          </a:p>
          <a:p>
            <a:pPr marL="342900" lvl="0" indent="-342900">
              <a:buSzPts val="2400"/>
              <a:buFont typeface="Arial" panose="020B0604020202020204" pitchFamily="34" charset="0"/>
              <a:buChar char="•"/>
            </a:pPr>
            <a:r>
              <a:rPr lang="en-US" sz="2400" dirty="0"/>
              <a:t>The input to the Model is RGB images.</a:t>
            </a:r>
          </a:p>
          <a:p>
            <a:pPr marL="342900" lvl="0" indent="-342900">
              <a:buSzPts val="2400"/>
              <a:buFont typeface="Arial" panose="020B0604020202020204" pitchFamily="34" charset="0"/>
              <a:buChar char="•"/>
            </a:pPr>
            <a:r>
              <a:rPr lang="en-US" sz="2400" dirty="0"/>
              <a:t>It has 5 convolution layers with a combination of max-pooling layers.</a:t>
            </a:r>
          </a:p>
          <a:p>
            <a:pPr marL="342900" lvl="0" indent="-342900">
              <a:buSzPts val="2400"/>
              <a:buFont typeface="Arial" panose="020B0604020202020204" pitchFamily="34" charset="0"/>
              <a:buChar char="•"/>
            </a:pPr>
            <a:r>
              <a:rPr lang="en-US" sz="2400" dirty="0"/>
              <a:t>Then it has 3 fully connected layers.</a:t>
            </a:r>
          </a:p>
          <a:p>
            <a:pPr marL="342900" lvl="0" indent="-342900">
              <a:buSzPts val="2400"/>
              <a:buFont typeface="Arial" panose="020B0604020202020204" pitchFamily="34" charset="0"/>
              <a:buChar char="•"/>
            </a:pPr>
            <a:r>
              <a:rPr lang="en-US" sz="2400" dirty="0"/>
              <a:t>The activation function used in all layers is </a:t>
            </a:r>
            <a:r>
              <a:rPr lang="en-US" sz="2400" dirty="0" err="1"/>
              <a:t>Relu</a:t>
            </a:r>
            <a:r>
              <a:rPr lang="en-US" sz="2400" dirty="0"/>
              <a:t>.</a:t>
            </a:r>
          </a:p>
          <a:p>
            <a:pPr marL="342900" lvl="0" indent="-342900">
              <a:buSzPts val="2400"/>
              <a:buFont typeface="Arial" panose="020B0604020202020204" pitchFamily="34" charset="0"/>
              <a:buChar char="•"/>
            </a:pPr>
            <a:r>
              <a:rPr lang="en-US" sz="2400" dirty="0"/>
              <a:t>It used two Dropout layers.</a:t>
            </a:r>
          </a:p>
          <a:p>
            <a:pPr marL="342900" lvl="0" indent="-342900">
              <a:buSzPts val="2400"/>
              <a:buFont typeface="Arial" panose="020B0604020202020204" pitchFamily="34" charset="0"/>
              <a:buChar char="•"/>
            </a:pPr>
            <a:r>
              <a:rPr lang="en-US" sz="2400" dirty="0"/>
              <a:t>The activation function used in the output layer is </a:t>
            </a:r>
            <a:r>
              <a:rPr lang="en-US" sz="2400" dirty="0" err="1"/>
              <a:t>Softmax</a:t>
            </a:r>
            <a:r>
              <a:rPr lang="en-US" sz="2400" dirty="0"/>
              <a:t>.</a:t>
            </a:r>
          </a:p>
          <a:p>
            <a:pPr marL="342900" lvl="0" indent="-342900">
              <a:buSzPts val="2400"/>
              <a:buFont typeface="Arial" panose="020B0604020202020204" pitchFamily="34" charset="0"/>
              <a:buChar char="•"/>
            </a:pPr>
            <a:r>
              <a:rPr lang="en-US" sz="2400" dirty="0"/>
              <a:t>The total number of parameters in this architecture is 62.3 million.</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2778025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65" name="Google Shape;165;p9"/>
          <p:cNvSpPr txBox="1">
            <a:spLocks noGrp="1"/>
          </p:cNvSpPr>
          <p:nvPr>
            <p:ph type="title"/>
          </p:nvPr>
        </p:nvSpPr>
        <p:spPr>
          <a:xfrm>
            <a:off x="261620" y="139700"/>
            <a:ext cx="21360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AlexNet</a:t>
            </a:r>
            <a:endParaRPr sz="4400">
              <a:latin typeface="Arial"/>
              <a:ea typeface="Arial"/>
              <a:cs typeface="Arial"/>
              <a:sym typeface="Arial"/>
            </a:endParaRPr>
          </a:p>
        </p:txBody>
      </p:sp>
      <p:grpSp>
        <p:nvGrpSpPr>
          <p:cNvPr id="3" name="Group 2"/>
          <p:cNvGrpSpPr/>
          <p:nvPr/>
        </p:nvGrpSpPr>
        <p:grpSpPr>
          <a:xfrm>
            <a:off x="154191" y="1472906"/>
            <a:ext cx="12037809" cy="4074880"/>
            <a:chOff x="152716" y="833809"/>
            <a:chExt cx="12037809" cy="4074880"/>
          </a:xfrm>
        </p:grpSpPr>
        <p:grpSp>
          <p:nvGrpSpPr>
            <p:cNvPr id="157" name="Google Shape;157;p9"/>
            <p:cNvGrpSpPr/>
            <p:nvPr/>
          </p:nvGrpSpPr>
          <p:grpSpPr>
            <a:xfrm>
              <a:off x="418629" y="833809"/>
              <a:ext cx="1663083" cy="1667510"/>
              <a:chOff x="418629" y="833809"/>
              <a:chExt cx="1663083" cy="1667510"/>
            </a:xfrm>
          </p:grpSpPr>
          <p:sp>
            <p:nvSpPr>
              <p:cNvPr id="158" name="Google Shape;158;p9"/>
              <p:cNvSpPr/>
              <p:nvPr/>
            </p:nvSpPr>
            <p:spPr>
              <a:xfrm>
                <a:off x="424980" y="840155"/>
                <a:ext cx="1651000" cy="1655445"/>
              </a:xfrm>
              <a:custGeom>
                <a:avLst/>
                <a:gdLst/>
                <a:ahLst/>
                <a:cxnLst/>
                <a:rect l="l" t="t" r="r" b="b"/>
                <a:pathLst>
                  <a:path w="1651000" h="1655445" extrusionOk="0">
                    <a:moveTo>
                      <a:pt x="1100455" y="0"/>
                    </a:moveTo>
                    <a:lnTo>
                      <a:pt x="1100455" y="0"/>
                    </a:lnTo>
                    <a:lnTo>
                      <a:pt x="0" y="0"/>
                    </a:lnTo>
                    <a:lnTo>
                      <a:pt x="0" y="87299"/>
                    </a:lnTo>
                    <a:lnTo>
                      <a:pt x="0" y="191135"/>
                    </a:lnTo>
                    <a:lnTo>
                      <a:pt x="0" y="275869"/>
                    </a:lnTo>
                    <a:lnTo>
                      <a:pt x="44894" y="275869"/>
                    </a:lnTo>
                    <a:lnTo>
                      <a:pt x="44894" y="191135"/>
                    </a:lnTo>
                    <a:lnTo>
                      <a:pt x="160807" y="191135"/>
                    </a:lnTo>
                    <a:lnTo>
                      <a:pt x="160807" y="87299"/>
                    </a:lnTo>
                    <a:lnTo>
                      <a:pt x="275107" y="87299"/>
                    </a:lnTo>
                    <a:lnTo>
                      <a:pt x="275107" y="191135"/>
                    </a:lnTo>
                    <a:lnTo>
                      <a:pt x="275107" y="275869"/>
                    </a:lnTo>
                    <a:lnTo>
                      <a:pt x="320001" y="275869"/>
                    </a:lnTo>
                    <a:lnTo>
                      <a:pt x="320001" y="191135"/>
                    </a:lnTo>
                    <a:lnTo>
                      <a:pt x="435927" y="191135"/>
                    </a:lnTo>
                    <a:lnTo>
                      <a:pt x="435927" y="87299"/>
                    </a:lnTo>
                    <a:lnTo>
                      <a:pt x="550227" y="87299"/>
                    </a:lnTo>
                    <a:lnTo>
                      <a:pt x="550227" y="191135"/>
                    </a:lnTo>
                    <a:lnTo>
                      <a:pt x="550227" y="275869"/>
                    </a:lnTo>
                    <a:lnTo>
                      <a:pt x="595122" y="275869"/>
                    </a:lnTo>
                    <a:lnTo>
                      <a:pt x="595122" y="191135"/>
                    </a:lnTo>
                    <a:lnTo>
                      <a:pt x="711047" y="191135"/>
                    </a:lnTo>
                    <a:lnTo>
                      <a:pt x="711047" y="87299"/>
                    </a:lnTo>
                    <a:lnTo>
                      <a:pt x="825347" y="87299"/>
                    </a:lnTo>
                    <a:lnTo>
                      <a:pt x="825347" y="191135"/>
                    </a:lnTo>
                    <a:lnTo>
                      <a:pt x="825347" y="275869"/>
                    </a:lnTo>
                    <a:lnTo>
                      <a:pt x="870242" y="275869"/>
                    </a:lnTo>
                    <a:lnTo>
                      <a:pt x="870242" y="191135"/>
                    </a:lnTo>
                    <a:lnTo>
                      <a:pt x="986155" y="191135"/>
                    </a:lnTo>
                    <a:lnTo>
                      <a:pt x="986155" y="87299"/>
                    </a:lnTo>
                    <a:lnTo>
                      <a:pt x="1100455" y="87299"/>
                    </a:lnTo>
                    <a:lnTo>
                      <a:pt x="1100455" y="0"/>
                    </a:lnTo>
                    <a:close/>
                  </a:path>
                  <a:path w="1651000" h="1655445" extrusionOk="0">
                    <a:moveTo>
                      <a:pt x="1650695" y="1379372"/>
                    </a:moveTo>
                    <a:lnTo>
                      <a:pt x="1420482" y="1379372"/>
                    </a:lnTo>
                    <a:lnTo>
                      <a:pt x="1420482" y="1466646"/>
                    </a:lnTo>
                    <a:lnTo>
                      <a:pt x="1536395" y="1466646"/>
                    </a:lnTo>
                    <a:lnTo>
                      <a:pt x="1536395" y="1655229"/>
                    </a:lnTo>
                    <a:lnTo>
                      <a:pt x="1650695" y="1655229"/>
                    </a:lnTo>
                    <a:lnTo>
                      <a:pt x="1650695" y="1466646"/>
                    </a:lnTo>
                    <a:lnTo>
                      <a:pt x="1650695" y="1379372"/>
                    </a:lnTo>
                    <a:close/>
                  </a:path>
                  <a:path w="1651000" h="1655445" extrusionOk="0">
                    <a:moveTo>
                      <a:pt x="1650695" y="827620"/>
                    </a:moveTo>
                    <a:lnTo>
                      <a:pt x="1420482" y="827620"/>
                    </a:lnTo>
                    <a:lnTo>
                      <a:pt x="1420482" y="914908"/>
                    </a:lnTo>
                    <a:lnTo>
                      <a:pt x="1536395" y="914908"/>
                    </a:lnTo>
                    <a:lnTo>
                      <a:pt x="1536395" y="1103490"/>
                    </a:lnTo>
                    <a:lnTo>
                      <a:pt x="1420482" y="1103490"/>
                    </a:lnTo>
                    <a:lnTo>
                      <a:pt x="1420482" y="1190777"/>
                    </a:lnTo>
                    <a:lnTo>
                      <a:pt x="1536395" y="1190777"/>
                    </a:lnTo>
                    <a:lnTo>
                      <a:pt x="1536395" y="1379359"/>
                    </a:lnTo>
                    <a:lnTo>
                      <a:pt x="1650695" y="1379359"/>
                    </a:lnTo>
                    <a:lnTo>
                      <a:pt x="1650695" y="1190777"/>
                    </a:lnTo>
                    <a:lnTo>
                      <a:pt x="1650695" y="1103490"/>
                    </a:lnTo>
                    <a:lnTo>
                      <a:pt x="1650695" y="914908"/>
                    </a:lnTo>
                    <a:lnTo>
                      <a:pt x="1650695" y="827620"/>
                    </a:lnTo>
                    <a:close/>
                  </a:path>
                  <a:path w="1651000" h="1655445" extrusionOk="0">
                    <a:moveTo>
                      <a:pt x="1650695" y="275882"/>
                    </a:moveTo>
                    <a:lnTo>
                      <a:pt x="1420482" y="275882"/>
                    </a:lnTo>
                    <a:lnTo>
                      <a:pt x="1420482" y="363156"/>
                    </a:lnTo>
                    <a:lnTo>
                      <a:pt x="1536395" y="363156"/>
                    </a:lnTo>
                    <a:lnTo>
                      <a:pt x="1536395" y="551738"/>
                    </a:lnTo>
                    <a:lnTo>
                      <a:pt x="1420482" y="551738"/>
                    </a:lnTo>
                    <a:lnTo>
                      <a:pt x="1420482" y="639025"/>
                    </a:lnTo>
                    <a:lnTo>
                      <a:pt x="1536395" y="639025"/>
                    </a:lnTo>
                    <a:lnTo>
                      <a:pt x="1536395" y="827608"/>
                    </a:lnTo>
                    <a:lnTo>
                      <a:pt x="1650695" y="827608"/>
                    </a:lnTo>
                    <a:lnTo>
                      <a:pt x="1650695" y="639025"/>
                    </a:lnTo>
                    <a:lnTo>
                      <a:pt x="1650695" y="551738"/>
                    </a:lnTo>
                    <a:lnTo>
                      <a:pt x="1650695" y="363156"/>
                    </a:lnTo>
                    <a:lnTo>
                      <a:pt x="1650695" y="275882"/>
                    </a:lnTo>
                    <a:close/>
                  </a:path>
                  <a:path w="1651000" h="1655445" extrusionOk="0">
                    <a:moveTo>
                      <a:pt x="1650695" y="0"/>
                    </a:moveTo>
                    <a:lnTo>
                      <a:pt x="1375587" y="0"/>
                    </a:lnTo>
                    <a:lnTo>
                      <a:pt x="1100467" y="0"/>
                    </a:lnTo>
                    <a:lnTo>
                      <a:pt x="1100467" y="87299"/>
                    </a:lnTo>
                    <a:lnTo>
                      <a:pt x="1100467" y="191135"/>
                    </a:lnTo>
                    <a:lnTo>
                      <a:pt x="1100467" y="275869"/>
                    </a:lnTo>
                    <a:lnTo>
                      <a:pt x="1145362" y="275869"/>
                    </a:lnTo>
                    <a:lnTo>
                      <a:pt x="1145362" y="191135"/>
                    </a:lnTo>
                    <a:lnTo>
                      <a:pt x="1261275" y="191135"/>
                    </a:lnTo>
                    <a:lnTo>
                      <a:pt x="1261275" y="87299"/>
                    </a:lnTo>
                    <a:lnTo>
                      <a:pt x="1375575" y="87299"/>
                    </a:lnTo>
                    <a:lnTo>
                      <a:pt x="1375575" y="191135"/>
                    </a:lnTo>
                    <a:lnTo>
                      <a:pt x="1375575" y="275869"/>
                    </a:lnTo>
                    <a:lnTo>
                      <a:pt x="1650695" y="275869"/>
                    </a:lnTo>
                    <a:lnTo>
                      <a:pt x="1650695" y="191135"/>
                    </a:lnTo>
                    <a:lnTo>
                      <a:pt x="1650695" y="87299"/>
                    </a:lnTo>
                    <a:lnTo>
                      <a:pt x="1650695" y="0"/>
                    </a:lnTo>
                    <a:close/>
                  </a:path>
                </a:pathLst>
              </a:custGeom>
              <a:solidFill>
                <a:srgbClr val="00B0F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9" name="Google Shape;159;p9"/>
              <p:cNvSpPr/>
              <p:nvPr/>
            </p:nvSpPr>
            <p:spPr>
              <a:xfrm>
                <a:off x="699952" y="833809"/>
                <a:ext cx="1381760" cy="282575"/>
              </a:xfrm>
              <a:custGeom>
                <a:avLst/>
                <a:gdLst/>
                <a:ahLst/>
                <a:cxnLst/>
                <a:rect l="l" t="t" r="r" b="b"/>
                <a:pathLst>
                  <a:path w="1381760" h="282575" extrusionOk="0">
                    <a:moveTo>
                      <a:pt x="0" y="0"/>
                    </a:moveTo>
                    <a:lnTo>
                      <a:pt x="0" y="93633"/>
                    </a:lnTo>
                  </a:path>
                  <a:path w="1381760" h="282575" extrusionOk="0">
                    <a:moveTo>
                      <a:pt x="274976" y="0"/>
                    </a:moveTo>
                    <a:lnTo>
                      <a:pt x="274976" y="93633"/>
                    </a:lnTo>
                  </a:path>
                  <a:path w="1381760" h="282575" extrusionOk="0">
                    <a:moveTo>
                      <a:pt x="549953" y="0"/>
                    </a:moveTo>
                    <a:lnTo>
                      <a:pt x="549953" y="93633"/>
                    </a:lnTo>
                  </a:path>
                  <a:path w="1381760" h="282575" extrusionOk="0">
                    <a:moveTo>
                      <a:pt x="824932" y="0"/>
                    </a:moveTo>
                    <a:lnTo>
                      <a:pt x="824932" y="93633"/>
                    </a:lnTo>
                  </a:path>
                  <a:path w="1381760" h="282575" extrusionOk="0">
                    <a:moveTo>
                      <a:pt x="1099911" y="0"/>
                    </a:moveTo>
                    <a:lnTo>
                      <a:pt x="1099911" y="93633"/>
                    </a:lnTo>
                  </a:path>
                  <a:path w="1381760" h="282575" extrusionOk="0">
                    <a:moveTo>
                      <a:pt x="1261422" y="282078"/>
                    </a:moveTo>
                    <a:lnTo>
                      <a:pt x="1381228" y="2820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0" name="Google Shape;160;p9"/>
              <p:cNvSpPr/>
              <p:nvPr/>
            </p:nvSpPr>
            <p:spPr>
              <a:xfrm>
                <a:off x="1961375" y="1385277"/>
                <a:ext cx="120014" cy="840105"/>
              </a:xfrm>
              <a:custGeom>
                <a:avLst/>
                <a:gdLst/>
                <a:ahLst/>
                <a:cxnLst/>
                <a:rect l="l" t="t" r="r" b="b"/>
                <a:pathLst>
                  <a:path w="120014" h="840105" extrusionOk="0">
                    <a:moveTo>
                      <a:pt x="119799" y="827189"/>
                    </a:moveTo>
                    <a:lnTo>
                      <a:pt x="0" y="827189"/>
                    </a:lnTo>
                    <a:lnTo>
                      <a:pt x="0" y="839889"/>
                    </a:lnTo>
                    <a:lnTo>
                      <a:pt x="119799" y="839889"/>
                    </a:lnTo>
                    <a:lnTo>
                      <a:pt x="119799" y="827189"/>
                    </a:lnTo>
                    <a:close/>
                  </a:path>
                  <a:path w="120014" h="840105" extrusionOk="0">
                    <a:moveTo>
                      <a:pt x="119799" y="551459"/>
                    </a:moveTo>
                    <a:lnTo>
                      <a:pt x="0" y="551459"/>
                    </a:lnTo>
                    <a:lnTo>
                      <a:pt x="0" y="564159"/>
                    </a:lnTo>
                    <a:lnTo>
                      <a:pt x="119799" y="564159"/>
                    </a:lnTo>
                    <a:lnTo>
                      <a:pt x="119799" y="551459"/>
                    </a:lnTo>
                    <a:close/>
                  </a:path>
                  <a:path w="120014" h="840105" extrusionOk="0">
                    <a:moveTo>
                      <a:pt x="119799" y="275729"/>
                    </a:moveTo>
                    <a:lnTo>
                      <a:pt x="0" y="275729"/>
                    </a:lnTo>
                    <a:lnTo>
                      <a:pt x="0" y="288429"/>
                    </a:lnTo>
                    <a:lnTo>
                      <a:pt x="119799" y="288429"/>
                    </a:lnTo>
                    <a:lnTo>
                      <a:pt x="119799" y="275729"/>
                    </a:lnTo>
                    <a:close/>
                  </a:path>
                  <a:path w="120014" h="840105" extrusionOk="0">
                    <a:moveTo>
                      <a:pt x="119799" y="0"/>
                    </a:moveTo>
                    <a:lnTo>
                      <a:pt x="0" y="0"/>
                    </a:lnTo>
                    <a:lnTo>
                      <a:pt x="0" y="12687"/>
                    </a:lnTo>
                    <a:lnTo>
                      <a:pt x="119799" y="12687"/>
                    </a:lnTo>
                    <a:lnTo>
                      <a:pt x="11979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1" name="Google Shape;161;p9"/>
              <p:cNvSpPr/>
              <p:nvPr/>
            </p:nvSpPr>
            <p:spPr>
              <a:xfrm>
                <a:off x="424976" y="833809"/>
                <a:ext cx="0" cy="93980"/>
              </a:xfrm>
              <a:custGeom>
                <a:avLst/>
                <a:gdLst/>
                <a:ahLst/>
                <a:cxnLst/>
                <a:rect l="l" t="t" r="r" b="b"/>
                <a:pathLst>
                  <a:path w="120000" h="93980" extrusionOk="0">
                    <a:moveTo>
                      <a:pt x="0" y="0"/>
                    </a:moveTo>
                    <a:lnTo>
                      <a:pt x="0" y="93633"/>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2" name="Google Shape;162;p9"/>
              <p:cNvSpPr/>
              <p:nvPr/>
            </p:nvSpPr>
            <p:spPr>
              <a:xfrm>
                <a:off x="2074834" y="833809"/>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3" name="Google Shape;163;p9"/>
              <p:cNvSpPr/>
              <p:nvPr/>
            </p:nvSpPr>
            <p:spPr>
              <a:xfrm>
                <a:off x="418629" y="840155"/>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4" name="Google Shape;164;p9"/>
              <p:cNvSpPr/>
              <p:nvPr/>
            </p:nvSpPr>
            <p:spPr>
              <a:xfrm>
                <a:off x="1961375" y="2488194"/>
                <a:ext cx="120014" cy="12700"/>
              </a:xfrm>
              <a:custGeom>
                <a:avLst/>
                <a:gdLst/>
                <a:ahLst/>
                <a:cxnLst/>
                <a:rect l="l" t="t" r="r" b="b"/>
                <a:pathLst>
                  <a:path w="120014" h="12700" extrusionOk="0">
                    <a:moveTo>
                      <a:pt x="0" y="12693"/>
                    </a:moveTo>
                    <a:lnTo>
                      <a:pt x="119805" y="12693"/>
                    </a:lnTo>
                    <a:lnTo>
                      <a:pt x="119805" y="0"/>
                    </a:lnTo>
                    <a:lnTo>
                      <a:pt x="0" y="0"/>
                    </a:lnTo>
                    <a:lnTo>
                      <a:pt x="0" y="1269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66" name="Google Shape;166;p9"/>
            <p:cNvSpPr/>
            <p:nvPr/>
          </p:nvSpPr>
          <p:spPr>
            <a:xfrm>
              <a:off x="2212136" y="1607819"/>
              <a:ext cx="544830" cy="127000"/>
            </a:xfrm>
            <a:custGeom>
              <a:avLst/>
              <a:gdLst/>
              <a:ahLst/>
              <a:cxnLst/>
              <a:rect l="l" t="t" r="r" b="b"/>
              <a:pathLst>
                <a:path w="544830" h="127000" extrusionOk="0">
                  <a:moveTo>
                    <a:pt x="417537" y="0"/>
                  </a:moveTo>
                  <a:lnTo>
                    <a:pt x="417537" y="50800"/>
                  </a:lnTo>
                  <a:lnTo>
                    <a:pt x="0" y="50800"/>
                  </a:lnTo>
                  <a:lnTo>
                    <a:pt x="0" y="76200"/>
                  </a:lnTo>
                  <a:lnTo>
                    <a:pt x="417525" y="76200"/>
                  </a:lnTo>
                  <a:lnTo>
                    <a:pt x="417525" y="127000"/>
                  </a:lnTo>
                  <a:lnTo>
                    <a:pt x="544537" y="63500"/>
                  </a:lnTo>
                  <a:lnTo>
                    <a:pt x="41753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67" name="Google Shape;167;p9"/>
            <p:cNvGrpSpPr/>
            <p:nvPr/>
          </p:nvGrpSpPr>
          <p:grpSpPr>
            <a:xfrm>
              <a:off x="2872587" y="1064145"/>
              <a:ext cx="1257300" cy="1240155"/>
              <a:chOff x="2872587" y="1064145"/>
              <a:chExt cx="1257300" cy="1240155"/>
            </a:xfrm>
          </p:grpSpPr>
          <p:sp>
            <p:nvSpPr>
              <p:cNvPr id="168" name="Google Shape;168;p9"/>
              <p:cNvSpPr/>
              <p:nvPr/>
            </p:nvSpPr>
            <p:spPr>
              <a:xfrm>
                <a:off x="2872587" y="1624634"/>
                <a:ext cx="696595" cy="679450"/>
              </a:xfrm>
              <a:custGeom>
                <a:avLst/>
                <a:gdLst/>
                <a:ahLst/>
                <a:cxnLst/>
                <a:rect l="l" t="t" r="r" b="b"/>
                <a:pathLst>
                  <a:path w="696595" h="679450" extrusionOk="0">
                    <a:moveTo>
                      <a:pt x="696264" y="0"/>
                    </a:moveTo>
                    <a:lnTo>
                      <a:pt x="0" y="0"/>
                    </a:lnTo>
                    <a:lnTo>
                      <a:pt x="0" y="679132"/>
                    </a:lnTo>
                    <a:lnTo>
                      <a:pt x="696264" y="679132"/>
                    </a:lnTo>
                    <a:lnTo>
                      <a:pt x="696264"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 name="Google Shape;169;p9"/>
              <p:cNvSpPr/>
              <p:nvPr/>
            </p:nvSpPr>
            <p:spPr>
              <a:xfrm>
                <a:off x="3568852" y="1064145"/>
                <a:ext cx="560705" cy="1240155"/>
              </a:xfrm>
              <a:custGeom>
                <a:avLst/>
                <a:gdLst/>
                <a:ahLst/>
                <a:cxnLst/>
                <a:rect l="l" t="t" r="r" b="b"/>
                <a:pathLst>
                  <a:path w="560704" h="1240155" extrusionOk="0">
                    <a:moveTo>
                      <a:pt x="560501" y="0"/>
                    </a:moveTo>
                    <a:lnTo>
                      <a:pt x="0" y="560489"/>
                    </a:lnTo>
                    <a:lnTo>
                      <a:pt x="0" y="1239621"/>
                    </a:lnTo>
                    <a:lnTo>
                      <a:pt x="560501" y="679119"/>
                    </a:lnTo>
                    <a:lnTo>
                      <a:pt x="560501"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 name="Google Shape;170;p9"/>
              <p:cNvSpPr/>
              <p:nvPr/>
            </p:nvSpPr>
            <p:spPr>
              <a:xfrm>
                <a:off x="2872587" y="1064145"/>
                <a:ext cx="1257300" cy="560705"/>
              </a:xfrm>
              <a:custGeom>
                <a:avLst/>
                <a:gdLst/>
                <a:ahLst/>
                <a:cxnLst/>
                <a:rect l="l" t="t" r="r" b="b"/>
                <a:pathLst>
                  <a:path w="1257300" h="560705" extrusionOk="0">
                    <a:moveTo>
                      <a:pt x="1256766" y="0"/>
                    </a:moveTo>
                    <a:lnTo>
                      <a:pt x="560501" y="0"/>
                    </a:lnTo>
                    <a:lnTo>
                      <a:pt x="0" y="560489"/>
                    </a:lnTo>
                    <a:lnTo>
                      <a:pt x="696264" y="560489"/>
                    </a:lnTo>
                    <a:lnTo>
                      <a:pt x="1256766"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 name="Google Shape;171;p9"/>
              <p:cNvSpPr/>
              <p:nvPr/>
            </p:nvSpPr>
            <p:spPr>
              <a:xfrm>
                <a:off x="2872587" y="1064145"/>
                <a:ext cx="1256665" cy="1239520"/>
              </a:xfrm>
              <a:custGeom>
                <a:avLst/>
                <a:gdLst/>
                <a:ahLst/>
                <a:cxnLst/>
                <a:rect l="l" t="t" r="r" b="b"/>
                <a:pathLst>
                  <a:path w="1256664" h="1239520" extrusionOk="0">
                    <a:moveTo>
                      <a:pt x="0" y="560213"/>
                    </a:moveTo>
                    <a:lnTo>
                      <a:pt x="560212" y="0"/>
                    </a:lnTo>
                    <a:lnTo>
                      <a:pt x="1256119" y="0"/>
                    </a:lnTo>
                    <a:lnTo>
                      <a:pt x="1256119" y="678783"/>
                    </a:lnTo>
                    <a:lnTo>
                      <a:pt x="695910" y="1238997"/>
                    </a:lnTo>
                    <a:lnTo>
                      <a:pt x="0" y="1238997"/>
                    </a:lnTo>
                    <a:lnTo>
                      <a:pt x="0" y="560213"/>
                    </a:lnTo>
                    <a:close/>
                  </a:path>
                  <a:path w="1256664" h="1239520" extrusionOk="0">
                    <a:moveTo>
                      <a:pt x="0" y="560213"/>
                    </a:moveTo>
                    <a:lnTo>
                      <a:pt x="695910" y="560213"/>
                    </a:lnTo>
                    <a:lnTo>
                      <a:pt x="1256119" y="0"/>
                    </a:lnTo>
                  </a:path>
                  <a:path w="1256664" h="1239520" extrusionOk="0">
                    <a:moveTo>
                      <a:pt x="695910" y="560213"/>
                    </a:moveTo>
                    <a:lnTo>
                      <a:pt x="695910" y="123899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72" name="Google Shape;172;p9"/>
            <p:cNvSpPr/>
            <p:nvPr/>
          </p:nvSpPr>
          <p:spPr>
            <a:xfrm>
              <a:off x="4303598" y="1605457"/>
              <a:ext cx="544830" cy="127000"/>
            </a:xfrm>
            <a:custGeom>
              <a:avLst/>
              <a:gdLst/>
              <a:ahLst/>
              <a:cxnLst/>
              <a:rect l="l" t="t" r="r" b="b"/>
              <a:pathLst>
                <a:path w="544829" h="127000" extrusionOk="0">
                  <a:moveTo>
                    <a:pt x="417525" y="0"/>
                  </a:moveTo>
                  <a:lnTo>
                    <a:pt x="417525" y="50800"/>
                  </a:lnTo>
                  <a:lnTo>
                    <a:pt x="0" y="50800"/>
                  </a:lnTo>
                  <a:lnTo>
                    <a:pt x="0" y="76200"/>
                  </a:lnTo>
                  <a:lnTo>
                    <a:pt x="417525" y="76200"/>
                  </a:lnTo>
                  <a:lnTo>
                    <a:pt x="417525" y="127000"/>
                  </a:lnTo>
                  <a:lnTo>
                    <a:pt x="544525" y="63500"/>
                  </a:lnTo>
                  <a:lnTo>
                    <a:pt x="4175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73" name="Google Shape;173;p9"/>
            <p:cNvGrpSpPr/>
            <p:nvPr/>
          </p:nvGrpSpPr>
          <p:grpSpPr>
            <a:xfrm>
              <a:off x="4978717" y="1133017"/>
              <a:ext cx="1160145" cy="1171029"/>
              <a:chOff x="4978717" y="1133017"/>
              <a:chExt cx="1160145" cy="1171029"/>
            </a:xfrm>
          </p:grpSpPr>
          <p:sp>
            <p:nvSpPr>
              <p:cNvPr id="174" name="Google Shape;174;p9"/>
              <p:cNvSpPr/>
              <p:nvPr/>
            </p:nvSpPr>
            <p:spPr>
              <a:xfrm>
                <a:off x="4978717" y="1900821"/>
                <a:ext cx="391795" cy="403225"/>
              </a:xfrm>
              <a:custGeom>
                <a:avLst/>
                <a:gdLst/>
                <a:ahLst/>
                <a:cxnLst/>
                <a:rect l="l" t="t" r="r" b="b"/>
                <a:pathLst>
                  <a:path w="391795" h="403225" extrusionOk="0">
                    <a:moveTo>
                      <a:pt x="391756" y="0"/>
                    </a:moveTo>
                    <a:lnTo>
                      <a:pt x="0" y="0"/>
                    </a:lnTo>
                    <a:lnTo>
                      <a:pt x="0" y="402945"/>
                    </a:lnTo>
                    <a:lnTo>
                      <a:pt x="391756" y="402945"/>
                    </a:lnTo>
                    <a:lnTo>
                      <a:pt x="391756"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 name="Google Shape;175;p9"/>
              <p:cNvSpPr/>
              <p:nvPr/>
            </p:nvSpPr>
            <p:spPr>
              <a:xfrm>
                <a:off x="5370474" y="1133017"/>
                <a:ext cx="768350" cy="1170940"/>
              </a:xfrm>
              <a:custGeom>
                <a:avLst/>
                <a:gdLst/>
                <a:ahLst/>
                <a:cxnLst/>
                <a:rect l="l" t="t" r="r" b="b"/>
                <a:pathLst>
                  <a:path w="768350" h="1170939" extrusionOk="0">
                    <a:moveTo>
                      <a:pt x="767803" y="0"/>
                    </a:moveTo>
                    <a:lnTo>
                      <a:pt x="0" y="767803"/>
                    </a:lnTo>
                    <a:lnTo>
                      <a:pt x="0" y="1170749"/>
                    </a:lnTo>
                    <a:lnTo>
                      <a:pt x="767803" y="402945"/>
                    </a:lnTo>
                    <a:lnTo>
                      <a:pt x="767803"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 name="Google Shape;176;p9"/>
              <p:cNvSpPr/>
              <p:nvPr/>
            </p:nvSpPr>
            <p:spPr>
              <a:xfrm>
                <a:off x="4978717" y="1133017"/>
                <a:ext cx="1160145" cy="768350"/>
              </a:xfrm>
              <a:custGeom>
                <a:avLst/>
                <a:gdLst/>
                <a:ahLst/>
                <a:cxnLst/>
                <a:rect l="l" t="t" r="r" b="b"/>
                <a:pathLst>
                  <a:path w="1160145" h="768350" extrusionOk="0">
                    <a:moveTo>
                      <a:pt x="1159560" y="0"/>
                    </a:moveTo>
                    <a:lnTo>
                      <a:pt x="767803" y="0"/>
                    </a:lnTo>
                    <a:lnTo>
                      <a:pt x="0" y="767803"/>
                    </a:lnTo>
                    <a:lnTo>
                      <a:pt x="391756" y="767803"/>
                    </a:lnTo>
                    <a:lnTo>
                      <a:pt x="115956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 name="Google Shape;177;p9"/>
              <p:cNvSpPr/>
              <p:nvPr/>
            </p:nvSpPr>
            <p:spPr>
              <a:xfrm>
                <a:off x="4978717" y="1133017"/>
                <a:ext cx="1159510" cy="1170305"/>
              </a:xfrm>
              <a:custGeom>
                <a:avLst/>
                <a:gdLst/>
                <a:ahLst/>
                <a:cxnLst/>
                <a:rect l="l" t="t" r="r" b="b"/>
                <a:pathLst>
                  <a:path w="1159510" h="1170305" extrusionOk="0">
                    <a:moveTo>
                      <a:pt x="0" y="767415"/>
                    </a:moveTo>
                    <a:lnTo>
                      <a:pt x="767416" y="0"/>
                    </a:lnTo>
                    <a:lnTo>
                      <a:pt x="1158978" y="0"/>
                    </a:lnTo>
                    <a:lnTo>
                      <a:pt x="1158978" y="402744"/>
                    </a:lnTo>
                    <a:lnTo>
                      <a:pt x="391559" y="1170162"/>
                    </a:lnTo>
                    <a:lnTo>
                      <a:pt x="0" y="1170162"/>
                    </a:lnTo>
                    <a:lnTo>
                      <a:pt x="0" y="767415"/>
                    </a:lnTo>
                    <a:close/>
                  </a:path>
                  <a:path w="1159510" h="1170305" extrusionOk="0">
                    <a:moveTo>
                      <a:pt x="0" y="767415"/>
                    </a:moveTo>
                    <a:lnTo>
                      <a:pt x="391559" y="767415"/>
                    </a:lnTo>
                    <a:lnTo>
                      <a:pt x="1158978" y="0"/>
                    </a:lnTo>
                  </a:path>
                  <a:path w="1159510" h="1170305" extrusionOk="0">
                    <a:moveTo>
                      <a:pt x="391559" y="767415"/>
                    </a:moveTo>
                    <a:lnTo>
                      <a:pt x="391559" y="1170162"/>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78" name="Google Shape;178;p9"/>
            <p:cNvSpPr/>
            <p:nvPr/>
          </p:nvSpPr>
          <p:spPr>
            <a:xfrm>
              <a:off x="6371577" y="1609013"/>
              <a:ext cx="480695" cy="127000"/>
            </a:xfrm>
            <a:custGeom>
              <a:avLst/>
              <a:gdLst/>
              <a:ahLst/>
              <a:cxnLst/>
              <a:rect l="l" t="t" r="r" b="b"/>
              <a:pathLst>
                <a:path w="480695" h="127000" extrusionOk="0">
                  <a:moveTo>
                    <a:pt x="353567" y="0"/>
                  </a:moveTo>
                  <a:lnTo>
                    <a:pt x="353313" y="50800"/>
                  </a:lnTo>
                  <a:lnTo>
                    <a:pt x="126" y="49060"/>
                  </a:lnTo>
                  <a:lnTo>
                    <a:pt x="0" y="74447"/>
                  </a:lnTo>
                  <a:lnTo>
                    <a:pt x="353186" y="76200"/>
                  </a:lnTo>
                  <a:lnTo>
                    <a:pt x="352945" y="126987"/>
                  </a:lnTo>
                  <a:lnTo>
                    <a:pt x="480250" y="64122"/>
                  </a:lnTo>
                  <a:lnTo>
                    <a:pt x="35356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 name="Google Shape;179;p9"/>
            <p:cNvSpPr/>
            <p:nvPr/>
          </p:nvSpPr>
          <p:spPr>
            <a:xfrm>
              <a:off x="8552078" y="1618119"/>
              <a:ext cx="480695" cy="127000"/>
            </a:xfrm>
            <a:custGeom>
              <a:avLst/>
              <a:gdLst/>
              <a:ahLst/>
              <a:cxnLst/>
              <a:rect l="l" t="t" r="r" b="b"/>
              <a:pathLst>
                <a:path w="480695" h="127000" extrusionOk="0">
                  <a:moveTo>
                    <a:pt x="353568" y="0"/>
                  </a:moveTo>
                  <a:lnTo>
                    <a:pt x="353326" y="50800"/>
                  </a:lnTo>
                  <a:lnTo>
                    <a:pt x="127" y="49060"/>
                  </a:lnTo>
                  <a:lnTo>
                    <a:pt x="0" y="74460"/>
                  </a:lnTo>
                  <a:lnTo>
                    <a:pt x="353199" y="76200"/>
                  </a:lnTo>
                  <a:lnTo>
                    <a:pt x="352945" y="127000"/>
                  </a:lnTo>
                  <a:lnTo>
                    <a:pt x="480263" y="64122"/>
                  </a:lnTo>
                  <a:lnTo>
                    <a:pt x="353568"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0" name="Google Shape;180;p9"/>
            <p:cNvSpPr txBox="1"/>
            <p:nvPr/>
          </p:nvSpPr>
          <p:spPr>
            <a:xfrm>
              <a:off x="7996249" y="3492957"/>
              <a:ext cx="20256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libri"/>
                  <a:ea typeface="Calibri"/>
                  <a:cs typeface="Calibri"/>
                  <a:sym typeface="Calibri"/>
                </a:rPr>
                <a:t>=</a:t>
              </a:r>
              <a:endParaRPr sz="2800" b="0" i="0" u="none" strike="noStrike" cap="none">
                <a:solidFill>
                  <a:srgbClr val="000000"/>
                </a:solidFill>
                <a:latin typeface="Calibri"/>
                <a:ea typeface="Calibri"/>
                <a:cs typeface="Calibri"/>
                <a:sym typeface="Calibri"/>
              </a:endParaRPr>
            </a:p>
          </p:txBody>
        </p:sp>
        <p:sp>
          <p:nvSpPr>
            <p:cNvPr id="181" name="Google Shape;181;p9"/>
            <p:cNvSpPr/>
            <p:nvPr/>
          </p:nvSpPr>
          <p:spPr>
            <a:xfrm>
              <a:off x="8634552" y="2799511"/>
              <a:ext cx="274320" cy="274320"/>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 name="Google Shape;182;p9"/>
            <p:cNvSpPr/>
            <p:nvPr/>
          </p:nvSpPr>
          <p:spPr>
            <a:xfrm>
              <a:off x="8634552" y="3172879"/>
              <a:ext cx="274320" cy="274320"/>
            </a:xfrm>
            <a:custGeom>
              <a:avLst/>
              <a:gdLst/>
              <a:ahLst/>
              <a:cxnLst/>
              <a:rect l="l" t="t" r="r" b="b"/>
              <a:pathLst>
                <a:path w="274320" h="274320"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 name="Google Shape;183;p9"/>
            <p:cNvSpPr/>
            <p:nvPr/>
          </p:nvSpPr>
          <p:spPr>
            <a:xfrm>
              <a:off x="8634552" y="4281551"/>
              <a:ext cx="274320" cy="274320"/>
            </a:xfrm>
            <a:custGeom>
              <a:avLst/>
              <a:gdLst/>
              <a:ahLst/>
              <a:cxnLst/>
              <a:rect l="l" t="t" r="r" b="b"/>
              <a:pathLst>
                <a:path w="274320" h="274320"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 name="Google Shape;184;p9"/>
            <p:cNvSpPr txBox="1"/>
            <p:nvPr/>
          </p:nvSpPr>
          <p:spPr>
            <a:xfrm>
              <a:off x="8588261" y="2735719"/>
              <a:ext cx="367030" cy="1851025"/>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rgbClr val="000000"/>
                </a:buClr>
                <a:buSzPts val="2750"/>
                <a:buFont typeface="Arial"/>
                <a:buNone/>
              </a:pPr>
              <a:endParaRPr sz="275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5"/>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sp>
          <p:nvSpPr>
            <p:cNvPr id="185" name="Google Shape;185;p9"/>
            <p:cNvSpPr/>
            <p:nvPr/>
          </p:nvSpPr>
          <p:spPr>
            <a:xfrm>
              <a:off x="9003677" y="3698481"/>
              <a:ext cx="544830" cy="127000"/>
            </a:xfrm>
            <a:custGeom>
              <a:avLst/>
              <a:gdLst/>
              <a:ahLst/>
              <a:cxnLst/>
              <a:rect l="l" t="t" r="r" b="b"/>
              <a:pathLst>
                <a:path w="544829" h="127000" extrusionOk="0">
                  <a:moveTo>
                    <a:pt x="417525" y="0"/>
                  </a:moveTo>
                  <a:lnTo>
                    <a:pt x="417525" y="50800"/>
                  </a:lnTo>
                  <a:lnTo>
                    <a:pt x="0" y="50800"/>
                  </a:lnTo>
                  <a:lnTo>
                    <a:pt x="0" y="76200"/>
                  </a:lnTo>
                  <a:lnTo>
                    <a:pt x="417525" y="76200"/>
                  </a:lnTo>
                  <a:lnTo>
                    <a:pt x="417525" y="127000"/>
                  </a:lnTo>
                  <a:lnTo>
                    <a:pt x="544525" y="63500"/>
                  </a:lnTo>
                  <a:lnTo>
                    <a:pt x="4175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 name="Google Shape;186;p9"/>
            <p:cNvSpPr/>
            <p:nvPr/>
          </p:nvSpPr>
          <p:spPr>
            <a:xfrm>
              <a:off x="9643008" y="2806890"/>
              <a:ext cx="274320" cy="274320"/>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 name="Google Shape;187;p9"/>
            <p:cNvSpPr/>
            <p:nvPr/>
          </p:nvSpPr>
          <p:spPr>
            <a:xfrm>
              <a:off x="9643008" y="3180257"/>
              <a:ext cx="274320" cy="274320"/>
            </a:xfrm>
            <a:custGeom>
              <a:avLst/>
              <a:gdLst/>
              <a:ahLst/>
              <a:cxnLst/>
              <a:rect l="l" t="t" r="r" b="b"/>
              <a:pathLst>
                <a:path w="274320" h="274320"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 name="Google Shape;188;p9"/>
            <p:cNvSpPr/>
            <p:nvPr/>
          </p:nvSpPr>
          <p:spPr>
            <a:xfrm>
              <a:off x="9643008" y="4288929"/>
              <a:ext cx="274320" cy="274320"/>
            </a:xfrm>
            <a:custGeom>
              <a:avLst/>
              <a:gdLst/>
              <a:ahLst/>
              <a:cxnLst/>
              <a:rect l="l" t="t" r="r" b="b"/>
              <a:pathLst>
                <a:path w="274320" h="274320"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9" name="Google Shape;189;p9"/>
            <p:cNvSpPr txBox="1"/>
            <p:nvPr/>
          </p:nvSpPr>
          <p:spPr>
            <a:xfrm>
              <a:off x="9596716" y="2743098"/>
              <a:ext cx="367030" cy="1851025"/>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rgbClr val="000000"/>
                </a:buClr>
                <a:buSzPts val="2750"/>
                <a:buFont typeface="Arial"/>
                <a:buNone/>
              </a:pPr>
              <a:endParaRPr sz="275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5"/>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sp>
          <p:nvSpPr>
            <p:cNvPr id="190" name="Google Shape;190;p9"/>
            <p:cNvSpPr/>
            <p:nvPr/>
          </p:nvSpPr>
          <p:spPr>
            <a:xfrm>
              <a:off x="10029393" y="3691166"/>
              <a:ext cx="480695" cy="127000"/>
            </a:xfrm>
            <a:custGeom>
              <a:avLst/>
              <a:gdLst/>
              <a:ahLst/>
              <a:cxnLst/>
              <a:rect l="l" t="t" r="r" b="b"/>
              <a:pathLst>
                <a:path w="480695" h="127000" extrusionOk="0">
                  <a:moveTo>
                    <a:pt x="353555" y="0"/>
                  </a:moveTo>
                  <a:lnTo>
                    <a:pt x="353314" y="50799"/>
                  </a:lnTo>
                  <a:lnTo>
                    <a:pt x="114" y="49060"/>
                  </a:lnTo>
                  <a:lnTo>
                    <a:pt x="0" y="74460"/>
                  </a:lnTo>
                  <a:lnTo>
                    <a:pt x="353187" y="76199"/>
                  </a:lnTo>
                  <a:lnTo>
                    <a:pt x="352933" y="126999"/>
                  </a:lnTo>
                  <a:lnTo>
                    <a:pt x="480250" y="64122"/>
                  </a:lnTo>
                  <a:lnTo>
                    <a:pt x="35355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91" name="Google Shape;191;p9"/>
            <p:cNvGrpSpPr/>
            <p:nvPr/>
          </p:nvGrpSpPr>
          <p:grpSpPr>
            <a:xfrm>
              <a:off x="11034623" y="3624821"/>
              <a:ext cx="859828" cy="274320"/>
              <a:chOff x="11034623" y="3624821"/>
              <a:chExt cx="859828" cy="274320"/>
            </a:xfrm>
          </p:grpSpPr>
          <p:sp>
            <p:nvSpPr>
              <p:cNvPr id="192" name="Google Shape;192;p9"/>
              <p:cNvSpPr/>
              <p:nvPr/>
            </p:nvSpPr>
            <p:spPr>
              <a:xfrm>
                <a:off x="11620131" y="3624821"/>
                <a:ext cx="274320" cy="274320"/>
              </a:xfrm>
              <a:custGeom>
                <a:avLst/>
                <a:gdLst/>
                <a:ahLst/>
                <a:cxnLst/>
                <a:rect l="l" t="t" r="r" b="b"/>
                <a:pathLst>
                  <a:path w="274320" h="274320"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 name="Google Shape;193;p9"/>
              <p:cNvSpPr/>
              <p:nvPr/>
            </p:nvSpPr>
            <p:spPr>
              <a:xfrm>
                <a:off x="11034623" y="3706190"/>
                <a:ext cx="544830" cy="127000"/>
              </a:xfrm>
              <a:custGeom>
                <a:avLst/>
                <a:gdLst/>
                <a:ahLst/>
                <a:cxnLst/>
                <a:rect l="l" t="t" r="r" b="b"/>
                <a:pathLst>
                  <a:path w="544829" h="127000" extrusionOk="0">
                    <a:moveTo>
                      <a:pt x="417537" y="0"/>
                    </a:moveTo>
                    <a:lnTo>
                      <a:pt x="417537" y="50799"/>
                    </a:lnTo>
                    <a:lnTo>
                      <a:pt x="0" y="50787"/>
                    </a:lnTo>
                    <a:lnTo>
                      <a:pt x="0" y="76187"/>
                    </a:lnTo>
                    <a:lnTo>
                      <a:pt x="417537" y="76199"/>
                    </a:lnTo>
                    <a:lnTo>
                      <a:pt x="417537" y="126999"/>
                    </a:lnTo>
                    <a:lnTo>
                      <a:pt x="544537" y="63499"/>
                    </a:lnTo>
                    <a:lnTo>
                      <a:pt x="41753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94" name="Google Shape;194;p9"/>
            <p:cNvGrpSpPr/>
            <p:nvPr/>
          </p:nvGrpSpPr>
          <p:grpSpPr>
            <a:xfrm>
              <a:off x="188406" y="921096"/>
              <a:ext cx="1779000" cy="1771345"/>
              <a:chOff x="188406" y="921096"/>
              <a:chExt cx="1779000" cy="1771345"/>
            </a:xfrm>
          </p:grpSpPr>
          <p:sp>
            <p:nvSpPr>
              <p:cNvPr id="195" name="Google Shape;195;p9"/>
              <p:cNvSpPr/>
              <p:nvPr/>
            </p:nvSpPr>
            <p:spPr>
              <a:xfrm>
                <a:off x="310667" y="927455"/>
                <a:ext cx="1651000" cy="1655445"/>
              </a:xfrm>
              <a:custGeom>
                <a:avLst/>
                <a:gdLst/>
                <a:ahLst/>
                <a:cxnLst/>
                <a:rect l="l" t="t" r="r" b="b"/>
                <a:pathLst>
                  <a:path w="1651000" h="1655445" extrusionOk="0">
                    <a:moveTo>
                      <a:pt x="159207" y="1379359"/>
                    </a:moveTo>
                    <a:lnTo>
                      <a:pt x="0" y="1379359"/>
                    </a:lnTo>
                    <a:lnTo>
                      <a:pt x="0" y="1483182"/>
                    </a:lnTo>
                    <a:lnTo>
                      <a:pt x="159207" y="1483182"/>
                    </a:lnTo>
                    <a:lnTo>
                      <a:pt x="159207" y="1379359"/>
                    </a:lnTo>
                    <a:close/>
                  </a:path>
                  <a:path w="1651000" h="1655445" extrusionOk="0">
                    <a:moveTo>
                      <a:pt x="159207" y="1103477"/>
                    </a:moveTo>
                    <a:lnTo>
                      <a:pt x="0" y="1103477"/>
                    </a:lnTo>
                    <a:lnTo>
                      <a:pt x="0" y="1207312"/>
                    </a:lnTo>
                    <a:lnTo>
                      <a:pt x="159207" y="1207312"/>
                    </a:lnTo>
                    <a:lnTo>
                      <a:pt x="159207" y="1103477"/>
                    </a:lnTo>
                    <a:close/>
                  </a:path>
                  <a:path w="1651000" h="1655445" extrusionOk="0">
                    <a:moveTo>
                      <a:pt x="159207" y="827608"/>
                    </a:moveTo>
                    <a:lnTo>
                      <a:pt x="0" y="827608"/>
                    </a:lnTo>
                    <a:lnTo>
                      <a:pt x="0" y="931443"/>
                    </a:lnTo>
                    <a:lnTo>
                      <a:pt x="159207" y="931443"/>
                    </a:lnTo>
                    <a:lnTo>
                      <a:pt x="159207" y="827608"/>
                    </a:lnTo>
                    <a:close/>
                  </a:path>
                  <a:path w="1651000" h="1655445" extrusionOk="0">
                    <a:moveTo>
                      <a:pt x="159207" y="551751"/>
                    </a:moveTo>
                    <a:lnTo>
                      <a:pt x="0" y="551751"/>
                    </a:lnTo>
                    <a:lnTo>
                      <a:pt x="0" y="655561"/>
                    </a:lnTo>
                    <a:lnTo>
                      <a:pt x="159207" y="655561"/>
                    </a:lnTo>
                    <a:lnTo>
                      <a:pt x="159207" y="551751"/>
                    </a:lnTo>
                    <a:close/>
                  </a:path>
                  <a:path w="1651000" h="1655445" extrusionOk="0">
                    <a:moveTo>
                      <a:pt x="434314" y="1379359"/>
                    </a:moveTo>
                    <a:lnTo>
                      <a:pt x="275120" y="1379359"/>
                    </a:lnTo>
                    <a:lnTo>
                      <a:pt x="275120" y="1483182"/>
                    </a:lnTo>
                    <a:lnTo>
                      <a:pt x="434314" y="1483182"/>
                    </a:lnTo>
                    <a:lnTo>
                      <a:pt x="434314" y="1379359"/>
                    </a:lnTo>
                    <a:close/>
                  </a:path>
                  <a:path w="1651000" h="1655445" extrusionOk="0">
                    <a:moveTo>
                      <a:pt x="434314" y="1103477"/>
                    </a:moveTo>
                    <a:lnTo>
                      <a:pt x="275120" y="1103477"/>
                    </a:lnTo>
                    <a:lnTo>
                      <a:pt x="275120" y="1207312"/>
                    </a:lnTo>
                    <a:lnTo>
                      <a:pt x="434314" y="1207312"/>
                    </a:lnTo>
                    <a:lnTo>
                      <a:pt x="434314" y="1103477"/>
                    </a:lnTo>
                    <a:close/>
                  </a:path>
                  <a:path w="1651000" h="1655445" extrusionOk="0">
                    <a:moveTo>
                      <a:pt x="434314" y="827608"/>
                    </a:moveTo>
                    <a:lnTo>
                      <a:pt x="275120" y="827608"/>
                    </a:lnTo>
                    <a:lnTo>
                      <a:pt x="275120" y="931443"/>
                    </a:lnTo>
                    <a:lnTo>
                      <a:pt x="434314" y="931443"/>
                    </a:lnTo>
                    <a:lnTo>
                      <a:pt x="434314" y="827608"/>
                    </a:lnTo>
                    <a:close/>
                  </a:path>
                  <a:path w="1651000" h="1655445" extrusionOk="0">
                    <a:moveTo>
                      <a:pt x="434314" y="551751"/>
                    </a:moveTo>
                    <a:lnTo>
                      <a:pt x="275120" y="551751"/>
                    </a:lnTo>
                    <a:lnTo>
                      <a:pt x="275120" y="655561"/>
                    </a:lnTo>
                    <a:lnTo>
                      <a:pt x="434314" y="655561"/>
                    </a:lnTo>
                    <a:lnTo>
                      <a:pt x="434314" y="551751"/>
                    </a:lnTo>
                    <a:close/>
                  </a:path>
                  <a:path w="1651000" h="1655445" extrusionOk="0">
                    <a:moveTo>
                      <a:pt x="709434" y="1379359"/>
                    </a:moveTo>
                    <a:lnTo>
                      <a:pt x="550240" y="1379359"/>
                    </a:lnTo>
                    <a:lnTo>
                      <a:pt x="550240" y="1483182"/>
                    </a:lnTo>
                    <a:lnTo>
                      <a:pt x="709434" y="1483182"/>
                    </a:lnTo>
                    <a:lnTo>
                      <a:pt x="709434" y="1379359"/>
                    </a:lnTo>
                    <a:close/>
                  </a:path>
                  <a:path w="1651000" h="1655445" extrusionOk="0">
                    <a:moveTo>
                      <a:pt x="709434" y="1103477"/>
                    </a:moveTo>
                    <a:lnTo>
                      <a:pt x="550240" y="1103477"/>
                    </a:lnTo>
                    <a:lnTo>
                      <a:pt x="550240" y="1207312"/>
                    </a:lnTo>
                    <a:lnTo>
                      <a:pt x="709434" y="1207312"/>
                    </a:lnTo>
                    <a:lnTo>
                      <a:pt x="709434" y="1103477"/>
                    </a:lnTo>
                    <a:close/>
                  </a:path>
                  <a:path w="1651000" h="1655445" extrusionOk="0">
                    <a:moveTo>
                      <a:pt x="709434" y="827608"/>
                    </a:moveTo>
                    <a:lnTo>
                      <a:pt x="550240" y="827608"/>
                    </a:lnTo>
                    <a:lnTo>
                      <a:pt x="550240" y="931443"/>
                    </a:lnTo>
                    <a:lnTo>
                      <a:pt x="709434" y="931443"/>
                    </a:lnTo>
                    <a:lnTo>
                      <a:pt x="709434" y="827608"/>
                    </a:lnTo>
                    <a:close/>
                  </a:path>
                  <a:path w="1651000" h="1655445" extrusionOk="0">
                    <a:moveTo>
                      <a:pt x="709434" y="551751"/>
                    </a:moveTo>
                    <a:lnTo>
                      <a:pt x="550240" y="551751"/>
                    </a:lnTo>
                    <a:lnTo>
                      <a:pt x="550240" y="655561"/>
                    </a:lnTo>
                    <a:lnTo>
                      <a:pt x="709434" y="655561"/>
                    </a:lnTo>
                    <a:lnTo>
                      <a:pt x="709434" y="551751"/>
                    </a:lnTo>
                    <a:close/>
                  </a:path>
                  <a:path w="1651000" h="1655445" extrusionOk="0">
                    <a:moveTo>
                      <a:pt x="984554" y="1379359"/>
                    </a:moveTo>
                    <a:lnTo>
                      <a:pt x="825360" y="1379359"/>
                    </a:lnTo>
                    <a:lnTo>
                      <a:pt x="825360" y="1483182"/>
                    </a:lnTo>
                    <a:lnTo>
                      <a:pt x="984554" y="1483182"/>
                    </a:lnTo>
                    <a:lnTo>
                      <a:pt x="984554" y="1379359"/>
                    </a:lnTo>
                    <a:close/>
                  </a:path>
                  <a:path w="1651000" h="1655445" extrusionOk="0">
                    <a:moveTo>
                      <a:pt x="984554" y="1103477"/>
                    </a:moveTo>
                    <a:lnTo>
                      <a:pt x="825360" y="1103477"/>
                    </a:lnTo>
                    <a:lnTo>
                      <a:pt x="825360" y="1207312"/>
                    </a:lnTo>
                    <a:lnTo>
                      <a:pt x="984554" y="1207312"/>
                    </a:lnTo>
                    <a:lnTo>
                      <a:pt x="984554" y="1103477"/>
                    </a:lnTo>
                    <a:close/>
                  </a:path>
                  <a:path w="1651000" h="1655445" extrusionOk="0">
                    <a:moveTo>
                      <a:pt x="984554" y="827608"/>
                    </a:moveTo>
                    <a:lnTo>
                      <a:pt x="825360" y="827608"/>
                    </a:lnTo>
                    <a:lnTo>
                      <a:pt x="825360" y="931443"/>
                    </a:lnTo>
                    <a:lnTo>
                      <a:pt x="984554" y="931443"/>
                    </a:lnTo>
                    <a:lnTo>
                      <a:pt x="984554" y="827608"/>
                    </a:lnTo>
                    <a:close/>
                  </a:path>
                  <a:path w="1651000" h="1655445" extrusionOk="0">
                    <a:moveTo>
                      <a:pt x="984554" y="551751"/>
                    </a:moveTo>
                    <a:lnTo>
                      <a:pt x="825360" y="551751"/>
                    </a:lnTo>
                    <a:lnTo>
                      <a:pt x="825360" y="655561"/>
                    </a:lnTo>
                    <a:lnTo>
                      <a:pt x="984554" y="655561"/>
                    </a:lnTo>
                    <a:lnTo>
                      <a:pt x="984554" y="551751"/>
                    </a:lnTo>
                    <a:close/>
                  </a:path>
                  <a:path w="1651000" h="1655445" extrusionOk="0">
                    <a:moveTo>
                      <a:pt x="1259674" y="1379359"/>
                    </a:moveTo>
                    <a:lnTo>
                      <a:pt x="1100467" y="1379359"/>
                    </a:lnTo>
                    <a:lnTo>
                      <a:pt x="1100467" y="1483182"/>
                    </a:lnTo>
                    <a:lnTo>
                      <a:pt x="1259674" y="1483182"/>
                    </a:lnTo>
                    <a:lnTo>
                      <a:pt x="1259674" y="1379359"/>
                    </a:lnTo>
                    <a:close/>
                  </a:path>
                  <a:path w="1651000" h="1655445" extrusionOk="0">
                    <a:moveTo>
                      <a:pt x="1259674" y="1103477"/>
                    </a:moveTo>
                    <a:lnTo>
                      <a:pt x="1100467" y="1103477"/>
                    </a:lnTo>
                    <a:lnTo>
                      <a:pt x="1100467" y="1207312"/>
                    </a:lnTo>
                    <a:lnTo>
                      <a:pt x="1259674" y="1207312"/>
                    </a:lnTo>
                    <a:lnTo>
                      <a:pt x="1259674" y="1103477"/>
                    </a:lnTo>
                    <a:close/>
                  </a:path>
                  <a:path w="1651000" h="1655445" extrusionOk="0">
                    <a:moveTo>
                      <a:pt x="1259674" y="827608"/>
                    </a:moveTo>
                    <a:lnTo>
                      <a:pt x="1100467" y="827608"/>
                    </a:lnTo>
                    <a:lnTo>
                      <a:pt x="1100467" y="931443"/>
                    </a:lnTo>
                    <a:lnTo>
                      <a:pt x="1259674" y="931443"/>
                    </a:lnTo>
                    <a:lnTo>
                      <a:pt x="1259674" y="827608"/>
                    </a:lnTo>
                    <a:close/>
                  </a:path>
                  <a:path w="1651000" h="1655445" extrusionOk="0">
                    <a:moveTo>
                      <a:pt x="1259674" y="551751"/>
                    </a:moveTo>
                    <a:lnTo>
                      <a:pt x="1100467" y="551751"/>
                    </a:lnTo>
                    <a:lnTo>
                      <a:pt x="1100467" y="655561"/>
                    </a:lnTo>
                    <a:lnTo>
                      <a:pt x="1259674" y="655561"/>
                    </a:lnTo>
                    <a:lnTo>
                      <a:pt x="1259674" y="551751"/>
                    </a:lnTo>
                    <a:close/>
                  </a:path>
                  <a:path w="1651000" h="1655445" extrusionOk="0">
                    <a:moveTo>
                      <a:pt x="1650707" y="1379359"/>
                    </a:moveTo>
                    <a:lnTo>
                      <a:pt x="1375587" y="1379359"/>
                    </a:lnTo>
                    <a:lnTo>
                      <a:pt x="1375587" y="1483182"/>
                    </a:lnTo>
                    <a:lnTo>
                      <a:pt x="1534795" y="1483182"/>
                    </a:lnTo>
                    <a:lnTo>
                      <a:pt x="1534795" y="1655216"/>
                    </a:lnTo>
                    <a:lnTo>
                      <a:pt x="1650707" y="1655216"/>
                    </a:lnTo>
                    <a:lnTo>
                      <a:pt x="1650707" y="1483182"/>
                    </a:lnTo>
                    <a:lnTo>
                      <a:pt x="1650707" y="1379359"/>
                    </a:lnTo>
                    <a:close/>
                  </a:path>
                  <a:path w="1651000" h="1655445" extrusionOk="0">
                    <a:moveTo>
                      <a:pt x="1650707" y="551751"/>
                    </a:moveTo>
                    <a:lnTo>
                      <a:pt x="1375587" y="551751"/>
                    </a:lnTo>
                    <a:lnTo>
                      <a:pt x="1375587" y="655561"/>
                    </a:lnTo>
                    <a:lnTo>
                      <a:pt x="1534795" y="655561"/>
                    </a:lnTo>
                    <a:lnTo>
                      <a:pt x="1534795" y="827608"/>
                    </a:lnTo>
                    <a:lnTo>
                      <a:pt x="1375587" y="827608"/>
                    </a:lnTo>
                    <a:lnTo>
                      <a:pt x="1375587" y="931443"/>
                    </a:lnTo>
                    <a:lnTo>
                      <a:pt x="1534795" y="931443"/>
                    </a:lnTo>
                    <a:lnTo>
                      <a:pt x="1534795" y="1103477"/>
                    </a:lnTo>
                    <a:lnTo>
                      <a:pt x="1375587" y="1103477"/>
                    </a:lnTo>
                    <a:lnTo>
                      <a:pt x="1375587" y="1207312"/>
                    </a:lnTo>
                    <a:lnTo>
                      <a:pt x="1534795" y="1207312"/>
                    </a:lnTo>
                    <a:lnTo>
                      <a:pt x="1534795" y="1379347"/>
                    </a:lnTo>
                    <a:lnTo>
                      <a:pt x="1650707" y="1379347"/>
                    </a:lnTo>
                    <a:lnTo>
                      <a:pt x="1650707" y="1207312"/>
                    </a:lnTo>
                    <a:lnTo>
                      <a:pt x="1650707" y="1103477"/>
                    </a:lnTo>
                    <a:lnTo>
                      <a:pt x="1650707" y="931443"/>
                    </a:lnTo>
                    <a:lnTo>
                      <a:pt x="1650707" y="827608"/>
                    </a:lnTo>
                    <a:lnTo>
                      <a:pt x="1650707" y="655561"/>
                    </a:lnTo>
                    <a:lnTo>
                      <a:pt x="1650707" y="551751"/>
                    </a:lnTo>
                    <a:close/>
                  </a:path>
                  <a:path w="1651000" h="1655445" extrusionOk="0">
                    <a:moveTo>
                      <a:pt x="1650707" y="0"/>
                    </a:moveTo>
                    <a:lnTo>
                      <a:pt x="1650707" y="0"/>
                    </a:lnTo>
                    <a:lnTo>
                      <a:pt x="0" y="0"/>
                    </a:lnTo>
                    <a:lnTo>
                      <a:pt x="0" y="103835"/>
                    </a:lnTo>
                    <a:lnTo>
                      <a:pt x="0" y="275856"/>
                    </a:lnTo>
                    <a:lnTo>
                      <a:pt x="0" y="379691"/>
                    </a:lnTo>
                    <a:lnTo>
                      <a:pt x="159207" y="379691"/>
                    </a:lnTo>
                    <a:lnTo>
                      <a:pt x="159207" y="275856"/>
                    </a:lnTo>
                    <a:lnTo>
                      <a:pt x="159207" y="103835"/>
                    </a:lnTo>
                    <a:lnTo>
                      <a:pt x="275120" y="103835"/>
                    </a:lnTo>
                    <a:lnTo>
                      <a:pt x="275120" y="275856"/>
                    </a:lnTo>
                    <a:lnTo>
                      <a:pt x="275120" y="379691"/>
                    </a:lnTo>
                    <a:lnTo>
                      <a:pt x="434314" y="379691"/>
                    </a:lnTo>
                    <a:lnTo>
                      <a:pt x="434314" y="275856"/>
                    </a:lnTo>
                    <a:lnTo>
                      <a:pt x="434314" y="103835"/>
                    </a:lnTo>
                    <a:lnTo>
                      <a:pt x="550240" y="103835"/>
                    </a:lnTo>
                    <a:lnTo>
                      <a:pt x="550240" y="275856"/>
                    </a:lnTo>
                    <a:lnTo>
                      <a:pt x="550240" y="379691"/>
                    </a:lnTo>
                    <a:lnTo>
                      <a:pt x="709434" y="379691"/>
                    </a:lnTo>
                    <a:lnTo>
                      <a:pt x="709434" y="275856"/>
                    </a:lnTo>
                    <a:lnTo>
                      <a:pt x="709434" y="103835"/>
                    </a:lnTo>
                    <a:lnTo>
                      <a:pt x="825360" y="103835"/>
                    </a:lnTo>
                    <a:lnTo>
                      <a:pt x="825360" y="275856"/>
                    </a:lnTo>
                    <a:lnTo>
                      <a:pt x="825360" y="379691"/>
                    </a:lnTo>
                    <a:lnTo>
                      <a:pt x="984554" y="379691"/>
                    </a:lnTo>
                    <a:lnTo>
                      <a:pt x="984554" y="275856"/>
                    </a:lnTo>
                    <a:lnTo>
                      <a:pt x="984554" y="103835"/>
                    </a:lnTo>
                    <a:lnTo>
                      <a:pt x="1100467" y="103835"/>
                    </a:lnTo>
                    <a:lnTo>
                      <a:pt x="1100467" y="275856"/>
                    </a:lnTo>
                    <a:lnTo>
                      <a:pt x="1100467" y="379691"/>
                    </a:lnTo>
                    <a:lnTo>
                      <a:pt x="1259674" y="379691"/>
                    </a:lnTo>
                    <a:lnTo>
                      <a:pt x="1259674" y="275856"/>
                    </a:lnTo>
                    <a:lnTo>
                      <a:pt x="1259674" y="103835"/>
                    </a:lnTo>
                    <a:lnTo>
                      <a:pt x="1375587" y="103835"/>
                    </a:lnTo>
                    <a:lnTo>
                      <a:pt x="1375587" y="275856"/>
                    </a:lnTo>
                    <a:lnTo>
                      <a:pt x="1375587" y="379691"/>
                    </a:lnTo>
                    <a:lnTo>
                      <a:pt x="1534795" y="379691"/>
                    </a:lnTo>
                    <a:lnTo>
                      <a:pt x="1534795" y="551726"/>
                    </a:lnTo>
                    <a:lnTo>
                      <a:pt x="1650707" y="551726"/>
                    </a:lnTo>
                    <a:lnTo>
                      <a:pt x="1650707" y="379691"/>
                    </a:lnTo>
                    <a:lnTo>
                      <a:pt x="1650707" y="275856"/>
                    </a:lnTo>
                    <a:lnTo>
                      <a:pt x="1650707" y="103835"/>
                    </a:lnTo>
                    <a:lnTo>
                      <a:pt x="1650707" y="0"/>
                    </a:lnTo>
                    <a:close/>
                  </a:path>
                </a:pathLst>
              </a:custGeom>
              <a:solidFill>
                <a:srgbClr val="00B05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 name="Google Shape;196;p9"/>
              <p:cNvSpPr/>
              <p:nvPr/>
            </p:nvSpPr>
            <p:spPr>
              <a:xfrm>
                <a:off x="585646" y="921096"/>
                <a:ext cx="1381760" cy="282575"/>
              </a:xfrm>
              <a:custGeom>
                <a:avLst/>
                <a:gdLst/>
                <a:ahLst/>
                <a:cxnLst/>
                <a:rect l="l" t="t" r="r" b="b"/>
                <a:pathLst>
                  <a:path w="1381760" h="282575" extrusionOk="0">
                    <a:moveTo>
                      <a:pt x="0" y="0"/>
                    </a:moveTo>
                    <a:lnTo>
                      <a:pt x="0" y="110181"/>
                    </a:lnTo>
                  </a:path>
                  <a:path w="1381760" h="282575" extrusionOk="0">
                    <a:moveTo>
                      <a:pt x="274976" y="0"/>
                    </a:moveTo>
                    <a:lnTo>
                      <a:pt x="274976" y="110181"/>
                    </a:lnTo>
                  </a:path>
                  <a:path w="1381760" h="282575" extrusionOk="0">
                    <a:moveTo>
                      <a:pt x="549953" y="0"/>
                    </a:moveTo>
                    <a:lnTo>
                      <a:pt x="549953" y="110181"/>
                    </a:lnTo>
                  </a:path>
                  <a:path w="1381760" h="282575" extrusionOk="0">
                    <a:moveTo>
                      <a:pt x="824932" y="0"/>
                    </a:moveTo>
                    <a:lnTo>
                      <a:pt x="824932" y="110181"/>
                    </a:lnTo>
                  </a:path>
                  <a:path w="1381760" h="282575" extrusionOk="0">
                    <a:moveTo>
                      <a:pt x="1099911" y="0"/>
                    </a:moveTo>
                    <a:lnTo>
                      <a:pt x="1099911" y="110181"/>
                    </a:lnTo>
                  </a:path>
                  <a:path w="1381760" h="282575" extrusionOk="0">
                    <a:moveTo>
                      <a:pt x="1259815" y="282078"/>
                    </a:moveTo>
                    <a:lnTo>
                      <a:pt x="1381228" y="2820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 name="Google Shape;197;p9"/>
              <p:cNvSpPr/>
              <p:nvPr/>
            </p:nvSpPr>
            <p:spPr>
              <a:xfrm>
                <a:off x="1845462" y="1472564"/>
                <a:ext cx="121920" cy="840105"/>
              </a:xfrm>
              <a:custGeom>
                <a:avLst/>
                <a:gdLst/>
                <a:ahLst/>
                <a:cxnLst/>
                <a:rect l="l" t="t" r="r" b="b"/>
                <a:pathLst>
                  <a:path w="121919" h="840105" extrusionOk="0">
                    <a:moveTo>
                      <a:pt x="121412" y="827189"/>
                    </a:moveTo>
                    <a:lnTo>
                      <a:pt x="0" y="827189"/>
                    </a:lnTo>
                    <a:lnTo>
                      <a:pt x="0" y="839889"/>
                    </a:lnTo>
                    <a:lnTo>
                      <a:pt x="121412" y="839889"/>
                    </a:lnTo>
                    <a:lnTo>
                      <a:pt x="121412" y="827189"/>
                    </a:lnTo>
                    <a:close/>
                  </a:path>
                  <a:path w="121919" h="840105" extrusionOk="0">
                    <a:moveTo>
                      <a:pt x="121412" y="551459"/>
                    </a:moveTo>
                    <a:lnTo>
                      <a:pt x="0" y="551459"/>
                    </a:lnTo>
                    <a:lnTo>
                      <a:pt x="0" y="564159"/>
                    </a:lnTo>
                    <a:lnTo>
                      <a:pt x="121412" y="564159"/>
                    </a:lnTo>
                    <a:lnTo>
                      <a:pt x="121412" y="551459"/>
                    </a:lnTo>
                    <a:close/>
                  </a:path>
                  <a:path w="121919" h="840105" extrusionOk="0">
                    <a:moveTo>
                      <a:pt x="121412" y="275729"/>
                    </a:moveTo>
                    <a:lnTo>
                      <a:pt x="0" y="275729"/>
                    </a:lnTo>
                    <a:lnTo>
                      <a:pt x="0" y="288429"/>
                    </a:lnTo>
                    <a:lnTo>
                      <a:pt x="121412" y="288429"/>
                    </a:lnTo>
                    <a:lnTo>
                      <a:pt x="121412" y="275729"/>
                    </a:lnTo>
                    <a:close/>
                  </a:path>
                  <a:path w="121919" h="840105" extrusionOk="0">
                    <a:moveTo>
                      <a:pt x="121412" y="0"/>
                    </a:moveTo>
                    <a:lnTo>
                      <a:pt x="0" y="0"/>
                    </a:lnTo>
                    <a:lnTo>
                      <a:pt x="0" y="12687"/>
                    </a:lnTo>
                    <a:lnTo>
                      <a:pt x="121412" y="12687"/>
                    </a:lnTo>
                    <a:lnTo>
                      <a:pt x="121412"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 name="Google Shape;198;p9"/>
              <p:cNvSpPr/>
              <p:nvPr/>
            </p:nvSpPr>
            <p:spPr>
              <a:xfrm>
                <a:off x="310669" y="921096"/>
                <a:ext cx="0" cy="110489"/>
              </a:xfrm>
              <a:custGeom>
                <a:avLst/>
                <a:gdLst/>
                <a:ahLst/>
                <a:cxnLst/>
                <a:rect l="l" t="t" r="r" b="b"/>
                <a:pathLst>
                  <a:path w="120000" h="110490" extrusionOk="0">
                    <a:moveTo>
                      <a:pt x="0" y="0"/>
                    </a:moveTo>
                    <a:lnTo>
                      <a:pt x="0" y="11018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 name="Google Shape;199;p9"/>
              <p:cNvSpPr/>
              <p:nvPr/>
            </p:nvSpPr>
            <p:spPr>
              <a:xfrm>
                <a:off x="1960528" y="921096"/>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 name="Google Shape;200;p9"/>
              <p:cNvSpPr/>
              <p:nvPr/>
            </p:nvSpPr>
            <p:spPr>
              <a:xfrm>
                <a:off x="304323" y="927442"/>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 name="Google Shape;201;p9"/>
              <p:cNvSpPr/>
              <p:nvPr/>
            </p:nvSpPr>
            <p:spPr>
              <a:xfrm>
                <a:off x="1845462" y="2575481"/>
                <a:ext cx="121920" cy="12700"/>
              </a:xfrm>
              <a:custGeom>
                <a:avLst/>
                <a:gdLst/>
                <a:ahLst/>
                <a:cxnLst/>
                <a:rect l="l" t="t" r="r" b="b"/>
                <a:pathLst>
                  <a:path w="121919" h="12700" extrusionOk="0">
                    <a:moveTo>
                      <a:pt x="0" y="12693"/>
                    </a:moveTo>
                    <a:lnTo>
                      <a:pt x="121412" y="12693"/>
                    </a:lnTo>
                    <a:lnTo>
                      <a:pt x="121412" y="0"/>
                    </a:lnTo>
                    <a:lnTo>
                      <a:pt x="0" y="0"/>
                    </a:lnTo>
                    <a:lnTo>
                      <a:pt x="0" y="1269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2" name="Google Shape;202;p9"/>
              <p:cNvSpPr/>
              <p:nvPr/>
            </p:nvSpPr>
            <p:spPr>
              <a:xfrm>
                <a:off x="194754" y="1031290"/>
                <a:ext cx="1651000" cy="1655445"/>
              </a:xfrm>
              <a:custGeom>
                <a:avLst/>
                <a:gdLst/>
                <a:ahLst/>
                <a:cxnLst/>
                <a:rect l="l" t="t" r="r" b="b"/>
                <a:pathLst>
                  <a:path w="1651000" h="1655445" extrusionOk="0">
                    <a:moveTo>
                      <a:pt x="1100455" y="1103490"/>
                    </a:moveTo>
                    <a:lnTo>
                      <a:pt x="1100455" y="1103490"/>
                    </a:lnTo>
                    <a:lnTo>
                      <a:pt x="0" y="1103490"/>
                    </a:lnTo>
                    <a:lnTo>
                      <a:pt x="0" y="1379347"/>
                    </a:lnTo>
                    <a:lnTo>
                      <a:pt x="0" y="1655216"/>
                    </a:lnTo>
                    <a:lnTo>
                      <a:pt x="275120" y="1655216"/>
                    </a:lnTo>
                    <a:lnTo>
                      <a:pt x="550227" y="1655216"/>
                    </a:lnTo>
                    <a:lnTo>
                      <a:pt x="825347" y="1655216"/>
                    </a:lnTo>
                    <a:lnTo>
                      <a:pt x="1100455" y="1655216"/>
                    </a:lnTo>
                    <a:lnTo>
                      <a:pt x="1100455" y="1379347"/>
                    </a:lnTo>
                    <a:lnTo>
                      <a:pt x="1100455" y="1103490"/>
                    </a:lnTo>
                    <a:close/>
                  </a:path>
                  <a:path w="1651000" h="1655445" extrusionOk="0">
                    <a:moveTo>
                      <a:pt x="1100455" y="551738"/>
                    </a:moveTo>
                    <a:lnTo>
                      <a:pt x="1100455" y="551738"/>
                    </a:lnTo>
                    <a:lnTo>
                      <a:pt x="0" y="551738"/>
                    </a:lnTo>
                    <a:lnTo>
                      <a:pt x="0" y="827608"/>
                    </a:lnTo>
                    <a:lnTo>
                      <a:pt x="0" y="1103477"/>
                    </a:lnTo>
                    <a:lnTo>
                      <a:pt x="275120" y="1103477"/>
                    </a:lnTo>
                    <a:lnTo>
                      <a:pt x="550227" y="1103477"/>
                    </a:lnTo>
                    <a:lnTo>
                      <a:pt x="825347" y="1103477"/>
                    </a:lnTo>
                    <a:lnTo>
                      <a:pt x="1100455" y="1103477"/>
                    </a:lnTo>
                    <a:lnTo>
                      <a:pt x="1100455" y="827608"/>
                    </a:lnTo>
                    <a:lnTo>
                      <a:pt x="1100455" y="551738"/>
                    </a:lnTo>
                    <a:close/>
                  </a:path>
                  <a:path w="1651000" h="1655445" extrusionOk="0">
                    <a:moveTo>
                      <a:pt x="1100455" y="0"/>
                    </a:moveTo>
                    <a:lnTo>
                      <a:pt x="1100455" y="0"/>
                    </a:lnTo>
                    <a:lnTo>
                      <a:pt x="0" y="0"/>
                    </a:lnTo>
                    <a:lnTo>
                      <a:pt x="0" y="275856"/>
                    </a:lnTo>
                    <a:lnTo>
                      <a:pt x="0" y="551726"/>
                    </a:lnTo>
                    <a:lnTo>
                      <a:pt x="275120" y="551726"/>
                    </a:lnTo>
                    <a:lnTo>
                      <a:pt x="550227" y="551726"/>
                    </a:lnTo>
                    <a:lnTo>
                      <a:pt x="825347" y="551726"/>
                    </a:lnTo>
                    <a:lnTo>
                      <a:pt x="1100455" y="551726"/>
                    </a:lnTo>
                    <a:lnTo>
                      <a:pt x="1100455" y="275856"/>
                    </a:lnTo>
                    <a:lnTo>
                      <a:pt x="1100455" y="0"/>
                    </a:lnTo>
                    <a:close/>
                  </a:path>
                  <a:path w="1651000" h="1655445" extrusionOk="0">
                    <a:moveTo>
                      <a:pt x="1650707" y="1103490"/>
                    </a:moveTo>
                    <a:lnTo>
                      <a:pt x="1375587" y="1103490"/>
                    </a:lnTo>
                    <a:lnTo>
                      <a:pt x="1100467" y="1103490"/>
                    </a:lnTo>
                    <a:lnTo>
                      <a:pt x="1100467" y="1379347"/>
                    </a:lnTo>
                    <a:lnTo>
                      <a:pt x="1100467" y="1655216"/>
                    </a:lnTo>
                    <a:lnTo>
                      <a:pt x="1375587" y="1655216"/>
                    </a:lnTo>
                    <a:lnTo>
                      <a:pt x="1650707" y="1655216"/>
                    </a:lnTo>
                    <a:lnTo>
                      <a:pt x="1650707" y="1379347"/>
                    </a:lnTo>
                    <a:lnTo>
                      <a:pt x="1650707" y="1103490"/>
                    </a:lnTo>
                    <a:close/>
                  </a:path>
                  <a:path w="1651000" h="1655445" extrusionOk="0">
                    <a:moveTo>
                      <a:pt x="1650707" y="551738"/>
                    </a:moveTo>
                    <a:lnTo>
                      <a:pt x="1375587" y="551738"/>
                    </a:lnTo>
                    <a:lnTo>
                      <a:pt x="1100467" y="551738"/>
                    </a:lnTo>
                    <a:lnTo>
                      <a:pt x="1100467" y="827608"/>
                    </a:lnTo>
                    <a:lnTo>
                      <a:pt x="1100467" y="1103477"/>
                    </a:lnTo>
                    <a:lnTo>
                      <a:pt x="1375587" y="1103477"/>
                    </a:lnTo>
                    <a:lnTo>
                      <a:pt x="1650707" y="1103477"/>
                    </a:lnTo>
                    <a:lnTo>
                      <a:pt x="1650707" y="827608"/>
                    </a:lnTo>
                    <a:lnTo>
                      <a:pt x="1650707" y="551738"/>
                    </a:lnTo>
                    <a:close/>
                  </a:path>
                  <a:path w="1651000" h="1655445" extrusionOk="0">
                    <a:moveTo>
                      <a:pt x="1650707" y="0"/>
                    </a:moveTo>
                    <a:lnTo>
                      <a:pt x="1375587" y="0"/>
                    </a:lnTo>
                    <a:lnTo>
                      <a:pt x="1100467" y="0"/>
                    </a:lnTo>
                    <a:lnTo>
                      <a:pt x="1100467" y="275856"/>
                    </a:lnTo>
                    <a:lnTo>
                      <a:pt x="1100467" y="551726"/>
                    </a:lnTo>
                    <a:lnTo>
                      <a:pt x="1375587" y="551726"/>
                    </a:lnTo>
                    <a:lnTo>
                      <a:pt x="1650707" y="551726"/>
                    </a:lnTo>
                    <a:lnTo>
                      <a:pt x="1650707" y="275856"/>
                    </a:lnTo>
                    <a:lnTo>
                      <a:pt x="1650707"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 name="Google Shape;203;p9"/>
              <p:cNvSpPr/>
              <p:nvPr/>
            </p:nvSpPr>
            <p:spPr>
              <a:xfrm>
                <a:off x="469729" y="1024931"/>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 name="Google Shape;204;p9"/>
              <p:cNvSpPr/>
              <p:nvPr/>
            </p:nvSpPr>
            <p:spPr>
              <a:xfrm>
                <a:off x="744706" y="1024931"/>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 name="Google Shape;205;p9"/>
              <p:cNvSpPr/>
              <p:nvPr/>
            </p:nvSpPr>
            <p:spPr>
              <a:xfrm>
                <a:off x="1019683" y="1024931"/>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 name="Google Shape;206;p9"/>
              <p:cNvSpPr/>
              <p:nvPr/>
            </p:nvSpPr>
            <p:spPr>
              <a:xfrm>
                <a:off x="1294661" y="1024931"/>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 name="Google Shape;207;p9"/>
              <p:cNvSpPr/>
              <p:nvPr/>
            </p:nvSpPr>
            <p:spPr>
              <a:xfrm>
                <a:off x="1569641" y="1024931"/>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 name="Google Shape;208;p9"/>
              <p:cNvSpPr/>
              <p:nvPr/>
            </p:nvSpPr>
            <p:spPr>
              <a:xfrm>
                <a:off x="188406" y="1307009"/>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 name="Google Shape;209;p9"/>
              <p:cNvSpPr/>
              <p:nvPr/>
            </p:nvSpPr>
            <p:spPr>
              <a:xfrm>
                <a:off x="188406" y="1582740"/>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0" name="Google Shape;210;p9"/>
              <p:cNvSpPr/>
              <p:nvPr/>
            </p:nvSpPr>
            <p:spPr>
              <a:xfrm>
                <a:off x="188406" y="1858472"/>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1" name="Google Shape;211;p9"/>
              <p:cNvSpPr/>
              <p:nvPr/>
            </p:nvSpPr>
            <p:spPr>
              <a:xfrm>
                <a:off x="188406" y="2134205"/>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2" name="Google Shape;212;p9"/>
              <p:cNvSpPr/>
              <p:nvPr/>
            </p:nvSpPr>
            <p:spPr>
              <a:xfrm>
                <a:off x="188406" y="2409934"/>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3" name="Google Shape;213;p9"/>
              <p:cNvSpPr/>
              <p:nvPr/>
            </p:nvSpPr>
            <p:spPr>
              <a:xfrm>
                <a:off x="194753" y="1024931"/>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4" name="Google Shape;214;p9"/>
              <p:cNvSpPr/>
              <p:nvPr/>
            </p:nvSpPr>
            <p:spPr>
              <a:xfrm>
                <a:off x="1844611" y="1024931"/>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5" name="Google Shape;215;p9"/>
              <p:cNvSpPr/>
              <p:nvPr/>
            </p:nvSpPr>
            <p:spPr>
              <a:xfrm>
                <a:off x="188406" y="1031278"/>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6" name="Google Shape;216;p9"/>
              <p:cNvSpPr/>
              <p:nvPr/>
            </p:nvSpPr>
            <p:spPr>
              <a:xfrm>
                <a:off x="188406" y="2685663"/>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17" name="Google Shape;217;p9"/>
            <p:cNvSpPr txBox="1"/>
            <p:nvPr/>
          </p:nvSpPr>
          <p:spPr>
            <a:xfrm>
              <a:off x="458729" y="2710345"/>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227</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227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3</a:t>
              </a:r>
              <a:endParaRPr sz="1800" b="0" i="0" u="none" strike="noStrike" cap="none">
                <a:solidFill>
                  <a:srgbClr val="000000"/>
                </a:solidFill>
                <a:latin typeface="Cambria"/>
                <a:ea typeface="Cambria"/>
                <a:cs typeface="Cambria"/>
                <a:sym typeface="Cambria"/>
              </a:endParaRPr>
            </a:p>
          </p:txBody>
        </p:sp>
        <p:sp>
          <p:nvSpPr>
            <p:cNvPr id="218" name="Google Shape;218;p9"/>
            <p:cNvSpPr txBox="1"/>
            <p:nvPr/>
          </p:nvSpPr>
          <p:spPr>
            <a:xfrm>
              <a:off x="2908863" y="2343213"/>
              <a:ext cx="1167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55</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55 </a:t>
              </a:r>
              <a:r>
                <a:rPr lang="en-US" sz="1800" b="0" i="0" u="none" strike="noStrike" cap="none">
                  <a:solidFill>
                    <a:srgbClr val="000000"/>
                  </a:solidFill>
                  <a:latin typeface="Cambria Math"/>
                  <a:ea typeface="Cambria Math"/>
                  <a:cs typeface="Cambria Math"/>
                  <a:sym typeface="Cambria Math"/>
                </a:rPr>
                <a:t>×9</a:t>
              </a:r>
              <a:r>
                <a:rPr lang="en-US" sz="1800" b="0" i="0" u="none" strike="noStrike" cap="none">
                  <a:solidFill>
                    <a:srgbClr val="000000"/>
                  </a:solidFill>
                  <a:latin typeface="Cambria"/>
                  <a:ea typeface="Cambria"/>
                  <a:cs typeface="Cambria"/>
                  <a:sym typeface="Cambria"/>
                </a:rPr>
                <a:t>6</a:t>
              </a:r>
              <a:endParaRPr sz="1800" b="0" i="0" u="none" strike="noStrike" cap="none">
                <a:solidFill>
                  <a:srgbClr val="000000"/>
                </a:solidFill>
                <a:latin typeface="Cambria"/>
                <a:ea typeface="Cambria"/>
                <a:cs typeface="Cambria"/>
                <a:sym typeface="Cambria"/>
              </a:endParaRPr>
            </a:p>
          </p:txBody>
        </p:sp>
        <p:sp>
          <p:nvSpPr>
            <p:cNvPr id="219" name="Google Shape;219;p9"/>
            <p:cNvSpPr txBox="1"/>
            <p:nvPr/>
          </p:nvSpPr>
          <p:spPr>
            <a:xfrm>
              <a:off x="4968549" y="2343213"/>
              <a:ext cx="1167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27</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27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96</a:t>
              </a:r>
              <a:endParaRPr sz="1800" b="0" i="0" u="none" strike="noStrike" cap="none">
                <a:solidFill>
                  <a:srgbClr val="000000"/>
                </a:solidFill>
                <a:latin typeface="Cambria"/>
                <a:ea typeface="Cambria"/>
                <a:cs typeface="Cambria"/>
                <a:sym typeface="Cambria"/>
              </a:endParaRPr>
            </a:p>
          </p:txBody>
        </p:sp>
        <p:grpSp>
          <p:nvGrpSpPr>
            <p:cNvPr id="220" name="Google Shape;220;p9"/>
            <p:cNvGrpSpPr/>
            <p:nvPr/>
          </p:nvGrpSpPr>
          <p:grpSpPr>
            <a:xfrm>
              <a:off x="6987641" y="941895"/>
              <a:ext cx="1390015" cy="1362075"/>
              <a:chOff x="6987641" y="941895"/>
              <a:chExt cx="1390015" cy="1362075"/>
            </a:xfrm>
          </p:grpSpPr>
          <p:sp>
            <p:nvSpPr>
              <p:cNvPr id="221" name="Google Shape;221;p9"/>
              <p:cNvSpPr/>
              <p:nvPr/>
            </p:nvSpPr>
            <p:spPr>
              <a:xfrm>
                <a:off x="6987641" y="1924202"/>
                <a:ext cx="407670" cy="379730"/>
              </a:xfrm>
              <a:custGeom>
                <a:avLst/>
                <a:gdLst/>
                <a:ahLst/>
                <a:cxnLst/>
                <a:rect l="l" t="t" r="r" b="b"/>
                <a:pathLst>
                  <a:path w="407670" h="379730" extrusionOk="0">
                    <a:moveTo>
                      <a:pt x="407327" y="0"/>
                    </a:moveTo>
                    <a:lnTo>
                      <a:pt x="0" y="0"/>
                    </a:lnTo>
                    <a:lnTo>
                      <a:pt x="0" y="379564"/>
                    </a:lnTo>
                    <a:lnTo>
                      <a:pt x="407327" y="379564"/>
                    </a:lnTo>
                    <a:lnTo>
                      <a:pt x="407327"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 name="Google Shape;222;p9"/>
              <p:cNvSpPr/>
              <p:nvPr/>
            </p:nvSpPr>
            <p:spPr>
              <a:xfrm>
                <a:off x="7394981" y="941895"/>
                <a:ext cx="982344" cy="1362075"/>
              </a:xfrm>
              <a:custGeom>
                <a:avLst/>
                <a:gdLst/>
                <a:ahLst/>
                <a:cxnLst/>
                <a:rect l="l" t="t" r="r" b="b"/>
                <a:pathLst>
                  <a:path w="982345" h="1362075" extrusionOk="0">
                    <a:moveTo>
                      <a:pt x="982306" y="0"/>
                    </a:moveTo>
                    <a:lnTo>
                      <a:pt x="0" y="982306"/>
                    </a:lnTo>
                    <a:lnTo>
                      <a:pt x="0" y="1361871"/>
                    </a:lnTo>
                    <a:lnTo>
                      <a:pt x="982306" y="379564"/>
                    </a:lnTo>
                    <a:lnTo>
                      <a:pt x="982306"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 name="Google Shape;223;p9"/>
              <p:cNvSpPr/>
              <p:nvPr/>
            </p:nvSpPr>
            <p:spPr>
              <a:xfrm>
                <a:off x="6987641" y="941895"/>
                <a:ext cx="1390015" cy="982344"/>
              </a:xfrm>
              <a:custGeom>
                <a:avLst/>
                <a:gdLst/>
                <a:ahLst/>
                <a:cxnLst/>
                <a:rect l="l" t="t" r="r" b="b"/>
                <a:pathLst>
                  <a:path w="1390015" h="982344" extrusionOk="0">
                    <a:moveTo>
                      <a:pt x="1389646" y="0"/>
                    </a:moveTo>
                    <a:lnTo>
                      <a:pt x="982319" y="0"/>
                    </a:lnTo>
                    <a:lnTo>
                      <a:pt x="0" y="982306"/>
                    </a:lnTo>
                    <a:lnTo>
                      <a:pt x="407339" y="982306"/>
                    </a:lnTo>
                    <a:lnTo>
                      <a:pt x="1389646"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4" name="Google Shape;224;p9"/>
              <p:cNvSpPr/>
              <p:nvPr/>
            </p:nvSpPr>
            <p:spPr>
              <a:xfrm>
                <a:off x="6987641" y="941895"/>
                <a:ext cx="1389380" cy="1361440"/>
              </a:xfrm>
              <a:custGeom>
                <a:avLst/>
                <a:gdLst/>
                <a:ahLst/>
                <a:cxnLst/>
                <a:rect l="l" t="t" r="r" b="b"/>
                <a:pathLst>
                  <a:path w="1389379" h="1361439" extrusionOk="0">
                    <a:moveTo>
                      <a:pt x="0" y="981810"/>
                    </a:moveTo>
                    <a:lnTo>
                      <a:pt x="981809" y="0"/>
                    </a:lnTo>
                    <a:lnTo>
                      <a:pt x="1388931" y="0"/>
                    </a:lnTo>
                    <a:lnTo>
                      <a:pt x="1388931" y="379375"/>
                    </a:lnTo>
                    <a:lnTo>
                      <a:pt x="407122" y="1361185"/>
                    </a:lnTo>
                    <a:lnTo>
                      <a:pt x="0" y="1361185"/>
                    </a:lnTo>
                    <a:lnTo>
                      <a:pt x="0" y="981810"/>
                    </a:lnTo>
                    <a:close/>
                  </a:path>
                  <a:path w="1389379" h="1361439" extrusionOk="0">
                    <a:moveTo>
                      <a:pt x="0" y="981810"/>
                    </a:moveTo>
                    <a:lnTo>
                      <a:pt x="407122" y="981810"/>
                    </a:lnTo>
                    <a:lnTo>
                      <a:pt x="1388931" y="0"/>
                    </a:lnTo>
                  </a:path>
                  <a:path w="1389379" h="1361439" extrusionOk="0">
                    <a:moveTo>
                      <a:pt x="407122" y="981810"/>
                    </a:moveTo>
                    <a:lnTo>
                      <a:pt x="407122" y="1361185"/>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25" name="Google Shape;225;p9"/>
            <p:cNvSpPr txBox="1"/>
            <p:nvPr/>
          </p:nvSpPr>
          <p:spPr>
            <a:xfrm>
              <a:off x="7028471" y="2332545"/>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27</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27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256</a:t>
              </a:r>
              <a:endParaRPr sz="1800" b="0" i="0" u="none" strike="noStrike" cap="none">
                <a:solidFill>
                  <a:srgbClr val="000000"/>
                </a:solidFill>
                <a:latin typeface="Cambria"/>
                <a:ea typeface="Cambria"/>
                <a:cs typeface="Cambria"/>
                <a:sym typeface="Cambria"/>
              </a:endParaRPr>
            </a:p>
          </p:txBody>
        </p:sp>
        <p:grpSp>
          <p:nvGrpSpPr>
            <p:cNvPr id="226" name="Google Shape;226;p9"/>
            <p:cNvGrpSpPr/>
            <p:nvPr/>
          </p:nvGrpSpPr>
          <p:grpSpPr>
            <a:xfrm>
              <a:off x="9226651" y="941895"/>
              <a:ext cx="1390028" cy="1362316"/>
              <a:chOff x="9226651" y="941895"/>
              <a:chExt cx="1390028" cy="1362316"/>
            </a:xfrm>
          </p:grpSpPr>
          <p:sp>
            <p:nvSpPr>
              <p:cNvPr id="227" name="Google Shape;227;p9"/>
              <p:cNvSpPr/>
              <p:nvPr/>
            </p:nvSpPr>
            <p:spPr>
              <a:xfrm>
                <a:off x="9226651" y="2057196"/>
                <a:ext cx="274955" cy="247015"/>
              </a:xfrm>
              <a:custGeom>
                <a:avLst/>
                <a:gdLst/>
                <a:ahLst/>
                <a:cxnLst/>
                <a:rect l="l" t="t" r="r" b="b"/>
                <a:pathLst>
                  <a:path w="274954" h="247014" extrusionOk="0">
                    <a:moveTo>
                      <a:pt x="274332" y="0"/>
                    </a:moveTo>
                    <a:lnTo>
                      <a:pt x="0" y="0"/>
                    </a:lnTo>
                    <a:lnTo>
                      <a:pt x="0" y="246570"/>
                    </a:lnTo>
                    <a:lnTo>
                      <a:pt x="274332" y="246570"/>
                    </a:lnTo>
                    <a:lnTo>
                      <a:pt x="27433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8" name="Google Shape;228;p9"/>
              <p:cNvSpPr/>
              <p:nvPr/>
            </p:nvSpPr>
            <p:spPr>
              <a:xfrm>
                <a:off x="9500984" y="941895"/>
                <a:ext cx="1115695" cy="1362075"/>
              </a:xfrm>
              <a:custGeom>
                <a:avLst/>
                <a:gdLst/>
                <a:ahLst/>
                <a:cxnLst/>
                <a:rect l="l" t="t" r="r" b="b"/>
                <a:pathLst>
                  <a:path w="1115695" h="1362075" extrusionOk="0">
                    <a:moveTo>
                      <a:pt x="1115301" y="0"/>
                    </a:moveTo>
                    <a:lnTo>
                      <a:pt x="0" y="1115301"/>
                    </a:lnTo>
                    <a:lnTo>
                      <a:pt x="0" y="1361871"/>
                    </a:lnTo>
                    <a:lnTo>
                      <a:pt x="1115301" y="246557"/>
                    </a:lnTo>
                    <a:lnTo>
                      <a:pt x="1115301"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9" name="Google Shape;229;p9"/>
              <p:cNvSpPr/>
              <p:nvPr/>
            </p:nvSpPr>
            <p:spPr>
              <a:xfrm>
                <a:off x="9226651" y="941895"/>
                <a:ext cx="1390015" cy="1115695"/>
              </a:xfrm>
              <a:custGeom>
                <a:avLst/>
                <a:gdLst/>
                <a:ahLst/>
                <a:cxnLst/>
                <a:rect l="l" t="t" r="r" b="b"/>
                <a:pathLst>
                  <a:path w="1390015" h="1115695" extrusionOk="0">
                    <a:moveTo>
                      <a:pt x="1389634" y="0"/>
                    </a:moveTo>
                    <a:lnTo>
                      <a:pt x="1115314" y="0"/>
                    </a:lnTo>
                    <a:lnTo>
                      <a:pt x="0" y="1115301"/>
                    </a:lnTo>
                    <a:lnTo>
                      <a:pt x="274332" y="1115301"/>
                    </a:lnTo>
                    <a:lnTo>
                      <a:pt x="1389634"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0" name="Google Shape;230;p9"/>
              <p:cNvSpPr/>
              <p:nvPr/>
            </p:nvSpPr>
            <p:spPr>
              <a:xfrm>
                <a:off x="9226651" y="941895"/>
                <a:ext cx="1389380" cy="1361440"/>
              </a:xfrm>
              <a:custGeom>
                <a:avLst/>
                <a:gdLst/>
                <a:ahLst/>
                <a:cxnLst/>
                <a:rect l="l" t="t" r="r" b="b"/>
                <a:pathLst>
                  <a:path w="1389379" h="1361439" extrusionOk="0">
                    <a:moveTo>
                      <a:pt x="0" y="1114741"/>
                    </a:moveTo>
                    <a:lnTo>
                      <a:pt x="1114741" y="0"/>
                    </a:lnTo>
                    <a:lnTo>
                      <a:pt x="1388931" y="0"/>
                    </a:lnTo>
                    <a:lnTo>
                      <a:pt x="1388931" y="246443"/>
                    </a:lnTo>
                    <a:lnTo>
                      <a:pt x="274189" y="1361185"/>
                    </a:lnTo>
                    <a:lnTo>
                      <a:pt x="0" y="1361185"/>
                    </a:lnTo>
                    <a:lnTo>
                      <a:pt x="0" y="1114741"/>
                    </a:lnTo>
                    <a:close/>
                  </a:path>
                  <a:path w="1389379" h="1361439" extrusionOk="0">
                    <a:moveTo>
                      <a:pt x="0" y="1114741"/>
                    </a:moveTo>
                    <a:lnTo>
                      <a:pt x="274189" y="1114741"/>
                    </a:lnTo>
                    <a:lnTo>
                      <a:pt x="1388931" y="0"/>
                    </a:lnTo>
                  </a:path>
                  <a:path w="1389379" h="1361439" extrusionOk="0">
                    <a:moveTo>
                      <a:pt x="274189" y="1114741"/>
                    </a:moveTo>
                    <a:lnTo>
                      <a:pt x="274189" y="1361185"/>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31" name="Google Shape;231;p9"/>
            <p:cNvSpPr txBox="1"/>
            <p:nvPr/>
          </p:nvSpPr>
          <p:spPr>
            <a:xfrm>
              <a:off x="9263329" y="2343238"/>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13</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13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256</a:t>
              </a:r>
              <a:endParaRPr sz="1800" b="0" i="0" u="none" strike="noStrike" cap="none">
                <a:solidFill>
                  <a:srgbClr val="000000"/>
                </a:solidFill>
                <a:latin typeface="Cambria"/>
                <a:ea typeface="Cambria"/>
                <a:cs typeface="Cambria"/>
                <a:sym typeface="Cambria"/>
              </a:endParaRPr>
            </a:p>
          </p:txBody>
        </p:sp>
        <p:grpSp>
          <p:nvGrpSpPr>
            <p:cNvPr id="232" name="Google Shape;232;p9"/>
            <p:cNvGrpSpPr/>
            <p:nvPr/>
          </p:nvGrpSpPr>
          <p:grpSpPr>
            <a:xfrm>
              <a:off x="833805" y="3049473"/>
              <a:ext cx="1896885" cy="1362075"/>
              <a:chOff x="833805" y="3049473"/>
              <a:chExt cx="1896885" cy="1362075"/>
            </a:xfrm>
          </p:grpSpPr>
          <p:sp>
            <p:nvSpPr>
              <p:cNvPr id="233" name="Google Shape;233;p9"/>
              <p:cNvSpPr/>
              <p:nvPr/>
            </p:nvSpPr>
            <p:spPr>
              <a:xfrm>
                <a:off x="833805" y="4233037"/>
                <a:ext cx="206375" cy="178435"/>
              </a:xfrm>
              <a:custGeom>
                <a:avLst/>
                <a:gdLst/>
                <a:ahLst/>
                <a:cxnLst/>
                <a:rect l="l" t="t" r="r" b="b"/>
                <a:pathLst>
                  <a:path w="206375" h="178435" extrusionOk="0">
                    <a:moveTo>
                      <a:pt x="206082" y="0"/>
                    </a:moveTo>
                    <a:lnTo>
                      <a:pt x="0" y="0"/>
                    </a:lnTo>
                    <a:lnTo>
                      <a:pt x="0" y="178320"/>
                    </a:lnTo>
                    <a:lnTo>
                      <a:pt x="206082" y="178320"/>
                    </a:lnTo>
                    <a:lnTo>
                      <a:pt x="20608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4" name="Google Shape;234;p9"/>
              <p:cNvSpPr/>
              <p:nvPr/>
            </p:nvSpPr>
            <p:spPr>
              <a:xfrm>
                <a:off x="1039895" y="3049473"/>
                <a:ext cx="1183640" cy="1362075"/>
              </a:xfrm>
              <a:custGeom>
                <a:avLst/>
                <a:gdLst/>
                <a:ahLst/>
                <a:cxnLst/>
                <a:rect l="l" t="t" r="r" b="b"/>
                <a:pathLst>
                  <a:path w="1183639" h="1362075" extrusionOk="0">
                    <a:moveTo>
                      <a:pt x="1183551" y="0"/>
                    </a:moveTo>
                    <a:lnTo>
                      <a:pt x="0" y="1183551"/>
                    </a:lnTo>
                    <a:lnTo>
                      <a:pt x="0" y="1361884"/>
                    </a:lnTo>
                    <a:lnTo>
                      <a:pt x="1183551" y="178320"/>
                    </a:lnTo>
                    <a:lnTo>
                      <a:pt x="1183551"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5" name="Google Shape;235;p9"/>
              <p:cNvSpPr/>
              <p:nvPr/>
            </p:nvSpPr>
            <p:spPr>
              <a:xfrm>
                <a:off x="833809" y="3049473"/>
                <a:ext cx="1390015" cy="1183640"/>
              </a:xfrm>
              <a:custGeom>
                <a:avLst/>
                <a:gdLst/>
                <a:ahLst/>
                <a:cxnLst/>
                <a:rect l="l" t="t" r="r" b="b"/>
                <a:pathLst>
                  <a:path w="1390014" h="1183639" extrusionOk="0">
                    <a:moveTo>
                      <a:pt x="1389646" y="0"/>
                    </a:moveTo>
                    <a:lnTo>
                      <a:pt x="1183551" y="0"/>
                    </a:lnTo>
                    <a:lnTo>
                      <a:pt x="0" y="1183551"/>
                    </a:lnTo>
                    <a:lnTo>
                      <a:pt x="206082" y="1183551"/>
                    </a:lnTo>
                    <a:lnTo>
                      <a:pt x="1389646"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6" name="Google Shape;236;p9"/>
              <p:cNvSpPr/>
              <p:nvPr/>
            </p:nvSpPr>
            <p:spPr>
              <a:xfrm>
                <a:off x="833809" y="3049473"/>
                <a:ext cx="1389380" cy="1361440"/>
              </a:xfrm>
              <a:custGeom>
                <a:avLst/>
                <a:gdLst/>
                <a:ahLst/>
                <a:cxnLst/>
                <a:rect l="l" t="t" r="r" b="b"/>
                <a:pathLst>
                  <a:path w="1389380" h="1361439" extrusionOk="0">
                    <a:moveTo>
                      <a:pt x="0" y="1182946"/>
                    </a:moveTo>
                    <a:lnTo>
                      <a:pt x="1182946" y="0"/>
                    </a:lnTo>
                    <a:lnTo>
                      <a:pt x="1388931" y="0"/>
                    </a:lnTo>
                    <a:lnTo>
                      <a:pt x="1388931" y="178234"/>
                    </a:lnTo>
                    <a:lnTo>
                      <a:pt x="205980" y="1361185"/>
                    </a:lnTo>
                    <a:lnTo>
                      <a:pt x="0" y="1361185"/>
                    </a:lnTo>
                    <a:lnTo>
                      <a:pt x="0" y="1182946"/>
                    </a:lnTo>
                    <a:close/>
                  </a:path>
                  <a:path w="1389380" h="1361439" extrusionOk="0">
                    <a:moveTo>
                      <a:pt x="0" y="1182946"/>
                    </a:moveTo>
                    <a:lnTo>
                      <a:pt x="205980" y="1182946"/>
                    </a:lnTo>
                    <a:lnTo>
                      <a:pt x="1388931" y="0"/>
                    </a:lnTo>
                  </a:path>
                  <a:path w="1389380" h="1361439" extrusionOk="0">
                    <a:moveTo>
                      <a:pt x="205980" y="1182946"/>
                    </a:moveTo>
                    <a:lnTo>
                      <a:pt x="205980" y="1361185"/>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 name="Google Shape;237;p9"/>
              <p:cNvSpPr/>
              <p:nvPr/>
            </p:nvSpPr>
            <p:spPr>
              <a:xfrm>
                <a:off x="2185860" y="3685870"/>
                <a:ext cx="544830" cy="127000"/>
              </a:xfrm>
              <a:custGeom>
                <a:avLst/>
                <a:gdLst/>
                <a:ahLst/>
                <a:cxnLst/>
                <a:rect l="l" t="t" r="r" b="b"/>
                <a:pathLst>
                  <a:path w="544830" h="127000" extrusionOk="0">
                    <a:moveTo>
                      <a:pt x="417537" y="0"/>
                    </a:moveTo>
                    <a:lnTo>
                      <a:pt x="417537" y="50800"/>
                    </a:lnTo>
                    <a:lnTo>
                      <a:pt x="0" y="50800"/>
                    </a:lnTo>
                    <a:lnTo>
                      <a:pt x="0" y="76200"/>
                    </a:lnTo>
                    <a:lnTo>
                      <a:pt x="417537" y="76200"/>
                    </a:lnTo>
                    <a:lnTo>
                      <a:pt x="417537" y="127000"/>
                    </a:lnTo>
                    <a:lnTo>
                      <a:pt x="544537" y="63500"/>
                    </a:lnTo>
                    <a:lnTo>
                      <a:pt x="41753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38" name="Google Shape;238;p9"/>
            <p:cNvSpPr txBox="1"/>
            <p:nvPr/>
          </p:nvSpPr>
          <p:spPr>
            <a:xfrm>
              <a:off x="167966" y="3917124"/>
              <a:ext cx="1607820" cy="979169"/>
            </a:xfrm>
            <a:prstGeom prst="rect">
              <a:avLst/>
            </a:prstGeom>
            <a:noFill/>
            <a:ln>
              <a:noFill/>
            </a:ln>
          </p:spPr>
          <p:txBody>
            <a:bodyPr spcFirstLastPara="1" wrap="square" lIns="0" tIns="12700" rIns="0" bIns="0" anchor="t" anchorCtr="0">
              <a:spAutoFit/>
            </a:bodyPr>
            <a:lstStyle/>
            <a:p>
              <a:pPr marL="20955"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3 </a:t>
              </a:r>
              <a:r>
                <a:rPr lang="en-US" sz="1600" b="0" i="0" u="none" strike="noStrike" cap="none">
                  <a:solidFill>
                    <a:srgbClr val="000000"/>
                  </a:solidFill>
                  <a:latin typeface="Cambria Math"/>
                  <a:ea typeface="Cambria Math"/>
                  <a:cs typeface="Cambria Math"/>
                  <a:sym typeface="Cambria Math"/>
                </a:rPr>
                <a:t>× </a:t>
              </a:r>
              <a:r>
                <a:rPr lang="en-US" sz="1600" b="0" i="0" u="none" strike="noStrike" cap="none">
                  <a:solidFill>
                    <a:srgbClr val="000000"/>
                  </a:solidFill>
                  <a:latin typeface="Cambria"/>
                  <a:ea typeface="Cambria"/>
                  <a:cs typeface="Cambria"/>
                  <a:sym typeface="Cambria"/>
                </a:rPr>
                <a:t>3</a:t>
              </a:r>
              <a:endParaRPr sz="1600" b="0" i="0" u="none" strike="noStrike" cap="none">
                <a:solidFill>
                  <a:srgbClr val="000000"/>
                </a:solidFill>
                <a:latin typeface="Cambria"/>
                <a:ea typeface="Cambria"/>
                <a:cs typeface="Cambria"/>
                <a:sym typeface="Cambria"/>
              </a:endParaRPr>
            </a:p>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same</a:t>
              </a:r>
              <a:endParaRPr sz="1600" b="0" i="0" u="none" strike="noStrike" cap="none">
                <a:solidFill>
                  <a:srgbClr val="000000"/>
                </a:solidFill>
                <a:latin typeface="Cambria"/>
                <a:ea typeface="Cambria"/>
                <a:cs typeface="Cambria"/>
                <a:sym typeface="Cambria"/>
              </a:endParaRPr>
            </a:p>
            <a:p>
              <a:pPr marL="326390" marR="0" lvl="0" indent="0" algn="l" rtl="0">
                <a:lnSpc>
                  <a:spcPct val="100000"/>
                </a:lnSpc>
                <a:spcBef>
                  <a:spcPts val="1525"/>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13</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13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384</a:t>
              </a:r>
              <a:endParaRPr sz="1800" b="0" i="0" u="none" strike="noStrike" cap="none">
                <a:solidFill>
                  <a:srgbClr val="000000"/>
                </a:solidFill>
                <a:latin typeface="Cambria"/>
                <a:ea typeface="Cambria"/>
                <a:cs typeface="Cambria"/>
                <a:sym typeface="Cambria"/>
              </a:endParaRPr>
            </a:p>
          </p:txBody>
        </p:sp>
        <p:grpSp>
          <p:nvGrpSpPr>
            <p:cNvPr id="239" name="Google Shape;239;p9"/>
            <p:cNvGrpSpPr/>
            <p:nvPr/>
          </p:nvGrpSpPr>
          <p:grpSpPr>
            <a:xfrm>
              <a:off x="2995104" y="2959582"/>
              <a:ext cx="1768742" cy="1362075"/>
              <a:chOff x="2995104" y="2959582"/>
              <a:chExt cx="1768742" cy="1362075"/>
            </a:xfrm>
          </p:grpSpPr>
          <p:sp>
            <p:nvSpPr>
              <p:cNvPr id="240" name="Google Shape;240;p9"/>
              <p:cNvSpPr/>
              <p:nvPr/>
            </p:nvSpPr>
            <p:spPr>
              <a:xfrm>
                <a:off x="2995104" y="4143146"/>
                <a:ext cx="206375" cy="178435"/>
              </a:xfrm>
              <a:custGeom>
                <a:avLst/>
                <a:gdLst/>
                <a:ahLst/>
                <a:cxnLst/>
                <a:rect l="l" t="t" r="r" b="b"/>
                <a:pathLst>
                  <a:path w="206375" h="178435" extrusionOk="0">
                    <a:moveTo>
                      <a:pt x="206082" y="0"/>
                    </a:moveTo>
                    <a:lnTo>
                      <a:pt x="0" y="0"/>
                    </a:lnTo>
                    <a:lnTo>
                      <a:pt x="0" y="178320"/>
                    </a:lnTo>
                    <a:lnTo>
                      <a:pt x="206082" y="178320"/>
                    </a:lnTo>
                    <a:lnTo>
                      <a:pt x="206082"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1" name="Google Shape;241;p9"/>
              <p:cNvSpPr/>
              <p:nvPr/>
            </p:nvSpPr>
            <p:spPr>
              <a:xfrm>
                <a:off x="3201187" y="2959582"/>
                <a:ext cx="1183640" cy="1362075"/>
              </a:xfrm>
              <a:custGeom>
                <a:avLst/>
                <a:gdLst/>
                <a:ahLst/>
                <a:cxnLst/>
                <a:rect l="l" t="t" r="r" b="b"/>
                <a:pathLst>
                  <a:path w="1183639" h="1362075" extrusionOk="0">
                    <a:moveTo>
                      <a:pt x="1183551" y="0"/>
                    </a:moveTo>
                    <a:lnTo>
                      <a:pt x="0" y="1183563"/>
                    </a:lnTo>
                    <a:lnTo>
                      <a:pt x="0" y="1361884"/>
                    </a:lnTo>
                    <a:lnTo>
                      <a:pt x="1183551" y="178333"/>
                    </a:lnTo>
                    <a:lnTo>
                      <a:pt x="1183551"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2" name="Google Shape;242;p9"/>
              <p:cNvSpPr/>
              <p:nvPr/>
            </p:nvSpPr>
            <p:spPr>
              <a:xfrm>
                <a:off x="2995104" y="2959582"/>
                <a:ext cx="1390015" cy="1183640"/>
              </a:xfrm>
              <a:custGeom>
                <a:avLst/>
                <a:gdLst/>
                <a:ahLst/>
                <a:cxnLst/>
                <a:rect l="l" t="t" r="r" b="b"/>
                <a:pathLst>
                  <a:path w="1390014" h="1183639" extrusionOk="0">
                    <a:moveTo>
                      <a:pt x="1389634" y="0"/>
                    </a:moveTo>
                    <a:lnTo>
                      <a:pt x="1183551" y="0"/>
                    </a:lnTo>
                    <a:lnTo>
                      <a:pt x="0" y="1183563"/>
                    </a:lnTo>
                    <a:lnTo>
                      <a:pt x="206082" y="1183563"/>
                    </a:lnTo>
                    <a:lnTo>
                      <a:pt x="1389634"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3" name="Google Shape;243;p9"/>
              <p:cNvSpPr/>
              <p:nvPr/>
            </p:nvSpPr>
            <p:spPr>
              <a:xfrm>
                <a:off x="2995104" y="2959582"/>
                <a:ext cx="1389380" cy="1361440"/>
              </a:xfrm>
              <a:custGeom>
                <a:avLst/>
                <a:gdLst/>
                <a:ahLst/>
                <a:cxnLst/>
                <a:rect l="l" t="t" r="r" b="b"/>
                <a:pathLst>
                  <a:path w="1389379" h="1361439" extrusionOk="0">
                    <a:moveTo>
                      <a:pt x="0" y="1182946"/>
                    </a:moveTo>
                    <a:lnTo>
                      <a:pt x="1182946" y="0"/>
                    </a:lnTo>
                    <a:lnTo>
                      <a:pt x="1388931" y="0"/>
                    </a:lnTo>
                    <a:lnTo>
                      <a:pt x="1388931" y="178234"/>
                    </a:lnTo>
                    <a:lnTo>
                      <a:pt x="205980" y="1361185"/>
                    </a:lnTo>
                    <a:lnTo>
                      <a:pt x="0" y="1361185"/>
                    </a:lnTo>
                    <a:lnTo>
                      <a:pt x="0" y="1182946"/>
                    </a:lnTo>
                    <a:close/>
                  </a:path>
                  <a:path w="1389379" h="1361439" extrusionOk="0">
                    <a:moveTo>
                      <a:pt x="0" y="1182946"/>
                    </a:moveTo>
                    <a:lnTo>
                      <a:pt x="205980" y="1182946"/>
                    </a:lnTo>
                    <a:lnTo>
                      <a:pt x="1388931" y="0"/>
                    </a:lnTo>
                  </a:path>
                  <a:path w="1389379" h="1361439" extrusionOk="0">
                    <a:moveTo>
                      <a:pt x="205980" y="1182946"/>
                    </a:moveTo>
                    <a:lnTo>
                      <a:pt x="205980" y="1361185"/>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4" name="Google Shape;244;p9"/>
              <p:cNvSpPr/>
              <p:nvPr/>
            </p:nvSpPr>
            <p:spPr>
              <a:xfrm>
                <a:off x="4219016" y="3689426"/>
                <a:ext cx="544830" cy="127000"/>
              </a:xfrm>
              <a:custGeom>
                <a:avLst/>
                <a:gdLst/>
                <a:ahLst/>
                <a:cxnLst/>
                <a:rect l="l" t="t" r="r" b="b"/>
                <a:pathLst>
                  <a:path w="544829" h="127000" extrusionOk="0">
                    <a:moveTo>
                      <a:pt x="417525" y="0"/>
                    </a:moveTo>
                    <a:lnTo>
                      <a:pt x="417525" y="50800"/>
                    </a:lnTo>
                    <a:lnTo>
                      <a:pt x="0" y="50800"/>
                    </a:lnTo>
                    <a:lnTo>
                      <a:pt x="0" y="76200"/>
                    </a:lnTo>
                    <a:lnTo>
                      <a:pt x="417525" y="76200"/>
                    </a:lnTo>
                    <a:lnTo>
                      <a:pt x="417525" y="127000"/>
                    </a:lnTo>
                    <a:lnTo>
                      <a:pt x="544525" y="63500"/>
                    </a:lnTo>
                    <a:lnTo>
                      <a:pt x="4175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45" name="Google Shape;245;p9"/>
            <p:cNvSpPr txBox="1"/>
            <p:nvPr/>
          </p:nvSpPr>
          <p:spPr>
            <a:xfrm>
              <a:off x="3097402" y="4590910"/>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13</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13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384</a:t>
              </a:r>
              <a:endParaRPr sz="1800" b="0" i="0" u="none" strike="noStrike" cap="none">
                <a:solidFill>
                  <a:srgbClr val="000000"/>
                </a:solidFill>
                <a:latin typeface="Cambria"/>
                <a:ea typeface="Cambria"/>
                <a:cs typeface="Cambria"/>
                <a:sym typeface="Cambria"/>
              </a:endParaRPr>
            </a:p>
          </p:txBody>
        </p:sp>
        <p:grpSp>
          <p:nvGrpSpPr>
            <p:cNvPr id="246" name="Google Shape;246;p9"/>
            <p:cNvGrpSpPr/>
            <p:nvPr/>
          </p:nvGrpSpPr>
          <p:grpSpPr>
            <a:xfrm>
              <a:off x="5117223" y="3165678"/>
              <a:ext cx="2785212" cy="1094333"/>
              <a:chOff x="5117223" y="3165678"/>
              <a:chExt cx="2785212" cy="1094333"/>
            </a:xfrm>
          </p:grpSpPr>
          <p:sp>
            <p:nvSpPr>
              <p:cNvPr id="247" name="Google Shape;247;p9"/>
              <p:cNvSpPr/>
              <p:nvPr/>
            </p:nvSpPr>
            <p:spPr>
              <a:xfrm>
                <a:off x="5117223" y="4075226"/>
                <a:ext cx="196215" cy="184785"/>
              </a:xfrm>
              <a:custGeom>
                <a:avLst/>
                <a:gdLst/>
                <a:ahLst/>
                <a:cxnLst/>
                <a:rect l="l" t="t" r="r" b="b"/>
                <a:pathLst>
                  <a:path w="196214" h="184785" extrusionOk="0">
                    <a:moveTo>
                      <a:pt x="195973" y="0"/>
                    </a:moveTo>
                    <a:lnTo>
                      <a:pt x="0" y="0"/>
                    </a:lnTo>
                    <a:lnTo>
                      <a:pt x="0" y="184162"/>
                    </a:lnTo>
                    <a:lnTo>
                      <a:pt x="195973" y="184162"/>
                    </a:lnTo>
                    <a:lnTo>
                      <a:pt x="195973"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8" name="Google Shape;248;p9"/>
              <p:cNvSpPr/>
              <p:nvPr/>
            </p:nvSpPr>
            <p:spPr>
              <a:xfrm>
                <a:off x="5313197" y="3165678"/>
                <a:ext cx="909955" cy="1094105"/>
              </a:xfrm>
              <a:custGeom>
                <a:avLst/>
                <a:gdLst/>
                <a:ahLst/>
                <a:cxnLst/>
                <a:rect l="l" t="t" r="r" b="b"/>
                <a:pathLst>
                  <a:path w="909954" h="1094104" extrusionOk="0">
                    <a:moveTo>
                      <a:pt x="909535" y="0"/>
                    </a:moveTo>
                    <a:lnTo>
                      <a:pt x="0" y="909548"/>
                    </a:lnTo>
                    <a:lnTo>
                      <a:pt x="0" y="1093711"/>
                    </a:lnTo>
                    <a:lnTo>
                      <a:pt x="909535" y="184162"/>
                    </a:lnTo>
                    <a:lnTo>
                      <a:pt x="909535"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9" name="Google Shape;249;p9"/>
              <p:cNvSpPr/>
              <p:nvPr/>
            </p:nvSpPr>
            <p:spPr>
              <a:xfrm>
                <a:off x="5117223" y="3165678"/>
                <a:ext cx="1105535" cy="909955"/>
              </a:xfrm>
              <a:custGeom>
                <a:avLst/>
                <a:gdLst/>
                <a:ahLst/>
                <a:cxnLst/>
                <a:rect l="l" t="t" r="r" b="b"/>
                <a:pathLst>
                  <a:path w="1105535" h="909954" extrusionOk="0">
                    <a:moveTo>
                      <a:pt x="1105509" y="0"/>
                    </a:moveTo>
                    <a:lnTo>
                      <a:pt x="909535" y="0"/>
                    </a:lnTo>
                    <a:lnTo>
                      <a:pt x="0" y="909548"/>
                    </a:lnTo>
                    <a:lnTo>
                      <a:pt x="195973" y="909548"/>
                    </a:lnTo>
                    <a:lnTo>
                      <a:pt x="1105509"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0" name="Google Shape;250;p9"/>
              <p:cNvSpPr/>
              <p:nvPr/>
            </p:nvSpPr>
            <p:spPr>
              <a:xfrm>
                <a:off x="5117223" y="3165678"/>
                <a:ext cx="1105535" cy="1093470"/>
              </a:xfrm>
              <a:custGeom>
                <a:avLst/>
                <a:gdLst/>
                <a:ahLst/>
                <a:cxnLst/>
                <a:rect l="l" t="t" r="r" b="b"/>
                <a:pathLst>
                  <a:path w="1105535" h="1093470" extrusionOk="0">
                    <a:moveTo>
                      <a:pt x="0" y="909082"/>
                    </a:moveTo>
                    <a:lnTo>
                      <a:pt x="909082" y="0"/>
                    </a:lnTo>
                    <a:lnTo>
                      <a:pt x="1104956" y="0"/>
                    </a:lnTo>
                    <a:lnTo>
                      <a:pt x="1104956" y="184064"/>
                    </a:lnTo>
                    <a:lnTo>
                      <a:pt x="195872" y="1093142"/>
                    </a:lnTo>
                    <a:lnTo>
                      <a:pt x="0" y="1093142"/>
                    </a:lnTo>
                    <a:lnTo>
                      <a:pt x="0" y="909082"/>
                    </a:lnTo>
                    <a:close/>
                  </a:path>
                  <a:path w="1105535" h="1093470" extrusionOk="0">
                    <a:moveTo>
                      <a:pt x="0" y="909082"/>
                    </a:moveTo>
                    <a:lnTo>
                      <a:pt x="195872" y="909082"/>
                    </a:lnTo>
                    <a:lnTo>
                      <a:pt x="1104956" y="0"/>
                    </a:lnTo>
                  </a:path>
                  <a:path w="1105535" h="1093470" extrusionOk="0">
                    <a:moveTo>
                      <a:pt x="195872" y="909082"/>
                    </a:moveTo>
                    <a:lnTo>
                      <a:pt x="195872" y="1093142"/>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1" name="Google Shape;251;p9"/>
              <p:cNvSpPr/>
              <p:nvPr/>
            </p:nvSpPr>
            <p:spPr>
              <a:xfrm>
                <a:off x="6796696" y="4126852"/>
                <a:ext cx="144780" cy="132715"/>
              </a:xfrm>
              <a:custGeom>
                <a:avLst/>
                <a:gdLst/>
                <a:ahLst/>
                <a:cxnLst/>
                <a:rect l="l" t="t" r="r" b="b"/>
                <a:pathLst>
                  <a:path w="144779" h="132714" extrusionOk="0">
                    <a:moveTo>
                      <a:pt x="144348" y="0"/>
                    </a:moveTo>
                    <a:lnTo>
                      <a:pt x="0" y="0"/>
                    </a:lnTo>
                    <a:lnTo>
                      <a:pt x="0" y="132537"/>
                    </a:lnTo>
                    <a:lnTo>
                      <a:pt x="144348" y="132537"/>
                    </a:lnTo>
                    <a:lnTo>
                      <a:pt x="144348"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2" name="Google Shape;252;p9"/>
              <p:cNvSpPr/>
              <p:nvPr/>
            </p:nvSpPr>
            <p:spPr>
              <a:xfrm>
                <a:off x="6941045" y="3165678"/>
                <a:ext cx="961390" cy="1094105"/>
              </a:xfrm>
              <a:custGeom>
                <a:avLst/>
                <a:gdLst/>
                <a:ahLst/>
                <a:cxnLst/>
                <a:rect l="l" t="t" r="r" b="b"/>
                <a:pathLst>
                  <a:path w="961390" h="1094104" extrusionOk="0">
                    <a:moveTo>
                      <a:pt x="961174" y="0"/>
                    </a:moveTo>
                    <a:lnTo>
                      <a:pt x="0" y="961174"/>
                    </a:lnTo>
                    <a:lnTo>
                      <a:pt x="0" y="1093711"/>
                    </a:lnTo>
                    <a:lnTo>
                      <a:pt x="961174" y="132537"/>
                    </a:lnTo>
                    <a:lnTo>
                      <a:pt x="961174"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3" name="Google Shape;253;p9"/>
              <p:cNvSpPr/>
              <p:nvPr/>
            </p:nvSpPr>
            <p:spPr>
              <a:xfrm>
                <a:off x="6796696" y="3165678"/>
                <a:ext cx="1105535" cy="961390"/>
              </a:xfrm>
              <a:custGeom>
                <a:avLst/>
                <a:gdLst/>
                <a:ahLst/>
                <a:cxnLst/>
                <a:rect l="l" t="t" r="r" b="b"/>
                <a:pathLst>
                  <a:path w="1105534" h="961389" extrusionOk="0">
                    <a:moveTo>
                      <a:pt x="1105522" y="0"/>
                    </a:moveTo>
                    <a:lnTo>
                      <a:pt x="961174" y="0"/>
                    </a:lnTo>
                    <a:lnTo>
                      <a:pt x="0" y="961174"/>
                    </a:lnTo>
                    <a:lnTo>
                      <a:pt x="144348" y="961174"/>
                    </a:lnTo>
                    <a:lnTo>
                      <a:pt x="1105522"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4" name="Google Shape;254;p9"/>
              <p:cNvSpPr/>
              <p:nvPr/>
            </p:nvSpPr>
            <p:spPr>
              <a:xfrm>
                <a:off x="6796696" y="3165678"/>
                <a:ext cx="1105535" cy="1093470"/>
              </a:xfrm>
              <a:custGeom>
                <a:avLst/>
                <a:gdLst/>
                <a:ahLst/>
                <a:cxnLst/>
                <a:rect l="l" t="t" r="r" b="b"/>
                <a:pathLst>
                  <a:path w="1105534" h="1093470" extrusionOk="0">
                    <a:moveTo>
                      <a:pt x="0" y="960678"/>
                    </a:moveTo>
                    <a:lnTo>
                      <a:pt x="960677" y="0"/>
                    </a:lnTo>
                    <a:lnTo>
                      <a:pt x="1104956" y="0"/>
                    </a:lnTo>
                    <a:lnTo>
                      <a:pt x="1104956" y="132467"/>
                    </a:lnTo>
                    <a:lnTo>
                      <a:pt x="144276" y="1093142"/>
                    </a:lnTo>
                    <a:lnTo>
                      <a:pt x="0" y="1093142"/>
                    </a:lnTo>
                    <a:lnTo>
                      <a:pt x="0" y="960678"/>
                    </a:lnTo>
                    <a:close/>
                  </a:path>
                  <a:path w="1105534" h="1093470" extrusionOk="0">
                    <a:moveTo>
                      <a:pt x="0" y="960678"/>
                    </a:moveTo>
                    <a:lnTo>
                      <a:pt x="144276" y="960678"/>
                    </a:lnTo>
                    <a:lnTo>
                      <a:pt x="1104956" y="0"/>
                    </a:lnTo>
                  </a:path>
                  <a:path w="1105534" h="1093470" extrusionOk="0">
                    <a:moveTo>
                      <a:pt x="144276" y="960678"/>
                    </a:moveTo>
                    <a:lnTo>
                      <a:pt x="144276" y="1093142"/>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5" name="Google Shape;255;p9"/>
              <p:cNvSpPr/>
              <p:nvPr/>
            </p:nvSpPr>
            <p:spPr>
              <a:xfrm>
                <a:off x="6252171" y="3689426"/>
                <a:ext cx="544830" cy="127000"/>
              </a:xfrm>
              <a:custGeom>
                <a:avLst/>
                <a:gdLst/>
                <a:ahLst/>
                <a:cxnLst/>
                <a:rect l="l" t="t" r="r" b="b"/>
                <a:pathLst>
                  <a:path w="544829" h="127000" extrusionOk="0">
                    <a:moveTo>
                      <a:pt x="417525" y="0"/>
                    </a:moveTo>
                    <a:lnTo>
                      <a:pt x="417525" y="50800"/>
                    </a:lnTo>
                    <a:lnTo>
                      <a:pt x="0" y="50800"/>
                    </a:lnTo>
                    <a:lnTo>
                      <a:pt x="0" y="76200"/>
                    </a:lnTo>
                    <a:lnTo>
                      <a:pt x="417525" y="76200"/>
                    </a:lnTo>
                    <a:lnTo>
                      <a:pt x="417525" y="127000"/>
                    </a:lnTo>
                    <a:lnTo>
                      <a:pt x="544525" y="63500"/>
                    </a:lnTo>
                    <a:lnTo>
                      <a:pt x="4175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56" name="Google Shape;256;p9"/>
            <p:cNvSpPr txBox="1"/>
            <p:nvPr/>
          </p:nvSpPr>
          <p:spPr>
            <a:xfrm>
              <a:off x="5021427" y="4590910"/>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13</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13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256</a:t>
              </a:r>
              <a:endParaRPr sz="1800" b="0" i="0" u="none" strike="noStrike" cap="none">
                <a:solidFill>
                  <a:srgbClr val="000000"/>
                </a:solidFill>
                <a:latin typeface="Cambria"/>
                <a:ea typeface="Cambria"/>
                <a:cs typeface="Cambria"/>
                <a:sym typeface="Cambria"/>
              </a:endParaRPr>
            </a:p>
          </p:txBody>
        </p:sp>
        <p:sp>
          <p:nvSpPr>
            <p:cNvPr id="257" name="Google Shape;257;p9"/>
            <p:cNvSpPr txBox="1"/>
            <p:nvPr/>
          </p:nvSpPr>
          <p:spPr>
            <a:xfrm>
              <a:off x="6695465" y="4590910"/>
              <a:ext cx="1040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6</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6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256</a:t>
              </a:r>
              <a:endParaRPr sz="1800" b="0" i="0" u="none" strike="noStrike" cap="none">
                <a:solidFill>
                  <a:srgbClr val="000000"/>
                </a:solidFill>
                <a:latin typeface="Cambria"/>
                <a:ea typeface="Cambria"/>
                <a:cs typeface="Cambria"/>
                <a:sym typeface="Cambria"/>
              </a:endParaRPr>
            </a:p>
          </p:txBody>
        </p:sp>
        <p:sp>
          <p:nvSpPr>
            <p:cNvPr id="258" name="Google Shape;258;p9"/>
            <p:cNvSpPr txBox="1"/>
            <p:nvPr/>
          </p:nvSpPr>
          <p:spPr>
            <a:xfrm>
              <a:off x="8507577" y="4608969"/>
              <a:ext cx="5340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9216</a:t>
              </a:r>
              <a:endParaRPr sz="1800" b="0" i="0" u="none" strike="noStrike" cap="none">
                <a:solidFill>
                  <a:srgbClr val="000000"/>
                </a:solidFill>
                <a:latin typeface="Cambria"/>
                <a:ea typeface="Cambria"/>
                <a:cs typeface="Cambria"/>
                <a:sym typeface="Cambria"/>
              </a:endParaRPr>
            </a:p>
          </p:txBody>
        </p:sp>
        <p:sp>
          <p:nvSpPr>
            <p:cNvPr id="259" name="Google Shape;259;p9"/>
            <p:cNvSpPr txBox="1"/>
            <p:nvPr/>
          </p:nvSpPr>
          <p:spPr>
            <a:xfrm>
              <a:off x="9510217" y="4607140"/>
              <a:ext cx="5340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4096</a:t>
              </a:r>
              <a:endParaRPr sz="1800" b="0" i="0" u="none" strike="noStrike" cap="none">
                <a:solidFill>
                  <a:srgbClr val="000000"/>
                </a:solidFill>
                <a:latin typeface="Cambria"/>
                <a:ea typeface="Cambria"/>
                <a:cs typeface="Cambria"/>
                <a:sym typeface="Cambria"/>
              </a:endParaRPr>
            </a:p>
          </p:txBody>
        </p:sp>
        <p:sp>
          <p:nvSpPr>
            <p:cNvPr id="260" name="Google Shape;260;p9"/>
            <p:cNvSpPr/>
            <p:nvPr/>
          </p:nvSpPr>
          <p:spPr>
            <a:xfrm>
              <a:off x="10657967" y="2799511"/>
              <a:ext cx="274320" cy="274320"/>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1" name="Google Shape;261;p9"/>
            <p:cNvSpPr/>
            <p:nvPr/>
          </p:nvSpPr>
          <p:spPr>
            <a:xfrm>
              <a:off x="10657967" y="3172879"/>
              <a:ext cx="274320" cy="274320"/>
            </a:xfrm>
            <a:custGeom>
              <a:avLst/>
              <a:gdLst/>
              <a:ahLst/>
              <a:cxnLst/>
              <a:rect l="l" t="t" r="r" b="b"/>
              <a:pathLst>
                <a:path w="274320" h="274320"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2" name="Google Shape;262;p9"/>
            <p:cNvSpPr/>
            <p:nvPr/>
          </p:nvSpPr>
          <p:spPr>
            <a:xfrm>
              <a:off x="10657967" y="4281551"/>
              <a:ext cx="274320" cy="274320"/>
            </a:xfrm>
            <a:custGeom>
              <a:avLst/>
              <a:gdLst/>
              <a:ahLst/>
              <a:cxnLst/>
              <a:rect l="l" t="t" r="r" b="b"/>
              <a:pathLst>
                <a:path w="274320" h="274320"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3" name="Google Shape;263;p9"/>
            <p:cNvSpPr txBox="1"/>
            <p:nvPr/>
          </p:nvSpPr>
          <p:spPr>
            <a:xfrm>
              <a:off x="10611675" y="2735719"/>
              <a:ext cx="367030" cy="1851025"/>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45"/>
                </a:spcBef>
                <a:spcAft>
                  <a:spcPts val="0"/>
                </a:spcAft>
                <a:buClr>
                  <a:srgbClr val="000000"/>
                </a:buClr>
                <a:buSzPts val="2750"/>
                <a:buFont typeface="Arial"/>
                <a:buNone/>
              </a:pPr>
              <a:endParaRPr sz="275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5"/>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endParaRPr sz="1800" b="0" i="0" u="none" strike="noStrike" cap="none">
                <a:solidFill>
                  <a:srgbClr val="000000"/>
                </a:solidFill>
                <a:latin typeface="Cambria Math"/>
                <a:ea typeface="Cambria Math"/>
                <a:cs typeface="Cambria Math"/>
                <a:sym typeface="Cambria Math"/>
              </a:endParaRPr>
            </a:p>
          </p:txBody>
        </p:sp>
        <p:sp>
          <p:nvSpPr>
            <p:cNvPr id="264" name="Google Shape;264;p9"/>
            <p:cNvSpPr txBox="1"/>
            <p:nvPr/>
          </p:nvSpPr>
          <p:spPr>
            <a:xfrm>
              <a:off x="10525023" y="4599927"/>
              <a:ext cx="5340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4096</a:t>
              </a:r>
              <a:endParaRPr sz="1800" b="0" i="0" u="none" strike="noStrike" cap="none">
                <a:solidFill>
                  <a:srgbClr val="000000"/>
                </a:solidFill>
                <a:latin typeface="Cambria"/>
                <a:ea typeface="Cambria"/>
                <a:cs typeface="Cambria"/>
                <a:sym typeface="Cambria"/>
              </a:endParaRPr>
            </a:p>
          </p:txBody>
        </p:sp>
        <p:sp>
          <p:nvSpPr>
            <p:cNvPr id="265" name="Google Shape;265;p9"/>
            <p:cNvSpPr/>
            <p:nvPr/>
          </p:nvSpPr>
          <p:spPr>
            <a:xfrm>
              <a:off x="152716" y="3713556"/>
              <a:ext cx="544830" cy="127000"/>
            </a:xfrm>
            <a:custGeom>
              <a:avLst/>
              <a:gdLst/>
              <a:ahLst/>
              <a:cxnLst/>
              <a:rect l="l" t="t" r="r" b="b"/>
              <a:pathLst>
                <a:path w="544830" h="127000" extrusionOk="0">
                  <a:moveTo>
                    <a:pt x="417525" y="0"/>
                  </a:moveTo>
                  <a:lnTo>
                    <a:pt x="417525" y="50800"/>
                  </a:lnTo>
                  <a:lnTo>
                    <a:pt x="0" y="50800"/>
                  </a:lnTo>
                  <a:lnTo>
                    <a:pt x="0" y="76200"/>
                  </a:lnTo>
                  <a:lnTo>
                    <a:pt x="417525" y="76200"/>
                  </a:lnTo>
                  <a:lnTo>
                    <a:pt x="417525" y="127000"/>
                  </a:lnTo>
                  <a:lnTo>
                    <a:pt x="544525" y="63500"/>
                  </a:lnTo>
                  <a:lnTo>
                    <a:pt x="4175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66" name="Google Shape;266;p9"/>
            <p:cNvSpPr txBox="1"/>
            <p:nvPr/>
          </p:nvSpPr>
          <p:spPr>
            <a:xfrm>
              <a:off x="2135327" y="1786547"/>
              <a:ext cx="722630" cy="510540"/>
            </a:xfrm>
            <a:prstGeom prst="rect">
              <a:avLst/>
            </a:prstGeom>
            <a:noFill/>
            <a:ln>
              <a:noFill/>
            </a:ln>
          </p:spPr>
          <p:txBody>
            <a:bodyPr spcFirstLastPara="1" wrap="square" lIns="0" tIns="12700" rIns="0" bIns="0" anchor="t" anchorCtr="0">
              <a:spAutoFit/>
            </a:bodyPr>
            <a:lstStyle/>
            <a:p>
              <a:pPr marL="0" marR="0" lvl="0" indent="0" algn="ctr"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11 </a:t>
              </a:r>
              <a:r>
                <a:rPr lang="en-US" sz="1600" b="0" i="0" u="none" strike="noStrike" cap="none">
                  <a:solidFill>
                    <a:srgbClr val="000000"/>
                  </a:solidFill>
                  <a:latin typeface="Cambria Math"/>
                  <a:ea typeface="Cambria Math"/>
                  <a:cs typeface="Cambria Math"/>
                  <a:sym typeface="Cambria Math"/>
                </a:rPr>
                <a:t>× </a:t>
              </a:r>
              <a:r>
                <a:rPr lang="en-US" sz="1600" b="0" i="0" u="none" strike="noStrike" cap="none">
                  <a:solidFill>
                    <a:srgbClr val="000000"/>
                  </a:solidFill>
                  <a:latin typeface="Cambria"/>
                  <a:ea typeface="Cambria"/>
                  <a:cs typeface="Cambria"/>
                  <a:sym typeface="Cambria"/>
                </a:rPr>
                <a:t>11</a:t>
              </a:r>
              <a:endParaRPr sz="1600" b="0" i="0" u="none" strike="noStrike" cap="none">
                <a:solidFill>
                  <a:srgbClr val="000000"/>
                </a:solidFill>
                <a:latin typeface="Cambria"/>
                <a:ea typeface="Cambria"/>
                <a:cs typeface="Cambria"/>
                <a:sym typeface="Cambria"/>
              </a:endParaRPr>
            </a:p>
            <a:p>
              <a:pPr marL="0" marR="0" lvl="0" indent="0" algn="ctr"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s = 4</a:t>
              </a:r>
              <a:endParaRPr sz="1600" b="0" i="0" u="none" strike="noStrike" cap="none">
                <a:solidFill>
                  <a:srgbClr val="000000"/>
                </a:solidFill>
                <a:latin typeface="Cambria"/>
                <a:ea typeface="Cambria"/>
                <a:cs typeface="Cambria"/>
                <a:sym typeface="Cambria"/>
              </a:endParaRPr>
            </a:p>
          </p:txBody>
        </p:sp>
        <p:sp>
          <p:nvSpPr>
            <p:cNvPr id="267" name="Google Shape;267;p9"/>
            <p:cNvSpPr txBox="1"/>
            <p:nvPr/>
          </p:nvSpPr>
          <p:spPr>
            <a:xfrm>
              <a:off x="4299000" y="1752003"/>
              <a:ext cx="497840" cy="510540"/>
            </a:xfrm>
            <a:prstGeom prst="rect">
              <a:avLst/>
            </a:prstGeom>
            <a:noFill/>
            <a:ln>
              <a:noFill/>
            </a:ln>
          </p:spPr>
          <p:txBody>
            <a:bodyPr spcFirstLastPara="1" wrap="square" lIns="0" tIns="12700" rIns="0" bIns="0" anchor="t" anchorCtr="0">
              <a:spAutoFit/>
            </a:bodyPr>
            <a:lstStyle/>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3 </a:t>
              </a:r>
              <a:r>
                <a:rPr lang="en-US" sz="1600" b="0" i="0" u="none" strike="noStrike" cap="none">
                  <a:solidFill>
                    <a:srgbClr val="000000"/>
                  </a:solidFill>
                  <a:latin typeface="Cambria Math"/>
                  <a:ea typeface="Cambria Math"/>
                  <a:cs typeface="Cambria Math"/>
                  <a:sym typeface="Cambria Math"/>
                </a:rPr>
                <a:t>× </a:t>
              </a:r>
              <a:r>
                <a:rPr lang="en-US" sz="1600" b="0" i="0" u="none" strike="noStrike" cap="none">
                  <a:solidFill>
                    <a:srgbClr val="000000"/>
                  </a:solidFill>
                  <a:latin typeface="Cambria"/>
                  <a:ea typeface="Cambria"/>
                  <a:cs typeface="Cambria"/>
                  <a:sym typeface="Cambria"/>
                </a:rPr>
                <a:t>3</a:t>
              </a:r>
              <a:endParaRPr sz="1600" b="0" i="0" u="none" strike="noStrike" cap="none">
                <a:solidFill>
                  <a:srgbClr val="000000"/>
                </a:solidFill>
                <a:latin typeface="Cambria"/>
                <a:ea typeface="Cambria"/>
                <a:cs typeface="Cambria"/>
                <a:sym typeface="Cambria"/>
              </a:endParaRPr>
            </a:p>
            <a:p>
              <a:pPr marL="26034"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s = 2</a:t>
              </a:r>
              <a:endParaRPr sz="1600" b="0" i="0" u="none" strike="noStrike" cap="none">
                <a:solidFill>
                  <a:srgbClr val="000000"/>
                </a:solidFill>
                <a:latin typeface="Cambria"/>
                <a:ea typeface="Cambria"/>
                <a:cs typeface="Cambria"/>
                <a:sym typeface="Cambria"/>
              </a:endParaRPr>
            </a:p>
          </p:txBody>
        </p:sp>
        <p:sp>
          <p:nvSpPr>
            <p:cNvPr id="268" name="Google Shape;268;p9"/>
            <p:cNvSpPr txBox="1"/>
            <p:nvPr/>
          </p:nvSpPr>
          <p:spPr>
            <a:xfrm>
              <a:off x="4265383" y="1153756"/>
              <a:ext cx="1020444"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ambria"/>
                  <a:ea typeface="Cambria"/>
                  <a:cs typeface="Cambria"/>
                  <a:sym typeface="Cambria"/>
                </a:rPr>
                <a:t>MAX-POOL</a:t>
              </a:r>
              <a:endParaRPr sz="1400" b="0" i="0" u="none" strike="noStrike" cap="none">
                <a:solidFill>
                  <a:srgbClr val="000000"/>
                </a:solidFill>
                <a:latin typeface="Cambria"/>
                <a:ea typeface="Cambria"/>
                <a:cs typeface="Cambria"/>
                <a:sym typeface="Cambria"/>
              </a:endParaRPr>
            </a:p>
          </p:txBody>
        </p:sp>
        <p:sp>
          <p:nvSpPr>
            <p:cNvPr id="269" name="Google Shape;269;p9"/>
            <p:cNvSpPr txBox="1"/>
            <p:nvPr/>
          </p:nvSpPr>
          <p:spPr>
            <a:xfrm>
              <a:off x="6348717" y="1756752"/>
              <a:ext cx="514984" cy="510540"/>
            </a:xfrm>
            <a:prstGeom prst="rect">
              <a:avLst/>
            </a:prstGeom>
            <a:noFill/>
            <a:ln>
              <a:noFill/>
            </a:ln>
          </p:spPr>
          <p:txBody>
            <a:bodyPr spcFirstLastPara="1" wrap="square" lIns="0" tIns="12700" rIns="0" bIns="0" anchor="t" anchorCtr="0">
              <a:spAutoFit/>
            </a:bodyPr>
            <a:lstStyle/>
            <a:p>
              <a:pPr marL="20955"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5 </a:t>
              </a:r>
              <a:r>
                <a:rPr lang="en-US" sz="1600" b="0" i="0" u="none" strike="noStrike" cap="none">
                  <a:solidFill>
                    <a:srgbClr val="000000"/>
                  </a:solidFill>
                  <a:latin typeface="Cambria Math"/>
                  <a:ea typeface="Cambria Math"/>
                  <a:cs typeface="Cambria Math"/>
                  <a:sym typeface="Cambria Math"/>
                </a:rPr>
                <a:t>× </a:t>
              </a:r>
              <a:r>
                <a:rPr lang="en-US" sz="1600" b="0" i="0" u="none" strike="noStrike" cap="none">
                  <a:solidFill>
                    <a:srgbClr val="000000"/>
                  </a:solidFill>
                  <a:latin typeface="Cambria"/>
                  <a:ea typeface="Cambria"/>
                  <a:cs typeface="Cambria"/>
                  <a:sym typeface="Cambria"/>
                </a:rPr>
                <a:t>5</a:t>
              </a:r>
              <a:endParaRPr sz="1600" b="0" i="0" u="none" strike="noStrike" cap="none">
                <a:solidFill>
                  <a:srgbClr val="000000"/>
                </a:solidFill>
                <a:latin typeface="Cambria"/>
                <a:ea typeface="Cambria"/>
                <a:cs typeface="Cambria"/>
                <a:sym typeface="Cambria"/>
              </a:endParaRPr>
            </a:p>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same</a:t>
              </a:r>
              <a:endParaRPr sz="1600" b="0" i="0" u="none" strike="noStrike" cap="none">
                <a:solidFill>
                  <a:srgbClr val="000000"/>
                </a:solidFill>
                <a:latin typeface="Cambria"/>
                <a:ea typeface="Cambria"/>
                <a:cs typeface="Cambria"/>
                <a:sym typeface="Cambria"/>
              </a:endParaRPr>
            </a:p>
          </p:txBody>
        </p:sp>
        <p:sp>
          <p:nvSpPr>
            <p:cNvPr id="270" name="Google Shape;270;p9"/>
            <p:cNvSpPr txBox="1"/>
            <p:nvPr/>
          </p:nvSpPr>
          <p:spPr>
            <a:xfrm>
              <a:off x="8535352" y="1755737"/>
              <a:ext cx="497840" cy="510540"/>
            </a:xfrm>
            <a:prstGeom prst="rect">
              <a:avLst/>
            </a:prstGeom>
            <a:noFill/>
            <a:ln>
              <a:noFill/>
            </a:ln>
          </p:spPr>
          <p:txBody>
            <a:bodyPr spcFirstLastPara="1" wrap="square" lIns="0" tIns="12700" rIns="0" bIns="0" anchor="t" anchorCtr="0">
              <a:spAutoFit/>
            </a:bodyPr>
            <a:lstStyle/>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3 </a:t>
              </a:r>
              <a:r>
                <a:rPr lang="en-US" sz="1600" b="0" i="0" u="none" strike="noStrike" cap="none">
                  <a:solidFill>
                    <a:srgbClr val="000000"/>
                  </a:solidFill>
                  <a:latin typeface="Cambria Math"/>
                  <a:ea typeface="Cambria Math"/>
                  <a:cs typeface="Cambria Math"/>
                  <a:sym typeface="Cambria Math"/>
                </a:rPr>
                <a:t>× </a:t>
              </a:r>
              <a:r>
                <a:rPr lang="en-US" sz="1600" b="0" i="0" u="none" strike="noStrike" cap="none">
                  <a:solidFill>
                    <a:srgbClr val="000000"/>
                  </a:solidFill>
                  <a:latin typeface="Cambria"/>
                  <a:ea typeface="Cambria"/>
                  <a:cs typeface="Cambria"/>
                  <a:sym typeface="Cambria"/>
                </a:rPr>
                <a:t>3</a:t>
              </a:r>
              <a:endParaRPr sz="1600" b="0" i="0" u="none" strike="noStrike" cap="none">
                <a:solidFill>
                  <a:srgbClr val="000000"/>
                </a:solidFill>
                <a:latin typeface="Cambria"/>
                <a:ea typeface="Cambria"/>
                <a:cs typeface="Cambria"/>
                <a:sym typeface="Cambria"/>
              </a:endParaRPr>
            </a:p>
            <a:p>
              <a:pPr marL="26034"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s = 2</a:t>
              </a:r>
              <a:endParaRPr sz="1600" b="0" i="0" u="none" strike="noStrike" cap="none">
                <a:solidFill>
                  <a:srgbClr val="000000"/>
                </a:solidFill>
                <a:latin typeface="Cambria"/>
                <a:ea typeface="Cambria"/>
                <a:cs typeface="Cambria"/>
                <a:sym typeface="Cambria"/>
              </a:endParaRPr>
            </a:p>
          </p:txBody>
        </p:sp>
        <p:sp>
          <p:nvSpPr>
            <p:cNvPr id="271" name="Google Shape;271;p9"/>
            <p:cNvSpPr txBox="1"/>
            <p:nvPr/>
          </p:nvSpPr>
          <p:spPr>
            <a:xfrm>
              <a:off x="8501557" y="1157478"/>
              <a:ext cx="1020444"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ambria"/>
                  <a:ea typeface="Cambria"/>
                  <a:cs typeface="Cambria"/>
                  <a:sym typeface="Cambria"/>
                </a:rPr>
                <a:t>MAX-POOL</a:t>
              </a:r>
              <a:endParaRPr sz="1400" b="0" i="0" u="none" strike="noStrike" cap="none">
                <a:solidFill>
                  <a:srgbClr val="000000"/>
                </a:solidFill>
                <a:latin typeface="Cambria"/>
                <a:ea typeface="Cambria"/>
                <a:cs typeface="Cambria"/>
                <a:sym typeface="Cambria"/>
              </a:endParaRPr>
            </a:p>
          </p:txBody>
        </p:sp>
        <p:sp>
          <p:nvSpPr>
            <p:cNvPr id="272" name="Google Shape;272;p9"/>
            <p:cNvSpPr txBox="1"/>
            <p:nvPr/>
          </p:nvSpPr>
          <p:spPr>
            <a:xfrm>
              <a:off x="2169283" y="3917124"/>
              <a:ext cx="497840" cy="2692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3 </a:t>
              </a:r>
              <a:r>
                <a:rPr lang="en-US" sz="1600" b="0" i="0" u="none" strike="noStrike" cap="none">
                  <a:solidFill>
                    <a:srgbClr val="000000"/>
                  </a:solidFill>
                  <a:latin typeface="Cambria Math"/>
                  <a:ea typeface="Cambria Math"/>
                  <a:cs typeface="Cambria Math"/>
                  <a:sym typeface="Cambria Math"/>
                </a:rPr>
                <a:t>× </a:t>
              </a:r>
              <a:r>
                <a:rPr lang="en-US" sz="1600" b="0" i="0" u="none" strike="noStrike" cap="none">
                  <a:solidFill>
                    <a:srgbClr val="000000"/>
                  </a:solidFill>
                  <a:latin typeface="Cambria"/>
                  <a:ea typeface="Cambria"/>
                  <a:cs typeface="Cambria"/>
                  <a:sym typeface="Cambria"/>
                </a:rPr>
                <a:t>3</a:t>
              </a:r>
              <a:endParaRPr sz="1600" b="0" i="0" u="none" strike="noStrike" cap="none">
                <a:solidFill>
                  <a:srgbClr val="000000"/>
                </a:solidFill>
                <a:latin typeface="Cambria"/>
                <a:ea typeface="Cambria"/>
                <a:cs typeface="Cambria"/>
                <a:sym typeface="Cambria"/>
              </a:endParaRPr>
            </a:p>
          </p:txBody>
        </p:sp>
        <p:sp>
          <p:nvSpPr>
            <p:cNvPr id="273" name="Google Shape;273;p9"/>
            <p:cNvSpPr txBox="1"/>
            <p:nvPr/>
          </p:nvSpPr>
          <p:spPr>
            <a:xfrm>
              <a:off x="4239078" y="3923017"/>
              <a:ext cx="497840" cy="2692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3 </a:t>
              </a:r>
              <a:r>
                <a:rPr lang="en-US" sz="1600" b="0" i="0" u="none" strike="noStrike" cap="none">
                  <a:solidFill>
                    <a:srgbClr val="000000"/>
                  </a:solidFill>
                  <a:latin typeface="Cambria Math"/>
                  <a:ea typeface="Cambria Math"/>
                  <a:cs typeface="Cambria Math"/>
                  <a:sym typeface="Cambria Math"/>
                </a:rPr>
                <a:t>× </a:t>
              </a:r>
              <a:r>
                <a:rPr lang="en-US" sz="1600" b="0" i="0" u="none" strike="noStrike" cap="none">
                  <a:solidFill>
                    <a:srgbClr val="000000"/>
                  </a:solidFill>
                  <a:latin typeface="Cambria"/>
                  <a:ea typeface="Cambria"/>
                  <a:cs typeface="Cambria"/>
                  <a:sym typeface="Cambria"/>
                </a:rPr>
                <a:t>3</a:t>
              </a:r>
              <a:endParaRPr sz="1600" b="0" i="0" u="none" strike="noStrike" cap="none">
                <a:solidFill>
                  <a:srgbClr val="000000"/>
                </a:solidFill>
                <a:latin typeface="Cambria"/>
                <a:ea typeface="Cambria"/>
                <a:cs typeface="Cambria"/>
                <a:sym typeface="Cambria"/>
              </a:endParaRPr>
            </a:p>
          </p:txBody>
        </p:sp>
        <p:sp>
          <p:nvSpPr>
            <p:cNvPr id="274" name="Google Shape;274;p9"/>
            <p:cNvSpPr txBox="1"/>
            <p:nvPr/>
          </p:nvSpPr>
          <p:spPr>
            <a:xfrm>
              <a:off x="6190204" y="3897414"/>
              <a:ext cx="497840" cy="510540"/>
            </a:xfrm>
            <a:prstGeom prst="rect">
              <a:avLst/>
            </a:prstGeom>
            <a:noFill/>
            <a:ln>
              <a:noFill/>
            </a:ln>
          </p:spPr>
          <p:txBody>
            <a:bodyPr spcFirstLastPara="1" wrap="square" lIns="0" tIns="12700" rIns="0" bIns="0" anchor="t" anchorCtr="0">
              <a:spAutoFit/>
            </a:bodyPr>
            <a:lstStyle/>
            <a:p>
              <a:pPr marL="12700"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3 </a:t>
              </a:r>
              <a:r>
                <a:rPr lang="en-US" sz="1600" b="0" i="0" u="none" strike="noStrike" cap="none">
                  <a:solidFill>
                    <a:srgbClr val="000000"/>
                  </a:solidFill>
                  <a:latin typeface="Cambria Math"/>
                  <a:ea typeface="Cambria Math"/>
                  <a:cs typeface="Cambria Math"/>
                  <a:sym typeface="Cambria Math"/>
                </a:rPr>
                <a:t>× </a:t>
              </a:r>
              <a:r>
                <a:rPr lang="en-US" sz="1600" b="0" i="0" u="none" strike="noStrike" cap="none">
                  <a:solidFill>
                    <a:srgbClr val="000000"/>
                  </a:solidFill>
                  <a:latin typeface="Cambria"/>
                  <a:ea typeface="Cambria"/>
                  <a:cs typeface="Cambria"/>
                  <a:sym typeface="Cambria"/>
                </a:rPr>
                <a:t>3</a:t>
              </a:r>
              <a:endParaRPr sz="1600" b="0" i="0" u="none" strike="noStrike" cap="none">
                <a:solidFill>
                  <a:srgbClr val="000000"/>
                </a:solidFill>
                <a:latin typeface="Cambria"/>
                <a:ea typeface="Cambria"/>
                <a:cs typeface="Cambria"/>
                <a:sym typeface="Cambria"/>
              </a:endParaRPr>
            </a:p>
            <a:p>
              <a:pPr marL="26034" marR="0" lvl="0" indent="0" algn="l" rtl="0">
                <a:lnSpc>
                  <a:spcPct val="119375"/>
                </a:lnSpc>
                <a:spcBef>
                  <a:spcPts val="0"/>
                </a:spcBef>
                <a:spcAft>
                  <a:spcPts val="0"/>
                </a:spcAft>
                <a:buClr>
                  <a:srgbClr val="000000"/>
                </a:buClr>
                <a:buSzPts val="1600"/>
                <a:buFont typeface="Arial"/>
                <a:buNone/>
              </a:pPr>
              <a:r>
                <a:rPr lang="en-US" sz="1600" b="0" i="0" u="none" strike="noStrike" cap="none">
                  <a:solidFill>
                    <a:srgbClr val="000000"/>
                  </a:solidFill>
                  <a:latin typeface="Cambria"/>
                  <a:ea typeface="Cambria"/>
                  <a:cs typeface="Cambria"/>
                  <a:sym typeface="Cambria"/>
                </a:rPr>
                <a:t>s = 2</a:t>
              </a:r>
              <a:endParaRPr sz="1600" b="0" i="0" u="none" strike="noStrike" cap="none">
                <a:solidFill>
                  <a:srgbClr val="000000"/>
                </a:solidFill>
                <a:latin typeface="Cambria"/>
                <a:ea typeface="Cambria"/>
                <a:cs typeface="Cambria"/>
                <a:sym typeface="Cambria"/>
              </a:endParaRPr>
            </a:p>
          </p:txBody>
        </p:sp>
        <p:sp>
          <p:nvSpPr>
            <p:cNvPr id="275" name="Google Shape;275;p9"/>
            <p:cNvSpPr txBox="1"/>
            <p:nvPr/>
          </p:nvSpPr>
          <p:spPr>
            <a:xfrm>
              <a:off x="6275438" y="3316592"/>
              <a:ext cx="1020444"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Cambria"/>
                  <a:ea typeface="Cambria"/>
                  <a:cs typeface="Cambria"/>
                  <a:sym typeface="Cambria"/>
                </a:rPr>
                <a:t>MAX-POOL</a:t>
              </a:r>
              <a:endParaRPr sz="1400" b="0" i="0" u="none" strike="noStrike" cap="none">
                <a:solidFill>
                  <a:srgbClr val="000000"/>
                </a:solidFill>
                <a:latin typeface="Cambria"/>
                <a:ea typeface="Cambria"/>
                <a:cs typeface="Cambria"/>
                <a:sym typeface="Cambria"/>
              </a:endParaRPr>
            </a:p>
          </p:txBody>
        </p:sp>
        <p:sp>
          <p:nvSpPr>
            <p:cNvPr id="276" name="Google Shape;276;p9"/>
            <p:cNvSpPr txBox="1"/>
            <p:nvPr/>
          </p:nvSpPr>
          <p:spPr>
            <a:xfrm>
              <a:off x="11287556" y="4010659"/>
              <a:ext cx="902969" cy="567055"/>
            </a:xfrm>
            <a:prstGeom prst="rect">
              <a:avLst/>
            </a:prstGeom>
            <a:noFill/>
            <a:ln>
              <a:noFill/>
            </a:ln>
          </p:spPr>
          <p:txBody>
            <a:bodyPr spcFirstLastPara="1" wrap="square" lIns="0" tIns="27925" rIns="0" bIns="0" anchor="t" anchorCtr="0">
              <a:spAutoFit/>
            </a:bodyPr>
            <a:lstStyle/>
            <a:p>
              <a:pPr marL="196850" marR="5080" lvl="0" indent="-184785" algn="l" rtl="0">
                <a:lnSpc>
                  <a:spcPct val="116666"/>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Softmax 1000</a:t>
              </a:r>
              <a:endParaRPr sz="1800" b="0" i="0" u="none" strike="noStrike" cap="none">
                <a:solidFill>
                  <a:srgbClr val="000000"/>
                </a:solidFill>
                <a:latin typeface="Cambria"/>
                <a:ea typeface="Cambria"/>
                <a:cs typeface="Cambria"/>
                <a:sym typeface="Cambria"/>
              </a:endParaRPr>
            </a:p>
          </p:txBody>
        </p:sp>
      </p:grpSp>
      <p:pic>
        <p:nvPicPr>
          <p:cNvPr id="281" name="Google Shape;281;p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130" name="TextBox 129"/>
          <p:cNvSpPr txBox="1"/>
          <p:nvPr/>
        </p:nvSpPr>
        <p:spPr>
          <a:xfrm>
            <a:off x="2366111" y="6288441"/>
            <a:ext cx="7334865" cy="461665"/>
          </a:xfrm>
          <a:prstGeom prst="rect">
            <a:avLst/>
          </a:prstGeom>
          <a:noFill/>
        </p:spPr>
        <p:txBody>
          <a:bodyPr wrap="square" rtlCol="0">
            <a:spAutoFit/>
          </a:bodyPr>
          <a:lstStyle/>
          <a:p>
            <a:pPr algn="ctr"/>
            <a:r>
              <a:rPr lang="en-US" sz="2400" dirty="0"/>
              <a:t>Architecture of the </a:t>
            </a:r>
            <a:r>
              <a:rPr lang="en-US" sz="2400" dirty="0" err="1"/>
              <a:t>AlexNet</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49"/>
        <p:cNvGrpSpPr/>
        <p:nvPr/>
      </p:nvGrpSpPr>
      <p:grpSpPr>
        <a:xfrm>
          <a:off x="0" y="0"/>
          <a:ext cx="0" cy="0"/>
          <a:chOff x="0" y="0"/>
          <a:chExt cx="0" cy="0"/>
        </a:xfrm>
      </p:grpSpPr>
      <p:pic>
        <p:nvPicPr>
          <p:cNvPr id="150" name="Google Shape;150;p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51" name="Google Shape;151;p8"/>
          <p:cNvSpPr txBox="1"/>
          <p:nvPr/>
        </p:nvSpPr>
        <p:spPr>
          <a:xfrm>
            <a:off x="403123" y="130478"/>
            <a:ext cx="3470787" cy="861744"/>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dirty="0" err="1">
                <a:solidFill>
                  <a:schemeClr val="dk1"/>
                </a:solidFill>
              </a:rPr>
              <a:t>AlexNet</a:t>
            </a:r>
            <a:endParaRPr sz="6600" i="0" u="none" strike="noStrike" cap="none" dirty="0">
              <a:solidFill>
                <a:schemeClr val="dk1"/>
              </a:solidFill>
            </a:endParaRPr>
          </a:p>
        </p:txBody>
      </p:sp>
      <p:pic>
        <p:nvPicPr>
          <p:cNvPr id="5123" name="Picture 3" descr="https://upload.wikimedia.org/wikipedia/commons/thumb/c/cc/Comparison_image_neural_networks.svg/720px-Comparison_image_neural_networks.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5057" y="1169203"/>
            <a:ext cx="8595957" cy="644696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1409638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285"/>
        <p:cNvGrpSpPr/>
        <p:nvPr/>
      </p:nvGrpSpPr>
      <p:grpSpPr>
        <a:xfrm>
          <a:off x="0" y="0"/>
          <a:ext cx="0" cy="0"/>
          <a:chOff x="0" y="0"/>
          <a:chExt cx="0" cy="0"/>
        </a:xfrm>
      </p:grpSpPr>
      <p:pic>
        <p:nvPicPr>
          <p:cNvPr id="286" name="Google Shape;286;p1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87" name="Google Shape;287;p10"/>
          <p:cNvSpPr txBox="1"/>
          <p:nvPr/>
        </p:nvSpPr>
        <p:spPr>
          <a:xfrm>
            <a:off x="0" y="228800"/>
            <a:ext cx="6722700" cy="20934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dirty="0">
                <a:solidFill>
                  <a:schemeClr val="dk1"/>
                </a:solidFill>
              </a:rPr>
              <a:t>VGG - 16</a:t>
            </a:r>
            <a:endParaRPr sz="4400" i="0" u="none" strike="noStrike" cap="none" dirty="0">
              <a:solidFill>
                <a:schemeClr val="dk1"/>
              </a:solidFill>
            </a:endParaRPr>
          </a:p>
          <a:p>
            <a:pPr marL="12700" marR="0" lvl="0" indent="0" algn="l" rtl="0">
              <a:lnSpc>
                <a:spcPct val="100000"/>
              </a:lnSpc>
              <a:spcBef>
                <a:spcPts val="0"/>
              </a:spcBef>
              <a:spcAft>
                <a:spcPts val="0"/>
              </a:spcAft>
              <a:buClr>
                <a:schemeClr val="dk1"/>
              </a:buClr>
              <a:buSzPts val="6600"/>
              <a:buFont typeface="Arial"/>
              <a:buNone/>
            </a:pPr>
            <a:endParaRPr sz="6600" i="0" u="none" strike="noStrike" cap="none"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400" i="0" u="none" strike="noStrike" cap="none" dirty="0">
              <a:solidFill>
                <a:srgbClr val="000000"/>
              </a:solidFill>
            </a:endParaRPr>
          </a:p>
        </p:txBody>
      </p:sp>
      <p:sp>
        <p:nvSpPr>
          <p:cNvPr id="288" name="Google Shape;288;p10"/>
          <p:cNvSpPr txBox="1"/>
          <p:nvPr/>
        </p:nvSpPr>
        <p:spPr>
          <a:xfrm>
            <a:off x="564850" y="1644800"/>
            <a:ext cx="11174866" cy="3877954"/>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t>VGG -16 was proposed by Karen </a:t>
            </a:r>
            <a:r>
              <a:rPr lang="en-US" sz="2400" dirty="0" err="1"/>
              <a:t>Simonyan</a:t>
            </a:r>
            <a:r>
              <a:rPr lang="en-US" sz="2400" dirty="0"/>
              <a:t> and Andrew Zisserman of the Visual Geometry Group Lab of Oxford University in 2014 in the paper “VERY DEEP CONVOLUTIONAL NETWORKS FOR LARGE-SCALE IMAGE RECOGNITION”.</a:t>
            </a:r>
          </a:p>
          <a:p>
            <a:pPr marL="342900" lvl="0" indent="-342900">
              <a:buSzPts val="2400"/>
              <a:buFont typeface="Arial" panose="020B0604020202020204" pitchFamily="34" charset="0"/>
              <a:buChar char="•"/>
            </a:pPr>
            <a:r>
              <a:rPr lang="en-US" sz="2400" dirty="0"/>
              <a:t>It was designed for the ImageNet Large Scale Visual Recognition Challenge, which is an annual competition to recognize objects in images from a thousand different categories.</a:t>
            </a:r>
            <a:endParaRPr lang="en-US" sz="2400" b="0" i="0" u="none" strike="noStrike" cap="none" dirty="0">
              <a:solidFill>
                <a:srgbClr val="000000"/>
              </a:solidFill>
              <a:latin typeface="Arial"/>
              <a:ea typeface="Arial"/>
              <a:cs typeface="Arial"/>
              <a:sym typeface="Arial"/>
            </a:endParaRPr>
          </a:p>
          <a:p>
            <a:pPr marL="342900" lvl="0" indent="-342900">
              <a:buSzPts val="2400"/>
              <a:buFont typeface="Arial" panose="020B0604020202020204" pitchFamily="34" charset="0"/>
              <a:buChar char="•"/>
            </a:pPr>
            <a:r>
              <a:rPr lang="en-US" sz="2400" dirty="0"/>
              <a:t>VGG-16 is a deep CNN architecture that consists of 16 layers, including 13 convolutional layers, 5 max pooling layers, and 3 fully connected layers. The input to the network is an RGB image of size 224x224.</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92"/>
        <p:cNvGrpSpPr/>
        <p:nvPr/>
      </p:nvGrpSpPr>
      <p:grpSpPr>
        <a:xfrm>
          <a:off x="0" y="0"/>
          <a:ext cx="0" cy="0"/>
          <a:chOff x="0" y="0"/>
          <a:chExt cx="0" cy="0"/>
        </a:xfrm>
      </p:grpSpPr>
      <p:sp>
        <p:nvSpPr>
          <p:cNvPr id="293" name="Google Shape;293;p11"/>
          <p:cNvSpPr txBox="1">
            <a:spLocks noGrp="1"/>
          </p:cNvSpPr>
          <p:nvPr>
            <p:ph type="title"/>
          </p:nvPr>
        </p:nvSpPr>
        <p:spPr>
          <a:xfrm>
            <a:off x="261620" y="139700"/>
            <a:ext cx="24180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VGG - 16</a:t>
            </a:r>
            <a:endParaRPr sz="4400">
              <a:latin typeface="Arial"/>
              <a:ea typeface="Arial"/>
              <a:cs typeface="Arial"/>
              <a:sym typeface="Arial"/>
            </a:endParaRPr>
          </a:p>
        </p:txBody>
      </p:sp>
      <p:grpSp>
        <p:nvGrpSpPr>
          <p:cNvPr id="294" name="Google Shape;294;p11"/>
          <p:cNvGrpSpPr/>
          <p:nvPr/>
        </p:nvGrpSpPr>
        <p:grpSpPr>
          <a:xfrm>
            <a:off x="254418" y="1310973"/>
            <a:ext cx="1893307" cy="1858632"/>
            <a:chOff x="254418" y="1310973"/>
            <a:chExt cx="1893307" cy="1858632"/>
          </a:xfrm>
        </p:grpSpPr>
        <p:sp>
          <p:nvSpPr>
            <p:cNvPr id="295" name="Google Shape;295;p11"/>
            <p:cNvSpPr/>
            <p:nvPr/>
          </p:nvSpPr>
          <p:spPr>
            <a:xfrm>
              <a:off x="490982" y="1317319"/>
              <a:ext cx="1651000" cy="1655445"/>
            </a:xfrm>
            <a:custGeom>
              <a:avLst/>
              <a:gdLst/>
              <a:ahLst/>
              <a:cxnLst/>
              <a:rect l="l" t="t" r="r" b="b"/>
              <a:pathLst>
                <a:path w="1651000" h="1655445" extrusionOk="0">
                  <a:moveTo>
                    <a:pt x="275107" y="0"/>
                  </a:moveTo>
                  <a:lnTo>
                    <a:pt x="0" y="0"/>
                  </a:lnTo>
                  <a:lnTo>
                    <a:pt x="0" y="87299"/>
                  </a:lnTo>
                  <a:lnTo>
                    <a:pt x="0" y="191135"/>
                  </a:lnTo>
                  <a:lnTo>
                    <a:pt x="0" y="275869"/>
                  </a:lnTo>
                  <a:lnTo>
                    <a:pt x="44894" y="275869"/>
                  </a:lnTo>
                  <a:lnTo>
                    <a:pt x="44894" y="191135"/>
                  </a:lnTo>
                  <a:lnTo>
                    <a:pt x="160820" y="191135"/>
                  </a:lnTo>
                  <a:lnTo>
                    <a:pt x="160820" y="87299"/>
                  </a:lnTo>
                  <a:lnTo>
                    <a:pt x="275107" y="87299"/>
                  </a:lnTo>
                  <a:lnTo>
                    <a:pt x="275107" y="0"/>
                  </a:lnTo>
                  <a:close/>
                </a:path>
                <a:path w="1651000" h="1655445" extrusionOk="0">
                  <a:moveTo>
                    <a:pt x="1650707" y="1379372"/>
                  </a:moveTo>
                  <a:lnTo>
                    <a:pt x="1420495" y="1379372"/>
                  </a:lnTo>
                  <a:lnTo>
                    <a:pt x="1420495" y="1466646"/>
                  </a:lnTo>
                  <a:lnTo>
                    <a:pt x="1536407" y="1466646"/>
                  </a:lnTo>
                  <a:lnTo>
                    <a:pt x="1536407" y="1655229"/>
                  </a:lnTo>
                  <a:lnTo>
                    <a:pt x="1650707" y="1655229"/>
                  </a:lnTo>
                  <a:lnTo>
                    <a:pt x="1650707" y="1466646"/>
                  </a:lnTo>
                  <a:lnTo>
                    <a:pt x="1650707" y="1379372"/>
                  </a:lnTo>
                  <a:close/>
                </a:path>
                <a:path w="1651000" h="1655445" extrusionOk="0">
                  <a:moveTo>
                    <a:pt x="1650707" y="551751"/>
                  </a:moveTo>
                  <a:lnTo>
                    <a:pt x="1420495" y="551751"/>
                  </a:lnTo>
                  <a:lnTo>
                    <a:pt x="1420495" y="639038"/>
                  </a:lnTo>
                  <a:lnTo>
                    <a:pt x="1536407" y="639038"/>
                  </a:lnTo>
                  <a:lnTo>
                    <a:pt x="1536407" y="827620"/>
                  </a:lnTo>
                  <a:lnTo>
                    <a:pt x="1420495" y="827620"/>
                  </a:lnTo>
                  <a:lnTo>
                    <a:pt x="1420495" y="914908"/>
                  </a:lnTo>
                  <a:lnTo>
                    <a:pt x="1536407" y="914908"/>
                  </a:lnTo>
                  <a:lnTo>
                    <a:pt x="1536407" y="1103490"/>
                  </a:lnTo>
                  <a:lnTo>
                    <a:pt x="1420495" y="1103490"/>
                  </a:lnTo>
                  <a:lnTo>
                    <a:pt x="1420495" y="1190777"/>
                  </a:lnTo>
                  <a:lnTo>
                    <a:pt x="1536407" y="1190777"/>
                  </a:lnTo>
                  <a:lnTo>
                    <a:pt x="1536407" y="1379359"/>
                  </a:lnTo>
                  <a:lnTo>
                    <a:pt x="1650707" y="1379359"/>
                  </a:lnTo>
                  <a:lnTo>
                    <a:pt x="1650707" y="1190777"/>
                  </a:lnTo>
                  <a:lnTo>
                    <a:pt x="1650707" y="1103490"/>
                  </a:lnTo>
                  <a:lnTo>
                    <a:pt x="1650707" y="914908"/>
                  </a:lnTo>
                  <a:lnTo>
                    <a:pt x="1650707" y="827620"/>
                  </a:lnTo>
                  <a:lnTo>
                    <a:pt x="1650707" y="639038"/>
                  </a:lnTo>
                  <a:lnTo>
                    <a:pt x="1650707" y="551751"/>
                  </a:lnTo>
                  <a:close/>
                </a:path>
                <a:path w="1651000" h="1655445" extrusionOk="0">
                  <a:moveTo>
                    <a:pt x="1650707" y="275882"/>
                  </a:moveTo>
                  <a:lnTo>
                    <a:pt x="1420495" y="275882"/>
                  </a:lnTo>
                  <a:lnTo>
                    <a:pt x="1420495" y="363156"/>
                  </a:lnTo>
                  <a:lnTo>
                    <a:pt x="1536407" y="363156"/>
                  </a:lnTo>
                  <a:lnTo>
                    <a:pt x="1536407" y="551738"/>
                  </a:lnTo>
                  <a:lnTo>
                    <a:pt x="1650707" y="551738"/>
                  </a:lnTo>
                  <a:lnTo>
                    <a:pt x="1650707" y="363156"/>
                  </a:lnTo>
                  <a:lnTo>
                    <a:pt x="1650707" y="275882"/>
                  </a:lnTo>
                  <a:close/>
                </a:path>
                <a:path w="1651000" h="1655445" extrusionOk="0">
                  <a:moveTo>
                    <a:pt x="1650707" y="0"/>
                  </a:moveTo>
                  <a:lnTo>
                    <a:pt x="1650707" y="0"/>
                  </a:lnTo>
                  <a:lnTo>
                    <a:pt x="275120" y="0"/>
                  </a:lnTo>
                  <a:lnTo>
                    <a:pt x="275120" y="87299"/>
                  </a:lnTo>
                  <a:lnTo>
                    <a:pt x="275120" y="191135"/>
                  </a:lnTo>
                  <a:lnTo>
                    <a:pt x="275120" y="275869"/>
                  </a:lnTo>
                  <a:lnTo>
                    <a:pt x="320014" y="275869"/>
                  </a:lnTo>
                  <a:lnTo>
                    <a:pt x="320014" y="191135"/>
                  </a:lnTo>
                  <a:lnTo>
                    <a:pt x="435927" y="191135"/>
                  </a:lnTo>
                  <a:lnTo>
                    <a:pt x="435927" y="87299"/>
                  </a:lnTo>
                  <a:lnTo>
                    <a:pt x="550240" y="87299"/>
                  </a:lnTo>
                  <a:lnTo>
                    <a:pt x="550240" y="191135"/>
                  </a:lnTo>
                  <a:lnTo>
                    <a:pt x="550240" y="275869"/>
                  </a:lnTo>
                  <a:lnTo>
                    <a:pt x="595134" y="275869"/>
                  </a:lnTo>
                  <a:lnTo>
                    <a:pt x="595134" y="191135"/>
                  </a:lnTo>
                  <a:lnTo>
                    <a:pt x="711047" y="191135"/>
                  </a:lnTo>
                  <a:lnTo>
                    <a:pt x="711047" y="87299"/>
                  </a:lnTo>
                  <a:lnTo>
                    <a:pt x="825360" y="87299"/>
                  </a:lnTo>
                  <a:lnTo>
                    <a:pt x="825360" y="191135"/>
                  </a:lnTo>
                  <a:lnTo>
                    <a:pt x="825360" y="275869"/>
                  </a:lnTo>
                  <a:lnTo>
                    <a:pt x="870254" y="275869"/>
                  </a:lnTo>
                  <a:lnTo>
                    <a:pt x="870254" y="191135"/>
                  </a:lnTo>
                  <a:lnTo>
                    <a:pt x="986167" y="191135"/>
                  </a:lnTo>
                  <a:lnTo>
                    <a:pt x="986167" y="87299"/>
                  </a:lnTo>
                  <a:lnTo>
                    <a:pt x="1100480" y="87299"/>
                  </a:lnTo>
                  <a:lnTo>
                    <a:pt x="1100480" y="191135"/>
                  </a:lnTo>
                  <a:lnTo>
                    <a:pt x="1100480" y="275869"/>
                  </a:lnTo>
                  <a:lnTo>
                    <a:pt x="1145374" y="275869"/>
                  </a:lnTo>
                  <a:lnTo>
                    <a:pt x="1145374" y="191135"/>
                  </a:lnTo>
                  <a:lnTo>
                    <a:pt x="1261287" y="191135"/>
                  </a:lnTo>
                  <a:lnTo>
                    <a:pt x="1261287" y="87299"/>
                  </a:lnTo>
                  <a:lnTo>
                    <a:pt x="1375587" y="87299"/>
                  </a:lnTo>
                  <a:lnTo>
                    <a:pt x="1375587" y="191135"/>
                  </a:lnTo>
                  <a:lnTo>
                    <a:pt x="1375587" y="275869"/>
                  </a:lnTo>
                  <a:lnTo>
                    <a:pt x="1650707" y="275869"/>
                  </a:lnTo>
                  <a:lnTo>
                    <a:pt x="1650707" y="191135"/>
                  </a:lnTo>
                  <a:lnTo>
                    <a:pt x="1650707" y="87299"/>
                  </a:lnTo>
                  <a:lnTo>
                    <a:pt x="1650707" y="0"/>
                  </a:lnTo>
                  <a:close/>
                </a:path>
              </a:pathLst>
            </a:custGeom>
            <a:solidFill>
              <a:srgbClr val="00B0F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96" name="Google Shape;296;p11"/>
            <p:cNvSpPr/>
            <p:nvPr/>
          </p:nvSpPr>
          <p:spPr>
            <a:xfrm>
              <a:off x="765965" y="1310973"/>
              <a:ext cx="1381760" cy="282575"/>
            </a:xfrm>
            <a:custGeom>
              <a:avLst/>
              <a:gdLst/>
              <a:ahLst/>
              <a:cxnLst/>
              <a:rect l="l" t="t" r="r" b="b"/>
              <a:pathLst>
                <a:path w="1381760" h="282575" extrusionOk="0">
                  <a:moveTo>
                    <a:pt x="0" y="0"/>
                  </a:moveTo>
                  <a:lnTo>
                    <a:pt x="0" y="93633"/>
                  </a:lnTo>
                </a:path>
                <a:path w="1381760" h="282575" extrusionOk="0">
                  <a:moveTo>
                    <a:pt x="274976" y="0"/>
                  </a:moveTo>
                  <a:lnTo>
                    <a:pt x="274976" y="93633"/>
                  </a:lnTo>
                </a:path>
                <a:path w="1381760" h="282575" extrusionOk="0">
                  <a:moveTo>
                    <a:pt x="549953" y="0"/>
                  </a:moveTo>
                  <a:lnTo>
                    <a:pt x="549953" y="93633"/>
                  </a:lnTo>
                </a:path>
                <a:path w="1381760" h="282575" extrusionOk="0">
                  <a:moveTo>
                    <a:pt x="824932" y="0"/>
                  </a:moveTo>
                  <a:lnTo>
                    <a:pt x="824932" y="93633"/>
                  </a:lnTo>
                </a:path>
                <a:path w="1381760" h="282575" extrusionOk="0">
                  <a:moveTo>
                    <a:pt x="1099911" y="0"/>
                  </a:moveTo>
                  <a:lnTo>
                    <a:pt x="1099911" y="93633"/>
                  </a:lnTo>
                </a:path>
                <a:path w="1381760" h="282575" extrusionOk="0">
                  <a:moveTo>
                    <a:pt x="1261424" y="282078"/>
                  </a:moveTo>
                  <a:lnTo>
                    <a:pt x="1381228" y="2820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97" name="Google Shape;297;p11"/>
            <p:cNvSpPr/>
            <p:nvPr/>
          </p:nvSpPr>
          <p:spPr>
            <a:xfrm>
              <a:off x="2027389" y="1862442"/>
              <a:ext cx="120014" cy="840105"/>
            </a:xfrm>
            <a:custGeom>
              <a:avLst/>
              <a:gdLst/>
              <a:ahLst/>
              <a:cxnLst/>
              <a:rect l="l" t="t" r="r" b="b"/>
              <a:pathLst>
                <a:path w="120014" h="840105" extrusionOk="0">
                  <a:moveTo>
                    <a:pt x="119799" y="827189"/>
                  </a:moveTo>
                  <a:lnTo>
                    <a:pt x="0" y="827189"/>
                  </a:lnTo>
                  <a:lnTo>
                    <a:pt x="0" y="839889"/>
                  </a:lnTo>
                  <a:lnTo>
                    <a:pt x="119799" y="839889"/>
                  </a:lnTo>
                  <a:lnTo>
                    <a:pt x="119799" y="827189"/>
                  </a:lnTo>
                  <a:close/>
                </a:path>
                <a:path w="120014" h="840105" extrusionOk="0">
                  <a:moveTo>
                    <a:pt x="119799" y="551459"/>
                  </a:moveTo>
                  <a:lnTo>
                    <a:pt x="0" y="551459"/>
                  </a:lnTo>
                  <a:lnTo>
                    <a:pt x="0" y="564159"/>
                  </a:lnTo>
                  <a:lnTo>
                    <a:pt x="119799" y="564159"/>
                  </a:lnTo>
                  <a:lnTo>
                    <a:pt x="119799" y="551459"/>
                  </a:lnTo>
                  <a:close/>
                </a:path>
                <a:path w="120014" h="840105" extrusionOk="0">
                  <a:moveTo>
                    <a:pt x="119799" y="275729"/>
                  </a:moveTo>
                  <a:lnTo>
                    <a:pt x="0" y="275729"/>
                  </a:lnTo>
                  <a:lnTo>
                    <a:pt x="0" y="288429"/>
                  </a:lnTo>
                  <a:lnTo>
                    <a:pt x="119799" y="288429"/>
                  </a:lnTo>
                  <a:lnTo>
                    <a:pt x="119799" y="275729"/>
                  </a:lnTo>
                  <a:close/>
                </a:path>
                <a:path w="120014" h="840105" extrusionOk="0">
                  <a:moveTo>
                    <a:pt x="119799" y="0"/>
                  </a:moveTo>
                  <a:lnTo>
                    <a:pt x="0" y="0"/>
                  </a:lnTo>
                  <a:lnTo>
                    <a:pt x="0" y="12687"/>
                  </a:lnTo>
                  <a:lnTo>
                    <a:pt x="119799" y="12687"/>
                  </a:lnTo>
                  <a:lnTo>
                    <a:pt x="11979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98" name="Google Shape;298;p11"/>
            <p:cNvSpPr/>
            <p:nvPr/>
          </p:nvSpPr>
          <p:spPr>
            <a:xfrm>
              <a:off x="490988" y="1310973"/>
              <a:ext cx="0" cy="93980"/>
            </a:xfrm>
            <a:custGeom>
              <a:avLst/>
              <a:gdLst/>
              <a:ahLst/>
              <a:cxnLst/>
              <a:rect l="l" t="t" r="r" b="b"/>
              <a:pathLst>
                <a:path w="120000" h="93980" extrusionOk="0">
                  <a:moveTo>
                    <a:pt x="0" y="0"/>
                  </a:moveTo>
                  <a:lnTo>
                    <a:pt x="0" y="93633"/>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99" name="Google Shape;299;p11"/>
            <p:cNvSpPr/>
            <p:nvPr/>
          </p:nvSpPr>
          <p:spPr>
            <a:xfrm>
              <a:off x="2140846" y="1310973"/>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0" name="Google Shape;300;p11"/>
            <p:cNvSpPr/>
            <p:nvPr/>
          </p:nvSpPr>
          <p:spPr>
            <a:xfrm>
              <a:off x="484641" y="1317320"/>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1" name="Google Shape;301;p11"/>
            <p:cNvSpPr/>
            <p:nvPr/>
          </p:nvSpPr>
          <p:spPr>
            <a:xfrm>
              <a:off x="2027389" y="2965359"/>
              <a:ext cx="120014" cy="12700"/>
            </a:xfrm>
            <a:custGeom>
              <a:avLst/>
              <a:gdLst/>
              <a:ahLst/>
              <a:cxnLst/>
              <a:rect l="l" t="t" r="r" b="b"/>
              <a:pathLst>
                <a:path w="120014" h="12700" extrusionOk="0">
                  <a:moveTo>
                    <a:pt x="0" y="12693"/>
                  </a:moveTo>
                  <a:lnTo>
                    <a:pt x="119803" y="12693"/>
                  </a:lnTo>
                  <a:lnTo>
                    <a:pt x="119803" y="0"/>
                  </a:lnTo>
                  <a:lnTo>
                    <a:pt x="0" y="0"/>
                  </a:lnTo>
                  <a:lnTo>
                    <a:pt x="0" y="1269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2" name="Google Shape;302;p11"/>
            <p:cNvSpPr/>
            <p:nvPr/>
          </p:nvSpPr>
          <p:spPr>
            <a:xfrm>
              <a:off x="376682" y="1404619"/>
              <a:ext cx="1651000" cy="1655445"/>
            </a:xfrm>
            <a:custGeom>
              <a:avLst/>
              <a:gdLst/>
              <a:ahLst/>
              <a:cxnLst/>
              <a:rect l="l" t="t" r="r" b="b"/>
              <a:pathLst>
                <a:path w="1651000" h="1655445" extrusionOk="0">
                  <a:moveTo>
                    <a:pt x="159194" y="1379359"/>
                  </a:moveTo>
                  <a:lnTo>
                    <a:pt x="0" y="1379359"/>
                  </a:lnTo>
                  <a:lnTo>
                    <a:pt x="0" y="1483182"/>
                  </a:lnTo>
                  <a:lnTo>
                    <a:pt x="159194" y="1483182"/>
                  </a:lnTo>
                  <a:lnTo>
                    <a:pt x="159194" y="1379359"/>
                  </a:lnTo>
                  <a:close/>
                </a:path>
                <a:path w="1651000" h="1655445" extrusionOk="0">
                  <a:moveTo>
                    <a:pt x="159194" y="1103477"/>
                  </a:moveTo>
                  <a:lnTo>
                    <a:pt x="0" y="1103477"/>
                  </a:lnTo>
                  <a:lnTo>
                    <a:pt x="0" y="1207312"/>
                  </a:lnTo>
                  <a:lnTo>
                    <a:pt x="159194" y="1207312"/>
                  </a:lnTo>
                  <a:lnTo>
                    <a:pt x="159194" y="1103477"/>
                  </a:lnTo>
                  <a:close/>
                </a:path>
                <a:path w="1651000" h="1655445" extrusionOk="0">
                  <a:moveTo>
                    <a:pt x="159194" y="827608"/>
                  </a:moveTo>
                  <a:lnTo>
                    <a:pt x="0" y="827608"/>
                  </a:lnTo>
                  <a:lnTo>
                    <a:pt x="0" y="931443"/>
                  </a:lnTo>
                  <a:lnTo>
                    <a:pt x="159194" y="931443"/>
                  </a:lnTo>
                  <a:lnTo>
                    <a:pt x="159194" y="827608"/>
                  </a:lnTo>
                  <a:close/>
                </a:path>
                <a:path w="1651000" h="1655445" extrusionOk="0">
                  <a:moveTo>
                    <a:pt x="159194" y="551751"/>
                  </a:moveTo>
                  <a:lnTo>
                    <a:pt x="0" y="551751"/>
                  </a:lnTo>
                  <a:lnTo>
                    <a:pt x="0" y="655561"/>
                  </a:lnTo>
                  <a:lnTo>
                    <a:pt x="159194" y="655561"/>
                  </a:lnTo>
                  <a:lnTo>
                    <a:pt x="159194" y="551751"/>
                  </a:lnTo>
                  <a:close/>
                </a:path>
                <a:path w="1651000" h="1655445" extrusionOk="0">
                  <a:moveTo>
                    <a:pt x="159194" y="275869"/>
                  </a:moveTo>
                  <a:lnTo>
                    <a:pt x="0" y="275869"/>
                  </a:lnTo>
                  <a:lnTo>
                    <a:pt x="0" y="379691"/>
                  </a:lnTo>
                  <a:lnTo>
                    <a:pt x="159194" y="379691"/>
                  </a:lnTo>
                  <a:lnTo>
                    <a:pt x="159194" y="275869"/>
                  </a:lnTo>
                  <a:close/>
                </a:path>
                <a:path w="1651000" h="1655445" extrusionOk="0">
                  <a:moveTo>
                    <a:pt x="434314" y="1379359"/>
                  </a:moveTo>
                  <a:lnTo>
                    <a:pt x="275120" y="1379359"/>
                  </a:lnTo>
                  <a:lnTo>
                    <a:pt x="275120" y="1483182"/>
                  </a:lnTo>
                  <a:lnTo>
                    <a:pt x="434314" y="1483182"/>
                  </a:lnTo>
                  <a:lnTo>
                    <a:pt x="434314" y="1379359"/>
                  </a:lnTo>
                  <a:close/>
                </a:path>
                <a:path w="1651000" h="1655445" extrusionOk="0">
                  <a:moveTo>
                    <a:pt x="434314" y="1103477"/>
                  </a:moveTo>
                  <a:lnTo>
                    <a:pt x="275120" y="1103477"/>
                  </a:lnTo>
                  <a:lnTo>
                    <a:pt x="275120" y="1207312"/>
                  </a:lnTo>
                  <a:lnTo>
                    <a:pt x="434314" y="1207312"/>
                  </a:lnTo>
                  <a:lnTo>
                    <a:pt x="434314" y="1103477"/>
                  </a:lnTo>
                  <a:close/>
                </a:path>
                <a:path w="1651000" h="1655445" extrusionOk="0">
                  <a:moveTo>
                    <a:pt x="434314" y="827608"/>
                  </a:moveTo>
                  <a:lnTo>
                    <a:pt x="275120" y="827608"/>
                  </a:lnTo>
                  <a:lnTo>
                    <a:pt x="275120" y="931443"/>
                  </a:lnTo>
                  <a:lnTo>
                    <a:pt x="434314" y="931443"/>
                  </a:lnTo>
                  <a:lnTo>
                    <a:pt x="434314" y="827608"/>
                  </a:lnTo>
                  <a:close/>
                </a:path>
                <a:path w="1651000" h="1655445" extrusionOk="0">
                  <a:moveTo>
                    <a:pt x="434314" y="551751"/>
                  </a:moveTo>
                  <a:lnTo>
                    <a:pt x="275120" y="551751"/>
                  </a:lnTo>
                  <a:lnTo>
                    <a:pt x="275120" y="655561"/>
                  </a:lnTo>
                  <a:lnTo>
                    <a:pt x="434314" y="655561"/>
                  </a:lnTo>
                  <a:lnTo>
                    <a:pt x="434314" y="551751"/>
                  </a:lnTo>
                  <a:close/>
                </a:path>
                <a:path w="1651000" h="1655445" extrusionOk="0">
                  <a:moveTo>
                    <a:pt x="434314" y="275869"/>
                  </a:moveTo>
                  <a:lnTo>
                    <a:pt x="275120" y="275869"/>
                  </a:lnTo>
                  <a:lnTo>
                    <a:pt x="275120" y="379691"/>
                  </a:lnTo>
                  <a:lnTo>
                    <a:pt x="434314" y="379691"/>
                  </a:lnTo>
                  <a:lnTo>
                    <a:pt x="434314" y="275869"/>
                  </a:lnTo>
                  <a:close/>
                </a:path>
                <a:path w="1651000" h="1655445" extrusionOk="0">
                  <a:moveTo>
                    <a:pt x="709434" y="1379359"/>
                  </a:moveTo>
                  <a:lnTo>
                    <a:pt x="550227" y="1379359"/>
                  </a:lnTo>
                  <a:lnTo>
                    <a:pt x="550227" y="1483182"/>
                  </a:lnTo>
                  <a:lnTo>
                    <a:pt x="709434" y="1483182"/>
                  </a:lnTo>
                  <a:lnTo>
                    <a:pt x="709434" y="1379359"/>
                  </a:lnTo>
                  <a:close/>
                </a:path>
                <a:path w="1651000" h="1655445" extrusionOk="0">
                  <a:moveTo>
                    <a:pt x="709434" y="1103477"/>
                  </a:moveTo>
                  <a:lnTo>
                    <a:pt x="550227" y="1103477"/>
                  </a:lnTo>
                  <a:lnTo>
                    <a:pt x="550227" y="1207312"/>
                  </a:lnTo>
                  <a:lnTo>
                    <a:pt x="709434" y="1207312"/>
                  </a:lnTo>
                  <a:lnTo>
                    <a:pt x="709434" y="1103477"/>
                  </a:lnTo>
                  <a:close/>
                </a:path>
                <a:path w="1651000" h="1655445" extrusionOk="0">
                  <a:moveTo>
                    <a:pt x="709434" y="827608"/>
                  </a:moveTo>
                  <a:lnTo>
                    <a:pt x="550227" y="827608"/>
                  </a:lnTo>
                  <a:lnTo>
                    <a:pt x="550227" y="931443"/>
                  </a:lnTo>
                  <a:lnTo>
                    <a:pt x="709434" y="931443"/>
                  </a:lnTo>
                  <a:lnTo>
                    <a:pt x="709434" y="827608"/>
                  </a:lnTo>
                  <a:close/>
                </a:path>
                <a:path w="1651000" h="1655445" extrusionOk="0">
                  <a:moveTo>
                    <a:pt x="709434" y="551751"/>
                  </a:moveTo>
                  <a:lnTo>
                    <a:pt x="550227" y="551751"/>
                  </a:lnTo>
                  <a:lnTo>
                    <a:pt x="550227" y="655561"/>
                  </a:lnTo>
                  <a:lnTo>
                    <a:pt x="709434" y="655561"/>
                  </a:lnTo>
                  <a:lnTo>
                    <a:pt x="709434" y="551751"/>
                  </a:lnTo>
                  <a:close/>
                </a:path>
                <a:path w="1651000" h="1655445" extrusionOk="0">
                  <a:moveTo>
                    <a:pt x="709434" y="275869"/>
                  </a:moveTo>
                  <a:lnTo>
                    <a:pt x="550227" y="275869"/>
                  </a:lnTo>
                  <a:lnTo>
                    <a:pt x="550227" y="379691"/>
                  </a:lnTo>
                  <a:lnTo>
                    <a:pt x="709434" y="379691"/>
                  </a:lnTo>
                  <a:lnTo>
                    <a:pt x="709434" y="275869"/>
                  </a:lnTo>
                  <a:close/>
                </a:path>
                <a:path w="1651000" h="1655445" extrusionOk="0">
                  <a:moveTo>
                    <a:pt x="984554" y="1379359"/>
                  </a:moveTo>
                  <a:lnTo>
                    <a:pt x="825347" y="1379359"/>
                  </a:lnTo>
                  <a:lnTo>
                    <a:pt x="825347" y="1483182"/>
                  </a:lnTo>
                  <a:lnTo>
                    <a:pt x="984554" y="1483182"/>
                  </a:lnTo>
                  <a:lnTo>
                    <a:pt x="984554" y="1379359"/>
                  </a:lnTo>
                  <a:close/>
                </a:path>
                <a:path w="1651000" h="1655445" extrusionOk="0">
                  <a:moveTo>
                    <a:pt x="984554" y="1103477"/>
                  </a:moveTo>
                  <a:lnTo>
                    <a:pt x="825347" y="1103477"/>
                  </a:lnTo>
                  <a:lnTo>
                    <a:pt x="825347" y="1207312"/>
                  </a:lnTo>
                  <a:lnTo>
                    <a:pt x="984554" y="1207312"/>
                  </a:lnTo>
                  <a:lnTo>
                    <a:pt x="984554" y="1103477"/>
                  </a:lnTo>
                  <a:close/>
                </a:path>
                <a:path w="1651000" h="1655445" extrusionOk="0">
                  <a:moveTo>
                    <a:pt x="984554" y="827608"/>
                  </a:moveTo>
                  <a:lnTo>
                    <a:pt x="825347" y="827608"/>
                  </a:lnTo>
                  <a:lnTo>
                    <a:pt x="825347" y="931443"/>
                  </a:lnTo>
                  <a:lnTo>
                    <a:pt x="984554" y="931443"/>
                  </a:lnTo>
                  <a:lnTo>
                    <a:pt x="984554" y="827608"/>
                  </a:lnTo>
                  <a:close/>
                </a:path>
                <a:path w="1651000" h="1655445" extrusionOk="0">
                  <a:moveTo>
                    <a:pt x="984554" y="551751"/>
                  </a:moveTo>
                  <a:lnTo>
                    <a:pt x="825347" y="551751"/>
                  </a:lnTo>
                  <a:lnTo>
                    <a:pt x="825347" y="655561"/>
                  </a:lnTo>
                  <a:lnTo>
                    <a:pt x="984554" y="655561"/>
                  </a:lnTo>
                  <a:lnTo>
                    <a:pt x="984554" y="551751"/>
                  </a:lnTo>
                  <a:close/>
                </a:path>
                <a:path w="1651000" h="1655445" extrusionOk="0">
                  <a:moveTo>
                    <a:pt x="984554" y="275869"/>
                  </a:moveTo>
                  <a:lnTo>
                    <a:pt x="825347" y="275869"/>
                  </a:lnTo>
                  <a:lnTo>
                    <a:pt x="825347" y="379691"/>
                  </a:lnTo>
                  <a:lnTo>
                    <a:pt x="984554" y="379691"/>
                  </a:lnTo>
                  <a:lnTo>
                    <a:pt x="984554" y="275869"/>
                  </a:lnTo>
                  <a:close/>
                </a:path>
                <a:path w="1651000" h="1655445" extrusionOk="0">
                  <a:moveTo>
                    <a:pt x="1259674" y="1379359"/>
                  </a:moveTo>
                  <a:lnTo>
                    <a:pt x="1100467" y="1379359"/>
                  </a:lnTo>
                  <a:lnTo>
                    <a:pt x="1100467" y="1483182"/>
                  </a:lnTo>
                  <a:lnTo>
                    <a:pt x="1259674" y="1483182"/>
                  </a:lnTo>
                  <a:lnTo>
                    <a:pt x="1259674" y="1379359"/>
                  </a:lnTo>
                  <a:close/>
                </a:path>
                <a:path w="1651000" h="1655445" extrusionOk="0">
                  <a:moveTo>
                    <a:pt x="1259674" y="1103477"/>
                  </a:moveTo>
                  <a:lnTo>
                    <a:pt x="1100467" y="1103477"/>
                  </a:lnTo>
                  <a:lnTo>
                    <a:pt x="1100467" y="1207312"/>
                  </a:lnTo>
                  <a:lnTo>
                    <a:pt x="1259674" y="1207312"/>
                  </a:lnTo>
                  <a:lnTo>
                    <a:pt x="1259674" y="1103477"/>
                  </a:lnTo>
                  <a:close/>
                </a:path>
                <a:path w="1651000" h="1655445" extrusionOk="0">
                  <a:moveTo>
                    <a:pt x="1259674" y="827608"/>
                  </a:moveTo>
                  <a:lnTo>
                    <a:pt x="1100467" y="827608"/>
                  </a:lnTo>
                  <a:lnTo>
                    <a:pt x="1100467" y="931443"/>
                  </a:lnTo>
                  <a:lnTo>
                    <a:pt x="1259674" y="931443"/>
                  </a:lnTo>
                  <a:lnTo>
                    <a:pt x="1259674" y="827608"/>
                  </a:lnTo>
                  <a:close/>
                </a:path>
                <a:path w="1651000" h="1655445" extrusionOk="0">
                  <a:moveTo>
                    <a:pt x="1259674" y="551751"/>
                  </a:moveTo>
                  <a:lnTo>
                    <a:pt x="1100467" y="551751"/>
                  </a:lnTo>
                  <a:lnTo>
                    <a:pt x="1100467" y="655561"/>
                  </a:lnTo>
                  <a:lnTo>
                    <a:pt x="1259674" y="655561"/>
                  </a:lnTo>
                  <a:lnTo>
                    <a:pt x="1259674" y="551751"/>
                  </a:lnTo>
                  <a:close/>
                </a:path>
                <a:path w="1651000" h="1655445" extrusionOk="0">
                  <a:moveTo>
                    <a:pt x="1259674" y="275869"/>
                  </a:moveTo>
                  <a:lnTo>
                    <a:pt x="1100467" y="275869"/>
                  </a:lnTo>
                  <a:lnTo>
                    <a:pt x="1100467" y="379691"/>
                  </a:lnTo>
                  <a:lnTo>
                    <a:pt x="1259674" y="379691"/>
                  </a:lnTo>
                  <a:lnTo>
                    <a:pt x="1259674" y="275869"/>
                  </a:lnTo>
                  <a:close/>
                </a:path>
                <a:path w="1651000" h="1655445" extrusionOk="0">
                  <a:moveTo>
                    <a:pt x="1650707" y="1379359"/>
                  </a:moveTo>
                  <a:lnTo>
                    <a:pt x="1375587" y="1379359"/>
                  </a:lnTo>
                  <a:lnTo>
                    <a:pt x="1375587" y="1483182"/>
                  </a:lnTo>
                  <a:lnTo>
                    <a:pt x="1534795" y="1483182"/>
                  </a:lnTo>
                  <a:lnTo>
                    <a:pt x="1534795" y="1655216"/>
                  </a:lnTo>
                  <a:lnTo>
                    <a:pt x="1650707" y="1655216"/>
                  </a:lnTo>
                  <a:lnTo>
                    <a:pt x="1650707" y="1483182"/>
                  </a:lnTo>
                  <a:lnTo>
                    <a:pt x="1650707" y="1379359"/>
                  </a:lnTo>
                  <a:close/>
                </a:path>
                <a:path w="1651000" h="1655445" extrusionOk="0">
                  <a:moveTo>
                    <a:pt x="1650707" y="551751"/>
                  </a:moveTo>
                  <a:lnTo>
                    <a:pt x="1375587" y="551751"/>
                  </a:lnTo>
                  <a:lnTo>
                    <a:pt x="1375587" y="655561"/>
                  </a:lnTo>
                  <a:lnTo>
                    <a:pt x="1534795" y="655561"/>
                  </a:lnTo>
                  <a:lnTo>
                    <a:pt x="1534795" y="827608"/>
                  </a:lnTo>
                  <a:lnTo>
                    <a:pt x="1375587" y="827608"/>
                  </a:lnTo>
                  <a:lnTo>
                    <a:pt x="1375587" y="931443"/>
                  </a:lnTo>
                  <a:lnTo>
                    <a:pt x="1534795" y="931443"/>
                  </a:lnTo>
                  <a:lnTo>
                    <a:pt x="1534795" y="1103477"/>
                  </a:lnTo>
                  <a:lnTo>
                    <a:pt x="1375587" y="1103477"/>
                  </a:lnTo>
                  <a:lnTo>
                    <a:pt x="1375587" y="1207312"/>
                  </a:lnTo>
                  <a:lnTo>
                    <a:pt x="1534795" y="1207312"/>
                  </a:lnTo>
                  <a:lnTo>
                    <a:pt x="1534795" y="1379347"/>
                  </a:lnTo>
                  <a:lnTo>
                    <a:pt x="1650707" y="1379347"/>
                  </a:lnTo>
                  <a:lnTo>
                    <a:pt x="1650707" y="1207312"/>
                  </a:lnTo>
                  <a:lnTo>
                    <a:pt x="1650707" y="1103477"/>
                  </a:lnTo>
                  <a:lnTo>
                    <a:pt x="1650707" y="931443"/>
                  </a:lnTo>
                  <a:lnTo>
                    <a:pt x="1650707" y="827608"/>
                  </a:lnTo>
                  <a:lnTo>
                    <a:pt x="1650707" y="655561"/>
                  </a:lnTo>
                  <a:lnTo>
                    <a:pt x="1650707" y="551751"/>
                  </a:lnTo>
                  <a:close/>
                </a:path>
                <a:path w="1651000" h="1655445" extrusionOk="0">
                  <a:moveTo>
                    <a:pt x="1650707" y="275869"/>
                  </a:moveTo>
                  <a:lnTo>
                    <a:pt x="1375587" y="275869"/>
                  </a:lnTo>
                  <a:lnTo>
                    <a:pt x="1375587" y="379691"/>
                  </a:lnTo>
                  <a:lnTo>
                    <a:pt x="1534795" y="379691"/>
                  </a:lnTo>
                  <a:lnTo>
                    <a:pt x="1534795" y="551738"/>
                  </a:lnTo>
                  <a:lnTo>
                    <a:pt x="1650707" y="551738"/>
                  </a:lnTo>
                  <a:lnTo>
                    <a:pt x="1650707" y="379691"/>
                  </a:lnTo>
                  <a:lnTo>
                    <a:pt x="1650707" y="275869"/>
                  </a:lnTo>
                  <a:close/>
                </a:path>
                <a:path w="1651000" h="1655445" extrusionOk="0">
                  <a:moveTo>
                    <a:pt x="1650707" y="0"/>
                  </a:moveTo>
                  <a:lnTo>
                    <a:pt x="1650707" y="0"/>
                  </a:lnTo>
                  <a:lnTo>
                    <a:pt x="0" y="0"/>
                  </a:lnTo>
                  <a:lnTo>
                    <a:pt x="0" y="103835"/>
                  </a:lnTo>
                  <a:lnTo>
                    <a:pt x="0" y="275856"/>
                  </a:lnTo>
                  <a:lnTo>
                    <a:pt x="159194" y="275856"/>
                  </a:lnTo>
                  <a:lnTo>
                    <a:pt x="159194" y="103835"/>
                  </a:lnTo>
                  <a:lnTo>
                    <a:pt x="275120" y="103835"/>
                  </a:lnTo>
                  <a:lnTo>
                    <a:pt x="275120" y="275856"/>
                  </a:lnTo>
                  <a:lnTo>
                    <a:pt x="434314" y="275856"/>
                  </a:lnTo>
                  <a:lnTo>
                    <a:pt x="434314" y="103835"/>
                  </a:lnTo>
                  <a:lnTo>
                    <a:pt x="550227" y="103835"/>
                  </a:lnTo>
                  <a:lnTo>
                    <a:pt x="550227" y="275856"/>
                  </a:lnTo>
                  <a:lnTo>
                    <a:pt x="709434" y="275856"/>
                  </a:lnTo>
                  <a:lnTo>
                    <a:pt x="709434" y="103835"/>
                  </a:lnTo>
                  <a:lnTo>
                    <a:pt x="825347" y="103835"/>
                  </a:lnTo>
                  <a:lnTo>
                    <a:pt x="825347" y="275856"/>
                  </a:lnTo>
                  <a:lnTo>
                    <a:pt x="984554" y="275856"/>
                  </a:lnTo>
                  <a:lnTo>
                    <a:pt x="984554" y="103835"/>
                  </a:lnTo>
                  <a:lnTo>
                    <a:pt x="1100467" y="103835"/>
                  </a:lnTo>
                  <a:lnTo>
                    <a:pt x="1100467" y="275856"/>
                  </a:lnTo>
                  <a:lnTo>
                    <a:pt x="1259674" y="275856"/>
                  </a:lnTo>
                  <a:lnTo>
                    <a:pt x="1259674" y="103835"/>
                  </a:lnTo>
                  <a:lnTo>
                    <a:pt x="1375587" y="103835"/>
                  </a:lnTo>
                  <a:lnTo>
                    <a:pt x="1375587" y="275856"/>
                  </a:lnTo>
                  <a:lnTo>
                    <a:pt x="1650707" y="275856"/>
                  </a:lnTo>
                  <a:lnTo>
                    <a:pt x="1650707" y="103835"/>
                  </a:lnTo>
                  <a:lnTo>
                    <a:pt x="1650707" y="0"/>
                  </a:lnTo>
                  <a:close/>
                </a:path>
              </a:pathLst>
            </a:custGeom>
            <a:solidFill>
              <a:srgbClr val="00B05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3" name="Google Shape;303;p11"/>
            <p:cNvSpPr/>
            <p:nvPr/>
          </p:nvSpPr>
          <p:spPr>
            <a:xfrm>
              <a:off x="651658" y="1398260"/>
              <a:ext cx="1381760" cy="282575"/>
            </a:xfrm>
            <a:custGeom>
              <a:avLst/>
              <a:gdLst/>
              <a:ahLst/>
              <a:cxnLst/>
              <a:rect l="l" t="t" r="r" b="b"/>
              <a:pathLst>
                <a:path w="1381760" h="282575" extrusionOk="0">
                  <a:moveTo>
                    <a:pt x="0" y="0"/>
                  </a:moveTo>
                  <a:lnTo>
                    <a:pt x="0" y="110181"/>
                  </a:lnTo>
                </a:path>
                <a:path w="1381760" h="282575" extrusionOk="0">
                  <a:moveTo>
                    <a:pt x="274976" y="0"/>
                  </a:moveTo>
                  <a:lnTo>
                    <a:pt x="274976" y="110181"/>
                  </a:lnTo>
                </a:path>
                <a:path w="1381760" h="282575" extrusionOk="0">
                  <a:moveTo>
                    <a:pt x="549953" y="0"/>
                  </a:moveTo>
                  <a:lnTo>
                    <a:pt x="549953" y="110181"/>
                  </a:lnTo>
                </a:path>
                <a:path w="1381760" h="282575" extrusionOk="0">
                  <a:moveTo>
                    <a:pt x="824932" y="0"/>
                  </a:moveTo>
                  <a:lnTo>
                    <a:pt x="824932" y="110181"/>
                  </a:lnTo>
                </a:path>
                <a:path w="1381760" h="282575" extrusionOk="0">
                  <a:moveTo>
                    <a:pt x="1099911" y="0"/>
                  </a:moveTo>
                  <a:lnTo>
                    <a:pt x="1099911" y="110181"/>
                  </a:lnTo>
                </a:path>
                <a:path w="1381760" h="282575" extrusionOk="0">
                  <a:moveTo>
                    <a:pt x="1259818" y="282078"/>
                  </a:moveTo>
                  <a:lnTo>
                    <a:pt x="1381228" y="2820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4" name="Google Shape;304;p11"/>
            <p:cNvSpPr/>
            <p:nvPr/>
          </p:nvSpPr>
          <p:spPr>
            <a:xfrm>
              <a:off x="1911477" y="1949729"/>
              <a:ext cx="121920" cy="840105"/>
            </a:xfrm>
            <a:custGeom>
              <a:avLst/>
              <a:gdLst/>
              <a:ahLst/>
              <a:cxnLst/>
              <a:rect l="l" t="t" r="r" b="b"/>
              <a:pathLst>
                <a:path w="121919" h="840105" extrusionOk="0">
                  <a:moveTo>
                    <a:pt x="121399" y="827189"/>
                  </a:moveTo>
                  <a:lnTo>
                    <a:pt x="0" y="827189"/>
                  </a:lnTo>
                  <a:lnTo>
                    <a:pt x="0" y="839889"/>
                  </a:lnTo>
                  <a:lnTo>
                    <a:pt x="121399" y="839889"/>
                  </a:lnTo>
                  <a:lnTo>
                    <a:pt x="121399" y="827189"/>
                  </a:lnTo>
                  <a:close/>
                </a:path>
                <a:path w="121919" h="840105" extrusionOk="0">
                  <a:moveTo>
                    <a:pt x="121399" y="551459"/>
                  </a:moveTo>
                  <a:lnTo>
                    <a:pt x="0" y="551459"/>
                  </a:lnTo>
                  <a:lnTo>
                    <a:pt x="0" y="564159"/>
                  </a:lnTo>
                  <a:lnTo>
                    <a:pt x="121399" y="564159"/>
                  </a:lnTo>
                  <a:lnTo>
                    <a:pt x="121399" y="551459"/>
                  </a:lnTo>
                  <a:close/>
                </a:path>
                <a:path w="121919" h="840105" extrusionOk="0">
                  <a:moveTo>
                    <a:pt x="121399" y="275729"/>
                  </a:moveTo>
                  <a:lnTo>
                    <a:pt x="0" y="275729"/>
                  </a:lnTo>
                  <a:lnTo>
                    <a:pt x="0" y="288429"/>
                  </a:lnTo>
                  <a:lnTo>
                    <a:pt x="121399" y="288429"/>
                  </a:lnTo>
                  <a:lnTo>
                    <a:pt x="121399" y="275729"/>
                  </a:lnTo>
                  <a:close/>
                </a:path>
                <a:path w="121919" h="840105" extrusionOk="0">
                  <a:moveTo>
                    <a:pt x="121399" y="0"/>
                  </a:moveTo>
                  <a:lnTo>
                    <a:pt x="0" y="0"/>
                  </a:lnTo>
                  <a:lnTo>
                    <a:pt x="0" y="12687"/>
                  </a:lnTo>
                  <a:lnTo>
                    <a:pt x="121399" y="12687"/>
                  </a:lnTo>
                  <a:lnTo>
                    <a:pt x="12139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5" name="Google Shape;305;p11"/>
            <p:cNvSpPr/>
            <p:nvPr/>
          </p:nvSpPr>
          <p:spPr>
            <a:xfrm>
              <a:off x="376681" y="1398260"/>
              <a:ext cx="0" cy="110489"/>
            </a:xfrm>
            <a:custGeom>
              <a:avLst/>
              <a:gdLst/>
              <a:ahLst/>
              <a:cxnLst/>
              <a:rect l="l" t="t" r="r" b="b"/>
              <a:pathLst>
                <a:path w="120000" h="110490" extrusionOk="0">
                  <a:moveTo>
                    <a:pt x="0" y="0"/>
                  </a:moveTo>
                  <a:lnTo>
                    <a:pt x="0" y="11018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6" name="Google Shape;306;p11"/>
            <p:cNvSpPr/>
            <p:nvPr/>
          </p:nvSpPr>
          <p:spPr>
            <a:xfrm>
              <a:off x="2026540" y="1398260"/>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7" name="Google Shape;307;p11"/>
            <p:cNvSpPr/>
            <p:nvPr/>
          </p:nvSpPr>
          <p:spPr>
            <a:xfrm>
              <a:off x="370335" y="1404607"/>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8" name="Google Shape;308;p11"/>
            <p:cNvSpPr/>
            <p:nvPr/>
          </p:nvSpPr>
          <p:spPr>
            <a:xfrm>
              <a:off x="1911477" y="3052646"/>
              <a:ext cx="121920" cy="12700"/>
            </a:xfrm>
            <a:custGeom>
              <a:avLst/>
              <a:gdLst/>
              <a:ahLst/>
              <a:cxnLst/>
              <a:rect l="l" t="t" r="r" b="b"/>
              <a:pathLst>
                <a:path w="121919" h="12700" extrusionOk="0">
                  <a:moveTo>
                    <a:pt x="0" y="12693"/>
                  </a:moveTo>
                  <a:lnTo>
                    <a:pt x="121409" y="12693"/>
                  </a:lnTo>
                  <a:lnTo>
                    <a:pt x="121409" y="0"/>
                  </a:lnTo>
                  <a:lnTo>
                    <a:pt x="0" y="0"/>
                  </a:lnTo>
                  <a:lnTo>
                    <a:pt x="0" y="1269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09" name="Google Shape;309;p11"/>
            <p:cNvSpPr/>
            <p:nvPr/>
          </p:nvSpPr>
          <p:spPr>
            <a:xfrm>
              <a:off x="260769" y="1508454"/>
              <a:ext cx="1651000" cy="1655445"/>
            </a:xfrm>
            <a:custGeom>
              <a:avLst/>
              <a:gdLst/>
              <a:ahLst/>
              <a:cxnLst/>
              <a:rect l="l" t="t" r="r" b="b"/>
              <a:pathLst>
                <a:path w="1651000" h="1655445" extrusionOk="0">
                  <a:moveTo>
                    <a:pt x="1650707" y="1103490"/>
                  </a:moveTo>
                  <a:lnTo>
                    <a:pt x="1650707" y="1103490"/>
                  </a:lnTo>
                  <a:lnTo>
                    <a:pt x="0" y="1103490"/>
                  </a:lnTo>
                  <a:lnTo>
                    <a:pt x="0" y="1379347"/>
                  </a:lnTo>
                  <a:lnTo>
                    <a:pt x="0" y="1655216"/>
                  </a:lnTo>
                  <a:lnTo>
                    <a:pt x="275107" y="1655216"/>
                  </a:lnTo>
                  <a:lnTo>
                    <a:pt x="275120" y="1655216"/>
                  </a:lnTo>
                  <a:lnTo>
                    <a:pt x="1650707" y="1655216"/>
                  </a:lnTo>
                  <a:lnTo>
                    <a:pt x="1650707" y="1379347"/>
                  </a:lnTo>
                  <a:lnTo>
                    <a:pt x="1650707" y="1103490"/>
                  </a:lnTo>
                  <a:close/>
                </a:path>
                <a:path w="1651000" h="1655445" extrusionOk="0">
                  <a:moveTo>
                    <a:pt x="1650707" y="551738"/>
                  </a:moveTo>
                  <a:lnTo>
                    <a:pt x="1650707" y="551738"/>
                  </a:lnTo>
                  <a:lnTo>
                    <a:pt x="0" y="551738"/>
                  </a:lnTo>
                  <a:lnTo>
                    <a:pt x="0" y="827608"/>
                  </a:lnTo>
                  <a:lnTo>
                    <a:pt x="0" y="1103477"/>
                  </a:lnTo>
                  <a:lnTo>
                    <a:pt x="275107" y="1103477"/>
                  </a:lnTo>
                  <a:lnTo>
                    <a:pt x="275120" y="1103477"/>
                  </a:lnTo>
                  <a:lnTo>
                    <a:pt x="1650707" y="1103477"/>
                  </a:lnTo>
                  <a:lnTo>
                    <a:pt x="1650707" y="827608"/>
                  </a:lnTo>
                  <a:lnTo>
                    <a:pt x="1650707" y="551738"/>
                  </a:lnTo>
                  <a:close/>
                </a:path>
                <a:path w="1651000" h="1655445" extrusionOk="0">
                  <a:moveTo>
                    <a:pt x="1650707" y="0"/>
                  </a:moveTo>
                  <a:lnTo>
                    <a:pt x="1650707" y="0"/>
                  </a:lnTo>
                  <a:lnTo>
                    <a:pt x="0" y="0"/>
                  </a:lnTo>
                  <a:lnTo>
                    <a:pt x="0" y="275856"/>
                  </a:lnTo>
                  <a:lnTo>
                    <a:pt x="0" y="551726"/>
                  </a:lnTo>
                  <a:lnTo>
                    <a:pt x="275107" y="551726"/>
                  </a:lnTo>
                  <a:lnTo>
                    <a:pt x="275120" y="551726"/>
                  </a:lnTo>
                  <a:lnTo>
                    <a:pt x="1650707" y="551726"/>
                  </a:lnTo>
                  <a:lnTo>
                    <a:pt x="1650707" y="275856"/>
                  </a:lnTo>
                  <a:lnTo>
                    <a:pt x="1650707"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0" name="Google Shape;310;p11"/>
            <p:cNvSpPr/>
            <p:nvPr/>
          </p:nvSpPr>
          <p:spPr>
            <a:xfrm>
              <a:off x="535741" y="1502095"/>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1" name="Google Shape;311;p11"/>
            <p:cNvSpPr/>
            <p:nvPr/>
          </p:nvSpPr>
          <p:spPr>
            <a:xfrm>
              <a:off x="810718" y="1502095"/>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2" name="Google Shape;312;p11"/>
            <p:cNvSpPr/>
            <p:nvPr/>
          </p:nvSpPr>
          <p:spPr>
            <a:xfrm>
              <a:off x="1085695" y="1502095"/>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3" name="Google Shape;313;p11"/>
            <p:cNvSpPr/>
            <p:nvPr/>
          </p:nvSpPr>
          <p:spPr>
            <a:xfrm>
              <a:off x="1360674" y="1502095"/>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4" name="Google Shape;314;p11"/>
            <p:cNvSpPr/>
            <p:nvPr/>
          </p:nvSpPr>
          <p:spPr>
            <a:xfrm>
              <a:off x="1635653" y="1502095"/>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5" name="Google Shape;315;p11"/>
            <p:cNvSpPr/>
            <p:nvPr/>
          </p:nvSpPr>
          <p:spPr>
            <a:xfrm>
              <a:off x="254418" y="1784173"/>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6" name="Google Shape;316;p11"/>
            <p:cNvSpPr/>
            <p:nvPr/>
          </p:nvSpPr>
          <p:spPr>
            <a:xfrm>
              <a:off x="254418" y="2059905"/>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7" name="Google Shape;317;p11"/>
            <p:cNvSpPr/>
            <p:nvPr/>
          </p:nvSpPr>
          <p:spPr>
            <a:xfrm>
              <a:off x="254418" y="2335636"/>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8" name="Google Shape;318;p11"/>
            <p:cNvSpPr/>
            <p:nvPr/>
          </p:nvSpPr>
          <p:spPr>
            <a:xfrm>
              <a:off x="254418" y="2611369"/>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19" name="Google Shape;319;p11"/>
            <p:cNvSpPr/>
            <p:nvPr/>
          </p:nvSpPr>
          <p:spPr>
            <a:xfrm>
              <a:off x="254418" y="2887099"/>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20" name="Google Shape;320;p11"/>
            <p:cNvSpPr/>
            <p:nvPr/>
          </p:nvSpPr>
          <p:spPr>
            <a:xfrm>
              <a:off x="260765" y="1502095"/>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21" name="Google Shape;321;p11"/>
            <p:cNvSpPr/>
            <p:nvPr/>
          </p:nvSpPr>
          <p:spPr>
            <a:xfrm>
              <a:off x="1910623" y="1502095"/>
              <a:ext cx="0" cy="1667510"/>
            </a:xfrm>
            <a:custGeom>
              <a:avLst/>
              <a:gdLst/>
              <a:ahLst/>
              <a:cxnLst/>
              <a:rect l="l" t="t" r="r" b="b"/>
              <a:pathLst>
                <a:path w="120000" h="1667510" extrusionOk="0">
                  <a:moveTo>
                    <a:pt x="0" y="0"/>
                  </a:moveTo>
                  <a:lnTo>
                    <a:pt x="0" y="1667079"/>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22" name="Google Shape;322;p11"/>
            <p:cNvSpPr/>
            <p:nvPr/>
          </p:nvSpPr>
          <p:spPr>
            <a:xfrm>
              <a:off x="254418" y="1508442"/>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23" name="Google Shape;323;p11"/>
            <p:cNvSpPr/>
            <p:nvPr/>
          </p:nvSpPr>
          <p:spPr>
            <a:xfrm>
              <a:off x="254418" y="3162828"/>
              <a:ext cx="1663064" cy="0"/>
            </a:xfrm>
            <a:custGeom>
              <a:avLst/>
              <a:gdLst/>
              <a:ahLst/>
              <a:cxnLst/>
              <a:rect l="l" t="t" r="r" b="b"/>
              <a:pathLst>
                <a:path w="1663064" h="120000" extrusionOk="0">
                  <a:moveTo>
                    <a:pt x="0" y="0"/>
                  </a:moveTo>
                  <a:lnTo>
                    <a:pt x="1662551"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324" name="Google Shape;324;p11"/>
          <p:cNvSpPr txBox="1"/>
          <p:nvPr/>
        </p:nvSpPr>
        <p:spPr>
          <a:xfrm>
            <a:off x="432122" y="3167443"/>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224</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224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3</a:t>
            </a:r>
            <a:endParaRPr sz="1800" b="0" i="0" u="none" strike="noStrike" cap="none">
              <a:solidFill>
                <a:srgbClr val="000000"/>
              </a:solidFill>
              <a:latin typeface="Cambria"/>
              <a:ea typeface="Cambria"/>
              <a:cs typeface="Cambria"/>
              <a:sym typeface="Cambria"/>
            </a:endParaRPr>
          </a:p>
        </p:txBody>
      </p:sp>
      <p:sp>
        <p:nvSpPr>
          <p:cNvPr id="325" name="Google Shape;325;p11"/>
          <p:cNvSpPr/>
          <p:nvPr/>
        </p:nvSpPr>
        <p:spPr>
          <a:xfrm>
            <a:off x="2311768" y="2193061"/>
            <a:ext cx="904875" cy="127000"/>
          </a:xfrm>
          <a:custGeom>
            <a:avLst/>
            <a:gdLst/>
            <a:ahLst/>
            <a:cxnLst/>
            <a:rect l="l" t="t" r="r" b="b"/>
            <a:pathLst>
              <a:path w="904875" h="127000" extrusionOk="0">
                <a:moveTo>
                  <a:pt x="777773" y="0"/>
                </a:moveTo>
                <a:lnTo>
                  <a:pt x="777773" y="50800"/>
                </a:lnTo>
                <a:lnTo>
                  <a:pt x="0" y="50787"/>
                </a:lnTo>
                <a:lnTo>
                  <a:pt x="0" y="76187"/>
                </a:lnTo>
                <a:lnTo>
                  <a:pt x="777773" y="76200"/>
                </a:lnTo>
                <a:lnTo>
                  <a:pt x="777773" y="127000"/>
                </a:lnTo>
                <a:lnTo>
                  <a:pt x="904773" y="63500"/>
                </a:lnTo>
                <a:lnTo>
                  <a:pt x="77777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26" name="Google Shape;326;p11"/>
          <p:cNvSpPr txBox="1"/>
          <p:nvPr/>
        </p:nvSpPr>
        <p:spPr>
          <a:xfrm>
            <a:off x="7239901" y="910640"/>
            <a:ext cx="32702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CONV = 3</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3 filter, s = 1, same</a:t>
            </a:r>
            <a:endParaRPr sz="1800" b="0" i="0" u="none" strike="noStrike" cap="none">
              <a:solidFill>
                <a:srgbClr val="000000"/>
              </a:solidFill>
              <a:latin typeface="Cambria"/>
              <a:ea typeface="Cambria"/>
              <a:cs typeface="Cambria"/>
              <a:sym typeface="Cambria"/>
            </a:endParaRPr>
          </a:p>
        </p:txBody>
      </p:sp>
      <p:sp>
        <p:nvSpPr>
          <p:cNvPr id="327" name="Google Shape;327;p11"/>
          <p:cNvSpPr txBox="1"/>
          <p:nvPr/>
        </p:nvSpPr>
        <p:spPr>
          <a:xfrm>
            <a:off x="4147946" y="910640"/>
            <a:ext cx="26644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MAX-POOL = 2</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 , s = 2</a:t>
            </a:r>
            <a:endParaRPr sz="1800" b="0" i="0" u="none" strike="noStrike" cap="none">
              <a:solidFill>
                <a:srgbClr val="000000"/>
              </a:solidFill>
              <a:latin typeface="Cambria"/>
              <a:ea typeface="Cambria"/>
              <a:cs typeface="Cambria"/>
              <a:sym typeface="Cambria"/>
            </a:endParaRPr>
          </a:p>
        </p:txBody>
      </p:sp>
      <p:sp>
        <p:nvSpPr>
          <p:cNvPr id="328" name="Google Shape;328;p11"/>
          <p:cNvSpPr txBox="1"/>
          <p:nvPr/>
        </p:nvSpPr>
        <p:spPr>
          <a:xfrm>
            <a:off x="2233701" y="2481630"/>
            <a:ext cx="998855" cy="579120"/>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[CONV 64]</a:t>
            </a:r>
            <a:endParaRPr sz="1800" b="0" i="0" u="none" strike="noStrike" cap="none">
              <a:solidFill>
                <a:srgbClr val="000000"/>
              </a:solidFill>
              <a:latin typeface="Calibri"/>
              <a:ea typeface="Calibri"/>
              <a:cs typeface="Calibri"/>
              <a:sym typeface="Calibri"/>
            </a:endParaRPr>
          </a:p>
          <a:p>
            <a:pPr marL="0" marR="0" lvl="0" indent="0" algn="ctr" rtl="0">
              <a:lnSpc>
                <a:spcPct val="100000"/>
              </a:lnSpc>
              <a:spcBef>
                <a:spcPts val="4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libri"/>
                <a:ea typeface="Calibri"/>
                <a:cs typeface="Calibri"/>
                <a:sym typeface="Calibri"/>
              </a:rPr>
              <a:t>2</a:t>
            </a:r>
            <a:endParaRPr sz="1800" b="0" i="0" u="none" strike="noStrike" cap="none">
              <a:solidFill>
                <a:srgbClr val="000000"/>
              </a:solidFill>
              <a:latin typeface="Calibri"/>
              <a:ea typeface="Calibri"/>
              <a:cs typeface="Calibri"/>
              <a:sym typeface="Calibri"/>
            </a:endParaRPr>
          </a:p>
        </p:txBody>
      </p:sp>
      <p:sp>
        <p:nvSpPr>
          <p:cNvPr id="329" name="Google Shape;329;p11"/>
          <p:cNvSpPr txBox="1"/>
          <p:nvPr/>
        </p:nvSpPr>
        <p:spPr>
          <a:xfrm>
            <a:off x="3303701" y="2102954"/>
            <a:ext cx="13690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224</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224</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64</a:t>
            </a:r>
            <a:endParaRPr sz="1800" b="0" i="0" u="none" strike="noStrike" cap="none">
              <a:solidFill>
                <a:srgbClr val="000000"/>
              </a:solidFill>
              <a:latin typeface="Cambria"/>
              <a:ea typeface="Cambria"/>
              <a:cs typeface="Cambria"/>
              <a:sym typeface="Cambria"/>
            </a:endParaRPr>
          </a:p>
        </p:txBody>
      </p:sp>
      <p:sp>
        <p:nvSpPr>
          <p:cNvPr id="330" name="Google Shape;330;p11"/>
          <p:cNvSpPr txBox="1"/>
          <p:nvPr/>
        </p:nvSpPr>
        <p:spPr>
          <a:xfrm>
            <a:off x="4868697" y="2346642"/>
            <a:ext cx="5410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POOL</a:t>
            </a:r>
            <a:endParaRPr sz="1800" b="0" i="0" u="none" strike="noStrike" cap="none">
              <a:solidFill>
                <a:srgbClr val="000000"/>
              </a:solidFill>
              <a:latin typeface="Calibri"/>
              <a:ea typeface="Calibri"/>
              <a:cs typeface="Calibri"/>
              <a:sym typeface="Calibri"/>
            </a:endParaRPr>
          </a:p>
        </p:txBody>
      </p:sp>
      <p:sp>
        <p:nvSpPr>
          <p:cNvPr id="331" name="Google Shape;331;p11"/>
          <p:cNvSpPr txBox="1"/>
          <p:nvPr/>
        </p:nvSpPr>
        <p:spPr>
          <a:xfrm>
            <a:off x="5673826" y="2090381"/>
            <a:ext cx="1421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112</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112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64</a:t>
            </a:r>
            <a:endParaRPr sz="1800" b="0" i="0" u="none" strike="noStrike" cap="none">
              <a:solidFill>
                <a:srgbClr val="000000"/>
              </a:solidFill>
              <a:latin typeface="Cambria"/>
              <a:ea typeface="Cambria"/>
              <a:cs typeface="Cambria"/>
              <a:sym typeface="Cambria"/>
            </a:endParaRPr>
          </a:p>
        </p:txBody>
      </p:sp>
      <p:sp>
        <p:nvSpPr>
          <p:cNvPr id="332" name="Google Shape;332;p11"/>
          <p:cNvSpPr/>
          <p:nvPr/>
        </p:nvSpPr>
        <p:spPr>
          <a:xfrm>
            <a:off x="4690427" y="2191105"/>
            <a:ext cx="904875" cy="127000"/>
          </a:xfrm>
          <a:custGeom>
            <a:avLst/>
            <a:gdLst/>
            <a:ahLst/>
            <a:cxnLst/>
            <a:rect l="l" t="t" r="r" b="b"/>
            <a:pathLst>
              <a:path w="904875" h="127000" extrusionOk="0">
                <a:moveTo>
                  <a:pt x="777773" y="0"/>
                </a:moveTo>
                <a:lnTo>
                  <a:pt x="777773" y="50800"/>
                </a:lnTo>
                <a:lnTo>
                  <a:pt x="0" y="50800"/>
                </a:lnTo>
                <a:lnTo>
                  <a:pt x="0" y="76200"/>
                </a:lnTo>
                <a:lnTo>
                  <a:pt x="777773" y="76200"/>
                </a:lnTo>
                <a:lnTo>
                  <a:pt x="777773" y="127000"/>
                </a:lnTo>
                <a:lnTo>
                  <a:pt x="904773" y="63500"/>
                </a:lnTo>
                <a:lnTo>
                  <a:pt x="77777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33" name="Google Shape;333;p11"/>
          <p:cNvSpPr/>
          <p:nvPr/>
        </p:nvSpPr>
        <p:spPr>
          <a:xfrm>
            <a:off x="7187895" y="2193048"/>
            <a:ext cx="904875" cy="127000"/>
          </a:xfrm>
          <a:custGeom>
            <a:avLst/>
            <a:gdLst/>
            <a:ahLst/>
            <a:cxnLst/>
            <a:rect l="l" t="t" r="r" b="b"/>
            <a:pathLst>
              <a:path w="904875" h="127000" extrusionOk="0">
                <a:moveTo>
                  <a:pt x="777786" y="0"/>
                </a:moveTo>
                <a:lnTo>
                  <a:pt x="777786" y="50800"/>
                </a:lnTo>
                <a:lnTo>
                  <a:pt x="0" y="50800"/>
                </a:lnTo>
                <a:lnTo>
                  <a:pt x="0" y="76200"/>
                </a:lnTo>
                <a:lnTo>
                  <a:pt x="777786" y="76200"/>
                </a:lnTo>
                <a:lnTo>
                  <a:pt x="777786" y="127000"/>
                </a:lnTo>
                <a:lnTo>
                  <a:pt x="904786" y="63500"/>
                </a:lnTo>
                <a:lnTo>
                  <a:pt x="777786"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34" name="Google Shape;334;p11"/>
          <p:cNvSpPr txBox="1"/>
          <p:nvPr/>
        </p:nvSpPr>
        <p:spPr>
          <a:xfrm>
            <a:off x="7071918" y="2346540"/>
            <a:ext cx="1114425" cy="579120"/>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[CONV 128]</a:t>
            </a:r>
            <a:endParaRPr sz="1800" b="0" i="0" u="none" strike="noStrike" cap="none">
              <a:solidFill>
                <a:srgbClr val="000000"/>
              </a:solidFill>
              <a:latin typeface="Calibri"/>
              <a:ea typeface="Calibri"/>
              <a:cs typeface="Calibri"/>
              <a:sym typeface="Calibri"/>
            </a:endParaRPr>
          </a:p>
          <a:p>
            <a:pPr marL="0" marR="0" lvl="0" indent="0" algn="ctr" rtl="0">
              <a:lnSpc>
                <a:spcPct val="100000"/>
              </a:lnSpc>
              <a:spcBef>
                <a:spcPts val="4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libri"/>
                <a:ea typeface="Calibri"/>
                <a:cs typeface="Calibri"/>
                <a:sym typeface="Calibri"/>
              </a:rPr>
              <a:t>2</a:t>
            </a:r>
            <a:endParaRPr sz="1800" b="0" i="0" u="none" strike="noStrike" cap="none">
              <a:solidFill>
                <a:srgbClr val="000000"/>
              </a:solidFill>
              <a:latin typeface="Calibri"/>
              <a:ea typeface="Calibri"/>
              <a:cs typeface="Calibri"/>
              <a:sym typeface="Calibri"/>
            </a:endParaRPr>
          </a:p>
        </p:txBody>
      </p:sp>
      <p:sp>
        <p:nvSpPr>
          <p:cNvPr id="335" name="Google Shape;335;p11"/>
          <p:cNvSpPr txBox="1"/>
          <p:nvPr/>
        </p:nvSpPr>
        <p:spPr>
          <a:xfrm>
            <a:off x="8171421" y="2090254"/>
            <a:ext cx="1548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112</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112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128</a:t>
            </a:r>
            <a:endParaRPr sz="1800" b="0" i="0" u="none" strike="noStrike" cap="none">
              <a:solidFill>
                <a:srgbClr val="000000"/>
              </a:solidFill>
              <a:latin typeface="Cambria"/>
              <a:ea typeface="Cambria"/>
              <a:cs typeface="Cambria"/>
              <a:sym typeface="Cambria"/>
            </a:endParaRPr>
          </a:p>
        </p:txBody>
      </p:sp>
      <p:sp>
        <p:nvSpPr>
          <p:cNvPr id="336" name="Google Shape;336;p11"/>
          <p:cNvSpPr txBox="1"/>
          <p:nvPr/>
        </p:nvSpPr>
        <p:spPr>
          <a:xfrm>
            <a:off x="9998849" y="2346515"/>
            <a:ext cx="5410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POOL</a:t>
            </a:r>
            <a:endParaRPr sz="1800" b="0" i="0" u="none" strike="noStrike" cap="none">
              <a:solidFill>
                <a:srgbClr val="000000"/>
              </a:solidFill>
              <a:latin typeface="Calibri"/>
              <a:ea typeface="Calibri"/>
              <a:cs typeface="Calibri"/>
              <a:sym typeface="Calibri"/>
            </a:endParaRPr>
          </a:p>
        </p:txBody>
      </p:sp>
      <p:sp>
        <p:nvSpPr>
          <p:cNvPr id="337" name="Google Shape;337;p11"/>
          <p:cNvSpPr/>
          <p:nvPr/>
        </p:nvSpPr>
        <p:spPr>
          <a:xfrm>
            <a:off x="9843414" y="2191105"/>
            <a:ext cx="904875" cy="127000"/>
          </a:xfrm>
          <a:custGeom>
            <a:avLst/>
            <a:gdLst/>
            <a:ahLst/>
            <a:cxnLst/>
            <a:rect l="l" t="t" r="r" b="b"/>
            <a:pathLst>
              <a:path w="904875" h="127000" extrusionOk="0">
                <a:moveTo>
                  <a:pt x="777786" y="0"/>
                </a:moveTo>
                <a:lnTo>
                  <a:pt x="777786" y="50800"/>
                </a:lnTo>
                <a:lnTo>
                  <a:pt x="0" y="50800"/>
                </a:lnTo>
                <a:lnTo>
                  <a:pt x="0" y="76200"/>
                </a:lnTo>
                <a:lnTo>
                  <a:pt x="777786" y="76200"/>
                </a:lnTo>
                <a:lnTo>
                  <a:pt x="777786" y="127000"/>
                </a:lnTo>
                <a:lnTo>
                  <a:pt x="904786" y="63500"/>
                </a:lnTo>
                <a:lnTo>
                  <a:pt x="777786"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38" name="Google Shape;338;p11"/>
          <p:cNvSpPr txBox="1"/>
          <p:nvPr/>
        </p:nvSpPr>
        <p:spPr>
          <a:xfrm>
            <a:off x="10810202" y="2090254"/>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56</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56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128</a:t>
            </a:r>
            <a:endParaRPr sz="1800" b="0" i="0" u="none" strike="noStrike" cap="none">
              <a:solidFill>
                <a:srgbClr val="000000"/>
              </a:solidFill>
              <a:latin typeface="Cambria"/>
              <a:ea typeface="Cambria"/>
              <a:cs typeface="Cambria"/>
              <a:sym typeface="Cambria"/>
            </a:endParaRPr>
          </a:p>
        </p:txBody>
      </p:sp>
      <p:sp>
        <p:nvSpPr>
          <p:cNvPr id="339" name="Google Shape;339;p11"/>
          <p:cNvSpPr/>
          <p:nvPr/>
        </p:nvSpPr>
        <p:spPr>
          <a:xfrm>
            <a:off x="646836" y="4003954"/>
            <a:ext cx="904875" cy="127000"/>
          </a:xfrm>
          <a:custGeom>
            <a:avLst/>
            <a:gdLst/>
            <a:ahLst/>
            <a:cxnLst/>
            <a:rect l="l" t="t" r="r" b="b"/>
            <a:pathLst>
              <a:path w="904875" h="127000" extrusionOk="0">
                <a:moveTo>
                  <a:pt x="777773" y="0"/>
                </a:moveTo>
                <a:lnTo>
                  <a:pt x="777773" y="50800"/>
                </a:lnTo>
                <a:lnTo>
                  <a:pt x="0" y="50787"/>
                </a:lnTo>
                <a:lnTo>
                  <a:pt x="0" y="76187"/>
                </a:lnTo>
                <a:lnTo>
                  <a:pt x="777773" y="76200"/>
                </a:lnTo>
                <a:lnTo>
                  <a:pt x="777773" y="127000"/>
                </a:lnTo>
                <a:lnTo>
                  <a:pt x="904773" y="63500"/>
                </a:lnTo>
                <a:lnTo>
                  <a:pt x="77777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40" name="Google Shape;340;p11"/>
          <p:cNvSpPr txBox="1"/>
          <p:nvPr/>
        </p:nvSpPr>
        <p:spPr>
          <a:xfrm>
            <a:off x="530856" y="4157433"/>
            <a:ext cx="1114425" cy="579120"/>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[CONV 256]</a:t>
            </a:r>
            <a:endParaRPr sz="1800" b="0" i="0" u="none" strike="noStrike" cap="none">
              <a:solidFill>
                <a:srgbClr val="000000"/>
              </a:solidFill>
              <a:latin typeface="Calibri"/>
              <a:ea typeface="Calibri"/>
              <a:cs typeface="Calibri"/>
              <a:sym typeface="Calibri"/>
            </a:endParaRPr>
          </a:p>
          <a:p>
            <a:pPr marL="0" marR="0" lvl="0" indent="0" algn="ctr" rtl="0">
              <a:lnSpc>
                <a:spcPct val="100000"/>
              </a:lnSpc>
              <a:spcBef>
                <a:spcPts val="4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libri"/>
                <a:ea typeface="Calibri"/>
                <a:cs typeface="Calibri"/>
                <a:sym typeface="Calibri"/>
              </a:rPr>
              <a:t>3</a:t>
            </a:r>
            <a:endParaRPr sz="1800" b="0" i="0" u="none" strike="noStrike" cap="none">
              <a:solidFill>
                <a:srgbClr val="000000"/>
              </a:solidFill>
              <a:latin typeface="Calibri"/>
              <a:ea typeface="Calibri"/>
              <a:cs typeface="Calibri"/>
              <a:sym typeface="Calibri"/>
            </a:endParaRPr>
          </a:p>
        </p:txBody>
      </p:sp>
      <p:sp>
        <p:nvSpPr>
          <p:cNvPr id="341" name="Google Shape;341;p11"/>
          <p:cNvSpPr txBox="1"/>
          <p:nvPr/>
        </p:nvSpPr>
        <p:spPr>
          <a:xfrm>
            <a:off x="1654653" y="3903916"/>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56</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56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256</a:t>
            </a:r>
            <a:endParaRPr sz="1800" b="0" i="0" u="none" strike="noStrike" cap="none">
              <a:solidFill>
                <a:srgbClr val="000000"/>
              </a:solidFill>
              <a:latin typeface="Cambria"/>
              <a:ea typeface="Cambria"/>
              <a:cs typeface="Cambria"/>
              <a:sym typeface="Cambria"/>
            </a:endParaRPr>
          </a:p>
        </p:txBody>
      </p:sp>
      <p:sp>
        <p:nvSpPr>
          <p:cNvPr id="342" name="Google Shape;342;p11"/>
          <p:cNvSpPr txBox="1"/>
          <p:nvPr/>
        </p:nvSpPr>
        <p:spPr>
          <a:xfrm>
            <a:off x="3171414" y="4152633"/>
            <a:ext cx="5410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POOL</a:t>
            </a:r>
            <a:endParaRPr sz="1800" b="0" i="0" u="none" strike="noStrike" cap="none">
              <a:solidFill>
                <a:srgbClr val="000000"/>
              </a:solidFill>
              <a:latin typeface="Calibri"/>
              <a:ea typeface="Calibri"/>
              <a:cs typeface="Calibri"/>
              <a:sym typeface="Calibri"/>
            </a:endParaRPr>
          </a:p>
        </p:txBody>
      </p:sp>
      <p:sp>
        <p:nvSpPr>
          <p:cNvPr id="343" name="Google Shape;343;p11"/>
          <p:cNvSpPr txBox="1"/>
          <p:nvPr/>
        </p:nvSpPr>
        <p:spPr>
          <a:xfrm>
            <a:off x="3976544" y="3896372"/>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28</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28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256</a:t>
            </a:r>
            <a:endParaRPr sz="1800" b="0" i="0" u="none" strike="noStrike" cap="none">
              <a:solidFill>
                <a:srgbClr val="000000"/>
              </a:solidFill>
              <a:latin typeface="Cambria"/>
              <a:ea typeface="Cambria"/>
              <a:cs typeface="Cambria"/>
              <a:sym typeface="Cambria"/>
            </a:endParaRPr>
          </a:p>
        </p:txBody>
      </p:sp>
      <p:sp>
        <p:nvSpPr>
          <p:cNvPr id="344" name="Google Shape;344;p11"/>
          <p:cNvSpPr/>
          <p:nvPr/>
        </p:nvSpPr>
        <p:spPr>
          <a:xfrm>
            <a:off x="2993504" y="3997172"/>
            <a:ext cx="904875" cy="127000"/>
          </a:xfrm>
          <a:custGeom>
            <a:avLst/>
            <a:gdLst/>
            <a:ahLst/>
            <a:cxnLst/>
            <a:rect l="l" t="t" r="r" b="b"/>
            <a:pathLst>
              <a:path w="904875" h="127000" extrusionOk="0">
                <a:moveTo>
                  <a:pt x="777773" y="0"/>
                </a:moveTo>
                <a:lnTo>
                  <a:pt x="777773" y="50800"/>
                </a:lnTo>
                <a:lnTo>
                  <a:pt x="0" y="50800"/>
                </a:lnTo>
                <a:lnTo>
                  <a:pt x="0" y="76200"/>
                </a:lnTo>
                <a:lnTo>
                  <a:pt x="777773" y="76200"/>
                </a:lnTo>
                <a:lnTo>
                  <a:pt x="777773" y="127000"/>
                </a:lnTo>
                <a:lnTo>
                  <a:pt x="904773" y="63500"/>
                </a:lnTo>
                <a:lnTo>
                  <a:pt x="77777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45" name="Google Shape;345;p11"/>
          <p:cNvSpPr/>
          <p:nvPr/>
        </p:nvSpPr>
        <p:spPr>
          <a:xfrm>
            <a:off x="5448934" y="3999115"/>
            <a:ext cx="904875" cy="127000"/>
          </a:xfrm>
          <a:custGeom>
            <a:avLst/>
            <a:gdLst/>
            <a:ahLst/>
            <a:cxnLst/>
            <a:rect l="l" t="t" r="r" b="b"/>
            <a:pathLst>
              <a:path w="904875" h="127000" extrusionOk="0">
                <a:moveTo>
                  <a:pt x="777773" y="0"/>
                </a:moveTo>
                <a:lnTo>
                  <a:pt x="777773" y="50800"/>
                </a:lnTo>
                <a:lnTo>
                  <a:pt x="0" y="50800"/>
                </a:lnTo>
                <a:lnTo>
                  <a:pt x="0" y="76200"/>
                </a:lnTo>
                <a:lnTo>
                  <a:pt x="777773" y="76200"/>
                </a:lnTo>
                <a:lnTo>
                  <a:pt x="777773" y="127000"/>
                </a:lnTo>
                <a:lnTo>
                  <a:pt x="904773" y="63500"/>
                </a:lnTo>
                <a:lnTo>
                  <a:pt x="77777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46" name="Google Shape;346;p11"/>
          <p:cNvSpPr txBox="1"/>
          <p:nvPr/>
        </p:nvSpPr>
        <p:spPr>
          <a:xfrm>
            <a:off x="5332399" y="4152607"/>
            <a:ext cx="1114425" cy="579120"/>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[CONV 512]</a:t>
            </a:r>
            <a:endParaRPr sz="1800" b="0" i="0" u="none" strike="noStrike" cap="none">
              <a:solidFill>
                <a:srgbClr val="000000"/>
              </a:solidFill>
              <a:latin typeface="Calibri"/>
              <a:ea typeface="Calibri"/>
              <a:cs typeface="Calibri"/>
              <a:sym typeface="Calibri"/>
            </a:endParaRPr>
          </a:p>
          <a:p>
            <a:pPr marL="0" marR="0" lvl="0" indent="0" algn="ctr" rtl="0">
              <a:lnSpc>
                <a:spcPct val="100000"/>
              </a:lnSpc>
              <a:spcBef>
                <a:spcPts val="4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×3</a:t>
            </a:r>
            <a:endParaRPr sz="1800" b="0" i="0" u="none" strike="noStrike" cap="none">
              <a:solidFill>
                <a:srgbClr val="000000"/>
              </a:solidFill>
              <a:latin typeface="Cambria Math"/>
              <a:ea typeface="Cambria Math"/>
              <a:cs typeface="Cambria Math"/>
              <a:sym typeface="Cambria Math"/>
            </a:endParaRPr>
          </a:p>
        </p:txBody>
      </p:sp>
      <p:sp>
        <p:nvSpPr>
          <p:cNvPr id="347" name="Google Shape;347;p11"/>
          <p:cNvSpPr txBox="1"/>
          <p:nvPr/>
        </p:nvSpPr>
        <p:spPr>
          <a:xfrm>
            <a:off x="6474485" y="3896347"/>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28</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28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512</a:t>
            </a:r>
            <a:endParaRPr sz="1800" b="0" i="0" u="none" strike="noStrike" cap="none">
              <a:solidFill>
                <a:srgbClr val="000000"/>
              </a:solidFill>
              <a:latin typeface="Cambria"/>
              <a:ea typeface="Cambria"/>
              <a:cs typeface="Cambria"/>
              <a:sym typeface="Cambria"/>
            </a:endParaRPr>
          </a:p>
        </p:txBody>
      </p:sp>
      <p:sp>
        <p:nvSpPr>
          <p:cNvPr id="348" name="Google Shape;348;p11"/>
          <p:cNvSpPr txBox="1"/>
          <p:nvPr/>
        </p:nvSpPr>
        <p:spPr>
          <a:xfrm>
            <a:off x="8145094" y="4152607"/>
            <a:ext cx="5410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POOL</a:t>
            </a:r>
            <a:endParaRPr sz="1800" b="0" i="0" u="none" strike="noStrike" cap="none">
              <a:solidFill>
                <a:srgbClr val="000000"/>
              </a:solidFill>
              <a:latin typeface="Calibri"/>
              <a:ea typeface="Calibri"/>
              <a:cs typeface="Calibri"/>
              <a:sym typeface="Calibri"/>
            </a:endParaRPr>
          </a:p>
        </p:txBody>
      </p:sp>
      <p:sp>
        <p:nvSpPr>
          <p:cNvPr id="349" name="Google Shape;349;p11"/>
          <p:cNvSpPr/>
          <p:nvPr/>
        </p:nvSpPr>
        <p:spPr>
          <a:xfrm>
            <a:off x="7989836" y="3997172"/>
            <a:ext cx="904875" cy="127000"/>
          </a:xfrm>
          <a:custGeom>
            <a:avLst/>
            <a:gdLst/>
            <a:ahLst/>
            <a:cxnLst/>
            <a:rect l="l" t="t" r="r" b="b"/>
            <a:pathLst>
              <a:path w="904875" h="127000" extrusionOk="0">
                <a:moveTo>
                  <a:pt x="777773" y="0"/>
                </a:moveTo>
                <a:lnTo>
                  <a:pt x="777773" y="50800"/>
                </a:lnTo>
                <a:lnTo>
                  <a:pt x="0" y="50800"/>
                </a:lnTo>
                <a:lnTo>
                  <a:pt x="0" y="76200"/>
                </a:lnTo>
                <a:lnTo>
                  <a:pt x="777773" y="76200"/>
                </a:lnTo>
                <a:lnTo>
                  <a:pt x="777773" y="127000"/>
                </a:lnTo>
                <a:lnTo>
                  <a:pt x="904773" y="63500"/>
                </a:lnTo>
                <a:lnTo>
                  <a:pt x="77777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50" name="Google Shape;350;p11"/>
          <p:cNvSpPr txBox="1"/>
          <p:nvPr/>
        </p:nvSpPr>
        <p:spPr>
          <a:xfrm>
            <a:off x="9100324" y="3909021"/>
            <a:ext cx="12414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14</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14</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512</a:t>
            </a:r>
            <a:endParaRPr sz="1800" b="0" i="0" u="none" strike="noStrike" cap="none">
              <a:solidFill>
                <a:srgbClr val="000000"/>
              </a:solidFill>
              <a:latin typeface="Cambria"/>
              <a:ea typeface="Cambria"/>
              <a:cs typeface="Cambria"/>
              <a:sym typeface="Cambria"/>
            </a:endParaRPr>
          </a:p>
        </p:txBody>
      </p:sp>
      <p:sp>
        <p:nvSpPr>
          <p:cNvPr id="351" name="Google Shape;351;p11"/>
          <p:cNvSpPr/>
          <p:nvPr/>
        </p:nvSpPr>
        <p:spPr>
          <a:xfrm>
            <a:off x="691908" y="5328983"/>
            <a:ext cx="904875" cy="127000"/>
          </a:xfrm>
          <a:custGeom>
            <a:avLst/>
            <a:gdLst/>
            <a:ahLst/>
            <a:cxnLst/>
            <a:rect l="l" t="t" r="r" b="b"/>
            <a:pathLst>
              <a:path w="904875" h="127000" extrusionOk="0">
                <a:moveTo>
                  <a:pt x="777786" y="0"/>
                </a:moveTo>
                <a:lnTo>
                  <a:pt x="777786" y="50799"/>
                </a:lnTo>
                <a:lnTo>
                  <a:pt x="0" y="50799"/>
                </a:lnTo>
                <a:lnTo>
                  <a:pt x="0" y="76199"/>
                </a:lnTo>
                <a:lnTo>
                  <a:pt x="777786" y="76199"/>
                </a:lnTo>
                <a:lnTo>
                  <a:pt x="777786" y="126999"/>
                </a:lnTo>
                <a:lnTo>
                  <a:pt x="904786" y="63499"/>
                </a:lnTo>
                <a:lnTo>
                  <a:pt x="777786"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52" name="Google Shape;352;p11"/>
          <p:cNvSpPr txBox="1"/>
          <p:nvPr/>
        </p:nvSpPr>
        <p:spPr>
          <a:xfrm>
            <a:off x="575937" y="5482473"/>
            <a:ext cx="1114425" cy="579120"/>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[CONV 512]</a:t>
            </a:r>
            <a:endParaRPr sz="1800" b="0" i="0" u="none" strike="noStrike" cap="none">
              <a:solidFill>
                <a:srgbClr val="000000"/>
              </a:solidFill>
              <a:latin typeface="Calibri"/>
              <a:ea typeface="Calibri"/>
              <a:cs typeface="Calibri"/>
              <a:sym typeface="Calibri"/>
            </a:endParaRPr>
          </a:p>
          <a:p>
            <a:pPr marL="0" marR="0" lvl="0" indent="0" algn="ctr" rtl="0">
              <a:lnSpc>
                <a:spcPct val="100000"/>
              </a:lnSpc>
              <a:spcBef>
                <a:spcPts val="40"/>
              </a:spcBef>
              <a:spcAft>
                <a:spcPts val="0"/>
              </a:spcAft>
              <a:buClr>
                <a:srgbClr val="000000"/>
              </a:buClr>
              <a:buSzPts val="1800"/>
              <a:buFont typeface="Arial"/>
              <a:buNone/>
            </a:pP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libri"/>
                <a:ea typeface="Calibri"/>
                <a:cs typeface="Calibri"/>
                <a:sym typeface="Calibri"/>
              </a:rPr>
              <a:t>3</a:t>
            </a:r>
            <a:endParaRPr sz="1800" b="0" i="0" u="none" strike="noStrike" cap="none">
              <a:solidFill>
                <a:srgbClr val="000000"/>
              </a:solidFill>
              <a:latin typeface="Calibri"/>
              <a:ea typeface="Calibri"/>
              <a:cs typeface="Calibri"/>
              <a:sym typeface="Calibri"/>
            </a:endParaRPr>
          </a:p>
        </p:txBody>
      </p:sp>
      <p:sp>
        <p:nvSpPr>
          <p:cNvPr id="353" name="Google Shape;353;p11"/>
          <p:cNvSpPr txBox="1"/>
          <p:nvPr/>
        </p:nvSpPr>
        <p:spPr>
          <a:xfrm>
            <a:off x="1699735" y="5228955"/>
            <a:ext cx="1294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14</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14 </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512</a:t>
            </a:r>
            <a:endParaRPr sz="1800" b="0" i="0" u="none" strike="noStrike" cap="none">
              <a:solidFill>
                <a:srgbClr val="000000"/>
              </a:solidFill>
              <a:latin typeface="Cambria"/>
              <a:ea typeface="Cambria"/>
              <a:cs typeface="Cambria"/>
              <a:sym typeface="Cambria"/>
            </a:endParaRPr>
          </a:p>
        </p:txBody>
      </p:sp>
      <p:sp>
        <p:nvSpPr>
          <p:cNvPr id="354" name="Google Shape;354;p11"/>
          <p:cNvSpPr txBox="1"/>
          <p:nvPr/>
        </p:nvSpPr>
        <p:spPr>
          <a:xfrm>
            <a:off x="3294905" y="5484530"/>
            <a:ext cx="5410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POOL</a:t>
            </a:r>
            <a:endParaRPr sz="1800" b="0" i="0" u="none" strike="noStrike" cap="none">
              <a:solidFill>
                <a:srgbClr val="000000"/>
              </a:solidFill>
              <a:latin typeface="Calibri"/>
              <a:ea typeface="Calibri"/>
              <a:cs typeface="Calibri"/>
              <a:sym typeface="Calibri"/>
            </a:endParaRPr>
          </a:p>
        </p:txBody>
      </p:sp>
      <p:sp>
        <p:nvSpPr>
          <p:cNvPr id="355" name="Google Shape;355;p11"/>
          <p:cNvSpPr txBox="1"/>
          <p:nvPr/>
        </p:nvSpPr>
        <p:spPr>
          <a:xfrm>
            <a:off x="4100035" y="5240842"/>
            <a:ext cx="9880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7</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7</a:t>
            </a:r>
            <a:r>
              <a:rPr lang="en-US" sz="1800" b="0" i="0" u="none" strike="noStrike" cap="none">
                <a:solidFill>
                  <a:srgbClr val="000000"/>
                </a:solidFill>
                <a:latin typeface="Cambria Math"/>
                <a:ea typeface="Cambria Math"/>
                <a:cs typeface="Cambria Math"/>
                <a:sym typeface="Cambria Math"/>
              </a:rPr>
              <a:t>×</a:t>
            </a:r>
            <a:r>
              <a:rPr lang="en-US" sz="1800" b="0" i="0" u="none" strike="noStrike" cap="none">
                <a:solidFill>
                  <a:srgbClr val="000000"/>
                </a:solidFill>
                <a:latin typeface="Cambria"/>
                <a:ea typeface="Cambria"/>
                <a:cs typeface="Cambria"/>
                <a:sym typeface="Cambria"/>
              </a:rPr>
              <a:t>512</a:t>
            </a:r>
            <a:endParaRPr sz="1800" b="0" i="0" u="none" strike="noStrike" cap="none">
              <a:solidFill>
                <a:srgbClr val="000000"/>
              </a:solidFill>
              <a:latin typeface="Cambria"/>
              <a:ea typeface="Cambria"/>
              <a:cs typeface="Cambria"/>
              <a:sym typeface="Cambria"/>
            </a:endParaRPr>
          </a:p>
        </p:txBody>
      </p:sp>
      <p:sp>
        <p:nvSpPr>
          <p:cNvPr id="356" name="Google Shape;356;p11"/>
          <p:cNvSpPr/>
          <p:nvPr/>
        </p:nvSpPr>
        <p:spPr>
          <a:xfrm>
            <a:off x="3116973" y="5328983"/>
            <a:ext cx="904875" cy="127000"/>
          </a:xfrm>
          <a:custGeom>
            <a:avLst/>
            <a:gdLst/>
            <a:ahLst/>
            <a:cxnLst/>
            <a:rect l="l" t="t" r="r" b="b"/>
            <a:pathLst>
              <a:path w="904875" h="127000" extrusionOk="0">
                <a:moveTo>
                  <a:pt x="777773" y="0"/>
                </a:moveTo>
                <a:lnTo>
                  <a:pt x="777773" y="50799"/>
                </a:lnTo>
                <a:lnTo>
                  <a:pt x="0" y="50799"/>
                </a:lnTo>
                <a:lnTo>
                  <a:pt x="0" y="76199"/>
                </a:lnTo>
                <a:lnTo>
                  <a:pt x="777773" y="76199"/>
                </a:lnTo>
                <a:lnTo>
                  <a:pt x="777773" y="126999"/>
                </a:lnTo>
                <a:lnTo>
                  <a:pt x="904773" y="63499"/>
                </a:lnTo>
                <a:lnTo>
                  <a:pt x="77777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57" name="Google Shape;357;p11"/>
          <p:cNvSpPr/>
          <p:nvPr/>
        </p:nvSpPr>
        <p:spPr>
          <a:xfrm>
            <a:off x="5184228" y="5333276"/>
            <a:ext cx="904875" cy="127000"/>
          </a:xfrm>
          <a:custGeom>
            <a:avLst/>
            <a:gdLst/>
            <a:ahLst/>
            <a:cxnLst/>
            <a:rect l="l" t="t" r="r" b="b"/>
            <a:pathLst>
              <a:path w="904875" h="127000" extrusionOk="0">
                <a:moveTo>
                  <a:pt x="777773" y="0"/>
                </a:moveTo>
                <a:lnTo>
                  <a:pt x="777773" y="50800"/>
                </a:lnTo>
                <a:lnTo>
                  <a:pt x="0" y="50800"/>
                </a:lnTo>
                <a:lnTo>
                  <a:pt x="0" y="76200"/>
                </a:lnTo>
                <a:lnTo>
                  <a:pt x="777773" y="76200"/>
                </a:lnTo>
                <a:lnTo>
                  <a:pt x="777773" y="127000"/>
                </a:lnTo>
                <a:lnTo>
                  <a:pt x="904773" y="63500"/>
                </a:lnTo>
                <a:lnTo>
                  <a:pt x="77777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58" name="Google Shape;358;p11"/>
          <p:cNvSpPr txBox="1"/>
          <p:nvPr/>
        </p:nvSpPr>
        <p:spPr>
          <a:xfrm>
            <a:off x="6127889" y="5240845"/>
            <a:ext cx="534035" cy="554355"/>
          </a:xfrm>
          <a:prstGeom prst="rect">
            <a:avLst/>
          </a:prstGeom>
          <a:noFill/>
          <a:ln>
            <a:noFill/>
          </a:ln>
        </p:spPr>
        <p:txBody>
          <a:bodyPr spcFirstLastPara="1" wrap="square" lIns="0" tIns="38100" rIns="0" bIns="0" anchor="t" anchorCtr="0">
            <a:spAutoFit/>
          </a:bodyPr>
          <a:lstStyle/>
          <a:p>
            <a:pPr marL="12700" marR="5080" lvl="0" indent="95885" algn="l" rtl="0">
              <a:lnSpc>
                <a:spcPct val="111111"/>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FC 4096</a:t>
            </a:r>
            <a:endParaRPr sz="1800" b="0" i="0" u="none" strike="noStrike" cap="none">
              <a:solidFill>
                <a:srgbClr val="000000"/>
              </a:solidFill>
              <a:latin typeface="Cambria"/>
              <a:ea typeface="Cambria"/>
              <a:cs typeface="Cambria"/>
              <a:sym typeface="Cambria"/>
            </a:endParaRPr>
          </a:p>
        </p:txBody>
      </p:sp>
      <p:sp>
        <p:nvSpPr>
          <p:cNvPr id="359" name="Google Shape;359;p11"/>
          <p:cNvSpPr/>
          <p:nvPr/>
        </p:nvSpPr>
        <p:spPr>
          <a:xfrm>
            <a:off x="6736321" y="5328983"/>
            <a:ext cx="904875" cy="127000"/>
          </a:xfrm>
          <a:custGeom>
            <a:avLst/>
            <a:gdLst/>
            <a:ahLst/>
            <a:cxnLst/>
            <a:rect l="l" t="t" r="r" b="b"/>
            <a:pathLst>
              <a:path w="904875" h="127000" extrusionOk="0">
                <a:moveTo>
                  <a:pt x="777773" y="0"/>
                </a:moveTo>
                <a:lnTo>
                  <a:pt x="777773" y="50799"/>
                </a:lnTo>
                <a:lnTo>
                  <a:pt x="0" y="50799"/>
                </a:lnTo>
                <a:lnTo>
                  <a:pt x="0" y="76199"/>
                </a:lnTo>
                <a:lnTo>
                  <a:pt x="777773" y="76199"/>
                </a:lnTo>
                <a:lnTo>
                  <a:pt x="777773" y="126999"/>
                </a:lnTo>
                <a:lnTo>
                  <a:pt x="904773" y="63499"/>
                </a:lnTo>
                <a:lnTo>
                  <a:pt x="77777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60" name="Google Shape;360;p11"/>
          <p:cNvSpPr txBox="1"/>
          <p:nvPr/>
        </p:nvSpPr>
        <p:spPr>
          <a:xfrm>
            <a:off x="7690484" y="5236552"/>
            <a:ext cx="534035" cy="554355"/>
          </a:xfrm>
          <a:prstGeom prst="rect">
            <a:avLst/>
          </a:prstGeom>
          <a:noFill/>
          <a:ln>
            <a:noFill/>
          </a:ln>
        </p:spPr>
        <p:txBody>
          <a:bodyPr spcFirstLastPara="1" wrap="square" lIns="0" tIns="38100" rIns="0" bIns="0" anchor="t" anchorCtr="0">
            <a:spAutoFit/>
          </a:bodyPr>
          <a:lstStyle/>
          <a:p>
            <a:pPr marL="12700" marR="5080" lvl="0" indent="95885" algn="l" rtl="0">
              <a:lnSpc>
                <a:spcPct val="111111"/>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FC 4096</a:t>
            </a:r>
            <a:endParaRPr sz="1800" b="0" i="0" u="none" strike="noStrike" cap="none">
              <a:solidFill>
                <a:srgbClr val="000000"/>
              </a:solidFill>
              <a:latin typeface="Cambria"/>
              <a:ea typeface="Cambria"/>
              <a:cs typeface="Cambria"/>
              <a:sym typeface="Cambria"/>
            </a:endParaRPr>
          </a:p>
        </p:txBody>
      </p:sp>
      <p:sp>
        <p:nvSpPr>
          <p:cNvPr id="361" name="Google Shape;361;p11"/>
          <p:cNvSpPr/>
          <p:nvPr/>
        </p:nvSpPr>
        <p:spPr>
          <a:xfrm>
            <a:off x="8294713" y="5319191"/>
            <a:ext cx="822960" cy="127000"/>
          </a:xfrm>
          <a:custGeom>
            <a:avLst/>
            <a:gdLst/>
            <a:ahLst/>
            <a:cxnLst/>
            <a:rect l="l" t="t" r="r" b="b"/>
            <a:pathLst>
              <a:path w="822959" h="127000" extrusionOk="0">
                <a:moveTo>
                  <a:pt x="695528" y="0"/>
                </a:moveTo>
                <a:lnTo>
                  <a:pt x="695528" y="50800"/>
                </a:lnTo>
                <a:lnTo>
                  <a:pt x="0" y="50800"/>
                </a:lnTo>
                <a:lnTo>
                  <a:pt x="0" y="76200"/>
                </a:lnTo>
                <a:lnTo>
                  <a:pt x="695528" y="76200"/>
                </a:lnTo>
                <a:lnTo>
                  <a:pt x="695528" y="127000"/>
                </a:lnTo>
                <a:lnTo>
                  <a:pt x="822528" y="63500"/>
                </a:lnTo>
                <a:lnTo>
                  <a:pt x="695528"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62" name="Google Shape;362;p11"/>
          <p:cNvSpPr txBox="1"/>
          <p:nvPr/>
        </p:nvSpPr>
        <p:spPr>
          <a:xfrm>
            <a:off x="9346031" y="5226748"/>
            <a:ext cx="902969" cy="563880"/>
          </a:xfrm>
          <a:prstGeom prst="rect">
            <a:avLst/>
          </a:prstGeom>
          <a:noFill/>
          <a:ln>
            <a:noFill/>
          </a:ln>
        </p:spPr>
        <p:txBody>
          <a:bodyPr spcFirstLastPara="1" wrap="square" lIns="0" tIns="29825" rIns="0" bIns="0" anchor="t" anchorCtr="0">
            <a:spAutoFit/>
          </a:bodyPr>
          <a:lstStyle/>
          <a:p>
            <a:pPr marL="198120" marR="5080" lvl="0" indent="-186055" algn="l" rtl="0">
              <a:lnSpc>
                <a:spcPct val="115555"/>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Softmax 1000</a:t>
            </a:r>
            <a:endParaRPr sz="1800" b="0" i="0" u="none" strike="noStrike" cap="none">
              <a:solidFill>
                <a:srgbClr val="000000"/>
              </a:solidFill>
              <a:latin typeface="Cambria"/>
              <a:ea typeface="Cambria"/>
              <a:cs typeface="Cambria"/>
              <a:sym typeface="Cambria"/>
            </a:endParaRPr>
          </a:p>
        </p:txBody>
      </p:sp>
      <p:pic>
        <p:nvPicPr>
          <p:cNvPr id="363" name="Google Shape;363;p11"/>
          <p:cNvPicPr preferRelativeResize="0"/>
          <p:nvPr/>
        </p:nvPicPr>
        <p:blipFill rotWithShape="1">
          <a:blip r:embed="rId3">
            <a:alphaModFix/>
          </a:blip>
          <a:srcRect/>
          <a:stretch/>
        </p:blipFill>
        <p:spPr>
          <a:xfrm>
            <a:off x="484641" y="6230617"/>
            <a:ext cx="3778837" cy="656205"/>
          </a:xfrm>
          <a:prstGeom prst="rect">
            <a:avLst/>
          </a:prstGeom>
          <a:noFill/>
          <a:ln>
            <a:noFill/>
          </a:ln>
        </p:spPr>
      </p:pic>
      <p:pic>
        <p:nvPicPr>
          <p:cNvPr id="364" name="Google Shape;364;p11"/>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285"/>
        <p:cNvGrpSpPr/>
        <p:nvPr/>
      </p:nvGrpSpPr>
      <p:grpSpPr>
        <a:xfrm>
          <a:off x="0" y="0"/>
          <a:ext cx="0" cy="0"/>
          <a:chOff x="0" y="0"/>
          <a:chExt cx="0" cy="0"/>
        </a:xfrm>
      </p:grpSpPr>
      <p:pic>
        <p:nvPicPr>
          <p:cNvPr id="286" name="Google Shape;286;p1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87" name="Google Shape;287;p10"/>
          <p:cNvSpPr txBox="1"/>
          <p:nvPr/>
        </p:nvSpPr>
        <p:spPr>
          <a:xfrm>
            <a:off x="0" y="228800"/>
            <a:ext cx="6722700" cy="20934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dirty="0">
                <a:solidFill>
                  <a:schemeClr val="dk1"/>
                </a:solidFill>
              </a:rPr>
              <a:t>VGG - 16</a:t>
            </a:r>
            <a:endParaRPr sz="4400" i="0" u="none" strike="noStrike" cap="none" dirty="0">
              <a:solidFill>
                <a:schemeClr val="dk1"/>
              </a:solidFill>
            </a:endParaRPr>
          </a:p>
          <a:p>
            <a:pPr marL="12700" marR="0" lvl="0" indent="0" algn="l" rtl="0">
              <a:lnSpc>
                <a:spcPct val="100000"/>
              </a:lnSpc>
              <a:spcBef>
                <a:spcPts val="0"/>
              </a:spcBef>
              <a:spcAft>
                <a:spcPts val="0"/>
              </a:spcAft>
              <a:buClr>
                <a:schemeClr val="dk1"/>
              </a:buClr>
              <a:buSzPts val="6600"/>
              <a:buFont typeface="Arial"/>
              <a:buNone/>
            </a:pPr>
            <a:endParaRPr sz="6600" i="0" u="none" strike="noStrike" cap="none" dirty="0">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400" i="0" u="none" strike="noStrike" cap="none" dirty="0">
              <a:solidFill>
                <a:srgbClr val="000000"/>
              </a:solidFill>
            </a:endParaRPr>
          </a:p>
        </p:txBody>
      </p:sp>
      <p:sp>
        <p:nvSpPr>
          <p:cNvPr id="288" name="Google Shape;288;p10"/>
          <p:cNvSpPr txBox="1"/>
          <p:nvPr/>
        </p:nvSpPr>
        <p:spPr>
          <a:xfrm>
            <a:off x="564850" y="1644800"/>
            <a:ext cx="11174866" cy="2031295"/>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t>VGG-16 achieved state-of-the-art performance on the ImageNet Large Scale Visual Recognition Challenge, and its architecture has been widely adopted and used as a basis for many other CNNs. Its deep architecture and small filter sizes have been shown to be effective for extracting meaningful features from images, even in cases where the images are highly varied or complex.</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2610445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368"/>
        <p:cNvGrpSpPr/>
        <p:nvPr/>
      </p:nvGrpSpPr>
      <p:grpSpPr>
        <a:xfrm>
          <a:off x="0" y="0"/>
          <a:ext cx="0" cy="0"/>
          <a:chOff x="0" y="0"/>
          <a:chExt cx="0" cy="0"/>
        </a:xfrm>
      </p:grpSpPr>
      <p:sp>
        <p:nvSpPr>
          <p:cNvPr id="369" name="Google Shape;369;p12"/>
          <p:cNvSpPr txBox="1">
            <a:spLocks noGrp="1"/>
          </p:cNvSpPr>
          <p:nvPr>
            <p:ph type="title"/>
          </p:nvPr>
        </p:nvSpPr>
        <p:spPr>
          <a:xfrm>
            <a:off x="1778520" y="1696300"/>
            <a:ext cx="8634900" cy="1860000"/>
          </a:xfrm>
          <a:prstGeom prst="rect">
            <a:avLst/>
          </a:prstGeom>
          <a:noFill/>
          <a:ln>
            <a:noFill/>
          </a:ln>
        </p:spPr>
        <p:txBody>
          <a:bodyPr spcFirstLastPara="1" wrap="square" lIns="0" tIns="12700" rIns="0" bIns="0" anchor="t" anchorCtr="0">
            <a:spAutoFit/>
          </a:bodyPr>
          <a:lstStyle/>
          <a:p>
            <a:pPr marL="4401185" lvl="0" indent="0" algn="ctr" rtl="0">
              <a:lnSpc>
                <a:spcPct val="100000"/>
              </a:lnSpc>
              <a:spcBef>
                <a:spcPts val="0"/>
              </a:spcBef>
              <a:spcAft>
                <a:spcPts val="0"/>
              </a:spcAft>
              <a:buSzPts val="1400"/>
              <a:buNone/>
            </a:pPr>
            <a:r>
              <a:rPr lang="en-US" sz="6000">
                <a:latin typeface="Arial"/>
                <a:ea typeface="Arial"/>
                <a:cs typeface="Arial"/>
                <a:sym typeface="Arial"/>
              </a:rPr>
              <a:t>Case Studies</a:t>
            </a:r>
            <a:endParaRPr sz="6000">
              <a:latin typeface="Arial"/>
              <a:ea typeface="Arial"/>
              <a:cs typeface="Arial"/>
              <a:sym typeface="Arial"/>
            </a:endParaRPr>
          </a:p>
        </p:txBody>
      </p:sp>
      <p:sp>
        <p:nvSpPr>
          <p:cNvPr id="370" name="Google Shape;370;p12"/>
          <p:cNvSpPr txBox="1"/>
          <p:nvPr/>
        </p:nvSpPr>
        <p:spPr>
          <a:xfrm>
            <a:off x="5238839" y="3712506"/>
            <a:ext cx="6329100" cy="1854300"/>
          </a:xfrm>
          <a:prstGeom prst="rect">
            <a:avLst/>
          </a:prstGeom>
          <a:noFill/>
          <a:ln>
            <a:noFill/>
          </a:ln>
        </p:spPr>
        <p:txBody>
          <a:bodyPr spcFirstLastPara="1" wrap="square" lIns="0" tIns="27925" rIns="0" bIns="0" anchor="t" anchorCtr="0">
            <a:spAutoFit/>
          </a:bodyPr>
          <a:lstStyle/>
          <a:p>
            <a:pPr marL="1534795" marR="5080" lvl="0" indent="-1522730" algn="l" rtl="0">
              <a:lnSpc>
                <a:spcPct val="119696"/>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Residual Networks (ResNets)</a:t>
            </a:r>
            <a:endParaRPr sz="5400" b="0" i="0" u="none" strike="noStrike" cap="none">
              <a:solidFill>
                <a:srgbClr val="000000"/>
              </a:solidFill>
              <a:latin typeface="Arial"/>
              <a:ea typeface="Arial"/>
              <a:cs typeface="Arial"/>
              <a:sym typeface="Arial"/>
            </a:endParaRPr>
          </a:p>
        </p:txBody>
      </p:sp>
      <p:sp>
        <p:nvSpPr>
          <p:cNvPr id="371" name="Google Shape;371;p12"/>
          <p:cNvSpPr/>
          <p:nvPr/>
        </p:nvSpPr>
        <p:spPr>
          <a:xfrm>
            <a:off x="4836350" y="3410419"/>
            <a:ext cx="6904990" cy="17780"/>
          </a:xfrm>
          <a:custGeom>
            <a:avLst/>
            <a:gdLst/>
            <a:ahLst/>
            <a:cxnLst/>
            <a:rect l="l" t="t" r="r" b="b"/>
            <a:pathLst>
              <a:path w="6904990" h="17779" extrusionOk="0">
                <a:moveTo>
                  <a:pt x="0" y="0"/>
                </a:moveTo>
                <a:lnTo>
                  <a:pt x="6904806" y="17727"/>
                </a:lnTo>
              </a:path>
            </a:pathLst>
          </a:custGeom>
          <a:noFill/>
          <a:ln w="19025"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72" name="Google Shape;372;p1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376"/>
        <p:cNvGrpSpPr/>
        <p:nvPr/>
      </p:nvGrpSpPr>
      <p:grpSpPr>
        <a:xfrm>
          <a:off x="0" y="0"/>
          <a:ext cx="0" cy="0"/>
          <a:chOff x="0" y="0"/>
          <a:chExt cx="0" cy="0"/>
        </a:xfrm>
      </p:grpSpPr>
      <p:sp>
        <p:nvSpPr>
          <p:cNvPr id="377" name="Google Shape;377;p13" descr="Detailed Guide to Understand and Implement ResNets – CV-Tricks.com"/>
          <p:cNvSpPr/>
          <p:nvPr/>
        </p:nvSpPr>
        <p:spPr>
          <a:xfrm>
            <a:off x="5943600" y="37338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78" name="Google Shape;378;p1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79" name="Google Shape;379;p13"/>
          <p:cNvSpPr txBox="1"/>
          <p:nvPr/>
        </p:nvSpPr>
        <p:spPr>
          <a:xfrm>
            <a:off x="308575" y="216275"/>
            <a:ext cx="10425900" cy="1210800"/>
          </a:xfrm>
          <a:prstGeom prst="rect">
            <a:avLst/>
          </a:prstGeom>
          <a:noFill/>
          <a:ln>
            <a:noFill/>
          </a:ln>
        </p:spPr>
        <p:txBody>
          <a:bodyPr spcFirstLastPara="1" wrap="square" lIns="91425" tIns="91425" rIns="91425" bIns="91425" anchor="t" anchorCtr="0">
            <a:spAutoFit/>
          </a:bodyPr>
          <a:lstStyle/>
          <a:p>
            <a:pPr marL="1534795" marR="5080" lvl="0" indent="-1522730" algn="l" rtl="0">
              <a:lnSpc>
                <a:spcPct val="119696"/>
              </a:lnSpc>
              <a:spcBef>
                <a:spcPts val="0"/>
              </a:spcBef>
              <a:spcAft>
                <a:spcPts val="0"/>
              </a:spcAft>
              <a:buClr>
                <a:schemeClr val="dk1"/>
              </a:buClr>
              <a:buSzPts val="6600"/>
              <a:buFont typeface="Arial"/>
              <a:buNone/>
            </a:pPr>
            <a:r>
              <a:rPr lang="en-US" sz="4400" b="0" i="0" u="none" strike="noStrike" cap="none">
                <a:solidFill>
                  <a:schemeClr val="dk1"/>
                </a:solidFill>
                <a:latin typeface="Arial"/>
                <a:ea typeface="Arial"/>
                <a:cs typeface="Arial"/>
                <a:sym typeface="Arial"/>
              </a:rPr>
              <a:t>Residual Networks (ResNets)</a:t>
            </a:r>
            <a:endParaRPr sz="4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mbria"/>
              <a:ea typeface="Cambria"/>
              <a:cs typeface="Cambria"/>
              <a:sym typeface="Cambria"/>
            </a:endParaRPr>
          </a:p>
        </p:txBody>
      </p:sp>
      <p:sp>
        <p:nvSpPr>
          <p:cNvPr id="380" name="Google Shape;380;p13"/>
          <p:cNvSpPr txBox="1"/>
          <p:nvPr/>
        </p:nvSpPr>
        <p:spPr>
          <a:xfrm>
            <a:off x="589874" y="1893400"/>
            <a:ext cx="11238332" cy="4616618"/>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solidFill>
                  <a:schemeClr val="dk1"/>
                </a:solidFill>
              </a:rPr>
              <a:t>The </a:t>
            </a:r>
            <a:r>
              <a:rPr lang="en-US" sz="2400" dirty="0" err="1">
                <a:solidFill>
                  <a:schemeClr val="dk1"/>
                </a:solidFill>
              </a:rPr>
              <a:t>ResNet</a:t>
            </a:r>
            <a:r>
              <a:rPr lang="en-US" sz="2400" dirty="0">
                <a:solidFill>
                  <a:schemeClr val="dk1"/>
                </a:solidFill>
              </a:rPr>
              <a:t> architecture was proposed in 2015 by </a:t>
            </a:r>
            <a:r>
              <a:rPr lang="en-US" sz="2400" dirty="0" err="1">
                <a:solidFill>
                  <a:schemeClr val="dk1"/>
                </a:solidFill>
              </a:rPr>
              <a:t>Kaiming</a:t>
            </a:r>
            <a:r>
              <a:rPr lang="en-US" sz="2400" dirty="0">
                <a:solidFill>
                  <a:schemeClr val="dk1"/>
                </a:solidFill>
              </a:rPr>
              <a:t> He, </a:t>
            </a:r>
            <a:r>
              <a:rPr lang="en-US" sz="2400" dirty="0" err="1">
                <a:solidFill>
                  <a:schemeClr val="dk1"/>
                </a:solidFill>
              </a:rPr>
              <a:t>Xiangyu</a:t>
            </a:r>
            <a:r>
              <a:rPr lang="en-US" sz="2400" dirty="0">
                <a:solidFill>
                  <a:schemeClr val="dk1"/>
                </a:solidFill>
              </a:rPr>
              <a:t> Zhang, </a:t>
            </a:r>
            <a:r>
              <a:rPr lang="en-US" sz="2400" dirty="0" err="1">
                <a:solidFill>
                  <a:schemeClr val="dk1"/>
                </a:solidFill>
              </a:rPr>
              <a:t>Shaoqing</a:t>
            </a:r>
            <a:r>
              <a:rPr lang="en-US" sz="2400" dirty="0">
                <a:solidFill>
                  <a:schemeClr val="dk1"/>
                </a:solidFill>
              </a:rPr>
              <a:t> Ren, and Jian Sun, who were researchers at Microsoft at the time. They introduced the architecture in their paper titled "Deep Residual Learning for Image Recognition," which was published in the Proceedings of the IEEE Conference on Computer Vision and Pattern Recognition (CVPR).</a:t>
            </a:r>
          </a:p>
          <a:p>
            <a:pPr marL="342900" lvl="0" indent="-342900">
              <a:buSzPts val="2400"/>
              <a:buFont typeface="Arial" panose="020B0604020202020204" pitchFamily="34" charset="0"/>
              <a:buChar char="•"/>
            </a:pPr>
            <a:r>
              <a:rPr lang="en-US" sz="2400" dirty="0" err="1"/>
              <a:t>ResNets</a:t>
            </a:r>
            <a:r>
              <a:rPr lang="en-US" sz="2400" dirty="0"/>
              <a:t> were designed to address the problem of vanishing gradients in very deep CNNs.</a:t>
            </a:r>
          </a:p>
          <a:p>
            <a:pPr marL="342900" lvl="0" indent="-342900">
              <a:buSzPts val="2400"/>
              <a:buFont typeface="Arial" panose="020B0604020202020204" pitchFamily="34" charset="0"/>
              <a:buChar char="•"/>
            </a:pPr>
            <a:r>
              <a:rPr lang="en-US" sz="2400" dirty="0"/>
              <a:t>The key innovation in </a:t>
            </a:r>
            <a:r>
              <a:rPr lang="en-US" sz="2400" dirty="0" err="1"/>
              <a:t>ResNets</a:t>
            </a:r>
            <a:r>
              <a:rPr lang="en-US" sz="2400" dirty="0"/>
              <a:t> is the use of residual connections, which allow the network to learn residual functions rather than directly learning the underlying mapping. A residual connection is simply a shortcut connection that skips one or more layers and adds the output of the skipped layers to the output of the subsequent layers.</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384"/>
        <p:cNvGrpSpPr/>
        <p:nvPr/>
      </p:nvGrpSpPr>
      <p:grpSpPr>
        <a:xfrm>
          <a:off x="0" y="0"/>
          <a:ext cx="0" cy="0"/>
          <a:chOff x="0" y="0"/>
          <a:chExt cx="0" cy="0"/>
        </a:xfrm>
      </p:grpSpPr>
      <p:sp>
        <p:nvSpPr>
          <p:cNvPr id="385" name="Google Shape;385;p14" descr="Detailed Guide to Understand and Implement ResNets – CV-Tricks.com"/>
          <p:cNvSpPr/>
          <p:nvPr/>
        </p:nvSpPr>
        <p:spPr>
          <a:xfrm>
            <a:off x="5943600" y="37338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86" name="Google Shape;386;p1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87" name="Google Shape;387;p14"/>
          <p:cNvSpPr txBox="1"/>
          <p:nvPr/>
        </p:nvSpPr>
        <p:spPr>
          <a:xfrm>
            <a:off x="308575" y="216275"/>
            <a:ext cx="10425900" cy="23499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a:solidFill>
                  <a:schemeClr val="dk1"/>
                </a:solidFill>
              </a:rPr>
              <a:t>Residual block</a:t>
            </a:r>
            <a:endParaRPr sz="4400" i="0" u="none" strike="noStrike" cap="none">
              <a:solidFill>
                <a:schemeClr val="dk1"/>
              </a:solidFill>
            </a:endParaRPr>
          </a:p>
          <a:p>
            <a:pPr marL="1534795" marR="5080" lvl="0" indent="-1522730" algn="l" rtl="0">
              <a:lnSpc>
                <a:spcPct val="119696"/>
              </a:lnSpc>
              <a:spcBef>
                <a:spcPts val="0"/>
              </a:spcBef>
              <a:spcAft>
                <a:spcPts val="0"/>
              </a:spcAft>
              <a:buClr>
                <a:schemeClr val="dk1"/>
              </a:buClr>
              <a:buSzPts val="6600"/>
              <a:buFont typeface="Arial"/>
              <a:buNone/>
            </a:pPr>
            <a:endParaRPr sz="44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4400" i="0" u="none" strike="noStrike" cap="none">
              <a:solidFill>
                <a:srgbClr val="000000"/>
              </a:solidFill>
            </a:endParaRPr>
          </a:p>
        </p:txBody>
      </p:sp>
      <p:sp>
        <p:nvSpPr>
          <p:cNvPr id="388" name="Google Shape;388;p14"/>
          <p:cNvSpPr txBox="1"/>
          <p:nvPr/>
        </p:nvSpPr>
        <p:spPr>
          <a:xfrm>
            <a:off x="533874" y="1355225"/>
            <a:ext cx="11058357" cy="4616618"/>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solidFill>
                  <a:schemeClr val="dk1"/>
                </a:solidFill>
              </a:rPr>
              <a:t>The </a:t>
            </a:r>
            <a:r>
              <a:rPr lang="en-US" sz="2400" dirty="0" err="1">
                <a:solidFill>
                  <a:schemeClr val="dk1"/>
                </a:solidFill>
              </a:rPr>
              <a:t>ResNet</a:t>
            </a:r>
            <a:r>
              <a:rPr lang="en-US" sz="2400" dirty="0">
                <a:solidFill>
                  <a:schemeClr val="dk1"/>
                </a:solidFill>
              </a:rPr>
              <a:t> architecture consists of several blocks, each of which contains multiple residual units. A residual unit consists of two convolutional layers with batch normalization and </a:t>
            </a:r>
            <a:r>
              <a:rPr lang="en-US" sz="2400" dirty="0" err="1">
                <a:solidFill>
                  <a:schemeClr val="dk1"/>
                </a:solidFill>
              </a:rPr>
              <a:t>ReLU</a:t>
            </a:r>
            <a:r>
              <a:rPr lang="en-US" sz="2400" dirty="0">
                <a:solidFill>
                  <a:schemeClr val="dk1"/>
                </a:solidFill>
              </a:rPr>
              <a:t> activation, followed by a residual connection that adds the output of the first convolutional layer to the output of the second convolutional layer.</a:t>
            </a:r>
            <a:endParaRPr lang="en-US" sz="2400" b="0" i="0" u="none" strike="noStrike" cap="none" dirty="0">
              <a:solidFill>
                <a:schemeClr val="dk1"/>
              </a:solidFill>
              <a:latin typeface="Arial"/>
              <a:ea typeface="Arial"/>
              <a:cs typeface="Arial"/>
              <a:sym typeface="Arial"/>
            </a:endParaRPr>
          </a:p>
          <a:p>
            <a:pPr marL="342900" lvl="0" indent="-342900">
              <a:buSzPts val="2400"/>
              <a:buFont typeface="Arial" panose="020B0604020202020204" pitchFamily="34" charset="0"/>
              <a:buChar char="•"/>
            </a:pPr>
            <a:r>
              <a:rPr lang="en-US" sz="2400" dirty="0">
                <a:solidFill>
                  <a:schemeClr val="dk1"/>
                </a:solidFill>
              </a:rPr>
              <a:t>M</a:t>
            </a:r>
            <a:r>
              <a:rPr lang="en-US" sz="2400" b="0" i="0" u="none" strike="noStrike" cap="none" dirty="0">
                <a:solidFill>
                  <a:schemeClr val="dk1"/>
                </a:solidFill>
                <a:latin typeface="Arial"/>
                <a:ea typeface="Arial"/>
                <a:cs typeface="Arial"/>
                <a:sym typeface="Arial"/>
              </a:rPr>
              <a:t>any </a:t>
            </a:r>
            <a:r>
              <a:rPr lang="en-US" sz="2400" dirty="0">
                <a:solidFill>
                  <a:schemeClr val="dk1"/>
                </a:solidFill>
              </a:rPr>
              <a:t>residual </a:t>
            </a:r>
            <a:r>
              <a:rPr lang="en-US" sz="2400" b="0" i="0" u="none" strike="noStrike" cap="none" dirty="0">
                <a:solidFill>
                  <a:schemeClr val="dk1"/>
                </a:solidFill>
                <a:latin typeface="Arial"/>
                <a:ea typeface="Arial"/>
                <a:cs typeface="Arial"/>
                <a:sym typeface="Arial"/>
              </a:rPr>
              <a:t>blocks can be stacked together to form a deep network. When compared to plain networks, which do not have skip connections, </a:t>
            </a:r>
            <a:r>
              <a:rPr lang="en-US" sz="2400" b="0" i="0" u="none" strike="noStrike" cap="none" dirty="0" err="1">
                <a:solidFill>
                  <a:schemeClr val="dk1"/>
                </a:solidFill>
                <a:latin typeface="Arial"/>
                <a:ea typeface="Arial"/>
                <a:cs typeface="Arial"/>
                <a:sym typeface="Arial"/>
              </a:rPr>
              <a:t>ResNets</a:t>
            </a:r>
            <a:r>
              <a:rPr lang="en-US" sz="2400" b="0" i="0" u="none" strike="noStrike" cap="none" dirty="0">
                <a:solidFill>
                  <a:schemeClr val="dk1"/>
                </a:solidFill>
                <a:latin typeface="Arial"/>
                <a:ea typeface="Arial"/>
                <a:cs typeface="Arial"/>
                <a:sym typeface="Arial"/>
              </a:rPr>
              <a:t> enable the training of much deeper neural networks without any appreciable loss in performance. In plain networks, as the number of layers increases, the training error tends to decrease initially but then starts increasing. </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On the other hand, </a:t>
            </a:r>
            <a:r>
              <a:rPr lang="en-US" sz="2400" b="0" i="0" u="none" strike="noStrike" cap="none" dirty="0" err="1">
                <a:solidFill>
                  <a:schemeClr val="dk1"/>
                </a:solidFill>
                <a:latin typeface="Arial"/>
                <a:ea typeface="Arial"/>
                <a:cs typeface="Arial"/>
                <a:sym typeface="Arial"/>
              </a:rPr>
              <a:t>ResNets</a:t>
            </a:r>
            <a:r>
              <a:rPr lang="en-US" sz="2400" b="0" i="0" u="none" strike="noStrike" cap="none" dirty="0">
                <a:solidFill>
                  <a:schemeClr val="dk1"/>
                </a:solidFill>
                <a:latin typeface="Arial"/>
                <a:ea typeface="Arial"/>
                <a:cs typeface="Arial"/>
                <a:sym typeface="Arial"/>
              </a:rPr>
              <a:t> enable the performance of the training error to keep decreasing even as the number of layers gets deeper.</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392"/>
        <p:cNvGrpSpPr/>
        <p:nvPr/>
      </p:nvGrpSpPr>
      <p:grpSpPr>
        <a:xfrm>
          <a:off x="0" y="0"/>
          <a:ext cx="0" cy="0"/>
          <a:chOff x="0" y="0"/>
          <a:chExt cx="0" cy="0"/>
        </a:xfrm>
      </p:grpSpPr>
      <p:sp>
        <p:nvSpPr>
          <p:cNvPr id="393" name="Google Shape;393;p15"/>
          <p:cNvSpPr txBox="1">
            <a:spLocks noGrp="1"/>
          </p:cNvSpPr>
          <p:nvPr>
            <p:ph type="title"/>
          </p:nvPr>
        </p:nvSpPr>
        <p:spPr>
          <a:xfrm>
            <a:off x="261620" y="139700"/>
            <a:ext cx="37929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Residual block</a:t>
            </a:r>
            <a:endParaRPr sz="4400">
              <a:latin typeface="Arial"/>
              <a:ea typeface="Arial"/>
              <a:cs typeface="Arial"/>
              <a:sym typeface="Arial"/>
            </a:endParaRPr>
          </a:p>
        </p:txBody>
      </p:sp>
      <p:grpSp>
        <p:nvGrpSpPr>
          <p:cNvPr id="2" name="Group 1"/>
          <p:cNvGrpSpPr/>
          <p:nvPr/>
        </p:nvGrpSpPr>
        <p:grpSpPr>
          <a:xfrm>
            <a:off x="4192345" y="2013103"/>
            <a:ext cx="3807310" cy="1114019"/>
            <a:chOff x="4213258" y="763031"/>
            <a:chExt cx="3807310" cy="1114019"/>
          </a:xfrm>
        </p:grpSpPr>
        <p:grpSp>
          <p:nvGrpSpPr>
            <p:cNvPr id="394" name="Google Shape;394;p15"/>
            <p:cNvGrpSpPr/>
            <p:nvPr/>
          </p:nvGrpSpPr>
          <p:grpSpPr>
            <a:xfrm>
              <a:off x="6257306" y="763031"/>
              <a:ext cx="379730" cy="1113155"/>
              <a:chOff x="6257306" y="763031"/>
              <a:chExt cx="379730" cy="1113155"/>
            </a:xfrm>
          </p:grpSpPr>
          <p:sp>
            <p:nvSpPr>
              <p:cNvPr id="395" name="Google Shape;395;p15"/>
              <p:cNvSpPr/>
              <p:nvPr/>
            </p:nvSpPr>
            <p:spPr>
              <a:xfrm>
                <a:off x="6263652" y="763031"/>
                <a:ext cx="0" cy="1113155"/>
              </a:xfrm>
              <a:custGeom>
                <a:avLst/>
                <a:gdLst/>
                <a:ahLst/>
                <a:cxnLst/>
                <a:rect l="l" t="t" r="r" b="b"/>
                <a:pathLst>
                  <a:path w="120000" h="1113155" extrusionOk="0">
                    <a:moveTo>
                      <a:pt x="0" y="0"/>
                    </a:moveTo>
                    <a:lnTo>
                      <a:pt x="0" y="1112992"/>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6" name="Google Shape;396;p15"/>
              <p:cNvSpPr/>
              <p:nvPr/>
            </p:nvSpPr>
            <p:spPr>
              <a:xfrm>
                <a:off x="6630353" y="763031"/>
                <a:ext cx="0" cy="1113155"/>
              </a:xfrm>
              <a:custGeom>
                <a:avLst/>
                <a:gdLst/>
                <a:ahLst/>
                <a:cxnLst/>
                <a:rect l="l" t="t" r="r" b="b"/>
                <a:pathLst>
                  <a:path w="120000" h="1113155" extrusionOk="0">
                    <a:moveTo>
                      <a:pt x="0" y="0"/>
                    </a:moveTo>
                    <a:lnTo>
                      <a:pt x="0" y="1112992"/>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7" name="Google Shape;397;p15"/>
              <p:cNvSpPr/>
              <p:nvPr/>
            </p:nvSpPr>
            <p:spPr>
              <a:xfrm>
                <a:off x="6257306" y="769378"/>
                <a:ext cx="379730" cy="0"/>
              </a:xfrm>
              <a:custGeom>
                <a:avLst/>
                <a:gdLst/>
                <a:ahLst/>
                <a:cxnLst/>
                <a:rect l="l" t="t" r="r" b="b"/>
                <a:pathLst>
                  <a:path w="379730" h="120000" extrusionOk="0">
                    <a:moveTo>
                      <a:pt x="0" y="0"/>
                    </a:moveTo>
                    <a:lnTo>
                      <a:pt x="37939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8" name="Google Shape;398;p15"/>
              <p:cNvSpPr/>
              <p:nvPr/>
            </p:nvSpPr>
            <p:spPr>
              <a:xfrm>
                <a:off x="6257306" y="1869677"/>
                <a:ext cx="379730" cy="0"/>
              </a:xfrm>
              <a:custGeom>
                <a:avLst/>
                <a:gdLst/>
                <a:ahLst/>
                <a:cxnLst/>
                <a:rect l="l" t="t" r="r" b="b"/>
                <a:pathLst>
                  <a:path w="379730" h="120000" extrusionOk="0">
                    <a:moveTo>
                      <a:pt x="0" y="0"/>
                    </a:moveTo>
                    <a:lnTo>
                      <a:pt x="37939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399" name="Google Shape;399;p15"/>
              <p:cNvSpPr/>
              <p:nvPr/>
            </p:nvSpPr>
            <p:spPr>
              <a:xfrm>
                <a:off x="6309931" y="821105"/>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0" name="Google Shape;400;p15"/>
              <p:cNvSpPr/>
              <p:nvPr/>
            </p:nvSpPr>
            <p:spPr>
              <a:xfrm>
                <a:off x="6309931" y="1194473"/>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1" name="Google Shape;401;p15"/>
              <p:cNvSpPr/>
              <p:nvPr/>
            </p:nvSpPr>
            <p:spPr>
              <a:xfrm>
                <a:off x="6309931" y="1552702"/>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02" name="Google Shape;402;p15"/>
            <p:cNvSpPr/>
            <p:nvPr/>
          </p:nvSpPr>
          <p:spPr>
            <a:xfrm>
              <a:off x="5722961" y="1272171"/>
              <a:ext cx="393064" cy="127000"/>
            </a:xfrm>
            <a:custGeom>
              <a:avLst/>
              <a:gdLst/>
              <a:ahLst/>
              <a:cxnLst/>
              <a:rect l="l" t="t" r="r" b="b"/>
              <a:pathLst>
                <a:path w="393064" h="127000" extrusionOk="0">
                  <a:moveTo>
                    <a:pt x="264934" y="0"/>
                  </a:moveTo>
                  <a:lnTo>
                    <a:pt x="265468" y="50800"/>
                  </a:lnTo>
                  <a:lnTo>
                    <a:pt x="0" y="53619"/>
                  </a:lnTo>
                  <a:lnTo>
                    <a:pt x="266" y="79019"/>
                  </a:lnTo>
                  <a:lnTo>
                    <a:pt x="265747" y="76187"/>
                  </a:lnTo>
                  <a:lnTo>
                    <a:pt x="266280" y="126987"/>
                  </a:lnTo>
                  <a:lnTo>
                    <a:pt x="392607" y="62141"/>
                  </a:lnTo>
                  <a:lnTo>
                    <a:pt x="26493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3" name="Google Shape;403;p15"/>
            <p:cNvSpPr txBox="1"/>
            <p:nvPr/>
          </p:nvSpPr>
          <p:spPr>
            <a:xfrm>
              <a:off x="4220692" y="1081519"/>
              <a:ext cx="390000" cy="42840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700"/>
                <a:buFont typeface="Arial"/>
                <a:buNone/>
              </a:pPr>
              <a:r>
                <a:rPr lang="en-US" sz="2700" b="0" i="0" u="none" strike="noStrike" cap="none" baseline="-25000">
                  <a:solidFill>
                    <a:srgbClr val="000000"/>
                  </a:solidFill>
                  <a:latin typeface="Cambria Math"/>
                  <a:ea typeface="Cambria Math"/>
                  <a:cs typeface="Cambria Math"/>
                  <a:sym typeface="Cambria Math"/>
                </a:rPr>
                <a:t>!</a:t>
              </a:r>
              <a:r>
                <a:rPr lang="en-US" sz="1300" b="0" i="0" u="none" strike="noStrike" cap="none">
                  <a:solidFill>
                    <a:srgbClr val="000000"/>
                  </a:solidFill>
                  <a:latin typeface="Cambria Math"/>
                  <a:ea typeface="Cambria Math"/>
                  <a:cs typeface="Cambria Math"/>
                  <a:sym typeface="Cambria Math"/>
                </a:rPr>
                <a:t>[#]</a:t>
              </a:r>
              <a:endParaRPr sz="1300" b="0" i="0" u="none" strike="noStrike" cap="none">
                <a:solidFill>
                  <a:srgbClr val="000000"/>
                </a:solidFill>
                <a:latin typeface="Cambria Math"/>
                <a:ea typeface="Cambria Math"/>
                <a:cs typeface="Cambria Math"/>
                <a:sym typeface="Cambria Math"/>
              </a:endParaRPr>
            </a:p>
          </p:txBody>
        </p:sp>
        <p:sp>
          <p:nvSpPr>
            <p:cNvPr id="404" name="Google Shape;404;p15"/>
            <p:cNvSpPr txBox="1"/>
            <p:nvPr/>
          </p:nvSpPr>
          <p:spPr>
            <a:xfrm>
              <a:off x="7158875" y="1076642"/>
              <a:ext cx="607800" cy="42840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700"/>
                <a:buFont typeface="Arial"/>
                <a:buNone/>
              </a:pPr>
              <a:r>
                <a:rPr lang="en-US" sz="2700" b="0" i="0" u="none" strike="noStrike" cap="none" baseline="-25000">
                  <a:solidFill>
                    <a:srgbClr val="000000"/>
                  </a:solidFill>
                  <a:latin typeface="Cambria Math"/>
                  <a:ea typeface="Cambria Math"/>
                  <a:cs typeface="Cambria Math"/>
                  <a:sym typeface="Cambria Math"/>
                </a:rPr>
                <a:t>!</a:t>
              </a:r>
              <a:r>
                <a:rPr lang="en-US" sz="1300" b="0" i="0" u="none" strike="noStrike" cap="none">
                  <a:solidFill>
                    <a:srgbClr val="000000"/>
                  </a:solidFill>
                  <a:latin typeface="Cambria Math"/>
                  <a:ea typeface="Cambria Math"/>
                  <a:cs typeface="Cambria Math"/>
                  <a:sym typeface="Cambria Math"/>
                </a:rPr>
                <a:t>[#%&amp;]</a:t>
              </a:r>
              <a:endParaRPr sz="1300" b="0" i="0" u="none" strike="noStrike" cap="none">
                <a:solidFill>
                  <a:srgbClr val="000000"/>
                </a:solidFill>
                <a:latin typeface="Cambria Math"/>
                <a:ea typeface="Cambria Math"/>
                <a:cs typeface="Cambria Math"/>
                <a:sym typeface="Cambria Math"/>
              </a:endParaRPr>
            </a:p>
          </p:txBody>
        </p:sp>
        <p:sp>
          <p:nvSpPr>
            <p:cNvPr id="405" name="Google Shape;405;p15"/>
            <p:cNvSpPr/>
            <p:nvPr/>
          </p:nvSpPr>
          <p:spPr>
            <a:xfrm>
              <a:off x="4699380" y="1272171"/>
              <a:ext cx="393064" cy="127000"/>
            </a:xfrm>
            <a:custGeom>
              <a:avLst/>
              <a:gdLst/>
              <a:ahLst/>
              <a:cxnLst/>
              <a:rect l="l" t="t" r="r" b="b"/>
              <a:pathLst>
                <a:path w="393064" h="127000" extrusionOk="0">
                  <a:moveTo>
                    <a:pt x="264934" y="0"/>
                  </a:moveTo>
                  <a:lnTo>
                    <a:pt x="265468" y="50800"/>
                  </a:lnTo>
                  <a:lnTo>
                    <a:pt x="0" y="53619"/>
                  </a:lnTo>
                  <a:lnTo>
                    <a:pt x="266" y="79019"/>
                  </a:lnTo>
                  <a:lnTo>
                    <a:pt x="265747" y="76200"/>
                  </a:lnTo>
                  <a:lnTo>
                    <a:pt x="266280" y="126987"/>
                  </a:lnTo>
                  <a:lnTo>
                    <a:pt x="392607" y="62141"/>
                  </a:lnTo>
                  <a:lnTo>
                    <a:pt x="26493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6" name="Google Shape;406;p15"/>
            <p:cNvSpPr/>
            <p:nvPr/>
          </p:nvSpPr>
          <p:spPr>
            <a:xfrm>
              <a:off x="6683654" y="1258531"/>
              <a:ext cx="393065" cy="127000"/>
            </a:xfrm>
            <a:custGeom>
              <a:avLst/>
              <a:gdLst/>
              <a:ahLst/>
              <a:cxnLst/>
              <a:rect l="l" t="t" r="r" b="b"/>
              <a:pathLst>
                <a:path w="393065" h="127000" extrusionOk="0">
                  <a:moveTo>
                    <a:pt x="264934" y="0"/>
                  </a:moveTo>
                  <a:lnTo>
                    <a:pt x="265480" y="50787"/>
                  </a:lnTo>
                  <a:lnTo>
                    <a:pt x="0" y="53619"/>
                  </a:lnTo>
                  <a:lnTo>
                    <a:pt x="266" y="79019"/>
                  </a:lnTo>
                  <a:lnTo>
                    <a:pt x="265747" y="76187"/>
                  </a:lnTo>
                  <a:lnTo>
                    <a:pt x="266280" y="126987"/>
                  </a:lnTo>
                  <a:lnTo>
                    <a:pt x="392607" y="62141"/>
                  </a:lnTo>
                  <a:lnTo>
                    <a:pt x="26493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07" name="Google Shape;407;p15"/>
            <p:cNvGrpSpPr/>
            <p:nvPr/>
          </p:nvGrpSpPr>
          <p:grpSpPr>
            <a:xfrm>
              <a:off x="5222687" y="763895"/>
              <a:ext cx="379729" cy="1113155"/>
              <a:chOff x="5222687" y="763895"/>
              <a:chExt cx="379729" cy="1113155"/>
            </a:xfrm>
          </p:grpSpPr>
          <p:sp>
            <p:nvSpPr>
              <p:cNvPr id="408" name="Google Shape;408;p15"/>
              <p:cNvSpPr/>
              <p:nvPr/>
            </p:nvSpPr>
            <p:spPr>
              <a:xfrm>
                <a:off x="5229034" y="763895"/>
                <a:ext cx="0" cy="1113155"/>
              </a:xfrm>
              <a:custGeom>
                <a:avLst/>
                <a:gdLst/>
                <a:ahLst/>
                <a:cxnLst/>
                <a:rect l="l" t="t" r="r" b="b"/>
                <a:pathLst>
                  <a:path w="120000" h="1113155" extrusionOk="0">
                    <a:moveTo>
                      <a:pt x="0" y="0"/>
                    </a:moveTo>
                    <a:lnTo>
                      <a:pt x="0" y="1112992"/>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09" name="Google Shape;409;p15"/>
              <p:cNvSpPr/>
              <p:nvPr/>
            </p:nvSpPr>
            <p:spPr>
              <a:xfrm>
                <a:off x="5595735" y="763895"/>
                <a:ext cx="0" cy="1113155"/>
              </a:xfrm>
              <a:custGeom>
                <a:avLst/>
                <a:gdLst/>
                <a:ahLst/>
                <a:cxnLst/>
                <a:rect l="l" t="t" r="r" b="b"/>
                <a:pathLst>
                  <a:path w="120000" h="1113155" extrusionOk="0">
                    <a:moveTo>
                      <a:pt x="0" y="0"/>
                    </a:moveTo>
                    <a:lnTo>
                      <a:pt x="0" y="1112992"/>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0" name="Google Shape;410;p15"/>
              <p:cNvSpPr/>
              <p:nvPr/>
            </p:nvSpPr>
            <p:spPr>
              <a:xfrm>
                <a:off x="5222687" y="770242"/>
                <a:ext cx="379729" cy="0"/>
              </a:xfrm>
              <a:custGeom>
                <a:avLst/>
                <a:gdLst/>
                <a:ahLst/>
                <a:cxnLst/>
                <a:rect l="l" t="t" r="r" b="b"/>
                <a:pathLst>
                  <a:path w="379729" h="120000" extrusionOk="0">
                    <a:moveTo>
                      <a:pt x="0" y="0"/>
                    </a:moveTo>
                    <a:lnTo>
                      <a:pt x="37939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1" name="Google Shape;411;p15"/>
              <p:cNvSpPr/>
              <p:nvPr/>
            </p:nvSpPr>
            <p:spPr>
              <a:xfrm>
                <a:off x="5222687" y="1870540"/>
                <a:ext cx="379729" cy="0"/>
              </a:xfrm>
              <a:custGeom>
                <a:avLst/>
                <a:gdLst/>
                <a:ahLst/>
                <a:cxnLst/>
                <a:rect l="l" t="t" r="r" b="b"/>
                <a:pathLst>
                  <a:path w="379729" h="120000" extrusionOk="0">
                    <a:moveTo>
                      <a:pt x="0" y="0"/>
                    </a:moveTo>
                    <a:lnTo>
                      <a:pt x="37939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2" name="Google Shape;412;p15"/>
              <p:cNvSpPr/>
              <p:nvPr/>
            </p:nvSpPr>
            <p:spPr>
              <a:xfrm>
                <a:off x="5275313" y="821969"/>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3" name="Google Shape;413;p15"/>
              <p:cNvSpPr/>
              <p:nvPr/>
            </p:nvSpPr>
            <p:spPr>
              <a:xfrm>
                <a:off x="5275313" y="1195336"/>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14" name="Google Shape;414;p15"/>
              <p:cNvSpPr/>
              <p:nvPr/>
            </p:nvSpPr>
            <p:spPr>
              <a:xfrm>
                <a:off x="5275313" y="1553565"/>
                <a:ext cx="274320" cy="274319"/>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415" name="Google Shape;415;p15"/>
            <p:cNvSpPr txBox="1"/>
            <p:nvPr/>
          </p:nvSpPr>
          <p:spPr>
            <a:xfrm>
              <a:off x="5632551" y="803198"/>
              <a:ext cx="607800" cy="42840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700"/>
                <a:buFont typeface="Arial"/>
                <a:buNone/>
              </a:pPr>
              <a:r>
                <a:rPr lang="en-US" sz="2700" b="0" i="0" u="none" strike="noStrike" cap="none" baseline="-25000">
                  <a:solidFill>
                    <a:srgbClr val="000000"/>
                  </a:solidFill>
                  <a:latin typeface="Cambria Math"/>
                  <a:ea typeface="Cambria Math"/>
                  <a:cs typeface="Cambria Math"/>
                  <a:sym typeface="Cambria Math"/>
                </a:rPr>
                <a:t>!</a:t>
              </a:r>
              <a:r>
                <a:rPr lang="en-US" sz="1300" b="0" i="0" u="none" strike="noStrike" cap="none">
                  <a:solidFill>
                    <a:srgbClr val="000000"/>
                  </a:solidFill>
                  <a:latin typeface="Cambria Math"/>
                  <a:ea typeface="Cambria Math"/>
                  <a:cs typeface="Cambria Math"/>
                  <a:sym typeface="Cambria Math"/>
                </a:rPr>
                <a:t>[#%(]</a:t>
              </a:r>
              <a:endParaRPr sz="1300" b="0" i="0" u="none" strike="noStrike" cap="none">
                <a:solidFill>
                  <a:srgbClr val="000000"/>
                </a:solidFill>
                <a:latin typeface="Cambria Math"/>
                <a:ea typeface="Cambria Math"/>
                <a:cs typeface="Cambria Math"/>
                <a:sym typeface="Cambria Math"/>
              </a:endParaRPr>
            </a:p>
          </p:txBody>
        </p:sp>
        <p:pic>
          <p:nvPicPr>
            <p:cNvPr id="417" name="Google Shape;417;p15"/>
            <p:cNvPicPr preferRelativeResize="0"/>
            <p:nvPr/>
          </p:nvPicPr>
          <p:blipFill rotWithShape="1">
            <a:blip r:embed="rId3">
              <a:alphaModFix/>
            </a:blip>
            <a:srcRect/>
            <a:stretch/>
          </p:blipFill>
          <p:spPr>
            <a:xfrm>
              <a:off x="4213258" y="1163856"/>
              <a:ext cx="442852" cy="388846"/>
            </a:xfrm>
            <a:prstGeom prst="rect">
              <a:avLst/>
            </a:prstGeom>
            <a:noFill/>
            <a:ln>
              <a:noFill/>
            </a:ln>
          </p:spPr>
        </p:pic>
        <p:pic>
          <p:nvPicPr>
            <p:cNvPr id="418" name="Google Shape;418;p15"/>
            <p:cNvPicPr preferRelativeResize="0"/>
            <p:nvPr/>
          </p:nvPicPr>
          <p:blipFill rotWithShape="1">
            <a:blip r:embed="rId4">
              <a:alphaModFix/>
            </a:blip>
            <a:srcRect/>
            <a:stretch/>
          </p:blipFill>
          <p:spPr>
            <a:xfrm>
              <a:off x="5635816" y="844896"/>
              <a:ext cx="601164" cy="274059"/>
            </a:xfrm>
            <a:prstGeom prst="rect">
              <a:avLst/>
            </a:prstGeom>
            <a:noFill/>
            <a:ln>
              <a:noFill/>
            </a:ln>
          </p:spPr>
        </p:pic>
        <p:pic>
          <p:nvPicPr>
            <p:cNvPr id="419" name="Google Shape;419;p15"/>
            <p:cNvPicPr preferRelativeResize="0"/>
            <p:nvPr/>
          </p:nvPicPr>
          <p:blipFill rotWithShape="1">
            <a:blip r:embed="rId5">
              <a:alphaModFix/>
            </a:blip>
            <a:srcRect/>
            <a:stretch/>
          </p:blipFill>
          <p:spPr>
            <a:xfrm>
              <a:off x="7101415" y="1089491"/>
              <a:ext cx="919153" cy="338079"/>
            </a:xfrm>
            <a:prstGeom prst="rect">
              <a:avLst/>
            </a:prstGeom>
            <a:noFill/>
            <a:ln>
              <a:noFill/>
            </a:ln>
          </p:spPr>
        </p:pic>
      </p:grpSp>
      <p:sp>
        <p:nvSpPr>
          <p:cNvPr id="423" name="Google Shape;423;p15" descr="Detailed Guide to Understand and Implement ResNets – CV-Tricks.com"/>
          <p:cNvSpPr/>
          <p:nvPr/>
        </p:nvSpPr>
        <p:spPr>
          <a:xfrm>
            <a:off x="5943600" y="37338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25" name="Google Shape;425;p15"/>
          <p:cNvPicPr preferRelativeResize="0"/>
          <p:nvPr/>
        </p:nvPicPr>
        <p:blipFill rotWithShape="1">
          <a:blip r:embed="rId6">
            <a:alphaModFix/>
          </a:blip>
          <a:srcRect/>
          <a:stretch/>
        </p:blipFill>
        <p:spPr>
          <a:xfrm>
            <a:off x="10734473" y="0"/>
            <a:ext cx="1448025" cy="796414"/>
          </a:xfrm>
          <a:prstGeom prst="rect">
            <a:avLst/>
          </a:prstGeom>
          <a:noFill/>
          <a:ln>
            <a:noFill/>
          </a:ln>
        </p:spPr>
      </p:pic>
      <p:pic>
        <p:nvPicPr>
          <p:cNvPr id="8194" name="Picture 2" descr="neural-network-pipelin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2905" y="3329348"/>
            <a:ext cx="11124029" cy="200685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392"/>
        <p:cNvGrpSpPr/>
        <p:nvPr/>
      </p:nvGrpSpPr>
      <p:grpSpPr>
        <a:xfrm>
          <a:off x="0" y="0"/>
          <a:ext cx="0" cy="0"/>
          <a:chOff x="0" y="0"/>
          <a:chExt cx="0" cy="0"/>
        </a:xfrm>
      </p:grpSpPr>
      <p:sp>
        <p:nvSpPr>
          <p:cNvPr id="393" name="Google Shape;393;p15"/>
          <p:cNvSpPr txBox="1">
            <a:spLocks noGrp="1"/>
          </p:cNvSpPr>
          <p:nvPr>
            <p:ph type="title"/>
          </p:nvPr>
        </p:nvSpPr>
        <p:spPr>
          <a:xfrm>
            <a:off x="261620" y="139700"/>
            <a:ext cx="37929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Residual block</a:t>
            </a:r>
            <a:endParaRPr sz="4400">
              <a:latin typeface="Arial"/>
              <a:ea typeface="Arial"/>
              <a:cs typeface="Arial"/>
              <a:sym typeface="Arial"/>
            </a:endParaRPr>
          </a:p>
        </p:txBody>
      </p:sp>
      <p:sp>
        <p:nvSpPr>
          <p:cNvPr id="423" name="Google Shape;423;p15" descr="Detailed Guide to Understand and Implement ResNets – CV-Tricks.com"/>
          <p:cNvSpPr/>
          <p:nvPr/>
        </p:nvSpPr>
        <p:spPr>
          <a:xfrm>
            <a:off x="5943600" y="37338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25" name="Google Shape;425;p15"/>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9218" name="Picture 2" descr="residual-neural-network-pipel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582" y="4551356"/>
            <a:ext cx="11121636" cy="3118824"/>
          </a:xfrm>
          <a:prstGeom prst="rect">
            <a:avLst/>
          </a:prstGeom>
          <a:noFill/>
          <a:extLst>
            <a:ext uri="{909E8E84-426E-40DD-AFC4-6F175D3DCCD1}">
              <a14:hiddenFill xmlns:a14="http://schemas.microsoft.com/office/drawing/2010/main">
                <a:solidFill>
                  <a:srgbClr val="FFFFFF"/>
                </a:solidFill>
              </a14:hiddenFill>
            </a:ext>
          </a:extLst>
        </p:spPr>
      </p:pic>
      <p:pic>
        <p:nvPicPr>
          <p:cNvPr id="34" name="Google Shape;478;p21"/>
          <p:cNvPicPr preferRelativeResize="0"/>
          <p:nvPr/>
        </p:nvPicPr>
        <p:blipFill rotWithShape="1">
          <a:blip r:embed="rId5">
            <a:alphaModFix/>
          </a:blip>
          <a:srcRect/>
          <a:stretch/>
        </p:blipFill>
        <p:spPr>
          <a:xfrm>
            <a:off x="4054520" y="484700"/>
            <a:ext cx="4223533" cy="393638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6322447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392"/>
        <p:cNvGrpSpPr/>
        <p:nvPr/>
      </p:nvGrpSpPr>
      <p:grpSpPr>
        <a:xfrm>
          <a:off x="0" y="0"/>
          <a:ext cx="0" cy="0"/>
          <a:chOff x="0" y="0"/>
          <a:chExt cx="0" cy="0"/>
        </a:xfrm>
      </p:grpSpPr>
      <p:sp>
        <p:nvSpPr>
          <p:cNvPr id="393" name="Google Shape;393;p15"/>
          <p:cNvSpPr txBox="1">
            <a:spLocks noGrp="1"/>
          </p:cNvSpPr>
          <p:nvPr>
            <p:ph type="title"/>
          </p:nvPr>
        </p:nvSpPr>
        <p:spPr>
          <a:xfrm>
            <a:off x="261620" y="139700"/>
            <a:ext cx="37929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Residual block</a:t>
            </a:r>
            <a:endParaRPr sz="4400">
              <a:latin typeface="Arial"/>
              <a:ea typeface="Arial"/>
              <a:cs typeface="Arial"/>
              <a:sym typeface="Arial"/>
            </a:endParaRPr>
          </a:p>
        </p:txBody>
      </p:sp>
      <p:sp>
        <p:nvSpPr>
          <p:cNvPr id="423" name="Google Shape;423;p15" descr="Detailed Guide to Understand and Implement ResNets – CV-Tricks.com"/>
          <p:cNvSpPr/>
          <p:nvPr/>
        </p:nvSpPr>
        <p:spPr>
          <a:xfrm>
            <a:off x="5943600" y="37338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25" name="Google Shape;425;p15"/>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10242" name="Picture 2" descr="residual-neural-network-pipel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938" y="1439300"/>
            <a:ext cx="10607324" cy="223248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residual-neural-network-pipel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938" y="4648200"/>
            <a:ext cx="10756469" cy="226387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4171403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437"/>
        <p:cNvGrpSpPr/>
        <p:nvPr/>
      </p:nvGrpSpPr>
      <p:grpSpPr>
        <a:xfrm>
          <a:off x="0" y="0"/>
          <a:ext cx="0" cy="0"/>
          <a:chOff x="0" y="0"/>
          <a:chExt cx="0" cy="0"/>
        </a:xfrm>
      </p:grpSpPr>
      <p:sp>
        <p:nvSpPr>
          <p:cNvPr id="438" name="Google Shape;438;p17"/>
          <p:cNvSpPr txBox="1">
            <a:spLocks noGrp="1"/>
          </p:cNvSpPr>
          <p:nvPr>
            <p:ph type="title"/>
          </p:nvPr>
        </p:nvSpPr>
        <p:spPr>
          <a:xfrm>
            <a:off x="232575" y="71294"/>
            <a:ext cx="4692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Residual Network</a:t>
            </a:r>
            <a:endParaRPr sz="4400">
              <a:latin typeface="Arial"/>
              <a:ea typeface="Arial"/>
              <a:cs typeface="Arial"/>
              <a:sym typeface="Arial"/>
            </a:endParaRPr>
          </a:p>
        </p:txBody>
      </p:sp>
      <p:sp>
        <p:nvSpPr>
          <p:cNvPr id="439" name="Google Shape;439;p17"/>
          <p:cNvSpPr/>
          <p:nvPr/>
        </p:nvSpPr>
        <p:spPr>
          <a:xfrm>
            <a:off x="1337932" y="3406609"/>
            <a:ext cx="3631565" cy="2808605"/>
          </a:xfrm>
          <a:custGeom>
            <a:avLst/>
            <a:gdLst/>
            <a:ahLst/>
            <a:cxnLst/>
            <a:rect l="l" t="t" r="r" b="b"/>
            <a:pathLst>
              <a:path w="3631565" h="2808604" extrusionOk="0">
                <a:moveTo>
                  <a:pt x="3631196" y="2541079"/>
                </a:moveTo>
                <a:lnTo>
                  <a:pt x="3504095" y="2477795"/>
                </a:lnTo>
                <a:lnTo>
                  <a:pt x="3504171" y="2528595"/>
                </a:lnTo>
                <a:lnTo>
                  <a:pt x="275882" y="2533993"/>
                </a:lnTo>
                <a:lnTo>
                  <a:pt x="276758" y="127012"/>
                </a:lnTo>
                <a:lnTo>
                  <a:pt x="327558" y="127025"/>
                </a:lnTo>
                <a:lnTo>
                  <a:pt x="264109" y="0"/>
                </a:lnTo>
                <a:lnTo>
                  <a:pt x="200558" y="126974"/>
                </a:lnTo>
                <a:lnTo>
                  <a:pt x="251358" y="127000"/>
                </a:lnTo>
                <a:lnTo>
                  <a:pt x="250482" y="2534043"/>
                </a:lnTo>
                <a:lnTo>
                  <a:pt x="0" y="2534450"/>
                </a:lnTo>
                <a:lnTo>
                  <a:pt x="38" y="2559850"/>
                </a:lnTo>
                <a:lnTo>
                  <a:pt x="250482" y="2559443"/>
                </a:lnTo>
                <a:lnTo>
                  <a:pt x="250393" y="2808020"/>
                </a:lnTo>
                <a:lnTo>
                  <a:pt x="275793" y="2808033"/>
                </a:lnTo>
                <a:lnTo>
                  <a:pt x="275882" y="2559393"/>
                </a:lnTo>
                <a:lnTo>
                  <a:pt x="3504222" y="2553995"/>
                </a:lnTo>
                <a:lnTo>
                  <a:pt x="3504298" y="2604795"/>
                </a:lnTo>
                <a:lnTo>
                  <a:pt x="3631196" y="254107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0" name="Google Shape;440;p17"/>
          <p:cNvSpPr txBox="1"/>
          <p:nvPr/>
        </p:nvSpPr>
        <p:spPr>
          <a:xfrm>
            <a:off x="2578900" y="5986778"/>
            <a:ext cx="113665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 layers</a:t>
            </a:r>
            <a:endParaRPr sz="2400" b="0" i="0" u="none" strike="noStrike" cap="none">
              <a:solidFill>
                <a:srgbClr val="000000"/>
              </a:solidFill>
              <a:latin typeface="Cambria"/>
              <a:ea typeface="Cambria"/>
              <a:cs typeface="Cambria"/>
              <a:sym typeface="Cambria"/>
            </a:endParaRPr>
          </a:p>
        </p:txBody>
      </p:sp>
      <p:sp>
        <p:nvSpPr>
          <p:cNvPr id="441" name="Google Shape;441;p17"/>
          <p:cNvSpPr txBox="1"/>
          <p:nvPr/>
        </p:nvSpPr>
        <p:spPr>
          <a:xfrm rot="-5400000">
            <a:off x="388339" y="4491295"/>
            <a:ext cx="1969135" cy="392430"/>
          </a:xfrm>
          <a:prstGeom prst="rect">
            <a:avLst/>
          </a:prstGeom>
          <a:noFill/>
          <a:ln>
            <a:noFill/>
          </a:ln>
        </p:spPr>
        <p:txBody>
          <a:bodyPr spcFirstLastPara="1" wrap="square" lIns="0" tIns="825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training error</a:t>
            </a:r>
            <a:endParaRPr sz="2400" b="0" i="0" u="none" strike="noStrike" cap="none">
              <a:solidFill>
                <a:srgbClr val="000000"/>
              </a:solidFill>
              <a:latin typeface="Cambria"/>
              <a:ea typeface="Cambria"/>
              <a:cs typeface="Cambria"/>
              <a:sym typeface="Cambria"/>
            </a:endParaRPr>
          </a:p>
        </p:txBody>
      </p:sp>
      <p:sp>
        <p:nvSpPr>
          <p:cNvPr id="442" name="Google Shape;442;p17"/>
          <p:cNvSpPr txBox="1"/>
          <p:nvPr/>
        </p:nvSpPr>
        <p:spPr>
          <a:xfrm>
            <a:off x="2718168" y="3065170"/>
            <a:ext cx="77597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Plain</a:t>
            </a:r>
            <a:endParaRPr sz="2400" b="0" i="0" u="none" strike="noStrike" cap="none">
              <a:solidFill>
                <a:srgbClr val="000000"/>
              </a:solidFill>
              <a:latin typeface="Cambria"/>
              <a:ea typeface="Cambria"/>
              <a:cs typeface="Cambria"/>
              <a:sym typeface="Cambria"/>
            </a:endParaRPr>
          </a:p>
        </p:txBody>
      </p:sp>
      <p:sp>
        <p:nvSpPr>
          <p:cNvPr id="443" name="Google Shape;443;p17"/>
          <p:cNvSpPr/>
          <p:nvPr/>
        </p:nvSpPr>
        <p:spPr>
          <a:xfrm>
            <a:off x="7009219" y="3412680"/>
            <a:ext cx="3631565" cy="2808605"/>
          </a:xfrm>
          <a:custGeom>
            <a:avLst/>
            <a:gdLst/>
            <a:ahLst/>
            <a:cxnLst/>
            <a:rect l="l" t="t" r="r" b="b"/>
            <a:pathLst>
              <a:path w="3631565" h="2808604" extrusionOk="0">
                <a:moveTo>
                  <a:pt x="3631209" y="2541079"/>
                </a:moveTo>
                <a:lnTo>
                  <a:pt x="3504095" y="2477795"/>
                </a:lnTo>
                <a:lnTo>
                  <a:pt x="3504184" y="2528595"/>
                </a:lnTo>
                <a:lnTo>
                  <a:pt x="275882" y="2533993"/>
                </a:lnTo>
                <a:lnTo>
                  <a:pt x="276771" y="127000"/>
                </a:lnTo>
                <a:lnTo>
                  <a:pt x="327571" y="127025"/>
                </a:lnTo>
                <a:lnTo>
                  <a:pt x="264109" y="0"/>
                </a:lnTo>
                <a:lnTo>
                  <a:pt x="200571" y="126974"/>
                </a:lnTo>
                <a:lnTo>
                  <a:pt x="251371" y="127000"/>
                </a:lnTo>
                <a:lnTo>
                  <a:pt x="250482" y="2534043"/>
                </a:lnTo>
                <a:lnTo>
                  <a:pt x="0" y="2534450"/>
                </a:lnTo>
                <a:lnTo>
                  <a:pt x="38" y="2559850"/>
                </a:lnTo>
                <a:lnTo>
                  <a:pt x="250482" y="2559443"/>
                </a:lnTo>
                <a:lnTo>
                  <a:pt x="250393" y="2808020"/>
                </a:lnTo>
                <a:lnTo>
                  <a:pt x="275793" y="2808033"/>
                </a:lnTo>
                <a:lnTo>
                  <a:pt x="275882" y="2559393"/>
                </a:lnTo>
                <a:lnTo>
                  <a:pt x="3504222" y="2553995"/>
                </a:lnTo>
                <a:lnTo>
                  <a:pt x="3504311" y="2604795"/>
                </a:lnTo>
                <a:lnTo>
                  <a:pt x="3631209" y="254107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444" name="Google Shape;444;p17"/>
          <p:cNvSpPr txBox="1"/>
          <p:nvPr/>
        </p:nvSpPr>
        <p:spPr>
          <a:xfrm>
            <a:off x="8250186" y="5986778"/>
            <a:ext cx="113665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 layers</a:t>
            </a:r>
            <a:endParaRPr sz="2400" b="0" i="0" u="none" strike="noStrike" cap="none">
              <a:solidFill>
                <a:srgbClr val="000000"/>
              </a:solidFill>
              <a:latin typeface="Cambria"/>
              <a:ea typeface="Cambria"/>
              <a:cs typeface="Cambria"/>
              <a:sym typeface="Cambria"/>
            </a:endParaRPr>
          </a:p>
        </p:txBody>
      </p:sp>
      <p:sp>
        <p:nvSpPr>
          <p:cNvPr id="445" name="Google Shape;445;p17"/>
          <p:cNvSpPr txBox="1"/>
          <p:nvPr/>
        </p:nvSpPr>
        <p:spPr>
          <a:xfrm rot="-5400000">
            <a:off x="6059637" y="4497365"/>
            <a:ext cx="1969135" cy="392430"/>
          </a:xfrm>
          <a:prstGeom prst="rect">
            <a:avLst/>
          </a:prstGeom>
          <a:noFill/>
          <a:ln>
            <a:noFill/>
          </a:ln>
        </p:spPr>
        <p:txBody>
          <a:bodyPr spcFirstLastPara="1" wrap="square" lIns="0" tIns="825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training error</a:t>
            </a:r>
            <a:endParaRPr sz="2400" b="0" i="0" u="none" strike="noStrike" cap="none">
              <a:solidFill>
                <a:srgbClr val="000000"/>
              </a:solidFill>
              <a:latin typeface="Cambria"/>
              <a:ea typeface="Cambria"/>
              <a:cs typeface="Cambria"/>
              <a:sym typeface="Cambria"/>
            </a:endParaRPr>
          </a:p>
        </p:txBody>
      </p:sp>
      <p:sp>
        <p:nvSpPr>
          <p:cNvPr id="446" name="Google Shape;446;p17"/>
          <p:cNvSpPr txBox="1"/>
          <p:nvPr/>
        </p:nvSpPr>
        <p:spPr>
          <a:xfrm>
            <a:off x="8289467" y="3063303"/>
            <a:ext cx="105854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ResNet</a:t>
            </a:r>
            <a:endParaRPr sz="2400" b="0" i="0" u="none" strike="noStrike" cap="none">
              <a:solidFill>
                <a:srgbClr val="000000"/>
              </a:solidFill>
              <a:latin typeface="Cambria"/>
              <a:ea typeface="Cambria"/>
              <a:cs typeface="Cambria"/>
              <a:sym typeface="Cambria"/>
            </a:endParaRPr>
          </a:p>
        </p:txBody>
      </p:sp>
      <p:pic>
        <p:nvPicPr>
          <p:cNvPr id="447" name="Google Shape;447;p17" descr="Convolutional residual network to short-term load forecasting | SpringerLink"/>
          <p:cNvPicPr preferRelativeResize="0"/>
          <p:nvPr/>
        </p:nvPicPr>
        <p:blipFill rotWithShape="1">
          <a:blip r:embed="rId3">
            <a:alphaModFix/>
          </a:blip>
          <a:srcRect/>
          <a:stretch/>
        </p:blipFill>
        <p:spPr>
          <a:xfrm>
            <a:off x="431736" y="1995485"/>
            <a:ext cx="11026749" cy="4668259"/>
          </a:xfrm>
          <a:prstGeom prst="rect">
            <a:avLst/>
          </a:prstGeom>
          <a:noFill/>
          <a:ln>
            <a:noFill/>
          </a:ln>
        </p:spPr>
      </p:pic>
      <p:pic>
        <p:nvPicPr>
          <p:cNvPr id="449" name="Google Shape;449;p17"/>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376"/>
        <p:cNvGrpSpPr/>
        <p:nvPr/>
      </p:nvGrpSpPr>
      <p:grpSpPr>
        <a:xfrm>
          <a:off x="0" y="0"/>
          <a:ext cx="0" cy="0"/>
          <a:chOff x="0" y="0"/>
          <a:chExt cx="0" cy="0"/>
        </a:xfrm>
      </p:grpSpPr>
      <p:sp>
        <p:nvSpPr>
          <p:cNvPr id="377" name="Google Shape;377;p13" descr="Detailed Guide to Understand and Implement ResNets – CV-Tricks.com"/>
          <p:cNvSpPr/>
          <p:nvPr/>
        </p:nvSpPr>
        <p:spPr>
          <a:xfrm>
            <a:off x="5943600" y="37338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378" name="Google Shape;378;p1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79" name="Google Shape;379;p13"/>
          <p:cNvSpPr txBox="1"/>
          <p:nvPr/>
        </p:nvSpPr>
        <p:spPr>
          <a:xfrm>
            <a:off x="308575" y="216275"/>
            <a:ext cx="10425900" cy="1210800"/>
          </a:xfrm>
          <a:prstGeom prst="rect">
            <a:avLst/>
          </a:prstGeom>
          <a:noFill/>
          <a:ln>
            <a:noFill/>
          </a:ln>
        </p:spPr>
        <p:txBody>
          <a:bodyPr spcFirstLastPara="1" wrap="square" lIns="91425" tIns="91425" rIns="91425" bIns="91425" anchor="t" anchorCtr="0">
            <a:spAutoFit/>
          </a:bodyPr>
          <a:lstStyle/>
          <a:p>
            <a:pPr marL="1534795" marR="5080" lvl="0" indent="-1522730" algn="l" rtl="0">
              <a:lnSpc>
                <a:spcPct val="119696"/>
              </a:lnSpc>
              <a:spcBef>
                <a:spcPts val="0"/>
              </a:spcBef>
              <a:spcAft>
                <a:spcPts val="0"/>
              </a:spcAft>
              <a:buClr>
                <a:schemeClr val="dk1"/>
              </a:buClr>
              <a:buSzPts val="6600"/>
              <a:buFont typeface="Arial"/>
              <a:buNone/>
            </a:pPr>
            <a:r>
              <a:rPr lang="en-US" sz="4400" b="0" i="0" u="none" strike="noStrike" cap="none">
                <a:solidFill>
                  <a:schemeClr val="dk1"/>
                </a:solidFill>
                <a:latin typeface="Arial"/>
                <a:ea typeface="Arial"/>
                <a:cs typeface="Arial"/>
                <a:sym typeface="Arial"/>
              </a:rPr>
              <a:t>Residual Networks (ResNets)</a:t>
            </a:r>
            <a:endParaRPr sz="4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mbria"/>
              <a:ea typeface="Cambria"/>
              <a:cs typeface="Cambria"/>
              <a:sym typeface="Cambria"/>
            </a:endParaRPr>
          </a:p>
        </p:txBody>
      </p:sp>
      <p:sp>
        <p:nvSpPr>
          <p:cNvPr id="380" name="Google Shape;380;p13"/>
          <p:cNvSpPr txBox="1"/>
          <p:nvPr/>
        </p:nvSpPr>
        <p:spPr>
          <a:xfrm>
            <a:off x="530911" y="1427075"/>
            <a:ext cx="11130178" cy="6093946"/>
          </a:xfrm>
          <a:prstGeom prst="rect">
            <a:avLst/>
          </a:prstGeom>
          <a:noFill/>
          <a:ln>
            <a:noFill/>
          </a:ln>
        </p:spPr>
        <p:txBody>
          <a:bodyPr spcFirstLastPara="1" wrap="square" lIns="91425" tIns="91425" rIns="91425" bIns="91425" anchor="t" anchorCtr="0">
            <a:spAutoFit/>
          </a:bodyPr>
          <a:lstStyle/>
          <a:p>
            <a:pPr marL="342900" indent="-342900">
              <a:buSzPts val="2400"/>
              <a:buFont typeface="Arial" panose="020B0604020202020204" pitchFamily="34" charset="0"/>
              <a:buChar char="•"/>
            </a:pPr>
            <a:r>
              <a:rPr lang="en-US" sz="2400" dirty="0" err="1"/>
              <a:t>ResNets</a:t>
            </a:r>
            <a:r>
              <a:rPr lang="en-US" sz="2400" dirty="0"/>
              <a:t> work so well because they help with the vanishing and exploding gradient problems in very deep neural networks. </a:t>
            </a:r>
            <a:endParaRPr lang="en-US" sz="2400" dirty="0">
              <a:solidFill>
                <a:schemeClr val="dk1"/>
              </a:solidFill>
            </a:endParaRPr>
          </a:p>
          <a:p>
            <a:pPr marL="342900" lvl="0" indent="-342900">
              <a:buSzPts val="2400"/>
              <a:buFont typeface="Arial" panose="020B0604020202020204" pitchFamily="34" charset="0"/>
              <a:buChar char="•"/>
            </a:pPr>
            <a:endParaRPr lang="en-US" sz="2400" dirty="0">
              <a:solidFill>
                <a:schemeClr val="dk1"/>
              </a:solidFill>
            </a:endParaRPr>
          </a:p>
          <a:p>
            <a:pPr marL="342900" lvl="0" indent="-342900">
              <a:buSzPts val="2400"/>
              <a:buFont typeface="Arial" panose="020B0604020202020204" pitchFamily="34" charset="0"/>
              <a:buChar char="•"/>
            </a:pPr>
            <a:r>
              <a:rPr lang="en-US" sz="2400" dirty="0">
                <a:solidFill>
                  <a:schemeClr val="dk1"/>
                </a:solidFill>
              </a:rPr>
              <a:t>The </a:t>
            </a:r>
            <a:r>
              <a:rPr lang="en-US" sz="2400" dirty="0" err="1">
                <a:solidFill>
                  <a:schemeClr val="dk1"/>
                </a:solidFill>
              </a:rPr>
              <a:t>ResNet</a:t>
            </a:r>
            <a:r>
              <a:rPr lang="en-US" sz="2400" dirty="0">
                <a:solidFill>
                  <a:schemeClr val="dk1"/>
                </a:solidFill>
              </a:rPr>
              <a:t> architecture has been shown to achieve state-of-the-art performance on many computer vision tasks, including image classification, object detection, and semantic segmentation. It has also been used as a backbone for other architectures, such as Faster R-CNN and Mask R-CNN, which are used for object detection and instance segmentation tasks, respectively.</a:t>
            </a:r>
          </a:p>
          <a:p>
            <a:pPr marL="342900" lvl="0" indent="-342900">
              <a:buSzPts val="2400"/>
              <a:buFont typeface="Arial" panose="020B0604020202020204" pitchFamily="34" charset="0"/>
              <a:buChar char="•"/>
            </a:pPr>
            <a:endParaRPr lang="en-US" sz="2400" dirty="0">
              <a:solidFill>
                <a:schemeClr val="dk1"/>
              </a:solidFill>
            </a:endParaRPr>
          </a:p>
          <a:p>
            <a:pPr marL="342900" lvl="0" indent="-342900">
              <a:buSzPts val="2400"/>
              <a:buFont typeface="Arial" panose="020B0604020202020204" pitchFamily="34" charset="0"/>
              <a:buChar char="•"/>
            </a:pPr>
            <a:r>
              <a:rPr lang="en-US" sz="2400" dirty="0">
                <a:solidFill>
                  <a:schemeClr val="dk1"/>
                </a:solidFill>
              </a:rPr>
              <a:t>Overall, </a:t>
            </a:r>
            <a:r>
              <a:rPr lang="en-US" sz="2400" dirty="0" err="1">
                <a:solidFill>
                  <a:schemeClr val="dk1"/>
                </a:solidFill>
              </a:rPr>
              <a:t>ResNets</a:t>
            </a:r>
            <a:r>
              <a:rPr lang="en-US" sz="2400" dirty="0">
                <a:solidFill>
                  <a:schemeClr val="dk1"/>
                </a:solidFill>
              </a:rPr>
              <a:t> have been an important development in the field of deep learning, allowing researchers to train deeper and more powerful neural networks for a wide range of computer vision tasks.</a:t>
            </a:r>
          </a:p>
          <a:p>
            <a:pPr marL="342900" lvl="0" indent="-342900">
              <a:buSzPts val="2400"/>
              <a:buFont typeface="Arial" panose="020B0604020202020204" pitchFamily="34" charset="0"/>
              <a:buChar char="•"/>
            </a:pPr>
            <a:endParaRPr lang="en-US" sz="2400" b="0" i="0" u="none" strike="noStrike" cap="none" dirty="0">
              <a:solidFill>
                <a:schemeClr val="dk1"/>
              </a:solidFill>
              <a:latin typeface="Arial"/>
              <a:ea typeface="Arial"/>
              <a:cs typeface="Arial"/>
              <a:sym typeface="Arial"/>
            </a:endParaRPr>
          </a:p>
          <a:p>
            <a:pPr marL="342900" lvl="0" indent="-342900">
              <a:buSzPts val="2400"/>
              <a:buFont typeface="Arial" panose="020B0604020202020204" pitchFamily="34" charset="0"/>
              <a:buChar char="•"/>
            </a:pPr>
            <a:r>
              <a:rPr lang="en-US" sz="2400" dirty="0"/>
              <a:t>Although </a:t>
            </a:r>
            <a:r>
              <a:rPr lang="en-US" sz="2400" dirty="0" err="1"/>
              <a:t>ResNets</a:t>
            </a:r>
            <a:r>
              <a:rPr lang="en-US" sz="2400" dirty="0"/>
              <a:t> are effective at training very deep networks, it is unclear whether they will keep helping as the number of layers increases further.</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extLst>
      <p:ext uri="{BB962C8B-B14F-4D97-AF65-F5344CB8AC3E}">
        <p14:creationId xmlns:p14="http://schemas.microsoft.com/office/powerpoint/2010/main" val="1472375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453"/>
        <p:cNvGrpSpPr/>
        <p:nvPr/>
      </p:nvGrpSpPr>
      <p:grpSpPr>
        <a:xfrm>
          <a:off x="0" y="0"/>
          <a:ext cx="0" cy="0"/>
          <a:chOff x="0" y="0"/>
          <a:chExt cx="0" cy="0"/>
        </a:xfrm>
      </p:grpSpPr>
      <p:sp>
        <p:nvSpPr>
          <p:cNvPr id="454" name="Google Shape;454;p18"/>
          <p:cNvSpPr txBox="1">
            <a:spLocks noGrp="1"/>
          </p:cNvSpPr>
          <p:nvPr>
            <p:ph type="title"/>
          </p:nvPr>
        </p:nvSpPr>
        <p:spPr>
          <a:xfrm>
            <a:off x="1913070" y="1308300"/>
            <a:ext cx="8634900" cy="2044500"/>
          </a:xfrm>
          <a:prstGeom prst="rect">
            <a:avLst/>
          </a:prstGeom>
          <a:noFill/>
          <a:ln>
            <a:noFill/>
          </a:ln>
        </p:spPr>
        <p:txBody>
          <a:bodyPr spcFirstLastPara="1" wrap="square" lIns="0" tIns="12700" rIns="0" bIns="0" anchor="t" anchorCtr="0">
            <a:spAutoFit/>
          </a:bodyPr>
          <a:lstStyle/>
          <a:p>
            <a:pPr marL="4401185" lvl="0" indent="0" algn="ctr" rtl="0">
              <a:lnSpc>
                <a:spcPct val="100000"/>
              </a:lnSpc>
              <a:spcBef>
                <a:spcPts val="0"/>
              </a:spcBef>
              <a:spcAft>
                <a:spcPts val="0"/>
              </a:spcAft>
              <a:buSzPts val="1400"/>
              <a:buNone/>
            </a:pPr>
            <a:r>
              <a:rPr lang="en-US">
                <a:latin typeface="Arial"/>
                <a:ea typeface="Arial"/>
                <a:cs typeface="Arial"/>
                <a:sym typeface="Arial"/>
              </a:rPr>
              <a:t>Case Studies</a:t>
            </a:r>
            <a:endParaRPr>
              <a:latin typeface="Arial"/>
              <a:ea typeface="Arial"/>
              <a:cs typeface="Arial"/>
              <a:sym typeface="Arial"/>
            </a:endParaRPr>
          </a:p>
        </p:txBody>
      </p:sp>
      <p:sp>
        <p:nvSpPr>
          <p:cNvPr id="455" name="Google Shape;455;p18"/>
          <p:cNvSpPr txBox="1"/>
          <p:nvPr/>
        </p:nvSpPr>
        <p:spPr>
          <a:xfrm>
            <a:off x="6032960" y="3657986"/>
            <a:ext cx="4515600" cy="1854300"/>
          </a:xfrm>
          <a:prstGeom prst="rect">
            <a:avLst/>
          </a:prstGeom>
          <a:noFill/>
          <a:ln>
            <a:noFill/>
          </a:ln>
        </p:spPr>
        <p:txBody>
          <a:bodyPr spcFirstLastPara="1" wrap="square" lIns="0" tIns="27925" rIns="0" bIns="0" anchor="t" anchorCtr="0">
            <a:spAutoFit/>
          </a:bodyPr>
          <a:lstStyle/>
          <a:p>
            <a:pPr marL="1405255" marR="5080" lvl="0" indent="-1393190" algn="ctr" rtl="0">
              <a:lnSpc>
                <a:spcPct val="119696"/>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Why ResNets</a:t>
            </a:r>
            <a:endParaRPr sz="5400" b="0" i="0" u="none" strike="noStrike" cap="none">
              <a:solidFill>
                <a:srgbClr val="000000"/>
              </a:solidFill>
              <a:latin typeface="Arial"/>
              <a:ea typeface="Arial"/>
              <a:cs typeface="Arial"/>
              <a:sym typeface="Arial"/>
            </a:endParaRPr>
          </a:p>
          <a:p>
            <a:pPr marL="1405255" marR="5080" lvl="0" indent="-1393190" algn="ctr" rtl="0">
              <a:lnSpc>
                <a:spcPct val="119696"/>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work</a:t>
            </a:r>
            <a:endParaRPr sz="5400" b="0" i="0" u="none" strike="noStrike" cap="none">
              <a:solidFill>
                <a:srgbClr val="000000"/>
              </a:solidFill>
              <a:latin typeface="Arial"/>
              <a:ea typeface="Arial"/>
              <a:cs typeface="Arial"/>
              <a:sym typeface="Arial"/>
            </a:endParaRPr>
          </a:p>
        </p:txBody>
      </p:sp>
      <p:sp>
        <p:nvSpPr>
          <p:cNvPr id="456" name="Google Shape;456;p18"/>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457" name="Google Shape;457;p18"/>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461"/>
        <p:cNvGrpSpPr/>
        <p:nvPr/>
      </p:nvGrpSpPr>
      <p:grpSpPr>
        <a:xfrm>
          <a:off x="0" y="0"/>
          <a:ext cx="0" cy="0"/>
          <a:chOff x="0" y="0"/>
          <a:chExt cx="0" cy="0"/>
        </a:xfrm>
      </p:grpSpPr>
      <p:sp>
        <p:nvSpPr>
          <p:cNvPr id="462" name="Google Shape;462;p19"/>
          <p:cNvSpPr txBox="1">
            <a:spLocks noGrp="1"/>
          </p:cNvSpPr>
          <p:nvPr>
            <p:ph type="title"/>
          </p:nvPr>
        </p:nvSpPr>
        <p:spPr>
          <a:xfrm>
            <a:off x="261625" y="139700"/>
            <a:ext cx="8476200" cy="1500900"/>
          </a:xfrm>
          <a:prstGeom prst="rect">
            <a:avLst/>
          </a:prstGeom>
          <a:noFill/>
          <a:ln>
            <a:noFill/>
          </a:ln>
        </p:spPr>
        <p:txBody>
          <a:bodyPr spcFirstLastPara="1" wrap="square" lIns="0" tIns="12700" rIns="0" bIns="0" anchor="t" anchorCtr="0">
            <a:spAutoFit/>
          </a:bodyPr>
          <a:lstStyle/>
          <a:p>
            <a:pPr marL="1405255" marR="5080" lvl="0" indent="-1393190" algn="l" rtl="0">
              <a:lnSpc>
                <a:spcPct val="119696"/>
              </a:lnSpc>
              <a:spcBef>
                <a:spcPts val="0"/>
              </a:spcBef>
              <a:spcAft>
                <a:spcPts val="0"/>
              </a:spcAft>
              <a:buClr>
                <a:schemeClr val="dk1"/>
              </a:buClr>
              <a:buSzPts val="6600"/>
              <a:buFont typeface="Arial"/>
              <a:buNone/>
            </a:pPr>
            <a:r>
              <a:rPr lang="en-US" sz="4400">
                <a:latin typeface="Arial"/>
                <a:ea typeface="Arial"/>
                <a:cs typeface="Arial"/>
                <a:sym typeface="Arial"/>
              </a:rPr>
              <a:t>Why ResNets work</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463" name="Google Shape;463;p1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464" name="Google Shape;464;p19"/>
          <p:cNvSpPr txBox="1"/>
          <p:nvPr/>
        </p:nvSpPr>
        <p:spPr>
          <a:xfrm>
            <a:off x="502375" y="1330200"/>
            <a:ext cx="11188180" cy="4247286"/>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solidFill>
                  <a:schemeClr val="dk1"/>
                </a:solidFill>
              </a:rPr>
              <a:t>Residual Networks, or </a:t>
            </a:r>
            <a:r>
              <a:rPr lang="en-US" sz="2400" dirty="0" err="1">
                <a:solidFill>
                  <a:schemeClr val="dk1"/>
                </a:solidFill>
              </a:rPr>
              <a:t>ResNets</a:t>
            </a:r>
            <a:r>
              <a:rPr lang="en-US" sz="2400" dirty="0">
                <a:solidFill>
                  <a:schemeClr val="dk1"/>
                </a:solidFill>
              </a:rPr>
              <a:t>, work so well because it is easy for the extra layers to learn the identity function, allowing the network to make use of more layers without hurting performance. </a:t>
            </a:r>
          </a:p>
          <a:p>
            <a:pPr marL="342900" lvl="0" indent="-342900">
              <a:buSzPts val="2400"/>
              <a:buFont typeface="Arial" panose="020B0604020202020204" pitchFamily="34" charset="0"/>
              <a:buChar char="•"/>
            </a:pPr>
            <a:r>
              <a:rPr lang="en-US" sz="2400" dirty="0">
                <a:solidFill>
                  <a:schemeClr val="dk1"/>
                </a:solidFill>
              </a:rPr>
              <a:t>The addition of a skip connection in a residual block allows the activation output to be equal to the activation input, which is necessary for the identity function to be learned. This addition also requires same convolutions to preserve the dimensionality of the output and input vectors. The </a:t>
            </a:r>
            <a:r>
              <a:rPr lang="en-US" sz="2400" dirty="0" err="1">
                <a:solidFill>
                  <a:schemeClr val="dk1"/>
                </a:solidFill>
              </a:rPr>
              <a:t>ResNet</a:t>
            </a:r>
            <a:r>
              <a:rPr lang="en-US" sz="2400" dirty="0">
                <a:solidFill>
                  <a:schemeClr val="dk1"/>
                </a:solidFill>
              </a:rPr>
              <a:t> architecture involves using multiple convolutional layers, occasional pooling layers, and a fully connected layer at the end for prediction. One key idea behind </a:t>
            </a:r>
            <a:r>
              <a:rPr lang="en-US" sz="2400" dirty="0" err="1">
                <a:solidFill>
                  <a:schemeClr val="dk1"/>
                </a:solidFill>
              </a:rPr>
              <a:t>ResNets</a:t>
            </a:r>
            <a:r>
              <a:rPr lang="en-US" sz="2400" dirty="0">
                <a:solidFill>
                  <a:schemeClr val="dk1"/>
                </a:solidFill>
              </a:rPr>
              <a:t> is using one by one convolutions, which will be discussed in the next section.</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475"/>
        <p:cNvGrpSpPr/>
        <p:nvPr/>
      </p:nvGrpSpPr>
      <p:grpSpPr>
        <a:xfrm>
          <a:off x="0" y="0"/>
          <a:ext cx="0" cy="0"/>
          <a:chOff x="0" y="0"/>
          <a:chExt cx="0" cy="0"/>
        </a:xfrm>
      </p:grpSpPr>
      <p:sp>
        <p:nvSpPr>
          <p:cNvPr id="476" name="Google Shape;476;p21"/>
          <p:cNvSpPr txBox="1">
            <a:spLocks noGrp="1"/>
          </p:cNvSpPr>
          <p:nvPr>
            <p:ph type="title"/>
          </p:nvPr>
        </p:nvSpPr>
        <p:spPr>
          <a:xfrm>
            <a:off x="261620" y="139700"/>
            <a:ext cx="84804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Why do residual networks work?</a:t>
            </a:r>
            <a:endParaRPr sz="4400">
              <a:latin typeface="Arial"/>
              <a:ea typeface="Arial"/>
              <a:cs typeface="Arial"/>
              <a:sym typeface="Arial"/>
            </a:endParaRPr>
          </a:p>
        </p:txBody>
      </p:sp>
      <p:pic>
        <p:nvPicPr>
          <p:cNvPr id="479" name="Google Shape;479;p21"/>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11266" name="Picture 2" descr="neural-network-pipel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94" y="1923998"/>
            <a:ext cx="9889254" cy="1409504"/>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neural-network-pipel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94" y="3567215"/>
            <a:ext cx="11723903" cy="1659451"/>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neural-network-pipelin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94" y="5352032"/>
            <a:ext cx="12120204" cy="142392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491"/>
        <p:cNvGrpSpPr/>
        <p:nvPr/>
      </p:nvGrpSpPr>
      <p:grpSpPr>
        <a:xfrm>
          <a:off x="0" y="0"/>
          <a:ext cx="0" cy="0"/>
          <a:chOff x="0" y="0"/>
          <a:chExt cx="0" cy="0"/>
        </a:xfrm>
      </p:grpSpPr>
      <p:sp>
        <p:nvSpPr>
          <p:cNvPr id="492" name="Google Shape;492;p23"/>
          <p:cNvSpPr txBox="1">
            <a:spLocks noGrp="1"/>
          </p:cNvSpPr>
          <p:nvPr>
            <p:ph type="title"/>
          </p:nvPr>
        </p:nvSpPr>
        <p:spPr>
          <a:xfrm>
            <a:off x="261620" y="139700"/>
            <a:ext cx="19191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ResNet</a:t>
            </a:r>
            <a:endParaRPr sz="4400">
              <a:latin typeface="Arial"/>
              <a:ea typeface="Arial"/>
              <a:cs typeface="Arial"/>
              <a:sym typeface="Arial"/>
            </a:endParaRPr>
          </a:p>
        </p:txBody>
      </p:sp>
      <p:sp>
        <p:nvSpPr>
          <p:cNvPr id="493" name="Google Shape;493;p23"/>
          <p:cNvSpPr txBox="1"/>
          <p:nvPr/>
        </p:nvSpPr>
        <p:spPr>
          <a:xfrm>
            <a:off x="5670782" y="1186527"/>
            <a:ext cx="90360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rgbClr val="000000"/>
                </a:solidFill>
                <a:latin typeface="Cambria"/>
                <a:ea typeface="Cambria"/>
                <a:cs typeface="Cambria"/>
                <a:sym typeface="Cambria"/>
              </a:rPr>
              <a:t>Plain</a:t>
            </a:r>
            <a:endParaRPr sz="2800" b="0" i="0" u="none" strike="noStrike" cap="none" dirty="0">
              <a:solidFill>
                <a:srgbClr val="000000"/>
              </a:solidFill>
              <a:latin typeface="Cambria"/>
              <a:ea typeface="Cambria"/>
              <a:cs typeface="Cambria"/>
              <a:sym typeface="Cambria"/>
            </a:endParaRPr>
          </a:p>
        </p:txBody>
      </p:sp>
      <p:pic>
        <p:nvPicPr>
          <p:cNvPr id="494" name="Google Shape;494;p23"/>
          <p:cNvPicPr preferRelativeResize="0"/>
          <p:nvPr/>
        </p:nvPicPr>
        <p:blipFill rotWithShape="1">
          <a:blip r:embed="rId3">
            <a:alphaModFix/>
          </a:blip>
          <a:srcRect/>
          <a:stretch/>
        </p:blipFill>
        <p:spPr>
          <a:xfrm>
            <a:off x="93360" y="1638647"/>
            <a:ext cx="12010149" cy="1834526"/>
          </a:xfrm>
          <a:prstGeom prst="rect">
            <a:avLst/>
          </a:prstGeom>
          <a:noFill/>
          <a:ln>
            <a:noFill/>
          </a:ln>
        </p:spPr>
      </p:pic>
      <p:sp>
        <p:nvSpPr>
          <p:cNvPr id="495" name="Google Shape;495;p23"/>
          <p:cNvSpPr txBox="1"/>
          <p:nvPr/>
        </p:nvSpPr>
        <p:spPr>
          <a:xfrm>
            <a:off x="5517018" y="4056060"/>
            <a:ext cx="123253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err="1">
                <a:solidFill>
                  <a:srgbClr val="000000"/>
                </a:solidFill>
                <a:latin typeface="Cambria"/>
                <a:ea typeface="Cambria"/>
                <a:cs typeface="Cambria"/>
                <a:sym typeface="Cambria"/>
              </a:rPr>
              <a:t>ResNet</a:t>
            </a:r>
            <a:endParaRPr sz="2800" b="0" i="0" u="none" strike="noStrike" cap="none" dirty="0">
              <a:solidFill>
                <a:srgbClr val="000000"/>
              </a:solidFill>
              <a:latin typeface="Cambria"/>
              <a:ea typeface="Cambria"/>
              <a:cs typeface="Cambria"/>
              <a:sym typeface="Cambria"/>
            </a:endParaRPr>
          </a:p>
        </p:txBody>
      </p:sp>
      <p:pic>
        <p:nvPicPr>
          <p:cNvPr id="496" name="Google Shape;496;p23"/>
          <p:cNvPicPr preferRelativeResize="0"/>
          <p:nvPr/>
        </p:nvPicPr>
        <p:blipFill rotWithShape="1">
          <a:blip r:embed="rId4">
            <a:alphaModFix/>
          </a:blip>
          <a:srcRect/>
          <a:stretch/>
        </p:blipFill>
        <p:spPr>
          <a:xfrm>
            <a:off x="93360" y="4565960"/>
            <a:ext cx="12058450" cy="2131143"/>
          </a:xfrm>
          <a:prstGeom prst="rect">
            <a:avLst/>
          </a:prstGeom>
          <a:noFill/>
          <a:ln>
            <a:noFill/>
          </a:ln>
        </p:spPr>
      </p:pic>
      <p:pic>
        <p:nvPicPr>
          <p:cNvPr id="497" name="Google Shape;497;p23"/>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501"/>
        <p:cNvGrpSpPr/>
        <p:nvPr/>
      </p:nvGrpSpPr>
      <p:grpSpPr>
        <a:xfrm>
          <a:off x="0" y="0"/>
          <a:ext cx="0" cy="0"/>
          <a:chOff x="0" y="0"/>
          <a:chExt cx="0" cy="0"/>
        </a:xfrm>
      </p:grpSpPr>
      <p:sp>
        <p:nvSpPr>
          <p:cNvPr id="502" name="Google Shape;502;p24"/>
          <p:cNvSpPr txBox="1">
            <a:spLocks noGrp="1"/>
          </p:cNvSpPr>
          <p:nvPr>
            <p:ph type="title"/>
          </p:nvPr>
        </p:nvSpPr>
        <p:spPr>
          <a:xfrm>
            <a:off x="1778545" y="1373775"/>
            <a:ext cx="8634900" cy="1860000"/>
          </a:xfrm>
          <a:prstGeom prst="rect">
            <a:avLst/>
          </a:prstGeom>
          <a:noFill/>
          <a:ln>
            <a:noFill/>
          </a:ln>
        </p:spPr>
        <p:txBody>
          <a:bodyPr spcFirstLastPara="1" wrap="square" lIns="0" tIns="12700" rIns="0" bIns="0" anchor="t" anchorCtr="0">
            <a:spAutoFit/>
          </a:bodyPr>
          <a:lstStyle/>
          <a:p>
            <a:pPr marL="4401185" lvl="0" indent="0" algn="ctr" rtl="0">
              <a:lnSpc>
                <a:spcPct val="100000"/>
              </a:lnSpc>
              <a:spcBef>
                <a:spcPts val="0"/>
              </a:spcBef>
              <a:spcAft>
                <a:spcPts val="0"/>
              </a:spcAft>
              <a:buSzPts val="1400"/>
              <a:buNone/>
            </a:pPr>
            <a:r>
              <a:rPr lang="en-US" sz="6000">
                <a:latin typeface="Arial"/>
                <a:ea typeface="Arial"/>
                <a:cs typeface="Arial"/>
                <a:sym typeface="Arial"/>
              </a:rPr>
              <a:t>Case Studies</a:t>
            </a:r>
            <a:endParaRPr sz="6000">
              <a:latin typeface="Arial"/>
              <a:ea typeface="Arial"/>
              <a:cs typeface="Arial"/>
              <a:sym typeface="Arial"/>
            </a:endParaRPr>
          </a:p>
        </p:txBody>
      </p:sp>
      <p:sp>
        <p:nvSpPr>
          <p:cNvPr id="503" name="Google Shape;503;p24"/>
          <p:cNvSpPr txBox="1"/>
          <p:nvPr/>
        </p:nvSpPr>
        <p:spPr>
          <a:xfrm>
            <a:off x="4628553" y="4005833"/>
            <a:ext cx="7476600" cy="1854300"/>
          </a:xfrm>
          <a:prstGeom prst="rect">
            <a:avLst/>
          </a:prstGeom>
          <a:noFill/>
          <a:ln>
            <a:noFill/>
          </a:ln>
        </p:spPr>
        <p:txBody>
          <a:bodyPr spcFirstLastPara="1" wrap="square" lIns="0" tIns="27925" rIns="0" bIns="0" anchor="t" anchorCtr="0">
            <a:spAutoFit/>
          </a:bodyPr>
          <a:lstStyle/>
          <a:p>
            <a:pPr marL="12700" marR="5080" lvl="0" indent="278765" algn="ctr" rtl="0">
              <a:lnSpc>
                <a:spcPct val="119696"/>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Network in Network and 1×1 convolutions</a:t>
            </a:r>
            <a:endParaRPr sz="5400" b="0" i="0" u="none" strike="noStrike" cap="none">
              <a:solidFill>
                <a:srgbClr val="000000"/>
              </a:solidFill>
              <a:latin typeface="Arial"/>
              <a:ea typeface="Arial"/>
              <a:cs typeface="Arial"/>
              <a:sym typeface="Arial"/>
            </a:endParaRPr>
          </a:p>
        </p:txBody>
      </p:sp>
      <p:sp>
        <p:nvSpPr>
          <p:cNvPr id="504" name="Google Shape;504;p24"/>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05" name="Google Shape;505;p2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509"/>
        <p:cNvGrpSpPr/>
        <p:nvPr/>
      </p:nvGrpSpPr>
      <p:grpSpPr>
        <a:xfrm>
          <a:off x="0" y="0"/>
          <a:ext cx="0" cy="0"/>
          <a:chOff x="0" y="0"/>
          <a:chExt cx="0" cy="0"/>
        </a:xfrm>
      </p:grpSpPr>
      <p:sp>
        <p:nvSpPr>
          <p:cNvPr id="510" name="Google Shape;510;p25"/>
          <p:cNvSpPr txBox="1">
            <a:spLocks noGrp="1"/>
          </p:cNvSpPr>
          <p:nvPr>
            <p:ph type="title"/>
          </p:nvPr>
        </p:nvSpPr>
        <p:spPr>
          <a:xfrm>
            <a:off x="261625" y="139700"/>
            <a:ext cx="10378500"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dirty="0">
                <a:latin typeface="Arial"/>
                <a:ea typeface="Arial"/>
                <a:cs typeface="Arial"/>
                <a:sym typeface="Arial"/>
              </a:rPr>
              <a:t>Why does a 1 × 1 convolution do?</a:t>
            </a:r>
            <a:endParaRPr sz="4400" dirty="0">
              <a:latin typeface="Arial"/>
              <a:ea typeface="Arial"/>
              <a:cs typeface="Arial"/>
              <a:sym typeface="Arial"/>
            </a:endParaRPr>
          </a:p>
        </p:txBody>
      </p:sp>
      <p:pic>
        <p:nvPicPr>
          <p:cNvPr id="511" name="Google Shape;511;p2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TextBox 1"/>
          <p:cNvSpPr txBox="1"/>
          <p:nvPr/>
        </p:nvSpPr>
        <p:spPr>
          <a:xfrm>
            <a:off x="314632" y="1484671"/>
            <a:ext cx="11405420"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A one-by-one convolution is a type of convolutional layer that uses a filter with dimensions 1x1xN, where N is the number of channels in the input volume. While it may seem trivial, it applies a fully connected neural network to each position in the input volume, outputting a single value. This can perform a non-trivial computation and the output volume has the same height and width as the input volume but may have a different number of channels.</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extLst>
      <p:ext uri="{BB962C8B-B14F-4D97-AF65-F5344CB8AC3E}">
        <p14:creationId xmlns:p14="http://schemas.microsoft.com/office/powerpoint/2010/main" val="1292545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509"/>
        <p:cNvGrpSpPr/>
        <p:nvPr/>
      </p:nvGrpSpPr>
      <p:grpSpPr>
        <a:xfrm>
          <a:off x="0" y="0"/>
          <a:ext cx="0" cy="0"/>
          <a:chOff x="0" y="0"/>
          <a:chExt cx="0" cy="0"/>
        </a:xfrm>
      </p:grpSpPr>
      <p:sp>
        <p:nvSpPr>
          <p:cNvPr id="510" name="Google Shape;510;p25"/>
          <p:cNvSpPr txBox="1">
            <a:spLocks noGrp="1"/>
          </p:cNvSpPr>
          <p:nvPr>
            <p:ph type="title"/>
          </p:nvPr>
        </p:nvSpPr>
        <p:spPr>
          <a:xfrm>
            <a:off x="261625" y="139700"/>
            <a:ext cx="10378500" cy="2159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Why does a 1 × 1 convolution do?</a:t>
            </a:r>
            <a:endParaRPr sz="4400">
              <a:latin typeface="Arial"/>
              <a:ea typeface="Arial"/>
              <a:cs typeface="Arial"/>
              <a:sym typeface="Arial"/>
            </a:endParaRPr>
          </a:p>
          <a:p>
            <a:pPr marL="12700" marR="5080" lvl="0" indent="278765" algn="l" rtl="0">
              <a:lnSpc>
                <a:spcPct val="119696"/>
              </a:lnSpc>
              <a:spcBef>
                <a:spcPts val="0"/>
              </a:spcBef>
              <a:spcAft>
                <a:spcPts val="0"/>
              </a:spcAft>
              <a:buClr>
                <a:schemeClr val="dk1"/>
              </a:buClr>
              <a:buSzPts val="6600"/>
              <a:buFont typeface="Arial"/>
              <a:buNone/>
            </a:pPr>
            <a:endParaRPr sz="43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511" name="Google Shape;511;p25"/>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2" name="Picture 1"/>
          <p:cNvPicPr>
            <a:picLocks noChangeAspect="1"/>
          </p:cNvPicPr>
          <p:nvPr/>
        </p:nvPicPr>
        <p:blipFill>
          <a:blip r:embed="rId4"/>
          <a:stretch>
            <a:fillRect/>
          </a:stretch>
        </p:blipFill>
        <p:spPr>
          <a:xfrm>
            <a:off x="142898" y="3285510"/>
            <a:ext cx="11960942" cy="3285782"/>
          </a:xfrm>
          <a:prstGeom prst="rect">
            <a:avLst/>
          </a:prstGeom>
        </p:spPr>
      </p:pic>
      <p:sp>
        <p:nvSpPr>
          <p:cNvPr id="7" name="TextBox 6"/>
          <p:cNvSpPr txBox="1"/>
          <p:nvPr/>
        </p:nvSpPr>
        <p:spPr>
          <a:xfrm>
            <a:off x="314632" y="1484671"/>
            <a:ext cx="11405420"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We have a 1x1 filter, we'll put in number two there, and if you take 6x6x1 input and convolve it with this filter, you end up just taking the image and multiplying it by two.</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516"/>
        <p:cNvGrpSpPr/>
        <p:nvPr/>
      </p:nvGrpSpPr>
      <p:grpSpPr>
        <a:xfrm>
          <a:off x="0" y="0"/>
          <a:ext cx="0" cy="0"/>
          <a:chOff x="0" y="0"/>
          <a:chExt cx="0" cy="0"/>
        </a:xfrm>
      </p:grpSpPr>
      <p:sp>
        <p:nvSpPr>
          <p:cNvPr id="517" name="Google Shape;517;p26"/>
          <p:cNvSpPr txBox="1">
            <a:spLocks noGrp="1"/>
          </p:cNvSpPr>
          <p:nvPr>
            <p:ph type="title"/>
          </p:nvPr>
        </p:nvSpPr>
        <p:spPr>
          <a:xfrm>
            <a:off x="261620" y="139700"/>
            <a:ext cx="86010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Why does a 1 × 1 convolution do?</a:t>
            </a:r>
            <a:endParaRPr sz="4400">
              <a:latin typeface="Arial"/>
              <a:ea typeface="Arial"/>
              <a:cs typeface="Arial"/>
              <a:sym typeface="Arial"/>
            </a:endParaRPr>
          </a:p>
        </p:txBody>
      </p:sp>
      <p:pic>
        <p:nvPicPr>
          <p:cNvPr id="518" name="Google Shape;518;p26"/>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13314" name="Picture 2" descr="1x1-convolu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844" y="1830591"/>
            <a:ext cx="10315575" cy="2762251"/>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1x1-convolu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0844" y="4909879"/>
            <a:ext cx="10315575" cy="276225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523"/>
        <p:cNvGrpSpPr/>
        <p:nvPr/>
      </p:nvGrpSpPr>
      <p:grpSpPr>
        <a:xfrm>
          <a:off x="0" y="0"/>
          <a:ext cx="0" cy="0"/>
          <a:chOff x="0" y="0"/>
          <a:chExt cx="0" cy="0"/>
        </a:xfrm>
      </p:grpSpPr>
      <p:sp>
        <p:nvSpPr>
          <p:cNvPr id="524" name="Google Shape;524;g23c207b29f0_0_1"/>
          <p:cNvSpPr txBox="1">
            <a:spLocks noGrp="1"/>
          </p:cNvSpPr>
          <p:nvPr>
            <p:ph type="title"/>
          </p:nvPr>
        </p:nvSpPr>
        <p:spPr>
          <a:xfrm>
            <a:off x="261620" y="139700"/>
            <a:ext cx="86010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Why does a 1 × 1 convolution do?</a:t>
            </a:r>
            <a:endParaRPr sz="4400">
              <a:latin typeface="Arial"/>
              <a:ea typeface="Arial"/>
              <a:cs typeface="Arial"/>
              <a:sym typeface="Arial"/>
            </a:endParaRPr>
          </a:p>
        </p:txBody>
      </p:sp>
      <p:pic>
        <p:nvPicPr>
          <p:cNvPr id="525" name="Google Shape;525;g23c207b29f0_0_1"/>
          <p:cNvPicPr preferRelativeResize="0"/>
          <p:nvPr/>
        </p:nvPicPr>
        <p:blipFill rotWithShape="1">
          <a:blip r:embed="rId3">
            <a:alphaModFix/>
          </a:blip>
          <a:srcRect/>
          <a:stretch/>
        </p:blipFill>
        <p:spPr>
          <a:xfrm>
            <a:off x="137242" y="1143000"/>
            <a:ext cx="11917518" cy="6004291"/>
          </a:xfrm>
          <a:prstGeom prst="rect">
            <a:avLst/>
          </a:prstGeom>
          <a:noFill/>
          <a:ln>
            <a:noFill/>
          </a:ln>
        </p:spPr>
      </p:pic>
      <p:pic>
        <p:nvPicPr>
          <p:cNvPr id="526" name="Google Shape;526;g23c207b29f0_0_1"/>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530"/>
        <p:cNvGrpSpPr/>
        <p:nvPr/>
      </p:nvGrpSpPr>
      <p:grpSpPr>
        <a:xfrm>
          <a:off x="0" y="0"/>
          <a:ext cx="0" cy="0"/>
          <a:chOff x="0" y="0"/>
          <a:chExt cx="0" cy="0"/>
        </a:xfrm>
      </p:grpSpPr>
      <p:sp>
        <p:nvSpPr>
          <p:cNvPr id="531" name="Google Shape;531;p27"/>
          <p:cNvSpPr txBox="1">
            <a:spLocks noGrp="1"/>
          </p:cNvSpPr>
          <p:nvPr>
            <p:ph type="title"/>
          </p:nvPr>
        </p:nvSpPr>
        <p:spPr>
          <a:xfrm>
            <a:off x="261625" y="139700"/>
            <a:ext cx="10378500" cy="2159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Using 1×1 convolutions</a:t>
            </a:r>
            <a:endParaRPr sz="4400">
              <a:latin typeface="Arial"/>
              <a:ea typeface="Arial"/>
              <a:cs typeface="Arial"/>
              <a:sym typeface="Arial"/>
            </a:endParaRPr>
          </a:p>
          <a:p>
            <a:pPr marL="12700" marR="5080" lvl="0" indent="278765" algn="l" rtl="0">
              <a:lnSpc>
                <a:spcPct val="119696"/>
              </a:lnSpc>
              <a:spcBef>
                <a:spcPts val="0"/>
              </a:spcBef>
              <a:spcAft>
                <a:spcPts val="0"/>
              </a:spcAft>
              <a:buClr>
                <a:schemeClr val="dk1"/>
              </a:buClr>
              <a:buSzPts val="6600"/>
              <a:buFont typeface="Arial"/>
              <a:buNone/>
            </a:pPr>
            <a:endParaRPr sz="43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532" name="Google Shape;532;p2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33" name="Google Shape;533;p27"/>
          <p:cNvSpPr txBox="1"/>
          <p:nvPr/>
        </p:nvSpPr>
        <p:spPr>
          <a:xfrm>
            <a:off x="539800" y="1622000"/>
            <a:ext cx="10438200" cy="7203600"/>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One way to use a one-by-one convolution is to shrink the number of channels in an input volume. For example, if you have a 28x28x192 volume and you want to shrink it to a 28x28x32 volume, you can use 32 one-by-one filters to compute the output volume.</a:t>
            </a:r>
            <a:endParaRPr sz="2400" b="0" i="0" u="none" strike="noStrike" cap="none">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The one-by-one convolution operation has non-linearity, which allows it to learn a more complex function of the input volume by adding another layer. One-by-one convolutions have been used in many neural network architectures, including the inception network, which we'll see in the next video.</a:t>
            </a:r>
            <a:endParaRPr sz="2400" b="0" i="0" u="none" strike="noStrike" cap="none">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537"/>
        <p:cNvGrpSpPr/>
        <p:nvPr/>
      </p:nvGrpSpPr>
      <p:grpSpPr>
        <a:xfrm>
          <a:off x="0" y="0"/>
          <a:ext cx="0" cy="0"/>
          <a:chOff x="0" y="0"/>
          <a:chExt cx="0" cy="0"/>
        </a:xfrm>
      </p:grpSpPr>
      <p:sp>
        <p:nvSpPr>
          <p:cNvPr id="538" name="Google Shape;538;p28"/>
          <p:cNvSpPr txBox="1">
            <a:spLocks noGrp="1"/>
          </p:cNvSpPr>
          <p:nvPr>
            <p:ph type="title"/>
          </p:nvPr>
        </p:nvSpPr>
        <p:spPr>
          <a:xfrm>
            <a:off x="261620" y="139700"/>
            <a:ext cx="61278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Using 1×1 convolutions</a:t>
            </a:r>
            <a:endParaRPr sz="4400">
              <a:latin typeface="Arial"/>
              <a:ea typeface="Arial"/>
              <a:cs typeface="Arial"/>
              <a:sym typeface="Arial"/>
            </a:endParaRPr>
          </a:p>
        </p:txBody>
      </p:sp>
      <p:grpSp>
        <p:nvGrpSpPr>
          <p:cNvPr id="3" name="Group 2"/>
          <p:cNvGrpSpPr/>
          <p:nvPr/>
        </p:nvGrpSpPr>
        <p:grpSpPr>
          <a:xfrm>
            <a:off x="432619" y="1360970"/>
            <a:ext cx="6902245" cy="3384702"/>
            <a:chOff x="432619" y="1360970"/>
            <a:chExt cx="6902245" cy="3384702"/>
          </a:xfrm>
        </p:grpSpPr>
        <p:grpSp>
          <p:nvGrpSpPr>
            <p:cNvPr id="539" name="Google Shape;539;p28"/>
            <p:cNvGrpSpPr/>
            <p:nvPr/>
          </p:nvGrpSpPr>
          <p:grpSpPr>
            <a:xfrm>
              <a:off x="685241" y="1360970"/>
              <a:ext cx="2210981" cy="2127947"/>
              <a:chOff x="685241" y="1360970"/>
              <a:chExt cx="2210981" cy="2127947"/>
            </a:xfrm>
          </p:grpSpPr>
          <p:sp>
            <p:nvSpPr>
              <p:cNvPr id="540" name="Google Shape;540;p28"/>
              <p:cNvSpPr/>
              <p:nvPr/>
            </p:nvSpPr>
            <p:spPr>
              <a:xfrm>
                <a:off x="685241" y="2560548"/>
                <a:ext cx="1010919" cy="928369"/>
              </a:xfrm>
              <a:custGeom>
                <a:avLst/>
                <a:gdLst/>
                <a:ahLst/>
                <a:cxnLst/>
                <a:rect l="l" t="t" r="r" b="b"/>
                <a:pathLst>
                  <a:path w="1010919" h="928370" extrusionOk="0">
                    <a:moveTo>
                      <a:pt x="1010831" y="0"/>
                    </a:moveTo>
                    <a:lnTo>
                      <a:pt x="0" y="0"/>
                    </a:lnTo>
                    <a:lnTo>
                      <a:pt x="0" y="928242"/>
                    </a:lnTo>
                    <a:lnTo>
                      <a:pt x="1010831" y="928242"/>
                    </a:lnTo>
                    <a:lnTo>
                      <a:pt x="1010831"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1" name="Google Shape;541;p28"/>
              <p:cNvSpPr/>
              <p:nvPr/>
            </p:nvSpPr>
            <p:spPr>
              <a:xfrm>
                <a:off x="1696072" y="1360970"/>
                <a:ext cx="1200150" cy="2127885"/>
              </a:xfrm>
              <a:custGeom>
                <a:avLst/>
                <a:gdLst/>
                <a:ahLst/>
                <a:cxnLst/>
                <a:rect l="l" t="t" r="r" b="b"/>
                <a:pathLst>
                  <a:path w="1200150" h="2127885" extrusionOk="0">
                    <a:moveTo>
                      <a:pt x="1199578" y="0"/>
                    </a:moveTo>
                    <a:lnTo>
                      <a:pt x="0" y="1199578"/>
                    </a:lnTo>
                    <a:lnTo>
                      <a:pt x="0" y="2127821"/>
                    </a:lnTo>
                    <a:lnTo>
                      <a:pt x="1199578" y="928242"/>
                    </a:lnTo>
                    <a:lnTo>
                      <a:pt x="1199578"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2" name="Google Shape;542;p28"/>
              <p:cNvSpPr/>
              <p:nvPr/>
            </p:nvSpPr>
            <p:spPr>
              <a:xfrm>
                <a:off x="685242" y="1360970"/>
                <a:ext cx="2210435" cy="1200150"/>
              </a:xfrm>
              <a:custGeom>
                <a:avLst/>
                <a:gdLst/>
                <a:ahLst/>
                <a:cxnLst/>
                <a:rect l="l" t="t" r="r" b="b"/>
                <a:pathLst>
                  <a:path w="2210435" h="1200150" extrusionOk="0">
                    <a:moveTo>
                      <a:pt x="2210409" y="0"/>
                    </a:moveTo>
                    <a:lnTo>
                      <a:pt x="1199578" y="0"/>
                    </a:lnTo>
                    <a:lnTo>
                      <a:pt x="0" y="1199578"/>
                    </a:lnTo>
                    <a:lnTo>
                      <a:pt x="1010831" y="1199578"/>
                    </a:lnTo>
                    <a:lnTo>
                      <a:pt x="2210409"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3" name="Google Shape;543;p28"/>
              <p:cNvSpPr/>
              <p:nvPr/>
            </p:nvSpPr>
            <p:spPr>
              <a:xfrm>
                <a:off x="685242" y="1360970"/>
                <a:ext cx="2209800" cy="2127250"/>
              </a:xfrm>
              <a:custGeom>
                <a:avLst/>
                <a:gdLst/>
                <a:ahLst/>
                <a:cxnLst/>
                <a:rect l="l" t="t" r="r" b="b"/>
                <a:pathLst>
                  <a:path w="2209800" h="2127250" extrusionOk="0">
                    <a:moveTo>
                      <a:pt x="0" y="1198968"/>
                    </a:moveTo>
                    <a:lnTo>
                      <a:pt x="1198968" y="0"/>
                    </a:lnTo>
                    <a:lnTo>
                      <a:pt x="2209282" y="0"/>
                    </a:lnTo>
                    <a:lnTo>
                      <a:pt x="2209282" y="927768"/>
                    </a:lnTo>
                    <a:lnTo>
                      <a:pt x="1010314" y="2126744"/>
                    </a:lnTo>
                    <a:lnTo>
                      <a:pt x="0" y="2126744"/>
                    </a:lnTo>
                    <a:lnTo>
                      <a:pt x="0" y="1198968"/>
                    </a:lnTo>
                    <a:close/>
                  </a:path>
                  <a:path w="2209800" h="2127250" extrusionOk="0">
                    <a:moveTo>
                      <a:pt x="0" y="1198968"/>
                    </a:moveTo>
                    <a:lnTo>
                      <a:pt x="1010314" y="1198968"/>
                    </a:lnTo>
                    <a:lnTo>
                      <a:pt x="2209282" y="0"/>
                    </a:lnTo>
                  </a:path>
                  <a:path w="2209800" h="2127250" extrusionOk="0">
                    <a:moveTo>
                      <a:pt x="1010314" y="1198968"/>
                    </a:moveTo>
                    <a:lnTo>
                      <a:pt x="1010314" y="2126744"/>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544" name="Google Shape;544;p28"/>
            <p:cNvSpPr/>
            <p:nvPr/>
          </p:nvSpPr>
          <p:spPr>
            <a:xfrm>
              <a:off x="3461804" y="2243772"/>
              <a:ext cx="1578610" cy="127000"/>
            </a:xfrm>
            <a:custGeom>
              <a:avLst/>
              <a:gdLst/>
              <a:ahLst/>
              <a:cxnLst/>
              <a:rect l="l" t="t" r="r" b="b"/>
              <a:pathLst>
                <a:path w="1578610" h="127000" extrusionOk="0">
                  <a:moveTo>
                    <a:pt x="1451025" y="0"/>
                  </a:moveTo>
                  <a:lnTo>
                    <a:pt x="1451025" y="50800"/>
                  </a:lnTo>
                  <a:lnTo>
                    <a:pt x="0" y="50787"/>
                  </a:lnTo>
                  <a:lnTo>
                    <a:pt x="0" y="76187"/>
                  </a:lnTo>
                  <a:lnTo>
                    <a:pt x="1451025" y="76200"/>
                  </a:lnTo>
                  <a:lnTo>
                    <a:pt x="1451025" y="127000"/>
                  </a:lnTo>
                  <a:lnTo>
                    <a:pt x="1578025" y="63500"/>
                  </a:lnTo>
                  <a:lnTo>
                    <a:pt x="14510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545" name="Google Shape;545;p28"/>
            <p:cNvGrpSpPr/>
            <p:nvPr/>
          </p:nvGrpSpPr>
          <p:grpSpPr>
            <a:xfrm>
              <a:off x="5605983" y="1696580"/>
              <a:ext cx="1591945" cy="1457147"/>
              <a:chOff x="5605983" y="1696580"/>
              <a:chExt cx="1591945" cy="1457147"/>
            </a:xfrm>
          </p:grpSpPr>
          <p:sp>
            <p:nvSpPr>
              <p:cNvPr id="546" name="Google Shape;546;p28"/>
              <p:cNvSpPr/>
              <p:nvPr/>
            </p:nvSpPr>
            <p:spPr>
              <a:xfrm>
                <a:off x="5605983" y="2337117"/>
                <a:ext cx="951230" cy="816610"/>
              </a:xfrm>
              <a:custGeom>
                <a:avLst/>
                <a:gdLst/>
                <a:ahLst/>
                <a:cxnLst/>
                <a:rect l="l" t="t" r="r" b="b"/>
                <a:pathLst>
                  <a:path w="951229" h="816610" extrusionOk="0">
                    <a:moveTo>
                      <a:pt x="950849" y="0"/>
                    </a:moveTo>
                    <a:lnTo>
                      <a:pt x="0" y="0"/>
                    </a:lnTo>
                    <a:lnTo>
                      <a:pt x="0" y="816063"/>
                    </a:lnTo>
                    <a:lnTo>
                      <a:pt x="950849" y="816063"/>
                    </a:lnTo>
                    <a:lnTo>
                      <a:pt x="950849"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7" name="Google Shape;547;p28"/>
              <p:cNvSpPr/>
              <p:nvPr/>
            </p:nvSpPr>
            <p:spPr>
              <a:xfrm>
                <a:off x="6556844" y="1696580"/>
                <a:ext cx="640715" cy="1456690"/>
              </a:xfrm>
              <a:custGeom>
                <a:avLst/>
                <a:gdLst/>
                <a:ahLst/>
                <a:cxnLst/>
                <a:rect l="l" t="t" r="r" b="b"/>
                <a:pathLst>
                  <a:path w="640715" h="1456689" extrusionOk="0">
                    <a:moveTo>
                      <a:pt x="640537" y="0"/>
                    </a:moveTo>
                    <a:lnTo>
                      <a:pt x="0" y="640537"/>
                    </a:lnTo>
                    <a:lnTo>
                      <a:pt x="0" y="1456601"/>
                    </a:lnTo>
                    <a:lnTo>
                      <a:pt x="640537" y="816063"/>
                    </a:lnTo>
                    <a:lnTo>
                      <a:pt x="640537"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8" name="Google Shape;548;p28"/>
              <p:cNvSpPr/>
              <p:nvPr/>
            </p:nvSpPr>
            <p:spPr>
              <a:xfrm>
                <a:off x="5605983" y="1696580"/>
                <a:ext cx="1591945" cy="640715"/>
              </a:xfrm>
              <a:custGeom>
                <a:avLst/>
                <a:gdLst/>
                <a:ahLst/>
                <a:cxnLst/>
                <a:rect l="l" t="t" r="r" b="b"/>
                <a:pathLst>
                  <a:path w="1591945" h="640714" extrusionOk="0">
                    <a:moveTo>
                      <a:pt x="1591398" y="0"/>
                    </a:moveTo>
                    <a:lnTo>
                      <a:pt x="640537" y="0"/>
                    </a:lnTo>
                    <a:lnTo>
                      <a:pt x="0" y="640537"/>
                    </a:lnTo>
                    <a:lnTo>
                      <a:pt x="950861" y="640537"/>
                    </a:lnTo>
                    <a:lnTo>
                      <a:pt x="1591398"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49" name="Google Shape;549;p28"/>
              <p:cNvSpPr/>
              <p:nvPr/>
            </p:nvSpPr>
            <p:spPr>
              <a:xfrm>
                <a:off x="5605983" y="1696580"/>
                <a:ext cx="1590675" cy="1456055"/>
              </a:xfrm>
              <a:custGeom>
                <a:avLst/>
                <a:gdLst/>
                <a:ahLst/>
                <a:cxnLst/>
                <a:rect l="l" t="t" r="r" b="b"/>
                <a:pathLst>
                  <a:path w="1590675" h="1456055" extrusionOk="0">
                    <a:moveTo>
                      <a:pt x="0" y="640211"/>
                    </a:moveTo>
                    <a:lnTo>
                      <a:pt x="640210" y="0"/>
                    </a:lnTo>
                    <a:lnTo>
                      <a:pt x="1590578" y="0"/>
                    </a:lnTo>
                    <a:lnTo>
                      <a:pt x="1590578" y="815640"/>
                    </a:lnTo>
                    <a:lnTo>
                      <a:pt x="950371" y="1455857"/>
                    </a:lnTo>
                    <a:lnTo>
                      <a:pt x="0" y="1455857"/>
                    </a:lnTo>
                    <a:lnTo>
                      <a:pt x="0" y="640211"/>
                    </a:lnTo>
                    <a:close/>
                  </a:path>
                  <a:path w="1590675" h="1456055" extrusionOk="0">
                    <a:moveTo>
                      <a:pt x="0" y="640211"/>
                    </a:moveTo>
                    <a:lnTo>
                      <a:pt x="950371" y="640211"/>
                    </a:lnTo>
                    <a:lnTo>
                      <a:pt x="1590578" y="0"/>
                    </a:lnTo>
                  </a:path>
                  <a:path w="1590675" h="1456055" extrusionOk="0">
                    <a:moveTo>
                      <a:pt x="950371" y="640211"/>
                    </a:moveTo>
                    <a:lnTo>
                      <a:pt x="950371" y="1455857"/>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550" name="Google Shape;550;p28"/>
            <p:cNvSpPr txBox="1"/>
            <p:nvPr/>
          </p:nvSpPr>
          <p:spPr>
            <a:xfrm>
              <a:off x="432619" y="1498828"/>
              <a:ext cx="6902245" cy="2786981"/>
            </a:xfrm>
            <a:prstGeom prst="rect">
              <a:avLst/>
            </a:prstGeom>
            <a:noFill/>
            <a:ln>
              <a:noFill/>
            </a:ln>
          </p:spPr>
          <p:txBody>
            <a:bodyPr spcFirstLastPara="1" wrap="square" lIns="0" tIns="12700" rIns="0" bIns="0" anchor="t" anchorCtr="0">
              <a:spAutoFit/>
            </a:bodyPr>
            <a:lstStyle/>
            <a:p>
              <a:pPr marL="584200" marR="0" lvl="0" indent="0" algn="ctr" rtl="0">
                <a:lnSpc>
                  <a:spcPct val="100000"/>
                </a:lnSpc>
                <a:spcBef>
                  <a:spcPts val="0"/>
                </a:spcBef>
                <a:spcAft>
                  <a:spcPts val="0"/>
                </a:spcAft>
                <a:buClr>
                  <a:srgbClr val="000000"/>
                </a:buClr>
                <a:buSzPts val="2400"/>
                <a:buFont typeface="Arial"/>
                <a:buNone/>
              </a:pPr>
              <a:r>
                <a:rPr lang="en-US" sz="2400" b="0" i="0" u="none" strike="noStrike" cap="none" dirty="0" err="1">
                  <a:solidFill>
                    <a:srgbClr val="000000"/>
                  </a:solidFill>
                  <a:latin typeface="Cambria"/>
                  <a:ea typeface="Cambria"/>
                  <a:cs typeface="Cambria"/>
                  <a:sym typeface="Cambria"/>
                </a:rPr>
                <a:t>ReLU</a:t>
              </a:r>
              <a:endParaRPr sz="2400" b="0" i="0" u="none" strike="noStrike" cap="none" dirty="0">
                <a:solidFill>
                  <a:srgbClr val="000000"/>
                </a:solidFill>
                <a:latin typeface="Cambria"/>
                <a:ea typeface="Cambria"/>
                <a:cs typeface="Cambria"/>
                <a:sym typeface="Cambria"/>
              </a:endParaRPr>
            </a:p>
            <a:p>
              <a:pPr marL="0" marR="0" lvl="0" indent="0" algn="l" rtl="0">
                <a:lnSpc>
                  <a:spcPct val="100000"/>
                </a:lnSpc>
                <a:spcBef>
                  <a:spcPts val="0"/>
                </a:spcBef>
                <a:spcAft>
                  <a:spcPts val="0"/>
                </a:spcAft>
                <a:buClr>
                  <a:srgbClr val="000000"/>
                </a:buClr>
                <a:buSzPts val="2900"/>
                <a:buFont typeface="Arial"/>
                <a:buNone/>
              </a:pPr>
              <a:endParaRPr sz="2900" b="0" i="0" u="none" strike="noStrike" cap="none" dirty="0">
                <a:solidFill>
                  <a:srgbClr val="000000"/>
                </a:solidFill>
                <a:latin typeface="Cambria"/>
                <a:ea typeface="Cambria"/>
                <a:cs typeface="Cambria"/>
                <a:sym typeface="Cambria"/>
              </a:endParaRPr>
            </a:p>
            <a:p>
              <a:pPr marL="214629" marR="0" lvl="0" indent="0" algn="ctr" rtl="0">
                <a:lnSpc>
                  <a:spcPct val="117499"/>
                </a:lnSpc>
                <a:spcBef>
                  <a:spcPts val="2240"/>
                </a:spcBef>
                <a:spcAft>
                  <a:spcPts val="0"/>
                </a:spcAft>
                <a:buClr>
                  <a:srgbClr val="000000"/>
                </a:buClr>
                <a:buSzPts val="2000"/>
                <a:buFont typeface="Arial"/>
                <a:buNone/>
              </a:pPr>
              <a:r>
                <a:rPr lang="en-US" sz="2000" b="0" i="0" u="none" strike="noStrike" cap="none" dirty="0">
                  <a:solidFill>
                    <a:srgbClr val="000000"/>
                  </a:solidFill>
                  <a:latin typeface="Cambria"/>
                  <a:ea typeface="Cambria"/>
                  <a:cs typeface="Cambria"/>
                  <a:sym typeface="Cambria"/>
                </a:rPr>
                <a:t>CONV 1 </a:t>
              </a:r>
              <a:r>
                <a:rPr lang="en-US" sz="2000" b="0" i="0" u="none" strike="noStrike" cap="none" dirty="0">
                  <a:solidFill>
                    <a:srgbClr val="000000"/>
                  </a:solidFill>
                  <a:latin typeface="Cambria Math"/>
                  <a:ea typeface="Cambria Math"/>
                  <a:cs typeface="Cambria Math"/>
                  <a:sym typeface="Cambria Math"/>
                </a:rPr>
                <a:t>× </a:t>
              </a:r>
              <a:r>
                <a:rPr lang="en-US" sz="2000" b="0" i="0" u="none" strike="noStrike" cap="none" dirty="0">
                  <a:solidFill>
                    <a:srgbClr val="000000"/>
                  </a:solidFill>
                  <a:latin typeface="Cambria"/>
                  <a:ea typeface="Cambria"/>
                  <a:cs typeface="Cambria"/>
                  <a:sym typeface="Cambria"/>
                </a:rPr>
                <a:t>1</a:t>
              </a:r>
              <a:endParaRPr sz="2000" b="0" i="0" u="none" strike="noStrike" cap="none" dirty="0">
                <a:solidFill>
                  <a:srgbClr val="000000"/>
                </a:solidFill>
                <a:latin typeface="Cambria"/>
                <a:ea typeface="Cambria"/>
                <a:cs typeface="Cambria"/>
                <a:sym typeface="Cambria"/>
              </a:endParaRPr>
            </a:p>
            <a:p>
              <a:pPr marL="214629" marR="0" lvl="0" indent="0" algn="ctr" rtl="0">
                <a:lnSpc>
                  <a:spcPct val="117916"/>
                </a:lnSpc>
                <a:spcBef>
                  <a:spcPts val="0"/>
                </a:spcBef>
                <a:spcAft>
                  <a:spcPts val="0"/>
                </a:spcAft>
                <a:buClr>
                  <a:srgbClr val="000000"/>
                </a:buClr>
                <a:buSzPts val="2400"/>
                <a:buFont typeface="Arial"/>
                <a:buNone/>
              </a:pPr>
              <a:endParaRPr sz="2400" b="0" i="0" u="none" strike="noStrike" cap="none" dirty="0">
                <a:solidFill>
                  <a:srgbClr val="000000"/>
                </a:solidFill>
                <a:latin typeface="Calibri"/>
                <a:ea typeface="Calibri"/>
                <a:cs typeface="Calibri"/>
                <a:sym typeface="Calibri"/>
              </a:endParaRPr>
            </a:p>
            <a:p>
              <a:pPr marL="4610735" marR="0" lvl="0" indent="0" algn="ctr" rtl="0">
                <a:lnSpc>
                  <a:spcPct val="114166"/>
                </a:lnSpc>
                <a:spcBef>
                  <a:spcPts val="310"/>
                </a:spcBef>
                <a:spcAft>
                  <a:spcPts val="0"/>
                </a:spcAft>
                <a:buClr>
                  <a:srgbClr val="000000"/>
                </a:buClr>
                <a:buSzPts val="2400"/>
                <a:buFont typeface="Arial"/>
                <a:buNone/>
              </a:pPr>
              <a:r>
                <a:rPr lang="en-US" sz="2400" b="0" i="0" u="none" strike="noStrike" cap="none" dirty="0">
                  <a:solidFill>
                    <a:srgbClr val="000000"/>
                  </a:solidFill>
                  <a:latin typeface="Calibri"/>
                  <a:ea typeface="Calibri"/>
                  <a:cs typeface="Calibri"/>
                  <a:sym typeface="Calibri"/>
                </a:rPr>
                <a:t>28 </a:t>
              </a:r>
              <a:r>
                <a:rPr lang="en-US" sz="2400" b="0" i="0" u="none" strike="noStrike" cap="none" dirty="0">
                  <a:solidFill>
                    <a:srgbClr val="000000"/>
                  </a:solidFill>
                  <a:latin typeface="Cambria Math"/>
                  <a:ea typeface="Cambria Math"/>
                  <a:cs typeface="Cambria Math"/>
                  <a:sym typeface="Cambria Math"/>
                </a:rPr>
                <a:t>× </a:t>
              </a:r>
              <a:r>
                <a:rPr lang="en-US" sz="2400" b="0" i="0" u="none" strike="noStrike" cap="none" dirty="0">
                  <a:solidFill>
                    <a:srgbClr val="000000"/>
                  </a:solidFill>
                  <a:latin typeface="Calibri"/>
                  <a:ea typeface="Calibri"/>
                  <a:cs typeface="Calibri"/>
                  <a:sym typeface="Calibri"/>
                </a:rPr>
                <a:t>28 </a:t>
              </a:r>
              <a:r>
                <a:rPr lang="en-US" sz="2400" b="0" i="0" u="none" strike="noStrike" cap="none" dirty="0">
                  <a:solidFill>
                    <a:srgbClr val="000000"/>
                  </a:solidFill>
                  <a:latin typeface="Cambria Math"/>
                  <a:ea typeface="Cambria Math"/>
                  <a:cs typeface="Cambria Math"/>
                  <a:sym typeface="Cambria Math"/>
                </a:rPr>
                <a:t>× </a:t>
              </a:r>
              <a:r>
                <a:rPr lang="en-US" sz="2400" b="0" i="0" u="none" strike="noStrike" cap="none" dirty="0">
                  <a:solidFill>
                    <a:srgbClr val="000000"/>
                  </a:solidFill>
                  <a:latin typeface="Calibri"/>
                  <a:ea typeface="Calibri"/>
                  <a:cs typeface="Calibri"/>
                  <a:sym typeface="Calibri"/>
                </a:rPr>
                <a:t>32</a:t>
              </a:r>
              <a:endParaRPr sz="2400" b="0" i="0" u="none" strike="noStrike" cap="none" dirty="0">
                <a:solidFill>
                  <a:srgbClr val="000000"/>
                </a:solidFill>
                <a:latin typeface="Calibri"/>
                <a:ea typeface="Calibri"/>
                <a:cs typeface="Calibri"/>
                <a:sym typeface="Calibri"/>
              </a:endParaRPr>
            </a:p>
            <a:p>
              <a:pPr marL="0" marR="4449445" lvl="0" indent="0" algn="ctr" rtl="0">
                <a:lnSpc>
                  <a:spcPct val="114166"/>
                </a:lnSpc>
                <a:spcBef>
                  <a:spcPts val="0"/>
                </a:spcBef>
                <a:spcAft>
                  <a:spcPts val="0"/>
                </a:spcAft>
                <a:buClr>
                  <a:srgbClr val="000000"/>
                </a:buClr>
                <a:buSzPts val="2400"/>
                <a:buFont typeface="Arial"/>
                <a:buNone/>
              </a:pPr>
              <a:r>
                <a:rPr lang="en-US" sz="2400" b="0" i="0" u="none" strike="noStrike" cap="none" dirty="0">
                  <a:solidFill>
                    <a:srgbClr val="000000"/>
                  </a:solidFill>
                  <a:latin typeface="Calibri"/>
                  <a:ea typeface="Calibri"/>
                  <a:cs typeface="Calibri"/>
                  <a:sym typeface="Calibri"/>
                </a:rPr>
                <a:t>28 </a:t>
              </a:r>
              <a:r>
                <a:rPr lang="en-US" sz="2400" b="0" i="0" u="none" strike="noStrike" cap="none" dirty="0">
                  <a:solidFill>
                    <a:srgbClr val="000000"/>
                  </a:solidFill>
                  <a:latin typeface="Cambria Math"/>
                  <a:ea typeface="Cambria Math"/>
                  <a:cs typeface="Cambria Math"/>
                  <a:sym typeface="Cambria Math"/>
                </a:rPr>
                <a:t>× </a:t>
              </a:r>
              <a:r>
                <a:rPr lang="en-US" sz="2400" b="0" i="0" u="none" strike="noStrike" cap="none" dirty="0">
                  <a:solidFill>
                    <a:srgbClr val="000000"/>
                  </a:solidFill>
                  <a:latin typeface="Calibri"/>
                  <a:ea typeface="Calibri"/>
                  <a:cs typeface="Calibri"/>
                  <a:sym typeface="Calibri"/>
                </a:rPr>
                <a:t>28 </a:t>
              </a:r>
              <a:r>
                <a:rPr lang="en-US" sz="2400" b="0" i="0" u="none" strike="noStrike" cap="none" dirty="0">
                  <a:solidFill>
                    <a:srgbClr val="000000"/>
                  </a:solidFill>
                  <a:latin typeface="Cambria Math"/>
                  <a:ea typeface="Cambria Math"/>
                  <a:cs typeface="Cambria Math"/>
                  <a:sym typeface="Cambria Math"/>
                </a:rPr>
                <a:t>× </a:t>
              </a:r>
              <a:r>
                <a:rPr lang="en-US" sz="2400" b="0" i="0" u="none" strike="noStrike" cap="none" dirty="0">
                  <a:solidFill>
                    <a:srgbClr val="000000"/>
                  </a:solidFill>
                  <a:latin typeface="Calibri"/>
                  <a:ea typeface="Calibri"/>
                  <a:cs typeface="Calibri"/>
                  <a:sym typeface="Calibri"/>
                </a:rPr>
                <a:t>192</a:t>
              </a:r>
              <a:endParaRPr sz="2400" b="0" i="0" u="none" strike="noStrike" cap="none" dirty="0">
                <a:solidFill>
                  <a:srgbClr val="000000"/>
                </a:solidFill>
                <a:latin typeface="Calibri"/>
                <a:ea typeface="Calibri"/>
                <a:cs typeface="Calibri"/>
                <a:sym typeface="Calibri"/>
              </a:endParaRPr>
            </a:p>
          </p:txBody>
        </p:sp>
        <p:pic>
          <p:nvPicPr>
            <p:cNvPr id="551" name="Google Shape;551;p28"/>
            <p:cNvPicPr preferRelativeResize="0"/>
            <p:nvPr/>
          </p:nvPicPr>
          <p:blipFill rotWithShape="1">
            <a:blip r:embed="rId3">
              <a:alphaModFix/>
            </a:blip>
            <a:srcRect/>
            <a:stretch/>
          </p:blipFill>
          <p:spPr>
            <a:xfrm>
              <a:off x="4671453" y="2696195"/>
              <a:ext cx="588368" cy="196123"/>
            </a:xfrm>
            <a:prstGeom prst="rect">
              <a:avLst/>
            </a:prstGeom>
            <a:noFill/>
            <a:ln>
              <a:noFill/>
            </a:ln>
          </p:spPr>
        </p:pic>
        <p:pic>
          <p:nvPicPr>
            <p:cNvPr id="553" name="Google Shape;553;p28"/>
            <p:cNvPicPr preferRelativeResize="0"/>
            <p:nvPr/>
          </p:nvPicPr>
          <p:blipFill rotWithShape="1">
            <a:blip r:embed="rId4">
              <a:alphaModFix/>
            </a:blip>
            <a:srcRect/>
            <a:stretch/>
          </p:blipFill>
          <p:spPr>
            <a:xfrm>
              <a:off x="3851637" y="4478949"/>
              <a:ext cx="472481" cy="266723"/>
            </a:xfrm>
            <a:prstGeom prst="rect">
              <a:avLst/>
            </a:prstGeom>
            <a:noFill/>
            <a:ln>
              <a:noFill/>
            </a:ln>
          </p:spPr>
        </p:pic>
      </p:grpSp>
      <p:pic>
        <p:nvPicPr>
          <p:cNvPr id="554" name="Google Shape;554;p28"/>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558"/>
        <p:cNvGrpSpPr/>
        <p:nvPr/>
      </p:nvGrpSpPr>
      <p:grpSpPr>
        <a:xfrm>
          <a:off x="0" y="0"/>
          <a:ext cx="0" cy="0"/>
          <a:chOff x="0" y="0"/>
          <a:chExt cx="0" cy="0"/>
        </a:xfrm>
      </p:grpSpPr>
      <p:sp>
        <p:nvSpPr>
          <p:cNvPr id="559" name="Google Shape;559;p29"/>
          <p:cNvSpPr txBox="1">
            <a:spLocks noGrp="1"/>
          </p:cNvSpPr>
          <p:nvPr>
            <p:ph type="title"/>
          </p:nvPr>
        </p:nvSpPr>
        <p:spPr>
          <a:xfrm>
            <a:off x="1778520" y="1519322"/>
            <a:ext cx="8634900" cy="1860000"/>
          </a:xfrm>
          <a:prstGeom prst="rect">
            <a:avLst/>
          </a:prstGeom>
          <a:noFill/>
          <a:ln>
            <a:noFill/>
          </a:ln>
        </p:spPr>
        <p:txBody>
          <a:bodyPr spcFirstLastPara="1" wrap="square" lIns="0" tIns="12700" rIns="0" bIns="0" anchor="t" anchorCtr="0">
            <a:spAutoFit/>
          </a:bodyPr>
          <a:lstStyle/>
          <a:p>
            <a:pPr marL="4401185" lvl="0" indent="0" algn="ctr" rtl="0">
              <a:lnSpc>
                <a:spcPct val="100000"/>
              </a:lnSpc>
              <a:spcBef>
                <a:spcPts val="0"/>
              </a:spcBef>
              <a:spcAft>
                <a:spcPts val="0"/>
              </a:spcAft>
              <a:buSzPts val="1400"/>
              <a:buNone/>
            </a:pPr>
            <a:r>
              <a:rPr lang="en-US" sz="6000" dirty="0">
                <a:latin typeface="Arial"/>
                <a:ea typeface="Arial"/>
                <a:cs typeface="Arial"/>
                <a:sym typeface="Arial"/>
              </a:rPr>
              <a:t>Case Studies</a:t>
            </a:r>
            <a:endParaRPr sz="6000" dirty="0">
              <a:latin typeface="Arial"/>
              <a:ea typeface="Arial"/>
              <a:cs typeface="Arial"/>
              <a:sym typeface="Arial"/>
            </a:endParaRPr>
          </a:p>
        </p:txBody>
      </p:sp>
      <p:sp>
        <p:nvSpPr>
          <p:cNvPr id="560" name="Google Shape;560;p29"/>
          <p:cNvSpPr txBox="1"/>
          <p:nvPr/>
        </p:nvSpPr>
        <p:spPr>
          <a:xfrm>
            <a:off x="4836351" y="3611564"/>
            <a:ext cx="6908799" cy="2022590"/>
          </a:xfrm>
          <a:prstGeom prst="rect">
            <a:avLst/>
          </a:prstGeom>
          <a:noFill/>
          <a:ln>
            <a:noFill/>
          </a:ln>
        </p:spPr>
        <p:txBody>
          <a:bodyPr spcFirstLastPara="1" wrap="square" lIns="0" tIns="27925" rIns="0" bIns="0" anchor="t" anchorCtr="0">
            <a:spAutoFit/>
          </a:bodyPr>
          <a:lstStyle/>
          <a:p>
            <a:pPr marL="1283335" marR="5080" lvl="0" indent="-1271270"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Arial"/>
                <a:ea typeface="Arial"/>
                <a:cs typeface="Arial"/>
                <a:sym typeface="Arial"/>
              </a:rPr>
              <a:t>Inception network</a:t>
            </a:r>
            <a:endParaRPr sz="5400" b="0" i="0" u="none" strike="noStrike" cap="none" dirty="0">
              <a:solidFill>
                <a:srgbClr val="000000"/>
              </a:solidFill>
              <a:latin typeface="Arial"/>
              <a:ea typeface="Arial"/>
              <a:cs typeface="Arial"/>
              <a:sym typeface="Arial"/>
            </a:endParaRPr>
          </a:p>
          <a:p>
            <a:pPr marL="1283335" marR="5080" lvl="0" indent="-1271270" algn="ctr" rtl="0">
              <a:lnSpc>
                <a:spcPct val="119696"/>
              </a:lnSpc>
              <a:spcBef>
                <a:spcPts val="0"/>
              </a:spcBef>
              <a:spcAft>
                <a:spcPts val="0"/>
              </a:spcAft>
              <a:buClr>
                <a:srgbClr val="000000"/>
              </a:buClr>
              <a:buSzPts val="6600"/>
              <a:buFont typeface="Arial"/>
              <a:buNone/>
            </a:pPr>
            <a:r>
              <a:rPr lang="en-US" sz="5400" b="0" i="0" u="none" strike="noStrike" cap="none" dirty="0">
                <a:solidFill>
                  <a:srgbClr val="000000"/>
                </a:solidFill>
                <a:latin typeface="Arial"/>
                <a:ea typeface="Arial"/>
                <a:cs typeface="Arial"/>
                <a:sym typeface="Arial"/>
              </a:rPr>
              <a:t>motivation</a:t>
            </a:r>
            <a:endParaRPr sz="5400" b="0" i="0" u="none" strike="noStrike" cap="none" dirty="0">
              <a:solidFill>
                <a:srgbClr val="000000"/>
              </a:solidFill>
              <a:latin typeface="Arial"/>
              <a:ea typeface="Arial"/>
              <a:cs typeface="Arial"/>
              <a:sym typeface="Arial"/>
            </a:endParaRPr>
          </a:p>
        </p:txBody>
      </p:sp>
      <p:sp>
        <p:nvSpPr>
          <p:cNvPr id="561" name="Google Shape;561;p29"/>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62" name="Google Shape;562;p29"/>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566"/>
        <p:cNvGrpSpPr/>
        <p:nvPr/>
      </p:nvGrpSpPr>
      <p:grpSpPr>
        <a:xfrm>
          <a:off x="0" y="0"/>
          <a:ext cx="0" cy="0"/>
          <a:chOff x="0" y="0"/>
          <a:chExt cx="0" cy="0"/>
        </a:xfrm>
      </p:grpSpPr>
      <p:sp>
        <p:nvSpPr>
          <p:cNvPr id="567" name="Google Shape;567;p30"/>
          <p:cNvSpPr txBox="1">
            <a:spLocks noGrp="1"/>
          </p:cNvSpPr>
          <p:nvPr>
            <p:ph type="title"/>
          </p:nvPr>
        </p:nvSpPr>
        <p:spPr>
          <a:xfrm>
            <a:off x="261625" y="139700"/>
            <a:ext cx="8540100" cy="2143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dirty="0">
                <a:latin typeface="Arial"/>
                <a:ea typeface="Arial"/>
                <a:cs typeface="Arial"/>
                <a:sym typeface="Arial"/>
              </a:rPr>
              <a:t>Motivation for inception network</a:t>
            </a:r>
            <a:endParaRPr sz="4400" dirty="0">
              <a:latin typeface="Arial"/>
              <a:ea typeface="Arial"/>
              <a:cs typeface="Arial"/>
              <a:sym typeface="Arial"/>
            </a:endParaRPr>
          </a:p>
          <a:p>
            <a:pPr marL="1283335" marR="5080" lvl="0" indent="-1271270" algn="l" rtl="0">
              <a:lnSpc>
                <a:spcPct val="119696"/>
              </a:lnSpc>
              <a:spcBef>
                <a:spcPts val="0"/>
              </a:spcBef>
              <a:spcAft>
                <a:spcPts val="0"/>
              </a:spcAft>
              <a:buClr>
                <a:schemeClr val="dk1"/>
              </a:buClr>
              <a:buSzPts val="6600"/>
              <a:buFont typeface="Arial"/>
              <a:buNone/>
            </a:pPr>
            <a:endParaRPr sz="5300" dirty="0">
              <a:latin typeface="Arial"/>
              <a:ea typeface="Arial"/>
              <a:cs typeface="Arial"/>
              <a:sym typeface="Arial"/>
            </a:endParaRPr>
          </a:p>
          <a:p>
            <a:pPr marL="12700" lvl="0" indent="0" algn="l" rtl="0">
              <a:lnSpc>
                <a:spcPct val="100000"/>
              </a:lnSpc>
              <a:spcBef>
                <a:spcPts val="0"/>
              </a:spcBef>
              <a:spcAft>
                <a:spcPts val="0"/>
              </a:spcAft>
              <a:buSzPts val="1400"/>
              <a:buNone/>
            </a:pPr>
            <a:endParaRPr sz="3100" dirty="0">
              <a:latin typeface="Arial"/>
              <a:ea typeface="Arial"/>
              <a:cs typeface="Arial"/>
              <a:sym typeface="Arial"/>
            </a:endParaRPr>
          </a:p>
        </p:txBody>
      </p:sp>
      <p:pic>
        <p:nvPicPr>
          <p:cNvPr id="568" name="Google Shape;568;p3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569" name="Google Shape;569;p30"/>
          <p:cNvSpPr txBox="1"/>
          <p:nvPr/>
        </p:nvSpPr>
        <p:spPr>
          <a:xfrm>
            <a:off x="464724" y="1442825"/>
            <a:ext cx="11206165" cy="2769959"/>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t>The Inception network is a convolutional neural network that uses multiple filter sizes and pooling layers in a single layer, allowing the network to learn the most effective combinations for each layer. The bottleneck layer is introduced to reduce the dimensionality of the input before applying a larger filter size, reducing computational cost while maintaining performance. It was proposed by Christian </a:t>
            </a:r>
            <a:r>
              <a:rPr lang="en-US" sz="2400" dirty="0" err="1"/>
              <a:t>Szegedy</a:t>
            </a:r>
            <a:r>
              <a:rPr lang="en-US" sz="2400" dirty="0"/>
              <a:t> at Google and has achieved state-of-the-art performance on image recognition tasks, influencing many other CNN architectures.</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573"/>
        <p:cNvGrpSpPr/>
        <p:nvPr/>
      </p:nvGrpSpPr>
      <p:grpSpPr>
        <a:xfrm>
          <a:off x="0" y="0"/>
          <a:ext cx="0" cy="0"/>
          <a:chOff x="0" y="0"/>
          <a:chExt cx="0" cy="0"/>
        </a:xfrm>
      </p:grpSpPr>
      <p:grpSp>
        <p:nvGrpSpPr>
          <p:cNvPr id="574" name="Google Shape;574;p31"/>
          <p:cNvGrpSpPr/>
          <p:nvPr/>
        </p:nvGrpSpPr>
        <p:grpSpPr>
          <a:xfrm>
            <a:off x="7805749" y="1599869"/>
            <a:ext cx="2203603" cy="1998598"/>
            <a:chOff x="7805749" y="1599869"/>
            <a:chExt cx="2203603" cy="1998598"/>
          </a:xfrm>
        </p:grpSpPr>
        <p:sp>
          <p:nvSpPr>
            <p:cNvPr id="575" name="Google Shape;575;p31"/>
            <p:cNvSpPr/>
            <p:nvPr/>
          </p:nvSpPr>
          <p:spPr>
            <a:xfrm>
              <a:off x="8371052" y="1990623"/>
              <a:ext cx="1247140" cy="1033144"/>
            </a:xfrm>
            <a:custGeom>
              <a:avLst/>
              <a:gdLst/>
              <a:ahLst/>
              <a:cxnLst/>
              <a:rect l="l" t="t" r="r" b="b"/>
              <a:pathLst>
                <a:path w="1247140" h="1033144" extrusionOk="0">
                  <a:moveTo>
                    <a:pt x="1247025" y="0"/>
                  </a:moveTo>
                  <a:lnTo>
                    <a:pt x="0" y="0"/>
                  </a:lnTo>
                  <a:lnTo>
                    <a:pt x="0" y="570255"/>
                  </a:lnTo>
                  <a:lnTo>
                    <a:pt x="0" y="766241"/>
                  </a:lnTo>
                  <a:lnTo>
                    <a:pt x="0" y="975868"/>
                  </a:lnTo>
                  <a:lnTo>
                    <a:pt x="0" y="1032954"/>
                  </a:lnTo>
                  <a:lnTo>
                    <a:pt x="1247025" y="1032954"/>
                  </a:lnTo>
                  <a:lnTo>
                    <a:pt x="1247025" y="975868"/>
                  </a:lnTo>
                  <a:lnTo>
                    <a:pt x="1247025" y="766241"/>
                  </a:lnTo>
                  <a:lnTo>
                    <a:pt x="1247025" y="570255"/>
                  </a:lnTo>
                  <a:lnTo>
                    <a:pt x="1247025" y="0"/>
                  </a:lnTo>
                  <a:close/>
                </a:path>
              </a:pathLst>
            </a:custGeom>
            <a:solidFill>
              <a:srgbClr val="00B05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76" name="Google Shape;576;p31"/>
            <p:cNvSpPr/>
            <p:nvPr/>
          </p:nvSpPr>
          <p:spPr>
            <a:xfrm>
              <a:off x="9618065" y="1599869"/>
              <a:ext cx="391159" cy="1424305"/>
            </a:xfrm>
            <a:custGeom>
              <a:avLst/>
              <a:gdLst/>
              <a:ahLst/>
              <a:cxnLst/>
              <a:rect l="l" t="t" r="r" b="b"/>
              <a:pathLst>
                <a:path w="391159" h="1424305" extrusionOk="0">
                  <a:moveTo>
                    <a:pt x="390779" y="0"/>
                  </a:moveTo>
                  <a:lnTo>
                    <a:pt x="0" y="390766"/>
                  </a:lnTo>
                  <a:lnTo>
                    <a:pt x="0" y="1423708"/>
                  </a:lnTo>
                  <a:lnTo>
                    <a:pt x="390779" y="1032941"/>
                  </a:lnTo>
                  <a:lnTo>
                    <a:pt x="390779" y="0"/>
                  </a:lnTo>
                  <a:close/>
                </a:path>
              </a:pathLst>
            </a:custGeom>
            <a:solidFill>
              <a:srgbClr val="008D4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77" name="Google Shape;577;p31"/>
            <p:cNvSpPr/>
            <p:nvPr/>
          </p:nvSpPr>
          <p:spPr>
            <a:xfrm>
              <a:off x="8371052" y="1599869"/>
              <a:ext cx="1638300" cy="391160"/>
            </a:xfrm>
            <a:custGeom>
              <a:avLst/>
              <a:gdLst/>
              <a:ahLst/>
              <a:cxnLst/>
              <a:rect l="l" t="t" r="r" b="b"/>
              <a:pathLst>
                <a:path w="1638300" h="391160" extrusionOk="0">
                  <a:moveTo>
                    <a:pt x="1637792" y="0"/>
                  </a:moveTo>
                  <a:lnTo>
                    <a:pt x="390766" y="0"/>
                  </a:lnTo>
                  <a:lnTo>
                    <a:pt x="0" y="390766"/>
                  </a:lnTo>
                  <a:lnTo>
                    <a:pt x="1247013" y="390766"/>
                  </a:lnTo>
                  <a:lnTo>
                    <a:pt x="1637792" y="0"/>
                  </a:lnTo>
                  <a:close/>
                </a:path>
              </a:pathLst>
            </a:custGeom>
            <a:solidFill>
              <a:srgbClr val="32BF7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78" name="Google Shape;578;p31"/>
            <p:cNvSpPr/>
            <p:nvPr/>
          </p:nvSpPr>
          <p:spPr>
            <a:xfrm>
              <a:off x="8371052" y="1599869"/>
              <a:ext cx="1637029" cy="1423035"/>
            </a:xfrm>
            <a:custGeom>
              <a:avLst/>
              <a:gdLst/>
              <a:ahLst/>
              <a:cxnLst/>
              <a:rect l="l" t="t" r="r" b="b"/>
              <a:pathLst>
                <a:path w="1637029" h="1423035" extrusionOk="0">
                  <a:moveTo>
                    <a:pt x="0" y="390568"/>
                  </a:moveTo>
                  <a:lnTo>
                    <a:pt x="390568" y="0"/>
                  </a:lnTo>
                  <a:lnTo>
                    <a:pt x="1636954" y="0"/>
                  </a:lnTo>
                  <a:lnTo>
                    <a:pt x="1636954" y="1032423"/>
                  </a:lnTo>
                  <a:lnTo>
                    <a:pt x="1246384" y="1422993"/>
                  </a:lnTo>
                  <a:lnTo>
                    <a:pt x="0" y="1422993"/>
                  </a:lnTo>
                  <a:lnTo>
                    <a:pt x="0" y="390568"/>
                  </a:lnTo>
                  <a:close/>
                </a:path>
                <a:path w="1637029" h="1423035" extrusionOk="0">
                  <a:moveTo>
                    <a:pt x="0" y="390568"/>
                  </a:moveTo>
                  <a:lnTo>
                    <a:pt x="1246384" y="390568"/>
                  </a:lnTo>
                  <a:lnTo>
                    <a:pt x="1636954" y="0"/>
                  </a:lnTo>
                </a:path>
                <a:path w="1637029" h="1423035" extrusionOk="0">
                  <a:moveTo>
                    <a:pt x="1246384" y="390568"/>
                  </a:moveTo>
                  <a:lnTo>
                    <a:pt x="1246384" y="1422993"/>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79" name="Google Shape;579;p31"/>
            <p:cNvSpPr/>
            <p:nvPr/>
          </p:nvSpPr>
          <p:spPr>
            <a:xfrm>
              <a:off x="7805750" y="2560878"/>
              <a:ext cx="1240154" cy="1037589"/>
            </a:xfrm>
            <a:custGeom>
              <a:avLst/>
              <a:gdLst/>
              <a:ahLst/>
              <a:cxnLst/>
              <a:rect l="l" t="t" r="r" b="b"/>
              <a:pathLst>
                <a:path w="1240154" h="1037589" extrusionOk="0">
                  <a:moveTo>
                    <a:pt x="1240053" y="0"/>
                  </a:moveTo>
                  <a:lnTo>
                    <a:pt x="0" y="0"/>
                  </a:lnTo>
                  <a:lnTo>
                    <a:pt x="0" y="195986"/>
                  </a:lnTo>
                  <a:lnTo>
                    <a:pt x="0" y="405612"/>
                  </a:lnTo>
                  <a:lnTo>
                    <a:pt x="0" y="1037094"/>
                  </a:lnTo>
                  <a:lnTo>
                    <a:pt x="1240053" y="1037094"/>
                  </a:lnTo>
                  <a:lnTo>
                    <a:pt x="1240053" y="405612"/>
                  </a:lnTo>
                  <a:lnTo>
                    <a:pt x="1240053" y="195986"/>
                  </a:lnTo>
                  <a:lnTo>
                    <a:pt x="1240053" y="0"/>
                  </a:lnTo>
                  <a:close/>
                </a:path>
              </a:pathLst>
            </a:custGeom>
            <a:solidFill>
              <a:srgbClr val="00B0F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0" name="Google Shape;580;p31"/>
            <p:cNvSpPr/>
            <p:nvPr/>
          </p:nvSpPr>
          <p:spPr>
            <a:xfrm>
              <a:off x="9045803" y="1981733"/>
              <a:ext cx="579754" cy="1616710"/>
            </a:xfrm>
            <a:custGeom>
              <a:avLst/>
              <a:gdLst/>
              <a:ahLst/>
              <a:cxnLst/>
              <a:rect l="l" t="t" r="r" b="b"/>
              <a:pathLst>
                <a:path w="579754" h="1616710" extrusionOk="0">
                  <a:moveTo>
                    <a:pt x="579158" y="0"/>
                  </a:moveTo>
                  <a:lnTo>
                    <a:pt x="0" y="579145"/>
                  </a:lnTo>
                  <a:lnTo>
                    <a:pt x="0" y="1616240"/>
                  </a:lnTo>
                  <a:lnTo>
                    <a:pt x="579158" y="1037094"/>
                  </a:lnTo>
                  <a:lnTo>
                    <a:pt x="579158" y="0"/>
                  </a:lnTo>
                  <a:close/>
                </a:path>
              </a:pathLst>
            </a:custGeom>
            <a:solidFill>
              <a:srgbClr val="008D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1" name="Google Shape;581;p31"/>
            <p:cNvSpPr/>
            <p:nvPr/>
          </p:nvSpPr>
          <p:spPr>
            <a:xfrm>
              <a:off x="7805749" y="1981733"/>
              <a:ext cx="1819275" cy="579755"/>
            </a:xfrm>
            <a:custGeom>
              <a:avLst/>
              <a:gdLst/>
              <a:ahLst/>
              <a:cxnLst/>
              <a:rect l="l" t="t" r="r" b="b"/>
              <a:pathLst>
                <a:path w="1819275" h="579755" extrusionOk="0">
                  <a:moveTo>
                    <a:pt x="1819211" y="0"/>
                  </a:moveTo>
                  <a:lnTo>
                    <a:pt x="579145" y="0"/>
                  </a:lnTo>
                  <a:lnTo>
                    <a:pt x="0" y="579145"/>
                  </a:lnTo>
                  <a:lnTo>
                    <a:pt x="1240053" y="579145"/>
                  </a:lnTo>
                  <a:lnTo>
                    <a:pt x="1819211" y="0"/>
                  </a:lnTo>
                  <a:close/>
                </a:path>
              </a:pathLst>
            </a:custGeom>
            <a:solidFill>
              <a:srgbClr val="32BFF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2" name="Google Shape;582;p31"/>
            <p:cNvSpPr/>
            <p:nvPr/>
          </p:nvSpPr>
          <p:spPr>
            <a:xfrm>
              <a:off x="7805749" y="1981733"/>
              <a:ext cx="1818640" cy="1615439"/>
            </a:xfrm>
            <a:custGeom>
              <a:avLst/>
              <a:gdLst/>
              <a:ahLst/>
              <a:cxnLst/>
              <a:rect l="l" t="t" r="r" b="b"/>
              <a:pathLst>
                <a:path w="1818640" h="1615439" extrusionOk="0">
                  <a:moveTo>
                    <a:pt x="0" y="578852"/>
                  </a:moveTo>
                  <a:lnTo>
                    <a:pt x="578852" y="0"/>
                  </a:lnTo>
                  <a:lnTo>
                    <a:pt x="1818272" y="0"/>
                  </a:lnTo>
                  <a:lnTo>
                    <a:pt x="1818272" y="1036561"/>
                  </a:lnTo>
                  <a:lnTo>
                    <a:pt x="1239417" y="1615415"/>
                  </a:lnTo>
                  <a:lnTo>
                    <a:pt x="0" y="1615415"/>
                  </a:lnTo>
                  <a:lnTo>
                    <a:pt x="0" y="578852"/>
                  </a:lnTo>
                  <a:close/>
                </a:path>
                <a:path w="1818640" h="1615439" extrusionOk="0">
                  <a:moveTo>
                    <a:pt x="0" y="578852"/>
                  </a:moveTo>
                  <a:lnTo>
                    <a:pt x="1239417" y="578852"/>
                  </a:lnTo>
                  <a:lnTo>
                    <a:pt x="1818272" y="0"/>
                  </a:lnTo>
                </a:path>
                <a:path w="1818640" h="1615439" extrusionOk="0">
                  <a:moveTo>
                    <a:pt x="1239417" y="578852"/>
                  </a:moveTo>
                  <a:lnTo>
                    <a:pt x="1239417" y="1615415"/>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583" name="Google Shape;583;p31"/>
          <p:cNvSpPr txBox="1">
            <a:spLocks noGrp="1"/>
          </p:cNvSpPr>
          <p:nvPr>
            <p:ph type="title"/>
          </p:nvPr>
        </p:nvSpPr>
        <p:spPr>
          <a:xfrm>
            <a:off x="261620" y="139700"/>
            <a:ext cx="85401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Motivation for inception network</a:t>
            </a:r>
            <a:endParaRPr sz="4400">
              <a:latin typeface="Arial"/>
              <a:ea typeface="Arial"/>
              <a:cs typeface="Arial"/>
              <a:sym typeface="Arial"/>
            </a:endParaRPr>
          </a:p>
        </p:txBody>
      </p:sp>
      <p:grpSp>
        <p:nvGrpSpPr>
          <p:cNvPr id="584" name="Google Shape;584;p31"/>
          <p:cNvGrpSpPr/>
          <p:nvPr/>
        </p:nvGrpSpPr>
        <p:grpSpPr>
          <a:xfrm>
            <a:off x="502475" y="1508442"/>
            <a:ext cx="2766065" cy="2663202"/>
            <a:chOff x="502475" y="1508442"/>
            <a:chExt cx="2766065" cy="2663202"/>
          </a:xfrm>
        </p:grpSpPr>
        <p:sp>
          <p:nvSpPr>
            <p:cNvPr id="585" name="Google Shape;585;p31"/>
            <p:cNvSpPr/>
            <p:nvPr/>
          </p:nvSpPr>
          <p:spPr>
            <a:xfrm>
              <a:off x="502475" y="2906090"/>
              <a:ext cx="1368425" cy="1265554"/>
            </a:xfrm>
            <a:custGeom>
              <a:avLst/>
              <a:gdLst/>
              <a:ahLst/>
              <a:cxnLst/>
              <a:rect l="l" t="t" r="r" b="b"/>
              <a:pathLst>
                <a:path w="1368425" h="1265554" extrusionOk="0">
                  <a:moveTo>
                    <a:pt x="1368425" y="0"/>
                  </a:moveTo>
                  <a:lnTo>
                    <a:pt x="0" y="0"/>
                  </a:lnTo>
                  <a:lnTo>
                    <a:pt x="0" y="1265542"/>
                  </a:lnTo>
                  <a:lnTo>
                    <a:pt x="1368425" y="1265542"/>
                  </a:lnTo>
                  <a:lnTo>
                    <a:pt x="1368425"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6" name="Google Shape;586;p31"/>
            <p:cNvSpPr/>
            <p:nvPr/>
          </p:nvSpPr>
          <p:spPr>
            <a:xfrm>
              <a:off x="1870900" y="1508442"/>
              <a:ext cx="1397635" cy="2663190"/>
            </a:xfrm>
            <a:custGeom>
              <a:avLst/>
              <a:gdLst/>
              <a:ahLst/>
              <a:cxnLst/>
              <a:rect l="l" t="t" r="r" b="b"/>
              <a:pathLst>
                <a:path w="1397635" h="2663190" extrusionOk="0">
                  <a:moveTo>
                    <a:pt x="1397635" y="0"/>
                  </a:moveTo>
                  <a:lnTo>
                    <a:pt x="0" y="1397635"/>
                  </a:lnTo>
                  <a:lnTo>
                    <a:pt x="0" y="2663190"/>
                  </a:lnTo>
                  <a:lnTo>
                    <a:pt x="1397635" y="1265555"/>
                  </a:lnTo>
                  <a:lnTo>
                    <a:pt x="1397635"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7" name="Google Shape;587;p31"/>
            <p:cNvSpPr/>
            <p:nvPr/>
          </p:nvSpPr>
          <p:spPr>
            <a:xfrm>
              <a:off x="502480" y="1508442"/>
              <a:ext cx="2766060" cy="1397635"/>
            </a:xfrm>
            <a:custGeom>
              <a:avLst/>
              <a:gdLst/>
              <a:ahLst/>
              <a:cxnLst/>
              <a:rect l="l" t="t" r="r" b="b"/>
              <a:pathLst>
                <a:path w="2766060" h="1397635" extrusionOk="0">
                  <a:moveTo>
                    <a:pt x="2766060" y="0"/>
                  </a:moveTo>
                  <a:lnTo>
                    <a:pt x="1397647" y="0"/>
                  </a:lnTo>
                  <a:lnTo>
                    <a:pt x="0" y="1397635"/>
                  </a:lnTo>
                  <a:lnTo>
                    <a:pt x="1368425" y="1397635"/>
                  </a:lnTo>
                  <a:lnTo>
                    <a:pt x="276606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88" name="Google Shape;588;p31"/>
            <p:cNvSpPr/>
            <p:nvPr/>
          </p:nvSpPr>
          <p:spPr>
            <a:xfrm>
              <a:off x="502480" y="1508442"/>
              <a:ext cx="2764790" cy="2661920"/>
            </a:xfrm>
            <a:custGeom>
              <a:avLst/>
              <a:gdLst/>
              <a:ahLst/>
              <a:cxnLst/>
              <a:rect l="l" t="t" r="r" b="b"/>
              <a:pathLst>
                <a:path w="2764790" h="2661920" extrusionOk="0">
                  <a:moveTo>
                    <a:pt x="0" y="1396927"/>
                  </a:moveTo>
                  <a:lnTo>
                    <a:pt x="1396927" y="0"/>
                  </a:lnTo>
                  <a:lnTo>
                    <a:pt x="2764649" y="0"/>
                  </a:lnTo>
                  <a:lnTo>
                    <a:pt x="2764649" y="1264904"/>
                  </a:lnTo>
                  <a:lnTo>
                    <a:pt x="1367722" y="2661831"/>
                  </a:lnTo>
                  <a:lnTo>
                    <a:pt x="0" y="2661831"/>
                  </a:lnTo>
                  <a:lnTo>
                    <a:pt x="0" y="1396927"/>
                  </a:lnTo>
                  <a:close/>
                </a:path>
                <a:path w="2764790" h="2661920" extrusionOk="0">
                  <a:moveTo>
                    <a:pt x="0" y="1396927"/>
                  </a:moveTo>
                  <a:lnTo>
                    <a:pt x="1367722" y="1396927"/>
                  </a:lnTo>
                  <a:lnTo>
                    <a:pt x="2764649" y="0"/>
                  </a:lnTo>
                </a:path>
                <a:path w="2764790" h="2661920" extrusionOk="0">
                  <a:moveTo>
                    <a:pt x="1367722" y="1396927"/>
                  </a:moveTo>
                  <a:lnTo>
                    <a:pt x="1367722" y="2661831"/>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589" name="Google Shape;589;p31"/>
          <p:cNvSpPr txBox="1"/>
          <p:nvPr/>
        </p:nvSpPr>
        <p:spPr>
          <a:xfrm>
            <a:off x="970227" y="4267593"/>
            <a:ext cx="1986900" cy="382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28 </a:t>
            </a:r>
            <a:r>
              <a:rPr lang="en-US" sz="2400" b="0" i="0" u="none" strike="noStrike" cap="none">
                <a:solidFill>
                  <a:srgbClr val="000000"/>
                </a:solidFill>
                <a:latin typeface="Cambria Math"/>
                <a:ea typeface="Cambria Math"/>
                <a:cs typeface="Cambria Math"/>
                <a:sym typeface="Cambria Math"/>
              </a:rPr>
              <a:t>× </a:t>
            </a:r>
            <a:r>
              <a:rPr lang="en-US" sz="2400" b="0" i="0" u="none" strike="noStrike" cap="none">
                <a:solidFill>
                  <a:srgbClr val="000000"/>
                </a:solidFill>
                <a:latin typeface="Cambria"/>
                <a:ea typeface="Cambria"/>
                <a:cs typeface="Cambria"/>
                <a:sym typeface="Cambria"/>
              </a:rPr>
              <a:t>28 </a:t>
            </a:r>
            <a:r>
              <a:rPr lang="en-US" sz="2400" b="0" i="0" u="none" strike="noStrike" cap="none">
                <a:solidFill>
                  <a:srgbClr val="000000"/>
                </a:solidFill>
                <a:latin typeface="Cambria Math"/>
                <a:ea typeface="Cambria Math"/>
                <a:cs typeface="Cambria Math"/>
                <a:sym typeface="Cambria Math"/>
              </a:rPr>
              <a:t>× </a:t>
            </a:r>
            <a:r>
              <a:rPr lang="en-US" sz="2400" b="0" i="0" u="none" strike="noStrike" cap="none">
                <a:solidFill>
                  <a:srgbClr val="000000"/>
                </a:solidFill>
                <a:latin typeface="Cambria"/>
                <a:ea typeface="Cambria"/>
                <a:cs typeface="Cambria"/>
                <a:sym typeface="Cambria"/>
              </a:rPr>
              <a:t>192</a:t>
            </a:r>
            <a:endParaRPr sz="2400" b="0" i="0" u="none" strike="noStrike" cap="none">
              <a:solidFill>
                <a:srgbClr val="000000"/>
              </a:solidFill>
              <a:latin typeface="Cambria"/>
              <a:ea typeface="Cambria"/>
              <a:cs typeface="Cambria"/>
              <a:sym typeface="Cambria"/>
            </a:endParaRPr>
          </a:p>
        </p:txBody>
      </p:sp>
      <p:sp>
        <p:nvSpPr>
          <p:cNvPr id="590" name="Google Shape;590;p31"/>
          <p:cNvSpPr/>
          <p:nvPr/>
        </p:nvSpPr>
        <p:spPr>
          <a:xfrm>
            <a:off x="3369869" y="1450949"/>
            <a:ext cx="1156970" cy="1457960"/>
          </a:xfrm>
          <a:custGeom>
            <a:avLst/>
            <a:gdLst/>
            <a:ahLst/>
            <a:cxnLst/>
            <a:rect l="l" t="t" r="r" b="b"/>
            <a:pathLst>
              <a:path w="1156970" h="1457960" extrusionOk="0">
                <a:moveTo>
                  <a:pt x="1156411" y="1097940"/>
                </a:moveTo>
                <a:lnTo>
                  <a:pt x="1028458" y="1036396"/>
                </a:lnTo>
                <a:lnTo>
                  <a:pt x="1029233" y="1087272"/>
                </a:lnTo>
                <a:lnTo>
                  <a:pt x="1007567" y="1087767"/>
                </a:lnTo>
                <a:lnTo>
                  <a:pt x="942505" y="1090447"/>
                </a:lnTo>
                <a:lnTo>
                  <a:pt x="875284" y="1094562"/>
                </a:lnTo>
                <a:lnTo>
                  <a:pt x="810272" y="1100429"/>
                </a:lnTo>
                <a:lnTo>
                  <a:pt x="751967" y="1108367"/>
                </a:lnTo>
                <a:lnTo>
                  <a:pt x="640486" y="1129741"/>
                </a:lnTo>
                <a:lnTo>
                  <a:pt x="523798" y="1157427"/>
                </a:lnTo>
                <a:lnTo>
                  <a:pt x="410133" y="1190891"/>
                </a:lnTo>
                <a:lnTo>
                  <a:pt x="356768" y="1209725"/>
                </a:lnTo>
                <a:lnTo>
                  <a:pt x="307086" y="1229906"/>
                </a:lnTo>
                <a:lnTo>
                  <a:pt x="218668" y="1275067"/>
                </a:lnTo>
                <a:lnTo>
                  <a:pt x="140030" y="1326349"/>
                </a:lnTo>
                <a:lnTo>
                  <a:pt x="68211" y="1381506"/>
                </a:lnTo>
                <a:lnTo>
                  <a:pt x="0" y="1438376"/>
                </a:lnTo>
                <a:lnTo>
                  <a:pt x="16268" y="1457883"/>
                </a:lnTo>
                <a:lnTo>
                  <a:pt x="84086" y="1401343"/>
                </a:lnTo>
                <a:lnTo>
                  <a:pt x="154724" y="1347101"/>
                </a:lnTo>
                <a:lnTo>
                  <a:pt x="231419" y="1297076"/>
                </a:lnTo>
                <a:lnTo>
                  <a:pt x="317665" y="1253020"/>
                </a:lnTo>
                <a:lnTo>
                  <a:pt x="365785" y="1233487"/>
                </a:lnTo>
                <a:lnTo>
                  <a:pt x="417957" y="1215072"/>
                </a:lnTo>
                <a:lnTo>
                  <a:pt x="530326" y="1181989"/>
                </a:lnTo>
                <a:lnTo>
                  <a:pt x="645820" y="1154582"/>
                </a:lnTo>
                <a:lnTo>
                  <a:pt x="756081" y="1133449"/>
                </a:lnTo>
                <a:lnTo>
                  <a:pt x="813130" y="1125677"/>
                </a:lnTo>
                <a:lnTo>
                  <a:pt x="877201" y="1119898"/>
                </a:lnTo>
                <a:lnTo>
                  <a:pt x="943813" y="1115809"/>
                </a:lnTo>
                <a:lnTo>
                  <a:pt x="1008367" y="1113155"/>
                </a:lnTo>
                <a:lnTo>
                  <a:pt x="1029627" y="1112672"/>
                </a:lnTo>
                <a:lnTo>
                  <a:pt x="1030389" y="1163370"/>
                </a:lnTo>
                <a:lnTo>
                  <a:pt x="1156411" y="1097940"/>
                </a:lnTo>
                <a:close/>
              </a:path>
              <a:path w="1156970" h="1457960" extrusionOk="0">
                <a:moveTo>
                  <a:pt x="1156411" y="57505"/>
                </a:moveTo>
                <a:lnTo>
                  <a:pt x="1026591" y="0"/>
                </a:lnTo>
                <a:lnTo>
                  <a:pt x="1028966" y="51015"/>
                </a:lnTo>
                <a:lnTo>
                  <a:pt x="1007427" y="52489"/>
                </a:lnTo>
                <a:lnTo>
                  <a:pt x="942174" y="60706"/>
                </a:lnTo>
                <a:lnTo>
                  <a:pt x="874674" y="73317"/>
                </a:lnTo>
                <a:lnTo>
                  <a:pt x="809142" y="91351"/>
                </a:lnTo>
                <a:lnTo>
                  <a:pt x="750354" y="115773"/>
                </a:lnTo>
                <a:lnTo>
                  <a:pt x="695452" y="146050"/>
                </a:lnTo>
                <a:lnTo>
                  <a:pt x="638581" y="181140"/>
                </a:lnTo>
                <a:lnTo>
                  <a:pt x="580428" y="221018"/>
                </a:lnTo>
                <a:lnTo>
                  <a:pt x="521855" y="265607"/>
                </a:lnTo>
                <a:lnTo>
                  <a:pt x="408546" y="367372"/>
                </a:lnTo>
                <a:lnTo>
                  <a:pt x="355320" y="424675"/>
                </a:lnTo>
                <a:lnTo>
                  <a:pt x="306070" y="485673"/>
                </a:lnTo>
                <a:lnTo>
                  <a:pt x="260705" y="551446"/>
                </a:lnTo>
                <a:lnTo>
                  <a:pt x="218186" y="622592"/>
                </a:lnTo>
                <a:lnTo>
                  <a:pt x="140487" y="777176"/>
                </a:lnTo>
                <a:lnTo>
                  <a:pt x="69354" y="943787"/>
                </a:lnTo>
                <a:lnTo>
                  <a:pt x="1587" y="1116152"/>
                </a:lnTo>
                <a:lnTo>
                  <a:pt x="25234" y="1125448"/>
                </a:lnTo>
                <a:lnTo>
                  <a:pt x="92862" y="953414"/>
                </a:lnTo>
                <a:lnTo>
                  <a:pt x="163537" y="787882"/>
                </a:lnTo>
                <a:lnTo>
                  <a:pt x="240461" y="634834"/>
                </a:lnTo>
                <a:lnTo>
                  <a:pt x="282079" y="565188"/>
                </a:lnTo>
                <a:lnTo>
                  <a:pt x="326440" y="500888"/>
                </a:lnTo>
                <a:lnTo>
                  <a:pt x="374535" y="441312"/>
                </a:lnTo>
                <a:lnTo>
                  <a:pt x="426377" y="385508"/>
                </a:lnTo>
                <a:lnTo>
                  <a:pt x="538060" y="285191"/>
                </a:lnTo>
                <a:lnTo>
                  <a:pt x="595312" y="241604"/>
                </a:lnTo>
                <a:lnTo>
                  <a:pt x="652437" y="202425"/>
                </a:lnTo>
                <a:lnTo>
                  <a:pt x="708253" y="167995"/>
                </a:lnTo>
                <a:lnTo>
                  <a:pt x="761390" y="138696"/>
                </a:lnTo>
                <a:lnTo>
                  <a:pt x="817422" y="115417"/>
                </a:lnTo>
                <a:lnTo>
                  <a:pt x="880389" y="98082"/>
                </a:lnTo>
                <a:lnTo>
                  <a:pt x="946099" y="85813"/>
                </a:lnTo>
                <a:lnTo>
                  <a:pt x="1009878" y="77787"/>
                </a:lnTo>
                <a:lnTo>
                  <a:pt x="1030160" y="76390"/>
                </a:lnTo>
                <a:lnTo>
                  <a:pt x="1032510" y="126860"/>
                </a:lnTo>
                <a:lnTo>
                  <a:pt x="1156411" y="57505"/>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1" name="Google Shape;591;p31"/>
          <p:cNvSpPr txBox="1"/>
          <p:nvPr/>
        </p:nvSpPr>
        <p:spPr>
          <a:xfrm>
            <a:off x="4719764" y="1313167"/>
            <a:ext cx="872400" cy="1446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1 </a:t>
            </a:r>
            <a:r>
              <a:rPr lang="en-US" sz="2800" b="0" i="0" u="none" strike="noStrike" cap="none">
                <a:solidFill>
                  <a:srgbClr val="000000"/>
                </a:solidFill>
                <a:latin typeface="Cambria Math"/>
                <a:ea typeface="Cambria Math"/>
                <a:cs typeface="Cambria Math"/>
                <a:sym typeface="Cambria Math"/>
              </a:rPr>
              <a:t>× </a:t>
            </a:r>
            <a:r>
              <a:rPr lang="en-US" sz="2800" b="0" i="0" u="none" strike="noStrike" cap="none">
                <a:solidFill>
                  <a:srgbClr val="000000"/>
                </a:solidFill>
                <a:latin typeface="Cambria"/>
                <a:ea typeface="Cambria"/>
                <a:cs typeface="Cambria"/>
                <a:sym typeface="Cambria"/>
              </a:rPr>
              <a:t>1</a:t>
            </a:r>
            <a:endParaRPr sz="2800" b="0" i="0" u="none" strike="noStrike" cap="none">
              <a:solidFill>
                <a:srgbClr val="000000"/>
              </a:solidFill>
              <a:latin typeface="Cambria"/>
              <a:ea typeface="Cambria"/>
              <a:cs typeface="Cambria"/>
              <a:sym typeface="Cambria"/>
            </a:endParaRPr>
          </a:p>
          <a:p>
            <a:pPr marL="0" marR="0" lvl="0" indent="0" algn="l" rtl="0">
              <a:lnSpc>
                <a:spcPct val="100000"/>
              </a:lnSpc>
              <a:spcBef>
                <a:spcPts val="15"/>
              </a:spcBef>
              <a:spcAft>
                <a:spcPts val="0"/>
              </a:spcAft>
              <a:buClr>
                <a:srgbClr val="000000"/>
              </a:buClr>
              <a:buSzPts val="3700"/>
              <a:buFont typeface="Arial"/>
              <a:buNone/>
            </a:pPr>
            <a:endParaRPr sz="3700" b="0" i="0" u="none" strike="noStrike" cap="none">
              <a:solidFill>
                <a:srgbClr val="000000"/>
              </a:solidFill>
              <a:latin typeface="Cambria"/>
              <a:ea typeface="Cambria"/>
              <a:cs typeface="Cambria"/>
              <a:sym typeface="Cambria"/>
            </a:endParaRPr>
          </a:p>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3 </a:t>
            </a:r>
            <a:r>
              <a:rPr lang="en-US" sz="2800" b="0" i="0" u="none" strike="noStrike" cap="none">
                <a:solidFill>
                  <a:srgbClr val="000000"/>
                </a:solidFill>
                <a:latin typeface="Cambria Math"/>
                <a:ea typeface="Cambria Math"/>
                <a:cs typeface="Cambria Math"/>
                <a:sym typeface="Cambria Math"/>
              </a:rPr>
              <a:t>× </a:t>
            </a:r>
            <a:r>
              <a:rPr lang="en-US" sz="2800" b="0" i="0" u="none" strike="noStrike" cap="none">
                <a:solidFill>
                  <a:srgbClr val="000000"/>
                </a:solidFill>
                <a:latin typeface="Cambria"/>
                <a:ea typeface="Cambria"/>
                <a:cs typeface="Cambria"/>
                <a:sym typeface="Cambria"/>
              </a:rPr>
              <a:t>3</a:t>
            </a:r>
            <a:endParaRPr sz="2800" b="0" i="0" u="none" strike="noStrike" cap="none">
              <a:solidFill>
                <a:srgbClr val="000000"/>
              </a:solidFill>
              <a:latin typeface="Cambria"/>
              <a:ea typeface="Cambria"/>
              <a:cs typeface="Cambria"/>
              <a:sym typeface="Cambria"/>
            </a:endParaRPr>
          </a:p>
        </p:txBody>
      </p:sp>
      <p:sp>
        <p:nvSpPr>
          <p:cNvPr id="592" name="Google Shape;592;p31"/>
          <p:cNvSpPr/>
          <p:nvPr/>
        </p:nvSpPr>
        <p:spPr>
          <a:xfrm>
            <a:off x="3366186" y="3131959"/>
            <a:ext cx="1160145" cy="1342389"/>
          </a:xfrm>
          <a:custGeom>
            <a:avLst/>
            <a:gdLst/>
            <a:ahLst/>
            <a:cxnLst/>
            <a:rect l="l" t="t" r="r" b="b"/>
            <a:pathLst>
              <a:path w="1160145" h="1342389" extrusionOk="0">
                <a:moveTo>
                  <a:pt x="1160094" y="1284389"/>
                </a:moveTo>
                <a:lnTo>
                  <a:pt x="1036180" y="1215059"/>
                </a:lnTo>
                <a:lnTo>
                  <a:pt x="1033830" y="1265516"/>
                </a:lnTo>
                <a:lnTo>
                  <a:pt x="1012875" y="1264081"/>
                </a:lnTo>
                <a:lnTo>
                  <a:pt x="948804" y="1256017"/>
                </a:lnTo>
                <a:lnTo>
                  <a:pt x="882789" y="1243672"/>
                </a:lnTo>
                <a:lnTo>
                  <a:pt x="819518" y="1226248"/>
                </a:lnTo>
                <a:lnTo>
                  <a:pt x="763231" y="1202855"/>
                </a:lnTo>
                <a:lnTo>
                  <a:pt x="709841" y="1173403"/>
                </a:lnTo>
                <a:lnTo>
                  <a:pt x="653770" y="1138796"/>
                </a:lnTo>
                <a:lnTo>
                  <a:pt x="596366" y="1099413"/>
                </a:lnTo>
                <a:lnTo>
                  <a:pt x="538861" y="1055611"/>
                </a:lnTo>
                <a:lnTo>
                  <a:pt x="426643" y="954786"/>
                </a:lnTo>
                <a:lnTo>
                  <a:pt x="374561" y="898690"/>
                </a:lnTo>
                <a:lnTo>
                  <a:pt x="326250" y="838809"/>
                </a:lnTo>
                <a:lnTo>
                  <a:pt x="281673" y="774179"/>
                </a:lnTo>
                <a:lnTo>
                  <a:pt x="239864" y="704176"/>
                </a:lnTo>
                <a:lnTo>
                  <a:pt x="162585" y="550354"/>
                </a:lnTo>
                <a:lnTo>
                  <a:pt x="91579" y="383971"/>
                </a:lnTo>
                <a:lnTo>
                  <a:pt x="23634" y="211074"/>
                </a:lnTo>
                <a:lnTo>
                  <a:pt x="0" y="220357"/>
                </a:lnTo>
                <a:lnTo>
                  <a:pt x="68072" y="393598"/>
                </a:lnTo>
                <a:lnTo>
                  <a:pt x="139534" y="561047"/>
                </a:lnTo>
                <a:lnTo>
                  <a:pt x="217589" y="716407"/>
                </a:lnTo>
                <a:lnTo>
                  <a:pt x="260299" y="787920"/>
                </a:lnTo>
                <a:lnTo>
                  <a:pt x="305879" y="854011"/>
                </a:lnTo>
                <a:lnTo>
                  <a:pt x="355358" y="915327"/>
                </a:lnTo>
                <a:lnTo>
                  <a:pt x="408813" y="972908"/>
                </a:lnTo>
                <a:lnTo>
                  <a:pt x="522643" y="1075194"/>
                </a:lnTo>
                <a:lnTo>
                  <a:pt x="581482" y="1120013"/>
                </a:lnTo>
                <a:lnTo>
                  <a:pt x="639902" y="1160081"/>
                </a:lnTo>
                <a:lnTo>
                  <a:pt x="697039" y="1195349"/>
                </a:lnTo>
                <a:lnTo>
                  <a:pt x="752182" y="1225778"/>
                </a:lnTo>
                <a:lnTo>
                  <a:pt x="811250" y="1250315"/>
                </a:lnTo>
                <a:lnTo>
                  <a:pt x="877062" y="1268450"/>
                </a:lnTo>
                <a:lnTo>
                  <a:pt x="944880" y="1281125"/>
                </a:lnTo>
                <a:lnTo>
                  <a:pt x="1010424" y="1289380"/>
                </a:lnTo>
                <a:lnTo>
                  <a:pt x="1032649" y="1290904"/>
                </a:lnTo>
                <a:lnTo>
                  <a:pt x="1030274" y="1341920"/>
                </a:lnTo>
                <a:lnTo>
                  <a:pt x="1160094" y="1284389"/>
                </a:lnTo>
                <a:close/>
              </a:path>
              <a:path w="1160145" h="1342389" extrusionOk="0">
                <a:moveTo>
                  <a:pt x="1160094" y="392506"/>
                </a:moveTo>
                <a:lnTo>
                  <a:pt x="1034173" y="326885"/>
                </a:lnTo>
                <a:lnTo>
                  <a:pt x="1033322" y="377583"/>
                </a:lnTo>
                <a:lnTo>
                  <a:pt x="1012101" y="377063"/>
                </a:lnTo>
                <a:lnTo>
                  <a:pt x="947559" y="374142"/>
                </a:lnTo>
                <a:lnTo>
                  <a:pt x="880973" y="369684"/>
                </a:lnTo>
                <a:lnTo>
                  <a:pt x="816940" y="363359"/>
                </a:lnTo>
                <a:lnTo>
                  <a:pt x="759942" y="354876"/>
                </a:lnTo>
                <a:lnTo>
                  <a:pt x="649732" y="331749"/>
                </a:lnTo>
                <a:lnTo>
                  <a:pt x="534301" y="301790"/>
                </a:lnTo>
                <a:lnTo>
                  <a:pt x="421970" y="265607"/>
                </a:lnTo>
                <a:lnTo>
                  <a:pt x="369824" y="245478"/>
                </a:lnTo>
                <a:lnTo>
                  <a:pt x="321754" y="224116"/>
                </a:lnTo>
                <a:lnTo>
                  <a:pt x="235534" y="175945"/>
                </a:lnTo>
                <a:lnTo>
                  <a:pt x="158838" y="121221"/>
                </a:lnTo>
                <a:lnTo>
                  <a:pt x="88188" y="61874"/>
                </a:lnTo>
                <a:lnTo>
                  <a:pt x="20370" y="0"/>
                </a:lnTo>
                <a:lnTo>
                  <a:pt x="3251" y="18770"/>
                </a:lnTo>
                <a:lnTo>
                  <a:pt x="71462" y="80987"/>
                </a:lnTo>
                <a:lnTo>
                  <a:pt x="143268" y="141312"/>
                </a:lnTo>
                <a:lnTo>
                  <a:pt x="221919" y="197434"/>
                </a:lnTo>
                <a:lnTo>
                  <a:pt x="310375" y="246849"/>
                </a:lnTo>
                <a:lnTo>
                  <a:pt x="360095" y="268947"/>
                </a:lnTo>
                <a:lnTo>
                  <a:pt x="413499" y="289560"/>
                </a:lnTo>
                <a:lnTo>
                  <a:pt x="527202" y="326199"/>
                </a:lnTo>
                <a:lnTo>
                  <a:pt x="643940" y="356489"/>
                </a:lnTo>
                <a:lnTo>
                  <a:pt x="755459" y="379882"/>
                </a:lnTo>
                <a:lnTo>
                  <a:pt x="813828" y="388581"/>
                </a:lnTo>
                <a:lnTo>
                  <a:pt x="878878" y="395008"/>
                </a:lnTo>
                <a:lnTo>
                  <a:pt x="946137" y="399503"/>
                </a:lnTo>
                <a:lnTo>
                  <a:pt x="1011212" y="402450"/>
                </a:lnTo>
                <a:lnTo>
                  <a:pt x="1032903" y="402983"/>
                </a:lnTo>
                <a:lnTo>
                  <a:pt x="1032052" y="453872"/>
                </a:lnTo>
                <a:lnTo>
                  <a:pt x="1160094" y="392506"/>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3" name="Google Shape;593;p31"/>
          <p:cNvSpPr txBox="1"/>
          <p:nvPr/>
        </p:nvSpPr>
        <p:spPr>
          <a:xfrm>
            <a:off x="4719751" y="3272980"/>
            <a:ext cx="872400" cy="443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5 </a:t>
            </a:r>
            <a:r>
              <a:rPr lang="en-US" sz="2800" b="0" i="0" u="none" strike="noStrike" cap="none">
                <a:solidFill>
                  <a:srgbClr val="000000"/>
                </a:solidFill>
                <a:latin typeface="Cambria Math"/>
                <a:ea typeface="Cambria Math"/>
                <a:cs typeface="Cambria Math"/>
                <a:sym typeface="Cambria Math"/>
              </a:rPr>
              <a:t>× </a:t>
            </a:r>
            <a:r>
              <a:rPr lang="en-US" sz="2800" b="0" i="0" u="none" strike="noStrike" cap="none">
                <a:solidFill>
                  <a:srgbClr val="000000"/>
                </a:solidFill>
                <a:latin typeface="Cambria"/>
                <a:ea typeface="Cambria"/>
                <a:cs typeface="Cambria"/>
                <a:sym typeface="Cambria"/>
              </a:rPr>
              <a:t>5</a:t>
            </a:r>
            <a:endParaRPr sz="2800" b="0" i="0" u="none" strike="noStrike" cap="none">
              <a:solidFill>
                <a:srgbClr val="000000"/>
              </a:solidFill>
              <a:latin typeface="Cambria"/>
              <a:ea typeface="Cambria"/>
              <a:cs typeface="Cambria"/>
              <a:sym typeface="Cambria"/>
            </a:endParaRPr>
          </a:p>
        </p:txBody>
      </p:sp>
      <p:sp>
        <p:nvSpPr>
          <p:cNvPr id="594" name="Google Shape;594;p31"/>
          <p:cNvSpPr txBox="1"/>
          <p:nvPr/>
        </p:nvSpPr>
        <p:spPr>
          <a:xfrm>
            <a:off x="4605020" y="4265599"/>
            <a:ext cx="1446000" cy="320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MAX-POOL</a:t>
            </a:r>
            <a:endParaRPr sz="2000" b="0" i="0" u="none" strike="noStrike" cap="none">
              <a:solidFill>
                <a:srgbClr val="000000"/>
              </a:solidFill>
              <a:latin typeface="Cambria"/>
              <a:ea typeface="Cambria"/>
              <a:cs typeface="Cambria"/>
              <a:sym typeface="Cambria"/>
            </a:endParaRPr>
          </a:p>
        </p:txBody>
      </p:sp>
      <p:sp>
        <p:nvSpPr>
          <p:cNvPr id="595" name="Google Shape;595;p31"/>
          <p:cNvSpPr/>
          <p:nvPr/>
        </p:nvSpPr>
        <p:spPr>
          <a:xfrm>
            <a:off x="5705754" y="1496009"/>
            <a:ext cx="1416684" cy="784860"/>
          </a:xfrm>
          <a:custGeom>
            <a:avLst/>
            <a:gdLst/>
            <a:ahLst/>
            <a:cxnLst/>
            <a:rect l="l" t="t" r="r" b="b"/>
            <a:pathLst>
              <a:path w="1416684" h="784860" extrusionOk="0">
                <a:moveTo>
                  <a:pt x="5130" y="0"/>
                </a:moveTo>
                <a:lnTo>
                  <a:pt x="0" y="24879"/>
                </a:lnTo>
                <a:lnTo>
                  <a:pt x="221310" y="70586"/>
                </a:lnTo>
                <a:lnTo>
                  <a:pt x="434568" y="118440"/>
                </a:lnTo>
                <a:lnTo>
                  <a:pt x="535609" y="143802"/>
                </a:lnTo>
                <a:lnTo>
                  <a:pt x="631672" y="170497"/>
                </a:lnTo>
                <a:lnTo>
                  <a:pt x="721728" y="198767"/>
                </a:lnTo>
                <a:lnTo>
                  <a:pt x="804773" y="228879"/>
                </a:lnTo>
                <a:lnTo>
                  <a:pt x="881672" y="261493"/>
                </a:lnTo>
                <a:lnTo>
                  <a:pt x="953782" y="296697"/>
                </a:lnTo>
                <a:lnTo>
                  <a:pt x="1020864" y="333794"/>
                </a:lnTo>
                <a:lnTo>
                  <a:pt x="1082611" y="372071"/>
                </a:lnTo>
                <a:lnTo>
                  <a:pt x="1138783" y="410832"/>
                </a:lnTo>
                <a:lnTo>
                  <a:pt x="1189101" y="449389"/>
                </a:lnTo>
                <a:lnTo>
                  <a:pt x="1233271" y="487019"/>
                </a:lnTo>
                <a:lnTo>
                  <a:pt x="1270673" y="522655"/>
                </a:lnTo>
                <a:lnTo>
                  <a:pt x="1300048" y="559816"/>
                </a:lnTo>
                <a:lnTo>
                  <a:pt x="1321816" y="601370"/>
                </a:lnTo>
                <a:lnTo>
                  <a:pt x="1337195" y="644626"/>
                </a:lnTo>
                <a:lnTo>
                  <a:pt x="1340231" y="660425"/>
                </a:lnTo>
                <a:lnTo>
                  <a:pt x="1290675" y="666750"/>
                </a:lnTo>
                <a:lnTo>
                  <a:pt x="1369733" y="784694"/>
                </a:lnTo>
                <a:lnTo>
                  <a:pt x="1416646" y="650684"/>
                </a:lnTo>
                <a:lnTo>
                  <a:pt x="1365478" y="657212"/>
                </a:lnTo>
                <a:lnTo>
                  <a:pt x="1361770" y="637933"/>
                </a:lnTo>
                <a:lnTo>
                  <a:pt x="1345145" y="591172"/>
                </a:lnTo>
                <a:lnTo>
                  <a:pt x="1321435" y="545922"/>
                </a:lnTo>
                <a:lnTo>
                  <a:pt x="1289481" y="505498"/>
                </a:lnTo>
                <a:lnTo>
                  <a:pt x="1250276" y="468134"/>
                </a:lnTo>
                <a:lnTo>
                  <a:pt x="1205064" y="429628"/>
                </a:lnTo>
                <a:lnTo>
                  <a:pt x="1153731" y="390296"/>
                </a:lnTo>
                <a:lnTo>
                  <a:pt x="1096530" y="350812"/>
                </a:lnTo>
                <a:lnTo>
                  <a:pt x="1033703" y="311861"/>
                </a:lnTo>
                <a:lnTo>
                  <a:pt x="965517" y="274154"/>
                </a:lnTo>
                <a:lnTo>
                  <a:pt x="892213" y="238379"/>
                </a:lnTo>
                <a:lnTo>
                  <a:pt x="814057" y="205232"/>
                </a:lnTo>
                <a:lnTo>
                  <a:pt x="729869" y="174701"/>
                </a:lnTo>
                <a:lnTo>
                  <a:pt x="638886" y="146138"/>
                </a:lnTo>
                <a:lnTo>
                  <a:pt x="542099" y="119240"/>
                </a:lnTo>
                <a:lnTo>
                  <a:pt x="440448" y="93726"/>
                </a:lnTo>
                <a:lnTo>
                  <a:pt x="226656" y="45758"/>
                </a:lnTo>
                <a:lnTo>
                  <a:pt x="513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6" name="Google Shape;596;p31"/>
          <p:cNvSpPr/>
          <p:nvPr/>
        </p:nvSpPr>
        <p:spPr>
          <a:xfrm>
            <a:off x="5566232" y="2537332"/>
            <a:ext cx="1537334" cy="329564"/>
          </a:xfrm>
          <a:custGeom>
            <a:avLst/>
            <a:gdLst/>
            <a:ahLst/>
            <a:cxnLst/>
            <a:rect l="l" t="t" r="r" b="b"/>
            <a:pathLst>
              <a:path w="1537334" h="329564" extrusionOk="0">
                <a:moveTo>
                  <a:pt x="10528" y="0"/>
                </a:moveTo>
                <a:lnTo>
                  <a:pt x="90919" y="64490"/>
                </a:lnTo>
                <a:lnTo>
                  <a:pt x="186461" y="104533"/>
                </a:lnTo>
                <a:lnTo>
                  <a:pt x="290830" y="141693"/>
                </a:lnTo>
                <a:lnTo>
                  <a:pt x="408114" y="174396"/>
                </a:lnTo>
                <a:lnTo>
                  <a:pt x="473862" y="188963"/>
                </a:lnTo>
                <a:lnTo>
                  <a:pt x="544639" y="202603"/>
                </a:lnTo>
                <a:lnTo>
                  <a:pt x="695820" y="226898"/>
                </a:lnTo>
                <a:lnTo>
                  <a:pt x="851052" y="246989"/>
                </a:lnTo>
                <a:lnTo>
                  <a:pt x="999324" y="262509"/>
                </a:lnTo>
                <a:lnTo>
                  <a:pt x="1076629" y="268262"/>
                </a:lnTo>
                <a:lnTo>
                  <a:pt x="1163002" y="272516"/>
                </a:lnTo>
                <a:lnTo>
                  <a:pt x="1252448" y="275501"/>
                </a:lnTo>
                <a:lnTo>
                  <a:pt x="1339049" y="277456"/>
                </a:lnTo>
                <a:lnTo>
                  <a:pt x="1410258" y="278396"/>
                </a:lnTo>
                <a:lnTo>
                  <a:pt x="1409941" y="329285"/>
                </a:lnTo>
                <a:lnTo>
                  <a:pt x="1537335" y="266585"/>
                </a:lnTo>
                <a:lnTo>
                  <a:pt x="1410741" y="202285"/>
                </a:lnTo>
                <a:lnTo>
                  <a:pt x="1410423" y="252996"/>
                </a:lnTo>
                <a:lnTo>
                  <a:pt x="1339507" y="252056"/>
                </a:lnTo>
                <a:lnTo>
                  <a:pt x="1253159" y="250113"/>
                </a:lnTo>
                <a:lnTo>
                  <a:pt x="1164056" y="247129"/>
                </a:lnTo>
                <a:lnTo>
                  <a:pt x="1078191" y="242900"/>
                </a:lnTo>
                <a:lnTo>
                  <a:pt x="1001585" y="237210"/>
                </a:lnTo>
                <a:lnTo>
                  <a:pt x="853998" y="221767"/>
                </a:lnTo>
                <a:lnTo>
                  <a:pt x="699465" y="201752"/>
                </a:lnTo>
                <a:lnTo>
                  <a:pt x="549059" y="177584"/>
                </a:lnTo>
                <a:lnTo>
                  <a:pt x="479018" y="164083"/>
                </a:lnTo>
                <a:lnTo>
                  <a:pt x="414274" y="149745"/>
                </a:lnTo>
                <a:lnTo>
                  <a:pt x="298513" y="117462"/>
                </a:lnTo>
                <a:lnTo>
                  <a:pt x="195630" y="80835"/>
                </a:lnTo>
                <a:lnTo>
                  <a:pt x="101092" y="41224"/>
                </a:lnTo>
                <a:lnTo>
                  <a:pt x="10528"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7" name="Google Shape;597;p31"/>
          <p:cNvSpPr/>
          <p:nvPr/>
        </p:nvSpPr>
        <p:spPr>
          <a:xfrm>
            <a:off x="5565305" y="3160382"/>
            <a:ext cx="1538604" cy="386714"/>
          </a:xfrm>
          <a:custGeom>
            <a:avLst/>
            <a:gdLst/>
            <a:ahLst/>
            <a:cxnLst/>
            <a:rect l="l" t="t" r="r" b="b"/>
            <a:pathLst>
              <a:path w="1538604" h="386714" extrusionOk="0">
                <a:moveTo>
                  <a:pt x="1410779" y="0"/>
                </a:moveTo>
                <a:lnTo>
                  <a:pt x="1411173" y="50901"/>
                </a:lnTo>
                <a:lnTo>
                  <a:pt x="1339926" y="52069"/>
                </a:lnTo>
                <a:lnTo>
                  <a:pt x="1253299" y="54457"/>
                </a:lnTo>
                <a:lnTo>
                  <a:pt x="1163815" y="58127"/>
                </a:lnTo>
                <a:lnTo>
                  <a:pt x="1077379" y="63347"/>
                </a:lnTo>
                <a:lnTo>
                  <a:pt x="999997" y="70396"/>
                </a:lnTo>
                <a:lnTo>
                  <a:pt x="851649" y="89420"/>
                </a:lnTo>
                <a:lnTo>
                  <a:pt x="696340" y="114071"/>
                </a:lnTo>
                <a:lnTo>
                  <a:pt x="545083" y="143865"/>
                </a:lnTo>
                <a:lnTo>
                  <a:pt x="474243" y="160591"/>
                </a:lnTo>
                <a:lnTo>
                  <a:pt x="408406" y="178473"/>
                </a:lnTo>
                <a:lnTo>
                  <a:pt x="291007" y="218579"/>
                </a:lnTo>
                <a:lnTo>
                  <a:pt x="186524" y="264172"/>
                </a:lnTo>
                <a:lnTo>
                  <a:pt x="90931" y="313270"/>
                </a:lnTo>
                <a:lnTo>
                  <a:pt x="0" y="363994"/>
                </a:lnTo>
                <a:lnTo>
                  <a:pt x="12382" y="386181"/>
                </a:lnTo>
                <a:lnTo>
                  <a:pt x="102933" y="335661"/>
                </a:lnTo>
                <a:lnTo>
                  <a:pt x="197421" y="287121"/>
                </a:lnTo>
                <a:lnTo>
                  <a:pt x="300202" y="242277"/>
                </a:lnTo>
                <a:lnTo>
                  <a:pt x="415848" y="202768"/>
                </a:lnTo>
                <a:lnTo>
                  <a:pt x="480491" y="185216"/>
                </a:lnTo>
                <a:lnTo>
                  <a:pt x="550468" y="168694"/>
                </a:lnTo>
                <a:lnTo>
                  <a:pt x="700798" y="139077"/>
                </a:lnTo>
                <a:lnTo>
                  <a:pt x="855256" y="114566"/>
                </a:lnTo>
                <a:lnTo>
                  <a:pt x="1002766" y="95643"/>
                </a:lnTo>
                <a:lnTo>
                  <a:pt x="1079296" y="88671"/>
                </a:lnTo>
                <a:lnTo>
                  <a:pt x="1165097" y="83489"/>
                </a:lnTo>
                <a:lnTo>
                  <a:pt x="1254175" y="79844"/>
                </a:lnTo>
                <a:lnTo>
                  <a:pt x="1340484" y="77457"/>
                </a:lnTo>
                <a:lnTo>
                  <a:pt x="1411363" y="76301"/>
                </a:lnTo>
                <a:lnTo>
                  <a:pt x="1411757" y="127000"/>
                </a:lnTo>
                <a:lnTo>
                  <a:pt x="1538262" y="62522"/>
                </a:lnTo>
                <a:lnTo>
                  <a:pt x="141077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8" name="Google Shape;598;p31"/>
          <p:cNvSpPr/>
          <p:nvPr/>
        </p:nvSpPr>
        <p:spPr>
          <a:xfrm>
            <a:off x="6081458" y="3724897"/>
            <a:ext cx="1045845" cy="781050"/>
          </a:xfrm>
          <a:custGeom>
            <a:avLst/>
            <a:gdLst/>
            <a:ahLst/>
            <a:cxnLst/>
            <a:rect l="l" t="t" r="r" b="b"/>
            <a:pathLst>
              <a:path w="1045845" h="781050" extrusionOk="0">
                <a:moveTo>
                  <a:pt x="994029" y="0"/>
                </a:moveTo>
                <a:lnTo>
                  <a:pt x="918972" y="120535"/>
                </a:lnTo>
                <a:lnTo>
                  <a:pt x="968971" y="125209"/>
                </a:lnTo>
                <a:lnTo>
                  <a:pt x="966889" y="140233"/>
                </a:lnTo>
                <a:lnTo>
                  <a:pt x="955649" y="183616"/>
                </a:lnTo>
                <a:lnTo>
                  <a:pt x="939787" y="225209"/>
                </a:lnTo>
                <a:lnTo>
                  <a:pt x="918489" y="262216"/>
                </a:lnTo>
                <a:lnTo>
                  <a:pt x="891438" y="297599"/>
                </a:lnTo>
                <a:lnTo>
                  <a:pt x="859612" y="334822"/>
                </a:lnTo>
                <a:lnTo>
                  <a:pt x="782561" y="411670"/>
                </a:lnTo>
                <a:lnTo>
                  <a:pt x="689546" y="486410"/>
                </a:lnTo>
                <a:lnTo>
                  <a:pt x="581850" y="553720"/>
                </a:lnTo>
                <a:lnTo>
                  <a:pt x="522122" y="583450"/>
                </a:lnTo>
                <a:lnTo>
                  <a:pt x="457212" y="611441"/>
                </a:lnTo>
                <a:lnTo>
                  <a:pt x="314566" y="663181"/>
                </a:lnTo>
                <a:lnTo>
                  <a:pt x="160286" y="710717"/>
                </a:lnTo>
                <a:lnTo>
                  <a:pt x="0" y="756196"/>
                </a:lnTo>
                <a:lnTo>
                  <a:pt x="6934" y="780630"/>
                </a:lnTo>
                <a:lnTo>
                  <a:pt x="167500" y="735076"/>
                </a:lnTo>
                <a:lnTo>
                  <a:pt x="322643" y="687273"/>
                </a:lnTo>
                <a:lnTo>
                  <a:pt x="466585" y="635063"/>
                </a:lnTo>
                <a:lnTo>
                  <a:pt x="532828" y="606501"/>
                </a:lnTo>
                <a:lnTo>
                  <a:pt x="594271" y="575906"/>
                </a:lnTo>
                <a:lnTo>
                  <a:pt x="704278" y="507149"/>
                </a:lnTo>
                <a:lnTo>
                  <a:pt x="799528" y="430618"/>
                </a:lnTo>
                <a:lnTo>
                  <a:pt x="878268" y="352094"/>
                </a:lnTo>
                <a:lnTo>
                  <a:pt x="911199" y="313575"/>
                </a:lnTo>
                <a:lnTo>
                  <a:pt x="939673" y="276326"/>
                </a:lnTo>
                <a:lnTo>
                  <a:pt x="962799" y="236143"/>
                </a:lnTo>
                <a:lnTo>
                  <a:pt x="979881" y="191350"/>
                </a:lnTo>
                <a:lnTo>
                  <a:pt x="991844" y="145173"/>
                </a:lnTo>
                <a:lnTo>
                  <a:pt x="994283" y="127584"/>
                </a:lnTo>
                <a:lnTo>
                  <a:pt x="1045425" y="132359"/>
                </a:lnTo>
                <a:lnTo>
                  <a:pt x="99402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599" name="Google Shape;599;p31"/>
          <p:cNvSpPr txBox="1"/>
          <p:nvPr/>
        </p:nvSpPr>
        <p:spPr>
          <a:xfrm>
            <a:off x="9354425" y="3213760"/>
            <a:ext cx="4071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128</a:t>
            </a:r>
            <a:endParaRPr sz="1800" b="0" i="0" u="none" strike="noStrike" cap="none">
              <a:solidFill>
                <a:srgbClr val="000000"/>
              </a:solidFill>
              <a:latin typeface="Cambria"/>
              <a:ea typeface="Cambria"/>
              <a:cs typeface="Cambria"/>
              <a:sym typeface="Cambria"/>
            </a:endParaRPr>
          </a:p>
        </p:txBody>
      </p:sp>
      <p:sp>
        <p:nvSpPr>
          <p:cNvPr id="600" name="Google Shape;600;p31"/>
          <p:cNvSpPr txBox="1"/>
          <p:nvPr/>
        </p:nvSpPr>
        <p:spPr>
          <a:xfrm>
            <a:off x="8736520" y="3814292"/>
            <a:ext cx="2799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32</a:t>
            </a:r>
            <a:endParaRPr sz="1800" b="0" i="0" u="none" strike="noStrike" cap="none">
              <a:solidFill>
                <a:srgbClr val="000000"/>
              </a:solidFill>
              <a:latin typeface="Cambria"/>
              <a:ea typeface="Cambria"/>
              <a:cs typeface="Cambria"/>
              <a:sym typeface="Cambria"/>
            </a:endParaRPr>
          </a:p>
        </p:txBody>
      </p:sp>
      <p:sp>
        <p:nvSpPr>
          <p:cNvPr id="601" name="Google Shape;601;p31"/>
          <p:cNvSpPr txBox="1"/>
          <p:nvPr/>
        </p:nvSpPr>
        <p:spPr>
          <a:xfrm>
            <a:off x="8945918" y="3646500"/>
            <a:ext cx="2799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32</a:t>
            </a:r>
            <a:endParaRPr sz="1800" b="0" i="0" u="none" strike="noStrike" cap="none">
              <a:solidFill>
                <a:srgbClr val="000000"/>
              </a:solidFill>
              <a:latin typeface="Cambria"/>
              <a:ea typeface="Cambria"/>
              <a:cs typeface="Cambria"/>
              <a:sym typeface="Cambria"/>
            </a:endParaRPr>
          </a:p>
        </p:txBody>
      </p:sp>
      <p:sp>
        <p:nvSpPr>
          <p:cNvPr id="602" name="Google Shape;602;p31"/>
          <p:cNvSpPr txBox="1"/>
          <p:nvPr/>
        </p:nvSpPr>
        <p:spPr>
          <a:xfrm>
            <a:off x="9890264" y="2704668"/>
            <a:ext cx="2799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64</a:t>
            </a:r>
            <a:endParaRPr sz="1800" b="0" i="0" u="none" strike="noStrike" cap="none">
              <a:solidFill>
                <a:srgbClr val="000000"/>
              </a:solidFill>
              <a:latin typeface="Cambria"/>
              <a:ea typeface="Cambria"/>
              <a:cs typeface="Cambria"/>
              <a:sym typeface="Cambria"/>
            </a:endParaRPr>
          </a:p>
        </p:txBody>
      </p:sp>
      <p:grpSp>
        <p:nvGrpSpPr>
          <p:cNvPr id="603" name="Google Shape;603;p31"/>
          <p:cNvGrpSpPr/>
          <p:nvPr/>
        </p:nvGrpSpPr>
        <p:grpSpPr>
          <a:xfrm>
            <a:off x="7397025" y="2553588"/>
            <a:ext cx="1655800" cy="1426552"/>
            <a:chOff x="7397025" y="2553588"/>
            <a:chExt cx="1655800" cy="1426552"/>
          </a:xfrm>
        </p:grpSpPr>
        <p:sp>
          <p:nvSpPr>
            <p:cNvPr id="604" name="Google Shape;604;p31"/>
            <p:cNvSpPr/>
            <p:nvPr/>
          </p:nvSpPr>
          <p:spPr>
            <a:xfrm>
              <a:off x="7607935" y="2756864"/>
              <a:ext cx="1241425" cy="1041400"/>
            </a:xfrm>
            <a:custGeom>
              <a:avLst/>
              <a:gdLst/>
              <a:ahLst/>
              <a:cxnLst/>
              <a:rect l="l" t="t" r="r" b="b"/>
              <a:pathLst>
                <a:path w="1241425" h="1041400" extrusionOk="0">
                  <a:moveTo>
                    <a:pt x="1241044" y="0"/>
                  </a:moveTo>
                  <a:lnTo>
                    <a:pt x="0" y="0"/>
                  </a:lnTo>
                  <a:lnTo>
                    <a:pt x="0" y="209626"/>
                  </a:lnTo>
                  <a:lnTo>
                    <a:pt x="0" y="1041298"/>
                  </a:lnTo>
                  <a:lnTo>
                    <a:pt x="1241044" y="1041298"/>
                  </a:lnTo>
                  <a:lnTo>
                    <a:pt x="1241044" y="209626"/>
                  </a:lnTo>
                  <a:lnTo>
                    <a:pt x="1241044" y="0"/>
                  </a:lnTo>
                  <a:close/>
                </a:path>
              </a:pathLst>
            </a:custGeom>
            <a:solidFill>
              <a:srgbClr val="7030A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5" name="Google Shape;605;p31"/>
            <p:cNvSpPr/>
            <p:nvPr/>
          </p:nvSpPr>
          <p:spPr>
            <a:xfrm>
              <a:off x="8848991" y="2553588"/>
              <a:ext cx="203834" cy="1244600"/>
            </a:xfrm>
            <a:custGeom>
              <a:avLst/>
              <a:gdLst/>
              <a:ahLst/>
              <a:cxnLst/>
              <a:rect l="l" t="t" r="r" b="b"/>
              <a:pathLst>
                <a:path w="203834" h="1244600" extrusionOk="0">
                  <a:moveTo>
                    <a:pt x="203263" y="0"/>
                  </a:moveTo>
                  <a:lnTo>
                    <a:pt x="0" y="203263"/>
                  </a:lnTo>
                  <a:lnTo>
                    <a:pt x="0" y="1244574"/>
                  </a:lnTo>
                  <a:lnTo>
                    <a:pt x="203263" y="1041311"/>
                  </a:lnTo>
                  <a:lnTo>
                    <a:pt x="203263" y="0"/>
                  </a:lnTo>
                  <a:close/>
                </a:path>
              </a:pathLst>
            </a:custGeom>
            <a:solidFill>
              <a:srgbClr val="5A278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6" name="Google Shape;606;p31"/>
            <p:cNvSpPr/>
            <p:nvPr/>
          </p:nvSpPr>
          <p:spPr>
            <a:xfrm>
              <a:off x="7607934" y="2553588"/>
              <a:ext cx="1444625" cy="203835"/>
            </a:xfrm>
            <a:custGeom>
              <a:avLst/>
              <a:gdLst/>
              <a:ahLst/>
              <a:cxnLst/>
              <a:rect l="l" t="t" r="r" b="b"/>
              <a:pathLst>
                <a:path w="1444625" h="203835" extrusionOk="0">
                  <a:moveTo>
                    <a:pt x="1444320" y="0"/>
                  </a:moveTo>
                  <a:lnTo>
                    <a:pt x="203263" y="0"/>
                  </a:lnTo>
                  <a:lnTo>
                    <a:pt x="0" y="203263"/>
                  </a:lnTo>
                  <a:lnTo>
                    <a:pt x="1241056" y="203263"/>
                  </a:lnTo>
                  <a:lnTo>
                    <a:pt x="1444320" y="0"/>
                  </a:lnTo>
                  <a:close/>
                </a:path>
              </a:pathLst>
            </a:custGeom>
            <a:solidFill>
              <a:srgbClr val="8C59B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7" name="Google Shape;607;p31"/>
            <p:cNvSpPr/>
            <p:nvPr/>
          </p:nvSpPr>
          <p:spPr>
            <a:xfrm>
              <a:off x="7607934" y="2553588"/>
              <a:ext cx="1443990" cy="1243964"/>
            </a:xfrm>
            <a:custGeom>
              <a:avLst/>
              <a:gdLst/>
              <a:ahLst/>
              <a:cxnLst/>
              <a:rect l="l" t="t" r="r" b="b"/>
              <a:pathLst>
                <a:path w="1443990" h="1243964" extrusionOk="0">
                  <a:moveTo>
                    <a:pt x="0" y="203160"/>
                  </a:moveTo>
                  <a:lnTo>
                    <a:pt x="203160" y="0"/>
                  </a:lnTo>
                  <a:lnTo>
                    <a:pt x="1443573" y="0"/>
                  </a:lnTo>
                  <a:lnTo>
                    <a:pt x="1443573" y="1040778"/>
                  </a:lnTo>
                  <a:lnTo>
                    <a:pt x="1240417" y="1243935"/>
                  </a:lnTo>
                  <a:lnTo>
                    <a:pt x="0" y="1243935"/>
                  </a:lnTo>
                  <a:lnTo>
                    <a:pt x="0" y="203160"/>
                  </a:lnTo>
                  <a:close/>
                </a:path>
                <a:path w="1443990" h="1243964" extrusionOk="0">
                  <a:moveTo>
                    <a:pt x="0" y="203160"/>
                  </a:moveTo>
                  <a:lnTo>
                    <a:pt x="1240417" y="203160"/>
                  </a:lnTo>
                  <a:lnTo>
                    <a:pt x="1443573" y="0"/>
                  </a:lnTo>
                </a:path>
                <a:path w="1443990" h="1243964" extrusionOk="0">
                  <a:moveTo>
                    <a:pt x="1240417" y="203160"/>
                  </a:moveTo>
                  <a:lnTo>
                    <a:pt x="1240417" y="1243935"/>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8" name="Google Shape;608;p31"/>
            <p:cNvSpPr/>
            <p:nvPr/>
          </p:nvSpPr>
          <p:spPr>
            <a:xfrm>
              <a:off x="7397025" y="2966491"/>
              <a:ext cx="1267459" cy="1013460"/>
            </a:xfrm>
            <a:custGeom>
              <a:avLst/>
              <a:gdLst/>
              <a:ahLst/>
              <a:cxnLst/>
              <a:rect l="l" t="t" r="r" b="b"/>
              <a:pathLst>
                <a:path w="1267459" h="1013460" extrusionOk="0">
                  <a:moveTo>
                    <a:pt x="1266926" y="0"/>
                  </a:moveTo>
                  <a:lnTo>
                    <a:pt x="0" y="0"/>
                  </a:lnTo>
                  <a:lnTo>
                    <a:pt x="0" y="1013358"/>
                  </a:lnTo>
                  <a:lnTo>
                    <a:pt x="1266926" y="1013358"/>
                  </a:lnTo>
                  <a:lnTo>
                    <a:pt x="1266926" y="0"/>
                  </a:lnTo>
                  <a:close/>
                </a:path>
              </a:pathLst>
            </a:custGeom>
            <a:solidFill>
              <a:srgbClr val="FFC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9" name="Google Shape;609;p31"/>
            <p:cNvSpPr/>
            <p:nvPr/>
          </p:nvSpPr>
          <p:spPr>
            <a:xfrm>
              <a:off x="8663952" y="2764751"/>
              <a:ext cx="201929" cy="1215389"/>
            </a:xfrm>
            <a:custGeom>
              <a:avLst/>
              <a:gdLst/>
              <a:ahLst/>
              <a:cxnLst/>
              <a:rect l="l" t="t" r="r" b="b"/>
              <a:pathLst>
                <a:path w="201929" h="1215389" extrusionOk="0">
                  <a:moveTo>
                    <a:pt x="201726" y="0"/>
                  </a:moveTo>
                  <a:lnTo>
                    <a:pt x="0" y="201726"/>
                  </a:lnTo>
                  <a:lnTo>
                    <a:pt x="0" y="1215097"/>
                  </a:lnTo>
                  <a:lnTo>
                    <a:pt x="201726" y="1013358"/>
                  </a:lnTo>
                  <a:lnTo>
                    <a:pt x="201726" y="0"/>
                  </a:lnTo>
                  <a:close/>
                </a:path>
              </a:pathLst>
            </a:custGeom>
            <a:solidFill>
              <a:srgbClr val="CD9A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10" name="Google Shape;610;p31"/>
            <p:cNvSpPr/>
            <p:nvPr/>
          </p:nvSpPr>
          <p:spPr>
            <a:xfrm>
              <a:off x="7397025" y="2764751"/>
              <a:ext cx="1468754" cy="201930"/>
            </a:xfrm>
            <a:custGeom>
              <a:avLst/>
              <a:gdLst/>
              <a:ahLst/>
              <a:cxnLst/>
              <a:rect l="l" t="t" r="r" b="b"/>
              <a:pathLst>
                <a:path w="1468754" h="201930" extrusionOk="0">
                  <a:moveTo>
                    <a:pt x="1468653" y="0"/>
                  </a:moveTo>
                  <a:lnTo>
                    <a:pt x="201726" y="0"/>
                  </a:lnTo>
                  <a:lnTo>
                    <a:pt x="0" y="201726"/>
                  </a:lnTo>
                  <a:lnTo>
                    <a:pt x="1266926" y="201726"/>
                  </a:lnTo>
                  <a:lnTo>
                    <a:pt x="1468653" y="0"/>
                  </a:lnTo>
                  <a:close/>
                </a:path>
              </a:pathLst>
            </a:custGeom>
            <a:solidFill>
              <a:srgbClr val="FFCC3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11" name="Google Shape;611;p31"/>
            <p:cNvSpPr/>
            <p:nvPr/>
          </p:nvSpPr>
          <p:spPr>
            <a:xfrm>
              <a:off x="7397025" y="2764751"/>
              <a:ext cx="1468120" cy="1214754"/>
            </a:xfrm>
            <a:custGeom>
              <a:avLst/>
              <a:gdLst/>
              <a:ahLst/>
              <a:cxnLst/>
              <a:rect l="l" t="t" r="r" b="b"/>
              <a:pathLst>
                <a:path w="1468120" h="1214754" extrusionOk="0">
                  <a:moveTo>
                    <a:pt x="0" y="201627"/>
                  </a:moveTo>
                  <a:lnTo>
                    <a:pt x="201627" y="0"/>
                  </a:lnTo>
                  <a:lnTo>
                    <a:pt x="1467911" y="0"/>
                  </a:lnTo>
                  <a:lnTo>
                    <a:pt x="1467911" y="1012843"/>
                  </a:lnTo>
                  <a:lnTo>
                    <a:pt x="1266283" y="1214470"/>
                  </a:lnTo>
                  <a:lnTo>
                    <a:pt x="0" y="1214470"/>
                  </a:lnTo>
                  <a:lnTo>
                    <a:pt x="0" y="201627"/>
                  </a:lnTo>
                  <a:close/>
                </a:path>
                <a:path w="1468120" h="1214754" extrusionOk="0">
                  <a:moveTo>
                    <a:pt x="0" y="201627"/>
                  </a:moveTo>
                  <a:lnTo>
                    <a:pt x="1266283" y="201627"/>
                  </a:lnTo>
                  <a:lnTo>
                    <a:pt x="1467911" y="0"/>
                  </a:lnTo>
                </a:path>
                <a:path w="1468120" h="1214754" extrusionOk="0">
                  <a:moveTo>
                    <a:pt x="1266283" y="201627"/>
                  </a:moveTo>
                  <a:lnTo>
                    <a:pt x="1266283" y="1214470"/>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612" name="Google Shape;612;p31"/>
          <p:cNvSpPr txBox="1"/>
          <p:nvPr/>
        </p:nvSpPr>
        <p:spPr>
          <a:xfrm>
            <a:off x="7791386" y="4004602"/>
            <a:ext cx="2799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28</a:t>
            </a:r>
            <a:endParaRPr sz="1800" b="0" i="0" u="none" strike="noStrike" cap="none">
              <a:solidFill>
                <a:srgbClr val="000000"/>
              </a:solidFill>
              <a:latin typeface="Cambria"/>
              <a:ea typeface="Cambria"/>
              <a:cs typeface="Cambria"/>
              <a:sym typeface="Cambria"/>
            </a:endParaRPr>
          </a:p>
        </p:txBody>
      </p:sp>
      <p:sp>
        <p:nvSpPr>
          <p:cNvPr id="613" name="Google Shape;613;p31"/>
          <p:cNvSpPr txBox="1"/>
          <p:nvPr/>
        </p:nvSpPr>
        <p:spPr>
          <a:xfrm>
            <a:off x="7126846" y="3353092"/>
            <a:ext cx="2799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28</a:t>
            </a:r>
            <a:endParaRPr sz="1800" b="0" i="0" u="none" strike="noStrike" cap="none">
              <a:solidFill>
                <a:srgbClr val="000000"/>
              </a:solidFill>
              <a:latin typeface="Cambria"/>
              <a:ea typeface="Cambria"/>
              <a:cs typeface="Cambria"/>
              <a:sym typeface="Cambria"/>
            </a:endParaRPr>
          </a:p>
        </p:txBody>
      </p:sp>
      <p:pic>
        <p:nvPicPr>
          <p:cNvPr id="614" name="Google Shape;614;p31"/>
          <p:cNvPicPr preferRelativeResize="0"/>
          <p:nvPr/>
        </p:nvPicPr>
        <p:blipFill rotWithShape="1">
          <a:blip r:embed="rId3">
            <a:alphaModFix/>
          </a:blip>
          <a:srcRect/>
          <a:stretch/>
        </p:blipFill>
        <p:spPr>
          <a:xfrm>
            <a:off x="5792613" y="1201212"/>
            <a:ext cx="1205716" cy="285224"/>
          </a:xfrm>
          <a:prstGeom prst="rect">
            <a:avLst/>
          </a:prstGeom>
          <a:noFill/>
          <a:ln>
            <a:noFill/>
          </a:ln>
        </p:spPr>
      </p:pic>
      <p:pic>
        <p:nvPicPr>
          <p:cNvPr id="615" name="Google Shape;615;p31"/>
          <p:cNvPicPr preferRelativeResize="0"/>
          <p:nvPr/>
        </p:nvPicPr>
        <p:blipFill rotWithShape="1">
          <a:blip r:embed="rId4">
            <a:alphaModFix/>
          </a:blip>
          <a:srcRect/>
          <a:stretch/>
        </p:blipFill>
        <p:spPr>
          <a:xfrm>
            <a:off x="5683824" y="2283683"/>
            <a:ext cx="1301565" cy="231120"/>
          </a:xfrm>
          <a:prstGeom prst="rect">
            <a:avLst/>
          </a:prstGeom>
          <a:noFill/>
          <a:ln>
            <a:noFill/>
          </a:ln>
        </p:spPr>
      </p:pic>
      <p:pic>
        <p:nvPicPr>
          <p:cNvPr id="616" name="Google Shape;616;p31"/>
          <p:cNvPicPr preferRelativeResize="0"/>
          <p:nvPr/>
        </p:nvPicPr>
        <p:blipFill rotWithShape="1">
          <a:blip r:embed="rId5">
            <a:alphaModFix/>
          </a:blip>
          <a:srcRect/>
          <a:stretch/>
        </p:blipFill>
        <p:spPr>
          <a:xfrm>
            <a:off x="5566232" y="2955217"/>
            <a:ext cx="1081106" cy="220872"/>
          </a:xfrm>
          <a:prstGeom prst="rect">
            <a:avLst/>
          </a:prstGeom>
          <a:noFill/>
          <a:ln>
            <a:noFill/>
          </a:ln>
        </p:spPr>
      </p:pic>
      <p:pic>
        <p:nvPicPr>
          <p:cNvPr id="617" name="Google Shape;617;p31"/>
          <p:cNvPicPr preferRelativeResize="0"/>
          <p:nvPr/>
        </p:nvPicPr>
        <p:blipFill rotWithShape="1">
          <a:blip r:embed="rId5">
            <a:alphaModFix/>
          </a:blip>
          <a:srcRect/>
          <a:stretch/>
        </p:blipFill>
        <p:spPr>
          <a:xfrm>
            <a:off x="6191240" y="4537853"/>
            <a:ext cx="1183538" cy="241799"/>
          </a:xfrm>
          <a:prstGeom prst="rect">
            <a:avLst/>
          </a:prstGeom>
          <a:noFill/>
          <a:ln>
            <a:noFill/>
          </a:ln>
        </p:spPr>
      </p:pic>
      <p:pic>
        <p:nvPicPr>
          <p:cNvPr id="618" name="Google Shape;618;p31"/>
          <p:cNvPicPr preferRelativeResize="0"/>
          <p:nvPr/>
        </p:nvPicPr>
        <p:blipFill rotWithShape="1">
          <a:blip r:embed="rId6">
            <a:alphaModFix/>
          </a:blip>
          <a:srcRect/>
          <a:stretch/>
        </p:blipFill>
        <p:spPr>
          <a:xfrm>
            <a:off x="4732761" y="2685025"/>
            <a:ext cx="691830" cy="208855"/>
          </a:xfrm>
          <a:prstGeom prst="rect">
            <a:avLst/>
          </a:prstGeom>
          <a:noFill/>
          <a:ln>
            <a:noFill/>
          </a:ln>
        </p:spPr>
      </p:pic>
      <p:pic>
        <p:nvPicPr>
          <p:cNvPr id="619" name="Google Shape;619;p31"/>
          <p:cNvPicPr preferRelativeResize="0"/>
          <p:nvPr/>
        </p:nvPicPr>
        <p:blipFill rotWithShape="1">
          <a:blip r:embed="rId6">
            <a:alphaModFix/>
          </a:blip>
          <a:srcRect/>
          <a:stretch/>
        </p:blipFill>
        <p:spPr>
          <a:xfrm>
            <a:off x="4710837" y="3682369"/>
            <a:ext cx="763091" cy="230368"/>
          </a:xfrm>
          <a:prstGeom prst="rect">
            <a:avLst/>
          </a:prstGeom>
          <a:noFill/>
          <a:ln>
            <a:noFill/>
          </a:ln>
        </p:spPr>
      </p:pic>
      <p:pic>
        <p:nvPicPr>
          <p:cNvPr id="620" name="Google Shape;620;p31"/>
          <p:cNvPicPr preferRelativeResize="0"/>
          <p:nvPr/>
        </p:nvPicPr>
        <p:blipFill rotWithShape="1">
          <a:blip r:embed="rId6">
            <a:alphaModFix/>
          </a:blip>
          <a:srcRect/>
          <a:stretch/>
        </p:blipFill>
        <p:spPr>
          <a:xfrm>
            <a:off x="4791285" y="4607580"/>
            <a:ext cx="800956" cy="241799"/>
          </a:xfrm>
          <a:prstGeom prst="rect">
            <a:avLst/>
          </a:prstGeom>
          <a:noFill/>
          <a:ln>
            <a:noFill/>
          </a:ln>
        </p:spPr>
      </p:pic>
      <p:pic>
        <p:nvPicPr>
          <p:cNvPr id="621" name="Google Shape;621;p31"/>
          <p:cNvPicPr preferRelativeResize="0"/>
          <p:nvPr/>
        </p:nvPicPr>
        <p:blipFill rotWithShape="1">
          <a:blip r:embed="rId7">
            <a:alphaModFix/>
          </a:blip>
          <a:srcRect/>
          <a:stretch/>
        </p:blipFill>
        <p:spPr>
          <a:xfrm>
            <a:off x="4769932" y="4900721"/>
            <a:ext cx="747441" cy="305078"/>
          </a:xfrm>
          <a:prstGeom prst="rect">
            <a:avLst/>
          </a:prstGeom>
          <a:noFill/>
          <a:ln>
            <a:noFill/>
          </a:ln>
        </p:spPr>
      </p:pic>
      <p:pic>
        <p:nvPicPr>
          <p:cNvPr id="622" name="Google Shape;622;p31"/>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626"/>
        <p:cNvGrpSpPr/>
        <p:nvPr/>
      </p:nvGrpSpPr>
      <p:grpSpPr>
        <a:xfrm>
          <a:off x="0" y="0"/>
          <a:ext cx="0" cy="0"/>
          <a:chOff x="0" y="0"/>
          <a:chExt cx="0" cy="0"/>
        </a:xfrm>
      </p:grpSpPr>
      <p:sp>
        <p:nvSpPr>
          <p:cNvPr id="627" name="Google Shape;627;p32"/>
          <p:cNvSpPr txBox="1">
            <a:spLocks noGrp="1"/>
          </p:cNvSpPr>
          <p:nvPr>
            <p:ph type="title"/>
          </p:nvPr>
        </p:nvSpPr>
        <p:spPr>
          <a:xfrm>
            <a:off x="201548" y="129688"/>
            <a:ext cx="89370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The problem of computational cost</a:t>
            </a:r>
            <a:endParaRPr sz="4400">
              <a:latin typeface="Arial"/>
              <a:ea typeface="Arial"/>
              <a:cs typeface="Arial"/>
              <a:sym typeface="Arial"/>
            </a:endParaRPr>
          </a:p>
        </p:txBody>
      </p:sp>
      <p:sp>
        <p:nvSpPr>
          <p:cNvPr id="628" name="Google Shape;628;p32"/>
          <p:cNvSpPr txBox="1"/>
          <p:nvPr/>
        </p:nvSpPr>
        <p:spPr>
          <a:xfrm>
            <a:off x="883747" y="4165053"/>
            <a:ext cx="1986914"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28 </a:t>
            </a:r>
            <a:r>
              <a:rPr lang="en-US" sz="2400" b="0" i="0" u="none" strike="noStrike" cap="none">
                <a:solidFill>
                  <a:srgbClr val="000000"/>
                </a:solidFill>
                <a:latin typeface="Cambria Math"/>
                <a:ea typeface="Cambria Math"/>
                <a:cs typeface="Cambria Math"/>
                <a:sym typeface="Cambria Math"/>
              </a:rPr>
              <a:t>× </a:t>
            </a:r>
            <a:r>
              <a:rPr lang="en-US" sz="2400" b="0" i="0" u="none" strike="noStrike" cap="none">
                <a:solidFill>
                  <a:srgbClr val="000000"/>
                </a:solidFill>
                <a:latin typeface="Cambria"/>
                <a:ea typeface="Cambria"/>
                <a:cs typeface="Cambria"/>
                <a:sym typeface="Cambria"/>
              </a:rPr>
              <a:t>28 </a:t>
            </a:r>
            <a:r>
              <a:rPr lang="en-US" sz="2400" b="0" i="0" u="none" strike="noStrike" cap="none">
                <a:solidFill>
                  <a:srgbClr val="000000"/>
                </a:solidFill>
                <a:latin typeface="Cambria Math"/>
                <a:ea typeface="Cambria Math"/>
                <a:cs typeface="Cambria Math"/>
                <a:sym typeface="Cambria Math"/>
              </a:rPr>
              <a:t>× </a:t>
            </a:r>
            <a:r>
              <a:rPr lang="en-US" sz="2400" b="0" i="0" u="none" strike="noStrike" cap="none">
                <a:solidFill>
                  <a:srgbClr val="000000"/>
                </a:solidFill>
                <a:latin typeface="Cambria"/>
                <a:ea typeface="Cambria"/>
                <a:cs typeface="Cambria"/>
                <a:sym typeface="Cambria"/>
              </a:rPr>
              <a:t>192</a:t>
            </a:r>
            <a:endParaRPr sz="2400" b="0" i="0" u="none" strike="noStrike" cap="none">
              <a:solidFill>
                <a:srgbClr val="000000"/>
              </a:solidFill>
              <a:latin typeface="Cambria"/>
              <a:ea typeface="Cambria"/>
              <a:cs typeface="Cambria"/>
              <a:sym typeface="Cambria"/>
            </a:endParaRPr>
          </a:p>
        </p:txBody>
      </p:sp>
      <p:grpSp>
        <p:nvGrpSpPr>
          <p:cNvPr id="629" name="Google Shape;629;p32"/>
          <p:cNvGrpSpPr/>
          <p:nvPr/>
        </p:nvGrpSpPr>
        <p:grpSpPr>
          <a:xfrm>
            <a:off x="415999" y="1335671"/>
            <a:ext cx="2766684" cy="2663203"/>
            <a:chOff x="415999" y="1335671"/>
            <a:chExt cx="2766684" cy="2663203"/>
          </a:xfrm>
        </p:grpSpPr>
        <p:sp>
          <p:nvSpPr>
            <p:cNvPr id="630" name="Google Shape;630;p32"/>
            <p:cNvSpPr/>
            <p:nvPr/>
          </p:nvSpPr>
          <p:spPr>
            <a:xfrm>
              <a:off x="416001" y="2733319"/>
              <a:ext cx="1368425" cy="1265555"/>
            </a:xfrm>
            <a:custGeom>
              <a:avLst/>
              <a:gdLst/>
              <a:ahLst/>
              <a:cxnLst/>
              <a:rect l="l" t="t" r="r" b="b"/>
              <a:pathLst>
                <a:path w="1368425" h="1265554" extrusionOk="0">
                  <a:moveTo>
                    <a:pt x="1368425" y="0"/>
                  </a:moveTo>
                  <a:lnTo>
                    <a:pt x="0" y="0"/>
                  </a:lnTo>
                  <a:lnTo>
                    <a:pt x="0" y="1265542"/>
                  </a:lnTo>
                  <a:lnTo>
                    <a:pt x="1368425" y="1265542"/>
                  </a:lnTo>
                  <a:lnTo>
                    <a:pt x="1368425"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1" name="Google Shape;631;p32"/>
            <p:cNvSpPr/>
            <p:nvPr/>
          </p:nvSpPr>
          <p:spPr>
            <a:xfrm>
              <a:off x="1784413" y="1335671"/>
              <a:ext cx="1398270" cy="2663190"/>
            </a:xfrm>
            <a:custGeom>
              <a:avLst/>
              <a:gdLst/>
              <a:ahLst/>
              <a:cxnLst/>
              <a:rect l="l" t="t" r="r" b="b"/>
              <a:pathLst>
                <a:path w="1398270" h="2663190" extrusionOk="0">
                  <a:moveTo>
                    <a:pt x="1397647" y="0"/>
                  </a:moveTo>
                  <a:lnTo>
                    <a:pt x="0" y="1397635"/>
                  </a:lnTo>
                  <a:lnTo>
                    <a:pt x="0" y="2663190"/>
                  </a:lnTo>
                  <a:lnTo>
                    <a:pt x="1397647" y="1265542"/>
                  </a:lnTo>
                  <a:lnTo>
                    <a:pt x="1397647"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2" name="Google Shape;632;p32"/>
            <p:cNvSpPr/>
            <p:nvPr/>
          </p:nvSpPr>
          <p:spPr>
            <a:xfrm>
              <a:off x="415999" y="1335671"/>
              <a:ext cx="2766060" cy="1397635"/>
            </a:xfrm>
            <a:custGeom>
              <a:avLst/>
              <a:gdLst/>
              <a:ahLst/>
              <a:cxnLst/>
              <a:rect l="l" t="t" r="r" b="b"/>
              <a:pathLst>
                <a:path w="2766060" h="1397635" extrusionOk="0">
                  <a:moveTo>
                    <a:pt x="2766060" y="0"/>
                  </a:moveTo>
                  <a:lnTo>
                    <a:pt x="1397635" y="0"/>
                  </a:lnTo>
                  <a:lnTo>
                    <a:pt x="0" y="1397635"/>
                  </a:lnTo>
                  <a:lnTo>
                    <a:pt x="1368412" y="1397635"/>
                  </a:lnTo>
                  <a:lnTo>
                    <a:pt x="276606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3" name="Google Shape;633;p32"/>
            <p:cNvSpPr/>
            <p:nvPr/>
          </p:nvSpPr>
          <p:spPr>
            <a:xfrm>
              <a:off x="415999" y="1335671"/>
              <a:ext cx="2764790" cy="2661920"/>
            </a:xfrm>
            <a:custGeom>
              <a:avLst/>
              <a:gdLst/>
              <a:ahLst/>
              <a:cxnLst/>
              <a:rect l="l" t="t" r="r" b="b"/>
              <a:pathLst>
                <a:path w="2764790" h="2661920" extrusionOk="0">
                  <a:moveTo>
                    <a:pt x="0" y="1396927"/>
                  </a:moveTo>
                  <a:lnTo>
                    <a:pt x="1396927" y="0"/>
                  </a:lnTo>
                  <a:lnTo>
                    <a:pt x="2764649" y="0"/>
                  </a:lnTo>
                  <a:lnTo>
                    <a:pt x="2764649" y="1264904"/>
                  </a:lnTo>
                  <a:lnTo>
                    <a:pt x="1367722" y="2661831"/>
                  </a:lnTo>
                  <a:lnTo>
                    <a:pt x="0" y="2661831"/>
                  </a:lnTo>
                  <a:lnTo>
                    <a:pt x="0" y="1396927"/>
                  </a:lnTo>
                  <a:close/>
                </a:path>
                <a:path w="2764790" h="2661920" extrusionOk="0">
                  <a:moveTo>
                    <a:pt x="0" y="1396927"/>
                  </a:moveTo>
                  <a:lnTo>
                    <a:pt x="1367722" y="1396927"/>
                  </a:lnTo>
                  <a:lnTo>
                    <a:pt x="2764649" y="0"/>
                  </a:lnTo>
                </a:path>
                <a:path w="2764790" h="2661920" extrusionOk="0">
                  <a:moveTo>
                    <a:pt x="1367722" y="1396927"/>
                  </a:moveTo>
                  <a:lnTo>
                    <a:pt x="1367722" y="2661831"/>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634" name="Google Shape;634;p32"/>
          <p:cNvSpPr/>
          <p:nvPr/>
        </p:nvSpPr>
        <p:spPr>
          <a:xfrm>
            <a:off x="3438144" y="2582697"/>
            <a:ext cx="1170940" cy="127000"/>
          </a:xfrm>
          <a:custGeom>
            <a:avLst/>
            <a:gdLst/>
            <a:ahLst/>
            <a:cxnLst/>
            <a:rect l="l" t="t" r="r" b="b"/>
            <a:pathLst>
              <a:path w="1170939" h="127000" extrusionOk="0">
                <a:moveTo>
                  <a:pt x="1043431" y="0"/>
                </a:moveTo>
                <a:lnTo>
                  <a:pt x="1043431" y="50800"/>
                </a:lnTo>
                <a:lnTo>
                  <a:pt x="0" y="50787"/>
                </a:lnTo>
                <a:lnTo>
                  <a:pt x="0" y="76187"/>
                </a:lnTo>
                <a:lnTo>
                  <a:pt x="1043431" y="76200"/>
                </a:lnTo>
                <a:lnTo>
                  <a:pt x="1043431" y="127000"/>
                </a:lnTo>
                <a:lnTo>
                  <a:pt x="1170431" y="63500"/>
                </a:lnTo>
                <a:lnTo>
                  <a:pt x="104343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5" name="Google Shape;635;p32"/>
          <p:cNvSpPr txBox="1"/>
          <p:nvPr/>
        </p:nvSpPr>
        <p:spPr>
          <a:xfrm>
            <a:off x="3547897" y="2700286"/>
            <a:ext cx="950594" cy="1483360"/>
          </a:xfrm>
          <a:prstGeom prst="rect">
            <a:avLst/>
          </a:prstGeom>
          <a:noFill/>
          <a:ln>
            <a:noFill/>
          </a:ln>
        </p:spPr>
        <p:txBody>
          <a:bodyPr spcFirstLastPara="1" wrap="square" lIns="0" tIns="33000" rIns="0" bIns="0" anchor="t" anchorCtr="0">
            <a:spAutoFit/>
          </a:bodyPr>
          <a:lstStyle/>
          <a:p>
            <a:pPr marL="12065" marR="5080" lvl="0" indent="0" algn="ctr" rtl="0">
              <a:lnSpc>
                <a:spcPct val="116666"/>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CONV 5 </a:t>
            </a:r>
            <a:r>
              <a:rPr lang="en-US" sz="2400" b="0" i="0" u="none" strike="noStrike" cap="none">
                <a:solidFill>
                  <a:srgbClr val="000000"/>
                </a:solidFill>
                <a:latin typeface="Cambria Math"/>
                <a:ea typeface="Cambria Math"/>
                <a:cs typeface="Cambria Math"/>
                <a:sym typeface="Cambria Math"/>
              </a:rPr>
              <a:t>× </a:t>
            </a:r>
            <a:r>
              <a:rPr lang="en-US" sz="2400" b="0" i="0" u="none" strike="noStrike" cap="none">
                <a:solidFill>
                  <a:srgbClr val="000000"/>
                </a:solidFill>
                <a:latin typeface="Cambria"/>
                <a:ea typeface="Cambria"/>
                <a:cs typeface="Cambria"/>
                <a:sym typeface="Cambria"/>
              </a:rPr>
              <a:t>5,</a:t>
            </a:r>
            <a:endParaRPr sz="2400" b="0" i="0" u="none" strike="noStrike" cap="none">
              <a:solidFill>
                <a:srgbClr val="000000"/>
              </a:solidFill>
              <a:latin typeface="Cambria"/>
              <a:ea typeface="Cambria"/>
              <a:cs typeface="Cambria"/>
              <a:sym typeface="Cambria"/>
            </a:endParaRPr>
          </a:p>
          <a:p>
            <a:pPr marL="65405" marR="57150" lvl="0" indent="0" algn="ctr" rtl="0">
              <a:lnSpc>
                <a:spcPct val="120833"/>
              </a:lnSpc>
              <a:spcBef>
                <a:spcPts val="2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same, 32</a:t>
            </a:r>
            <a:endParaRPr sz="2400" b="0" i="0" u="none" strike="noStrike" cap="none">
              <a:solidFill>
                <a:srgbClr val="000000"/>
              </a:solidFill>
              <a:latin typeface="Cambria"/>
              <a:ea typeface="Cambria"/>
              <a:cs typeface="Cambria"/>
              <a:sym typeface="Cambria"/>
            </a:endParaRPr>
          </a:p>
        </p:txBody>
      </p:sp>
      <p:grpSp>
        <p:nvGrpSpPr>
          <p:cNvPr id="636" name="Google Shape;636;p32"/>
          <p:cNvGrpSpPr/>
          <p:nvPr/>
        </p:nvGrpSpPr>
        <p:grpSpPr>
          <a:xfrm>
            <a:off x="5236641" y="1816315"/>
            <a:ext cx="2007235" cy="1875155"/>
            <a:chOff x="5236641" y="1816315"/>
            <a:chExt cx="2007235" cy="1875155"/>
          </a:xfrm>
        </p:grpSpPr>
        <p:sp>
          <p:nvSpPr>
            <p:cNvPr id="637" name="Google Shape;637;p32"/>
            <p:cNvSpPr/>
            <p:nvPr/>
          </p:nvSpPr>
          <p:spPr>
            <a:xfrm>
              <a:off x="5236641" y="2525826"/>
              <a:ext cx="1297305" cy="1165225"/>
            </a:xfrm>
            <a:custGeom>
              <a:avLst/>
              <a:gdLst/>
              <a:ahLst/>
              <a:cxnLst/>
              <a:rect l="l" t="t" r="r" b="b"/>
              <a:pathLst>
                <a:path w="1297304" h="1165225" extrusionOk="0">
                  <a:moveTo>
                    <a:pt x="1297165" y="0"/>
                  </a:moveTo>
                  <a:lnTo>
                    <a:pt x="0" y="0"/>
                  </a:lnTo>
                  <a:lnTo>
                    <a:pt x="0" y="1165161"/>
                  </a:lnTo>
                  <a:lnTo>
                    <a:pt x="1297165" y="1165161"/>
                  </a:lnTo>
                  <a:lnTo>
                    <a:pt x="1297165"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8" name="Google Shape;638;p32"/>
            <p:cNvSpPr/>
            <p:nvPr/>
          </p:nvSpPr>
          <p:spPr>
            <a:xfrm>
              <a:off x="6533807" y="1816315"/>
              <a:ext cx="709930" cy="1875155"/>
            </a:xfrm>
            <a:custGeom>
              <a:avLst/>
              <a:gdLst/>
              <a:ahLst/>
              <a:cxnLst/>
              <a:rect l="l" t="t" r="r" b="b"/>
              <a:pathLst>
                <a:path w="709929" h="1875154" extrusionOk="0">
                  <a:moveTo>
                    <a:pt x="709498" y="0"/>
                  </a:moveTo>
                  <a:lnTo>
                    <a:pt x="0" y="709510"/>
                  </a:lnTo>
                  <a:lnTo>
                    <a:pt x="0" y="1874672"/>
                  </a:lnTo>
                  <a:lnTo>
                    <a:pt x="709498" y="1165161"/>
                  </a:lnTo>
                  <a:lnTo>
                    <a:pt x="709498"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9" name="Google Shape;639;p32"/>
            <p:cNvSpPr/>
            <p:nvPr/>
          </p:nvSpPr>
          <p:spPr>
            <a:xfrm>
              <a:off x="5236641" y="1816315"/>
              <a:ext cx="2007235" cy="709930"/>
            </a:xfrm>
            <a:custGeom>
              <a:avLst/>
              <a:gdLst/>
              <a:ahLst/>
              <a:cxnLst/>
              <a:rect l="l" t="t" r="r" b="b"/>
              <a:pathLst>
                <a:path w="2007234" h="709930" extrusionOk="0">
                  <a:moveTo>
                    <a:pt x="2006663" y="0"/>
                  </a:moveTo>
                  <a:lnTo>
                    <a:pt x="709510" y="0"/>
                  </a:lnTo>
                  <a:lnTo>
                    <a:pt x="0" y="709510"/>
                  </a:lnTo>
                  <a:lnTo>
                    <a:pt x="1297165" y="709510"/>
                  </a:lnTo>
                  <a:lnTo>
                    <a:pt x="2006663"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40" name="Google Shape;640;p32"/>
            <p:cNvSpPr/>
            <p:nvPr/>
          </p:nvSpPr>
          <p:spPr>
            <a:xfrm>
              <a:off x="5236641" y="1816315"/>
              <a:ext cx="2005964" cy="1873885"/>
            </a:xfrm>
            <a:custGeom>
              <a:avLst/>
              <a:gdLst/>
              <a:ahLst/>
              <a:cxnLst/>
              <a:rect l="l" t="t" r="r" b="b"/>
              <a:pathLst>
                <a:path w="2005965" h="1873885" extrusionOk="0">
                  <a:moveTo>
                    <a:pt x="0" y="709142"/>
                  </a:moveTo>
                  <a:lnTo>
                    <a:pt x="709142" y="0"/>
                  </a:lnTo>
                  <a:lnTo>
                    <a:pt x="2005646" y="0"/>
                  </a:lnTo>
                  <a:lnTo>
                    <a:pt x="2005646" y="1164565"/>
                  </a:lnTo>
                  <a:lnTo>
                    <a:pt x="1296498" y="1873713"/>
                  </a:lnTo>
                  <a:lnTo>
                    <a:pt x="0" y="1873713"/>
                  </a:lnTo>
                  <a:lnTo>
                    <a:pt x="0" y="709142"/>
                  </a:lnTo>
                  <a:close/>
                </a:path>
                <a:path w="2005965" h="1873885" extrusionOk="0">
                  <a:moveTo>
                    <a:pt x="0" y="709142"/>
                  </a:moveTo>
                  <a:lnTo>
                    <a:pt x="1296498" y="709142"/>
                  </a:lnTo>
                  <a:lnTo>
                    <a:pt x="2005646" y="0"/>
                  </a:lnTo>
                </a:path>
                <a:path w="2005965" h="1873885" extrusionOk="0">
                  <a:moveTo>
                    <a:pt x="1296498" y="709142"/>
                  </a:moveTo>
                  <a:lnTo>
                    <a:pt x="1296498" y="1873713"/>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641" name="Google Shape;641;p32"/>
          <p:cNvSpPr txBox="1"/>
          <p:nvPr/>
        </p:nvSpPr>
        <p:spPr>
          <a:xfrm>
            <a:off x="5402440" y="3801046"/>
            <a:ext cx="181673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mbria"/>
                <a:ea typeface="Cambria"/>
                <a:cs typeface="Cambria"/>
                <a:sym typeface="Cambria"/>
              </a:rPr>
              <a:t>28 </a:t>
            </a:r>
            <a:r>
              <a:rPr lang="en-US" sz="2400" b="0" i="0" u="none" strike="noStrike" cap="none">
                <a:solidFill>
                  <a:srgbClr val="000000"/>
                </a:solidFill>
                <a:latin typeface="Cambria Math"/>
                <a:ea typeface="Cambria Math"/>
                <a:cs typeface="Cambria Math"/>
                <a:sym typeface="Cambria Math"/>
              </a:rPr>
              <a:t>× </a:t>
            </a:r>
            <a:r>
              <a:rPr lang="en-US" sz="2400" b="0" i="0" u="none" strike="noStrike" cap="none">
                <a:solidFill>
                  <a:srgbClr val="000000"/>
                </a:solidFill>
                <a:latin typeface="Cambria"/>
                <a:ea typeface="Cambria"/>
                <a:cs typeface="Cambria"/>
                <a:sym typeface="Cambria"/>
              </a:rPr>
              <a:t>28 </a:t>
            </a:r>
            <a:r>
              <a:rPr lang="en-US" sz="2400" b="0" i="0" u="none" strike="noStrike" cap="none">
                <a:solidFill>
                  <a:srgbClr val="000000"/>
                </a:solidFill>
                <a:latin typeface="Cambria Math"/>
                <a:ea typeface="Cambria Math"/>
                <a:cs typeface="Cambria Math"/>
                <a:sym typeface="Cambria Math"/>
              </a:rPr>
              <a:t>× </a:t>
            </a:r>
            <a:r>
              <a:rPr lang="en-US" sz="2400" b="0" i="0" u="none" strike="noStrike" cap="none">
                <a:solidFill>
                  <a:srgbClr val="000000"/>
                </a:solidFill>
                <a:latin typeface="Cambria"/>
                <a:ea typeface="Cambria"/>
                <a:cs typeface="Cambria"/>
                <a:sym typeface="Cambria"/>
              </a:rPr>
              <a:t>32</a:t>
            </a:r>
            <a:endParaRPr sz="2400" b="0" i="0" u="none" strike="noStrike" cap="none">
              <a:solidFill>
                <a:srgbClr val="000000"/>
              </a:solidFill>
              <a:latin typeface="Cambria"/>
              <a:ea typeface="Cambria"/>
              <a:cs typeface="Cambria"/>
              <a:sym typeface="Cambria"/>
            </a:endParaRPr>
          </a:p>
        </p:txBody>
      </p:sp>
      <p:pic>
        <p:nvPicPr>
          <p:cNvPr id="642" name="Google Shape;642;p32"/>
          <p:cNvPicPr preferRelativeResize="0"/>
          <p:nvPr/>
        </p:nvPicPr>
        <p:blipFill rotWithShape="1">
          <a:blip r:embed="rId3">
            <a:alphaModFix/>
          </a:blip>
          <a:srcRect/>
          <a:stretch/>
        </p:blipFill>
        <p:spPr>
          <a:xfrm>
            <a:off x="3453012" y="4680867"/>
            <a:ext cx="4218946" cy="391160"/>
          </a:xfrm>
          <a:prstGeom prst="rect">
            <a:avLst/>
          </a:prstGeom>
          <a:noFill/>
          <a:ln>
            <a:noFill/>
          </a:ln>
        </p:spPr>
      </p:pic>
      <p:pic>
        <p:nvPicPr>
          <p:cNvPr id="643" name="Google Shape;643;p32"/>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647"/>
        <p:cNvGrpSpPr/>
        <p:nvPr/>
      </p:nvGrpSpPr>
      <p:grpSpPr>
        <a:xfrm>
          <a:off x="0" y="0"/>
          <a:ext cx="0" cy="0"/>
          <a:chOff x="0" y="0"/>
          <a:chExt cx="0" cy="0"/>
        </a:xfrm>
      </p:grpSpPr>
      <p:sp>
        <p:nvSpPr>
          <p:cNvPr id="648" name="Google Shape;648;p33"/>
          <p:cNvSpPr txBox="1">
            <a:spLocks noGrp="1"/>
          </p:cNvSpPr>
          <p:nvPr>
            <p:ph type="title"/>
          </p:nvPr>
        </p:nvSpPr>
        <p:spPr>
          <a:xfrm>
            <a:off x="261620" y="139700"/>
            <a:ext cx="5868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Using 1×1 convolution</a:t>
            </a:r>
            <a:endParaRPr sz="4400">
              <a:latin typeface="Arial"/>
              <a:ea typeface="Arial"/>
              <a:cs typeface="Arial"/>
              <a:sym typeface="Arial"/>
            </a:endParaRPr>
          </a:p>
        </p:txBody>
      </p:sp>
      <p:sp>
        <p:nvSpPr>
          <p:cNvPr id="649" name="Google Shape;649;p33"/>
          <p:cNvSpPr txBox="1"/>
          <p:nvPr/>
        </p:nvSpPr>
        <p:spPr>
          <a:xfrm>
            <a:off x="883747" y="4165053"/>
            <a:ext cx="1655445" cy="330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28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28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192</a:t>
            </a:r>
            <a:endParaRPr sz="2000" b="0" i="0" u="none" strike="noStrike" cap="none">
              <a:solidFill>
                <a:srgbClr val="000000"/>
              </a:solidFill>
              <a:latin typeface="Cambria"/>
              <a:ea typeface="Cambria"/>
              <a:cs typeface="Cambria"/>
              <a:sym typeface="Cambria"/>
            </a:endParaRPr>
          </a:p>
        </p:txBody>
      </p:sp>
      <p:grpSp>
        <p:nvGrpSpPr>
          <p:cNvPr id="650" name="Google Shape;650;p33"/>
          <p:cNvGrpSpPr/>
          <p:nvPr/>
        </p:nvGrpSpPr>
        <p:grpSpPr>
          <a:xfrm>
            <a:off x="415999" y="1335671"/>
            <a:ext cx="2766684" cy="2663203"/>
            <a:chOff x="415999" y="1335671"/>
            <a:chExt cx="2766684" cy="2663203"/>
          </a:xfrm>
        </p:grpSpPr>
        <p:sp>
          <p:nvSpPr>
            <p:cNvPr id="651" name="Google Shape;651;p33"/>
            <p:cNvSpPr/>
            <p:nvPr/>
          </p:nvSpPr>
          <p:spPr>
            <a:xfrm>
              <a:off x="416001" y="2733319"/>
              <a:ext cx="1368425" cy="1265555"/>
            </a:xfrm>
            <a:custGeom>
              <a:avLst/>
              <a:gdLst/>
              <a:ahLst/>
              <a:cxnLst/>
              <a:rect l="l" t="t" r="r" b="b"/>
              <a:pathLst>
                <a:path w="1368425" h="1265554" extrusionOk="0">
                  <a:moveTo>
                    <a:pt x="1368425" y="0"/>
                  </a:moveTo>
                  <a:lnTo>
                    <a:pt x="0" y="0"/>
                  </a:lnTo>
                  <a:lnTo>
                    <a:pt x="0" y="1265542"/>
                  </a:lnTo>
                  <a:lnTo>
                    <a:pt x="1368425" y="1265542"/>
                  </a:lnTo>
                  <a:lnTo>
                    <a:pt x="1368425"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52" name="Google Shape;652;p33"/>
            <p:cNvSpPr/>
            <p:nvPr/>
          </p:nvSpPr>
          <p:spPr>
            <a:xfrm>
              <a:off x="1784413" y="1335671"/>
              <a:ext cx="1398270" cy="2663190"/>
            </a:xfrm>
            <a:custGeom>
              <a:avLst/>
              <a:gdLst/>
              <a:ahLst/>
              <a:cxnLst/>
              <a:rect l="l" t="t" r="r" b="b"/>
              <a:pathLst>
                <a:path w="1398270" h="2663190" extrusionOk="0">
                  <a:moveTo>
                    <a:pt x="1397647" y="0"/>
                  </a:moveTo>
                  <a:lnTo>
                    <a:pt x="0" y="1397635"/>
                  </a:lnTo>
                  <a:lnTo>
                    <a:pt x="0" y="2663190"/>
                  </a:lnTo>
                  <a:lnTo>
                    <a:pt x="1397647" y="1265542"/>
                  </a:lnTo>
                  <a:lnTo>
                    <a:pt x="1397647"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53" name="Google Shape;653;p33"/>
            <p:cNvSpPr/>
            <p:nvPr/>
          </p:nvSpPr>
          <p:spPr>
            <a:xfrm>
              <a:off x="415999" y="1335671"/>
              <a:ext cx="2766060" cy="1397635"/>
            </a:xfrm>
            <a:custGeom>
              <a:avLst/>
              <a:gdLst/>
              <a:ahLst/>
              <a:cxnLst/>
              <a:rect l="l" t="t" r="r" b="b"/>
              <a:pathLst>
                <a:path w="2766060" h="1397635" extrusionOk="0">
                  <a:moveTo>
                    <a:pt x="2766060" y="0"/>
                  </a:moveTo>
                  <a:lnTo>
                    <a:pt x="1397635" y="0"/>
                  </a:lnTo>
                  <a:lnTo>
                    <a:pt x="0" y="1397635"/>
                  </a:lnTo>
                  <a:lnTo>
                    <a:pt x="1368412" y="1397635"/>
                  </a:lnTo>
                  <a:lnTo>
                    <a:pt x="276606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54" name="Google Shape;654;p33"/>
            <p:cNvSpPr/>
            <p:nvPr/>
          </p:nvSpPr>
          <p:spPr>
            <a:xfrm>
              <a:off x="415999" y="1335671"/>
              <a:ext cx="2764790" cy="2661920"/>
            </a:xfrm>
            <a:custGeom>
              <a:avLst/>
              <a:gdLst/>
              <a:ahLst/>
              <a:cxnLst/>
              <a:rect l="l" t="t" r="r" b="b"/>
              <a:pathLst>
                <a:path w="2764790" h="2661920" extrusionOk="0">
                  <a:moveTo>
                    <a:pt x="0" y="1396927"/>
                  </a:moveTo>
                  <a:lnTo>
                    <a:pt x="1396927" y="0"/>
                  </a:lnTo>
                  <a:lnTo>
                    <a:pt x="2764649" y="0"/>
                  </a:lnTo>
                  <a:lnTo>
                    <a:pt x="2764649" y="1264904"/>
                  </a:lnTo>
                  <a:lnTo>
                    <a:pt x="1367722" y="2661831"/>
                  </a:lnTo>
                  <a:lnTo>
                    <a:pt x="0" y="2661831"/>
                  </a:lnTo>
                  <a:lnTo>
                    <a:pt x="0" y="1396927"/>
                  </a:lnTo>
                  <a:close/>
                </a:path>
                <a:path w="2764790" h="2661920" extrusionOk="0">
                  <a:moveTo>
                    <a:pt x="0" y="1396927"/>
                  </a:moveTo>
                  <a:lnTo>
                    <a:pt x="1367722" y="1396927"/>
                  </a:lnTo>
                  <a:lnTo>
                    <a:pt x="2764649" y="0"/>
                  </a:lnTo>
                </a:path>
                <a:path w="2764790" h="2661920" extrusionOk="0">
                  <a:moveTo>
                    <a:pt x="1367722" y="1396927"/>
                  </a:moveTo>
                  <a:lnTo>
                    <a:pt x="1367722" y="2661831"/>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655" name="Google Shape;655;p33"/>
          <p:cNvSpPr/>
          <p:nvPr/>
        </p:nvSpPr>
        <p:spPr>
          <a:xfrm>
            <a:off x="3438144" y="2582697"/>
            <a:ext cx="1170940" cy="127000"/>
          </a:xfrm>
          <a:custGeom>
            <a:avLst/>
            <a:gdLst/>
            <a:ahLst/>
            <a:cxnLst/>
            <a:rect l="l" t="t" r="r" b="b"/>
            <a:pathLst>
              <a:path w="1170939" h="127000" extrusionOk="0">
                <a:moveTo>
                  <a:pt x="1043431" y="0"/>
                </a:moveTo>
                <a:lnTo>
                  <a:pt x="1043431" y="50800"/>
                </a:lnTo>
                <a:lnTo>
                  <a:pt x="0" y="50787"/>
                </a:lnTo>
                <a:lnTo>
                  <a:pt x="0" y="76187"/>
                </a:lnTo>
                <a:lnTo>
                  <a:pt x="1043431" y="76200"/>
                </a:lnTo>
                <a:lnTo>
                  <a:pt x="1043431" y="127000"/>
                </a:lnTo>
                <a:lnTo>
                  <a:pt x="1170431" y="63500"/>
                </a:lnTo>
                <a:lnTo>
                  <a:pt x="104343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56" name="Google Shape;656;p33"/>
          <p:cNvSpPr txBox="1"/>
          <p:nvPr/>
        </p:nvSpPr>
        <p:spPr>
          <a:xfrm>
            <a:off x="3336632" y="2700286"/>
            <a:ext cx="1372870" cy="1244600"/>
          </a:xfrm>
          <a:prstGeom prst="rect">
            <a:avLst/>
          </a:prstGeom>
          <a:noFill/>
          <a:ln>
            <a:noFill/>
          </a:ln>
        </p:spPr>
        <p:txBody>
          <a:bodyPr spcFirstLastPara="1" wrap="square" lIns="0" tIns="12700" rIns="0" bIns="0" anchor="t" anchorCtr="0">
            <a:spAutoFit/>
          </a:bodyPr>
          <a:lstStyle/>
          <a:p>
            <a:pPr marL="300355" marR="29337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CONV 1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1,</a:t>
            </a:r>
            <a:endParaRPr sz="2000" b="0" i="0" u="none" strike="noStrike" cap="none">
              <a:solidFill>
                <a:srgbClr val="000000"/>
              </a:solidFill>
              <a:latin typeface="Cambria"/>
              <a:ea typeface="Cambria"/>
              <a:cs typeface="Cambria"/>
              <a:sym typeface="Cambria"/>
            </a:endParaRPr>
          </a:p>
          <a:p>
            <a:pPr marL="635"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16,</a:t>
            </a:r>
            <a:endParaRPr sz="20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1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1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192</a:t>
            </a:r>
            <a:endParaRPr sz="2000" b="0" i="0" u="none" strike="noStrike" cap="none">
              <a:solidFill>
                <a:srgbClr val="000000"/>
              </a:solidFill>
              <a:latin typeface="Cambria"/>
              <a:ea typeface="Cambria"/>
              <a:cs typeface="Cambria"/>
              <a:sym typeface="Cambria"/>
            </a:endParaRPr>
          </a:p>
        </p:txBody>
      </p:sp>
      <p:grpSp>
        <p:nvGrpSpPr>
          <p:cNvPr id="657" name="Google Shape;657;p33"/>
          <p:cNvGrpSpPr/>
          <p:nvPr/>
        </p:nvGrpSpPr>
        <p:grpSpPr>
          <a:xfrm>
            <a:off x="5315699" y="2007908"/>
            <a:ext cx="1616265" cy="1491894"/>
            <a:chOff x="5315699" y="2007908"/>
            <a:chExt cx="1616265" cy="1491894"/>
          </a:xfrm>
        </p:grpSpPr>
        <p:sp>
          <p:nvSpPr>
            <p:cNvPr id="658" name="Google Shape;658;p33"/>
            <p:cNvSpPr/>
            <p:nvPr/>
          </p:nvSpPr>
          <p:spPr>
            <a:xfrm>
              <a:off x="5315699" y="2351722"/>
              <a:ext cx="1272540" cy="1148080"/>
            </a:xfrm>
            <a:custGeom>
              <a:avLst/>
              <a:gdLst/>
              <a:ahLst/>
              <a:cxnLst/>
              <a:rect l="l" t="t" r="r" b="b"/>
              <a:pathLst>
                <a:path w="1272540" h="1148079" extrusionOk="0">
                  <a:moveTo>
                    <a:pt x="1272095" y="0"/>
                  </a:moveTo>
                  <a:lnTo>
                    <a:pt x="0" y="0"/>
                  </a:lnTo>
                  <a:lnTo>
                    <a:pt x="0" y="1147673"/>
                  </a:lnTo>
                  <a:lnTo>
                    <a:pt x="1272095" y="1147673"/>
                  </a:lnTo>
                  <a:lnTo>
                    <a:pt x="1272095"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59" name="Google Shape;659;p33"/>
            <p:cNvSpPr/>
            <p:nvPr/>
          </p:nvSpPr>
          <p:spPr>
            <a:xfrm>
              <a:off x="6587794" y="2007908"/>
              <a:ext cx="344170" cy="1491615"/>
            </a:xfrm>
            <a:custGeom>
              <a:avLst/>
              <a:gdLst/>
              <a:ahLst/>
              <a:cxnLst/>
              <a:rect l="l" t="t" r="r" b="b"/>
              <a:pathLst>
                <a:path w="344170" h="1491614" extrusionOk="0">
                  <a:moveTo>
                    <a:pt x="343814" y="0"/>
                  </a:moveTo>
                  <a:lnTo>
                    <a:pt x="0" y="343814"/>
                  </a:lnTo>
                  <a:lnTo>
                    <a:pt x="0" y="1491488"/>
                  </a:lnTo>
                  <a:lnTo>
                    <a:pt x="343814" y="1147673"/>
                  </a:lnTo>
                  <a:lnTo>
                    <a:pt x="343814"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0" name="Google Shape;660;p33"/>
            <p:cNvSpPr/>
            <p:nvPr/>
          </p:nvSpPr>
          <p:spPr>
            <a:xfrm>
              <a:off x="5315699" y="2007908"/>
              <a:ext cx="1616075" cy="344170"/>
            </a:xfrm>
            <a:custGeom>
              <a:avLst/>
              <a:gdLst/>
              <a:ahLst/>
              <a:cxnLst/>
              <a:rect l="l" t="t" r="r" b="b"/>
              <a:pathLst>
                <a:path w="1616075" h="344169" extrusionOk="0">
                  <a:moveTo>
                    <a:pt x="1615909" y="0"/>
                  </a:moveTo>
                  <a:lnTo>
                    <a:pt x="343814" y="0"/>
                  </a:lnTo>
                  <a:lnTo>
                    <a:pt x="0" y="343814"/>
                  </a:lnTo>
                  <a:lnTo>
                    <a:pt x="1272095" y="343814"/>
                  </a:lnTo>
                  <a:lnTo>
                    <a:pt x="1615909"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1" name="Google Shape;661;p33"/>
            <p:cNvSpPr/>
            <p:nvPr/>
          </p:nvSpPr>
          <p:spPr>
            <a:xfrm>
              <a:off x="5315699" y="2007908"/>
              <a:ext cx="1615440" cy="1490980"/>
            </a:xfrm>
            <a:custGeom>
              <a:avLst/>
              <a:gdLst/>
              <a:ahLst/>
              <a:cxnLst/>
              <a:rect l="l" t="t" r="r" b="b"/>
              <a:pathLst>
                <a:path w="1615440" h="1490979" extrusionOk="0">
                  <a:moveTo>
                    <a:pt x="0" y="343642"/>
                  </a:moveTo>
                  <a:lnTo>
                    <a:pt x="343642" y="0"/>
                  </a:lnTo>
                  <a:lnTo>
                    <a:pt x="1615085" y="0"/>
                  </a:lnTo>
                  <a:lnTo>
                    <a:pt x="1615085" y="1147094"/>
                  </a:lnTo>
                  <a:lnTo>
                    <a:pt x="1271451" y="1490729"/>
                  </a:lnTo>
                  <a:lnTo>
                    <a:pt x="0" y="1490729"/>
                  </a:lnTo>
                  <a:lnTo>
                    <a:pt x="0" y="343642"/>
                  </a:lnTo>
                  <a:close/>
                </a:path>
                <a:path w="1615440" h="1490979" extrusionOk="0">
                  <a:moveTo>
                    <a:pt x="0" y="343642"/>
                  </a:moveTo>
                  <a:lnTo>
                    <a:pt x="1271451" y="343642"/>
                  </a:lnTo>
                  <a:lnTo>
                    <a:pt x="1615085" y="0"/>
                  </a:lnTo>
                </a:path>
                <a:path w="1615440" h="1490979" extrusionOk="0">
                  <a:moveTo>
                    <a:pt x="1271451" y="343642"/>
                  </a:moveTo>
                  <a:lnTo>
                    <a:pt x="1271451" y="1490729"/>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662" name="Google Shape;662;p33"/>
          <p:cNvSpPr txBox="1"/>
          <p:nvPr/>
        </p:nvSpPr>
        <p:spPr>
          <a:xfrm>
            <a:off x="5369902" y="3532416"/>
            <a:ext cx="1514475" cy="330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28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28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16</a:t>
            </a:r>
            <a:endParaRPr sz="2000" b="0" i="0" u="none" strike="noStrike" cap="none">
              <a:solidFill>
                <a:srgbClr val="000000"/>
              </a:solidFill>
              <a:latin typeface="Cambria"/>
              <a:ea typeface="Cambria"/>
              <a:cs typeface="Cambria"/>
              <a:sym typeface="Cambria"/>
            </a:endParaRPr>
          </a:p>
        </p:txBody>
      </p:sp>
      <p:sp>
        <p:nvSpPr>
          <p:cNvPr id="663" name="Google Shape;663;p33"/>
          <p:cNvSpPr/>
          <p:nvPr/>
        </p:nvSpPr>
        <p:spPr>
          <a:xfrm>
            <a:off x="7309878" y="2582697"/>
            <a:ext cx="1170940" cy="127000"/>
          </a:xfrm>
          <a:custGeom>
            <a:avLst/>
            <a:gdLst/>
            <a:ahLst/>
            <a:cxnLst/>
            <a:rect l="l" t="t" r="r" b="b"/>
            <a:pathLst>
              <a:path w="1170940" h="127000" extrusionOk="0">
                <a:moveTo>
                  <a:pt x="1043431" y="0"/>
                </a:moveTo>
                <a:lnTo>
                  <a:pt x="1043431" y="50800"/>
                </a:lnTo>
                <a:lnTo>
                  <a:pt x="0" y="50787"/>
                </a:lnTo>
                <a:lnTo>
                  <a:pt x="0" y="76187"/>
                </a:lnTo>
                <a:lnTo>
                  <a:pt x="1043431" y="76200"/>
                </a:lnTo>
                <a:lnTo>
                  <a:pt x="1043431" y="127000"/>
                </a:lnTo>
                <a:lnTo>
                  <a:pt x="1170431" y="63500"/>
                </a:lnTo>
                <a:lnTo>
                  <a:pt x="104343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4" name="Google Shape;664;p33"/>
          <p:cNvSpPr txBox="1"/>
          <p:nvPr/>
        </p:nvSpPr>
        <p:spPr>
          <a:xfrm>
            <a:off x="7278954" y="2700286"/>
            <a:ext cx="1231900" cy="1244600"/>
          </a:xfrm>
          <a:prstGeom prst="rect">
            <a:avLst/>
          </a:prstGeom>
          <a:noFill/>
          <a:ln>
            <a:noFill/>
          </a:ln>
        </p:spPr>
        <p:txBody>
          <a:bodyPr spcFirstLastPara="1" wrap="square" lIns="0" tIns="12700" rIns="0" bIns="0" anchor="t" anchorCtr="0">
            <a:spAutoFit/>
          </a:bodyPr>
          <a:lstStyle/>
          <a:p>
            <a:pPr marL="229870" marR="222884"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CONV 5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5,</a:t>
            </a:r>
            <a:endParaRPr sz="2000" b="0" i="0" u="none" strike="noStrike" cap="none">
              <a:solidFill>
                <a:srgbClr val="000000"/>
              </a:solidFill>
              <a:latin typeface="Cambria"/>
              <a:ea typeface="Cambria"/>
              <a:cs typeface="Cambria"/>
              <a:sym typeface="Cambria"/>
            </a:endParaRPr>
          </a:p>
          <a:p>
            <a:pPr marL="635"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32,</a:t>
            </a:r>
            <a:endParaRPr sz="2000" b="0" i="0" u="none" strike="noStrike" cap="none">
              <a:solidFill>
                <a:srgbClr val="000000"/>
              </a:solidFill>
              <a:latin typeface="Cambria"/>
              <a:ea typeface="Cambria"/>
              <a:cs typeface="Cambria"/>
              <a:sym typeface="Cambria"/>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5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5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16</a:t>
            </a:r>
            <a:endParaRPr sz="2000" b="0" i="0" u="none" strike="noStrike" cap="none">
              <a:solidFill>
                <a:srgbClr val="000000"/>
              </a:solidFill>
              <a:latin typeface="Cambria"/>
              <a:ea typeface="Cambria"/>
              <a:cs typeface="Cambria"/>
              <a:sym typeface="Cambria"/>
            </a:endParaRPr>
          </a:p>
        </p:txBody>
      </p:sp>
      <p:grpSp>
        <p:nvGrpSpPr>
          <p:cNvPr id="665" name="Google Shape;665;p33"/>
          <p:cNvGrpSpPr/>
          <p:nvPr/>
        </p:nvGrpSpPr>
        <p:grpSpPr>
          <a:xfrm>
            <a:off x="9113088" y="1726730"/>
            <a:ext cx="2020570" cy="1881505"/>
            <a:chOff x="9113088" y="1726730"/>
            <a:chExt cx="2020570" cy="1881505"/>
          </a:xfrm>
        </p:grpSpPr>
        <p:sp>
          <p:nvSpPr>
            <p:cNvPr id="666" name="Google Shape;666;p33"/>
            <p:cNvSpPr/>
            <p:nvPr/>
          </p:nvSpPr>
          <p:spPr>
            <a:xfrm>
              <a:off x="9113088" y="2453017"/>
              <a:ext cx="1294130" cy="1155065"/>
            </a:xfrm>
            <a:custGeom>
              <a:avLst/>
              <a:gdLst/>
              <a:ahLst/>
              <a:cxnLst/>
              <a:rect l="l" t="t" r="r" b="b"/>
              <a:pathLst>
                <a:path w="1294129" h="1155064" extrusionOk="0">
                  <a:moveTo>
                    <a:pt x="1294129" y="0"/>
                  </a:moveTo>
                  <a:lnTo>
                    <a:pt x="0" y="0"/>
                  </a:lnTo>
                  <a:lnTo>
                    <a:pt x="0" y="1154772"/>
                  </a:lnTo>
                  <a:lnTo>
                    <a:pt x="1294129" y="1154772"/>
                  </a:lnTo>
                  <a:lnTo>
                    <a:pt x="1294129" y="0"/>
                  </a:lnTo>
                  <a:close/>
                </a:path>
              </a:pathLst>
            </a:custGeom>
            <a:solidFill>
              <a:srgbClr val="4472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7" name="Google Shape;667;p33"/>
            <p:cNvSpPr/>
            <p:nvPr/>
          </p:nvSpPr>
          <p:spPr>
            <a:xfrm>
              <a:off x="10407218" y="1726730"/>
              <a:ext cx="726440" cy="1881505"/>
            </a:xfrm>
            <a:custGeom>
              <a:avLst/>
              <a:gdLst/>
              <a:ahLst/>
              <a:cxnLst/>
              <a:rect l="l" t="t" r="r" b="b"/>
              <a:pathLst>
                <a:path w="726440" h="1881504" extrusionOk="0">
                  <a:moveTo>
                    <a:pt x="726300" y="0"/>
                  </a:moveTo>
                  <a:lnTo>
                    <a:pt x="0" y="726300"/>
                  </a:lnTo>
                  <a:lnTo>
                    <a:pt x="0" y="1881060"/>
                  </a:lnTo>
                  <a:lnTo>
                    <a:pt x="726300" y="1154772"/>
                  </a:lnTo>
                  <a:lnTo>
                    <a:pt x="726300" y="0"/>
                  </a:lnTo>
                  <a:close/>
                </a:path>
              </a:pathLst>
            </a:custGeom>
            <a:solidFill>
              <a:srgbClr val="375C9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8" name="Google Shape;668;p33"/>
            <p:cNvSpPr/>
            <p:nvPr/>
          </p:nvSpPr>
          <p:spPr>
            <a:xfrm>
              <a:off x="9113088" y="1726730"/>
              <a:ext cx="2020570" cy="726440"/>
            </a:xfrm>
            <a:custGeom>
              <a:avLst/>
              <a:gdLst/>
              <a:ahLst/>
              <a:cxnLst/>
              <a:rect l="l" t="t" r="r" b="b"/>
              <a:pathLst>
                <a:path w="2020570" h="726439" extrusionOk="0">
                  <a:moveTo>
                    <a:pt x="2020430" y="0"/>
                  </a:moveTo>
                  <a:lnTo>
                    <a:pt x="726287" y="0"/>
                  </a:lnTo>
                  <a:lnTo>
                    <a:pt x="0" y="726300"/>
                  </a:lnTo>
                  <a:lnTo>
                    <a:pt x="1294130" y="726300"/>
                  </a:lnTo>
                  <a:lnTo>
                    <a:pt x="2020430" y="0"/>
                  </a:lnTo>
                  <a:close/>
                </a:path>
              </a:pathLst>
            </a:custGeom>
            <a:solidFill>
              <a:srgbClr val="698ED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69" name="Google Shape;669;p33"/>
            <p:cNvSpPr/>
            <p:nvPr/>
          </p:nvSpPr>
          <p:spPr>
            <a:xfrm>
              <a:off x="9113088" y="1726730"/>
              <a:ext cx="2019935" cy="1880235"/>
            </a:xfrm>
            <a:custGeom>
              <a:avLst/>
              <a:gdLst/>
              <a:ahLst/>
              <a:cxnLst/>
              <a:rect l="l" t="t" r="r" b="b"/>
              <a:pathLst>
                <a:path w="2019934" h="1880235" extrusionOk="0">
                  <a:moveTo>
                    <a:pt x="0" y="725927"/>
                  </a:moveTo>
                  <a:lnTo>
                    <a:pt x="725926" y="0"/>
                  </a:lnTo>
                  <a:lnTo>
                    <a:pt x="2019399" y="0"/>
                  </a:lnTo>
                  <a:lnTo>
                    <a:pt x="2019399" y="1154181"/>
                  </a:lnTo>
                  <a:lnTo>
                    <a:pt x="1293480" y="1880110"/>
                  </a:lnTo>
                  <a:lnTo>
                    <a:pt x="0" y="1880110"/>
                  </a:lnTo>
                  <a:lnTo>
                    <a:pt x="0" y="725927"/>
                  </a:lnTo>
                  <a:close/>
                </a:path>
                <a:path w="2019934" h="1880235" extrusionOk="0">
                  <a:moveTo>
                    <a:pt x="0" y="725927"/>
                  </a:moveTo>
                  <a:lnTo>
                    <a:pt x="1293480" y="725927"/>
                  </a:lnTo>
                  <a:lnTo>
                    <a:pt x="2019399" y="0"/>
                  </a:lnTo>
                </a:path>
                <a:path w="2019934" h="1880235" extrusionOk="0">
                  <a:moveTo>
                    <a:pt x="1293480" y="725927"/>
                  </a:moveTo>
                  <a:lnTo>
                    <a:pt x="1293480" y="1880110"/>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670" name="Google Shape;670;p33"/>
          <p:cNvSpPr txBox="1"/>
          <p:nvPr/>
        </p:nvSpPr>
        <p:spPr>
          <a:xfrm>
            <a:off x="9191828" y="3732466"/>
            <a:ext cx="1514475" cy="3302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Cambria"/>
                <a:ea typeface="Cambria"/>
                <a:cs typeface="Cambria"/>
                <a:sym typeface="Cambria"/>
              </a:rPr>
              <a:t>28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28 </a:t>
            </a:r>
            <a:r>
              <a:rPr lang="en-US" sz="2000" b="0" i="0" u="none" strike="noStrike" cap="none">
                <a:solidFill>
                  <a:srgbClr val="000000"/>
                </a:solidFill>
                <a:latin typeface="Cambria Math"/>
                <a:ea typeface="Cambria Math"/>
                <a:cs typeface="Cambria Math"/>
                <a:sym typeface="Cambria Math"/>
              </a:rPr>
              <a:t>× </a:t>
            </a:r>
            <a:r>
              <a:rPr lang="en-US" sz="2000" b="0" i="0" u="none" strike="noStrike" cap="none">
                <a:solidFill>
                  <a:srgbClr val="000000"/>
                </a:solidFill>
                <a:latin typeface="Cambria"/>
                <a:ea typeface="Cambria"/>
                <a:cs typeface="Cambria"/>
                <a:sym typeface="Cambria"/>
              </a:rPr>
              <a:t>32</a:t>
            </a:r>
            <a:endParaRPr sz="2000" b="0" i="0" u="none" strike="noStrike" cap="none">
              <a:solidFill>
                <a:srgbClr val="000000"/>
              </a:solidFill>
              <a:latin typeface="Cambria"/>
              <a:ea typeface="Cambria"/>
              <a:cs typeface="Cambria"/>
              <a:sym typeface="Cambria"/>
            </a:endParaRPr>
          </a:p>
        </p:txBody>
      </p:sp>
      <p:pic>
        <p:nvPicPr>
          <p:cNvPr id="671" name="Google Shape;671;p3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675"/>
        <p:cNvGrpSpPr/>
        <p:nvPr/>
      </p:nvGrpSpPr>
      <p:grpSpPr>
        <a:xfrm>
          <a:off x="0" y="0"/>
          <a:ext cx="0" cy="0"/>
          <a:chOff x="0" y="0"/>
          <a:chExt cx="0" cy="0"/>
        </a:xfrm>
      </p:grpSpPr>
      <p:sp>
        <p:nvSpPr>
          <p:cNvPr id="676" name="Google Shape;676;p34"/>
          <p:cNvSpPr txBox="1">
            <a:spLocks noGrp="1"/>
          </p:cNvSpPr>
          <p:nvPr>
            <p:ph type="title"/>
          </p:nvPr>
        </p:nvSpPr>
        <p:spPr>
          <a:xfrm>
            <a:off x="1817849" y="1465175"/>
            <a:ext cx="8634900" cy="1860000"/>
          </a:xfrm>
          <a:prstGeom prst="rect">
            <a:avLst/>
          </a:prstGeom>
          <a:noFill/>
          <a:ln>
            <a:noFill/>
          </a:ln>
        </p:spPr>
        <p:txBody>
          <a:bodyPr spcFirstLastPara="1" wrap="square" lIns="0" tIns="12700" rIns="0" bIns="0" anchor="t" anchorCtr="0">
            <a:spAutoFit/>
          </a:bodyPr>
          <a:lstStyle/>
          <a:p>
            <a:pPr marL="4401185" lvl="0" indent="0" algn="ctr" rtl="0">
              <a:lnSpc>
                <a:spcPct val="100000"/>
              </a:lnSpc>
              <a:spcBef>
                <a:spcPts val="0"/>
              </a:spcBef>
              <a:spcAft>
                <a:spcPts val="0"/>
              </a:spcAft>
              <a:buSzPts val="1400"/>
              <a:buNone/>
            </a:pPr>
            <a:r>
              <a:rPr lang="en-US" sz="6000" dirty="0">
                <a:latin typeface="Arial"/>
                <a:ea typeface="Arial"/>
                <a:cs typeface="Arial"/>
                <a:sym typeface="Arial"/>
              </a:rPr>
              <a:t>Case Studies</a:t>
            </a:r>
            <a:endParaRPr sz="6000" dirty="0">
              <a:latin typeface="Arial"/>
              <a:ea typeface="Arial"/>
              <a:cs typeface="Arial"/>
              <a:sym typeface="Arial"/>
            </a:endParaRPr>
          </a:p>
        </p:txBody>
      </p:sp>
      <p:sp>
        <p:nvSpPr>
          <p:cNvPr id="677" name="Google Shape;677;p34"/>
          <p:cNvSpPr txBox="1"/>
          <p:nvPr/>
        </p:nvSpPr>
        <p:spPr>
          <a:xfrm>
            <a:off x="4836351" y="3680674"/>
            <a:ext cx="6908799" cy="8439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dirty="0">
                <a:solidFill>
                  <a:srgbClr val="000000"/>
                </a:solidFill>
                <a:latin typeface="Arial"/>
                <a:ea typeface="Arial"/>
                <a:cs typeface="Arial"/>
                <a:sym typeface="Arial"/>
              </a:rPr>
              <a:t>Inception network</a:t>
            </a:r>
            <a:endParaRPr sz="5400" b="0" i="0" u="none" strike="noStrike" cap="none" dirty="0">
              <a:solidFill>
                <a:srgbClr val="000000"/>
              </a:solidFill>
              <a:latin typeface="Arial"/>
              <a:ea typeface="Arial"/>
              <a:cs typeface="Arial"/>
              <a:sym typeface="Arial"/>
            </a:endParaRPr>
          </a:p>
        </p:txBody>
      </p:sp>
      <p:sp>
        <p:nvSpPr>
          <p:cNvPr id="678" name="Google Shape;678;p34"/>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679" name="Google Shape;679;p3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683"/>
        <p:cNvGrpSpPr/>
        <p:nvPr/>
      </p:nvGrpSpPr>
      <p:grpSpPr>
        <a:xfrm>
          <a:off x="0" y="0"/>
          <a:ext cx="0" cy="0"/>
          <a:chOff x="0" y="0"/>
          <a:chExt cx="0" cy="0"/>
        </a:xfrm>
      </p:grpSpPr>
      <p:sp>
        <p:nvSpPr>
          <p:cNvPr id="684" name="Google Shape;684;p35"/>
          <p:cNvSpPr txBox="1">
            <a:spLocks noGrp="1"/>
          </p:cNvSpPr>
          <p:nvPr>
            <p:ph type="title"/>
          </p:nvPr>
        </p:nvSpPr>
        <p:spPr>
          <a:xfrm>
            <a:off x="261625" y="139700"/>
            <a:ext cx="9089400" cy="2383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dirty="0">
                <a:latin typeface="Arial"/>
                <a:ea typeface="Arial"/>
                <a:cs typeface="Arial"/>
                <a:sym typeface="Arial"/>
              </a:rPr>
              <a:t>Inception module</a:t>
            </a:r>
            <a:endParaRPr sz="4400" dirty="0">
              <a:latin typeface="Arial"/>
              <a:ea typeface="Arial"/>
              <a:cs typeface="Arial"/>
              <a:sym typeface="Arial"/>
            </a:endParaRPr>
          </a:p>
          <a:p>
            <a:pPr marL="12700" lvl="0" indent="0" algn="l" rtl="0">
              <a:lnSpc>
                <a:spcPct val="100000"/>
              </a:lnSpc>
              <a:spcBef>
                <a:spcPts val="0"/>
              </a:spcBef>
              <a:spcAft>
                <a:spcPts val="0"/>
              </a:spcAft>
              <a:buClr>
                <a:schemeClr val="dk1"/>
              </a:buClr>
              <a:buSzPts val="6600"/>
              <a:buFont typeface="Arial"/>
              <a:buNone/>
            </a:pPr>
            <a:endParaRPr dirty="0">
              <a:latin typeface="Arial"/>
              <a:ea typeface="Arial"/>
              <a:cs typeface="Arial"/>
              <a:sym typeface="Arial"/>
            </a:endParaRPr>
          </a:p>
          <a:p>
            <a:pPr marL="12700" lvl="0" indent="0" algn="l" rtl="0">
              <a:lnSpc>
                <a:spcPct val="100000"/>
              </a:lnSpc>
              <a:spcBef>
                <a:spcPts val="0"/>
              </a:spcBef>
              <a:spcAft>
                <a:spcPts val="0"/>
              </a:spcAft>
              <a:buSzPts val="1400"/>
              <a:buNone/>
            </a:pPr>
            <a:endParaRPr sz="4400" dirty="0">
              <a:latin typeface="Arial"/>
              <a:ea typeface="Arial"/>
              <a:cs typeface="Arial"/>
              <a:sym typeface="Arial"/>
            </a:endParaRPr>
          </a:p>
        </p:txBody>
      </p:sp>
      <p:pic>
        <p:nvPicPr>
          <p:cNvPr id="685" name="Google Shape;685;p35"/>
          <p:cNvPicPr preferRelativeResize="0"/>
          <p:nvPr/>
        </p:nvPicPr>
        <p:blipFill rotWithShape="1">
          <a:blip r:embed="rId3">
            <a:alphaModFix/>
          </a:blip>
          <a:srcRect/>
          <a:stretch/>
        </p:blipFill>
        <p:spPr>
          <a:xfrm>
            <a:off x="10917154" y="0"/>
            <a:ext cx="1265346" cy="695950"/>
          </a:xfrm>
          <a:prstGeom prst="rect">
            <a:avLst/>
          </a:prstGeom>
          <a:noFill/>
          <a:ln>
            <a:noFill/>
          </a:ln>
        </p:spPr>
      </p:pic>
      <p:sp>
        <p:nvSpPr>
          <p:cNvPr id="686" name="Google Shape;686;p35"/>
          <p:cNvSpPr txBox="1"/>
          <p:nvPr/>
        </p:nvSpPr>
        <p:spPr>
          <a:xfrm>
            <a:off x="496913" y="1538550"/>
            <a:ext cx="11341125" cy="3877954"/>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solidFill>
                  <a:schemeClr val="dk1"/>
                </a:solidFill>
              </a:rPr>
              <a:t>The Inception module is a building block used in the Inception network, a convolutional neural network architecture designed for image recognition tasks.</a:t>
            </a:r>
            <a:endParaRPr lang="vi-VN"/>
          </a:p>
          <a:p>
            <a:pPr marL="342900" lvl="0" indent="-342900">
              <a:buSzPts val="2400"/>
              <a:buFont typeface="Arial" panose="020B0604020202020204" pitchFamily="34" charset="0"/>
              <a:buChar char="•"/>
            </a:pPr>
            <a:r>
              <a:rPr lang="en-US" sz="2400" dirty="0">
                <a:solidFill>
                  <a:schemeClr val="dk1"/>
                </a:solidFill>
              </a:rPr>
              <a:t>The module takes as input the activation output from some previous layer and applies a combination of 1x1, 3x3, and 5x5 convolutions, as well as pooling layers, to the input. </a:t>
            </a:r>
          </a:p>
          <a:p>
            <a:pPr marL="342900" lvl="0" indent="-342900">
              <a:buSzPts val="2400"/>
              <a:buFont typeface="Arial" panose="020B0604020202020204" pitchFamily="34" charset="0"/>
              <a:buChar char="•"/>
            </a:pPr>
            <a:r>
              <a:rPr lang="en-US" sz="2400" dirty="0">
                <a:solidFill>
                  <a:schemeClr val="dk1"/>
                </a:solidFill>
              </a:rPr>
              <a:t>The output of each convolutional layer is then concatenated along the channel dimension to form the output of the Inception module. The Inception module allows the network to learn the most effective combinations of filter sizes and pooling layers for each layer, and has been shown to achieve state-of-the-art performance on image recognition tasks.</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690"/>
        <p:cNvGrpSpPr/>
        <p:nvPr/>
      </p:nvGrpSpPr>
      <p:grpSpPr>
        <a:xfrm>
          <a:off x="0" y="0"/>
          <a:ext cx="0" cy="0"/>
          <a:chOff x="0" y="0"/>
          <a:chExt cx="0" cy="0"/>
        </a:xfrm>
      </p:grpSpPr>
      <p:sp>
        <p:nvSpPr>
          <p:cNvPr id="691" name="Google Shape;691;p36"/>
          <p:cNvSpPr txBox="1">
            <a:spLocks noGrp="1"/>
          </p:cNvSpPr>
          <p:nvPr>
            <p:ph type="title"/>
          </p:nvPr>
        </p:nvSpPr>
        <p:spPr>
          <a:xfrm>
            <a:off x="261620" y="139700"/>
            <a:ext cx="45048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Inception module</a:t>
            </a:r>
            <a:endParaRPr sz="4400">
              <a:latin typeface="Arial"/>
              <a:ea typeface="Arial"/>
              <a:cs typeface="Arial"/>
              <a:sym typeface="Arial"/>
            </a:endParaRPr>
          </a:p>
        </p:txBody>
      </p:sp>
      <p:sp>
        <p:nvSpPr>
          <p:cNvPr id="692" name="Google Shape;692;p36"/>
          <p:cNvSpPr txBox="1"/>
          <p:nvPr/>
        </p:nvSpPr>
        <p:spPr>
          <a:xfrm>
            <a:off x="1167239" y="3164954"/>
            <a:ext cx="2159000" cy="1066800"/>
          </a:xfrm>
          <a:prstGeom prst="rect">
            <a:avLst/>
          </a:prstGeom>
          <a:solidFill>
            <a:srgbClr val="3E9659"/>
          </a:solidFill>
          <a:ln w="12675" cap="flat" cmpd="sng">
            <a:solidFill>
              <a:srgbClr val="000000"/>
            </a:solidFill>
            <a:prstDash val="solid"/>
            <a:round/>
            <a:headEnd type="none" w="sm" len="sm"/>
            <a:tailEnd type="none" w="sm" len="sm"/>
          </a:ln>
        </p:spPr>
        <p:txBody>
          <a:bodyPr spcFirstLastPara="1" wrap="square" lIns="0" tIns="24750" rIns="0" bIns="0" anchor="t" anchorCtr="0">
            <a:spAutoFit/>
          </a:bodyPr>
          <a:lstStyle/>
          <a:p>
            <a:pPr marL="107314" marR="97790" lvl="0" indent="150495" algn="l" rtl="0">
              <a:lnSpc>
                <a:spcPct val="101600"/>
              </a:lnSpc>
              <a:spcBef>
                <a:spcPts val="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Previous Activation</a:t>
            </a:r>
            <a:endParaRPr sz="3200" b="0" i="0" u="none" strike="noStrike" cap="none">
              <a:solidFill>
                <a:srgbClr val="000000"/>
              </a:solidFill>
              <a:latin typeface="Cambria"/>
              <a:ea typeface="Cambria"/>
              <a:cs typeface="Cambria"/>
              <a:sym typeface="Cambria"/>
            </a:endParaRPr>
          </a:p>
        </p:txBody>
      </p:sp>
      <p:sp>
        <p:nvSpPr>
          <p:cNvPr id="693" name="Google Shape;693;p36"/>
          <p:cNvSpPr txBox="1"/>
          <p:nvPr/>
        </p:nvSpPr>
        <p:spPr>
          <a:xfrm>
            <a:off x="6532600" y="1012532"/>
            <a:ext cx="1453515" cy="1092835"/>
          </a:xfrm>
          <a:prstGeom prst="rect">
            <a:avLst/>
          </a:prstGeom>
          <a:solidFill>
            <a:srgbClr val="5185EC"/>
          </a:solidFill>
          <a:ln w="12675" cap="flat" cmpd="sng">
            <a:solidFill>
              <a:srgbClr val="000000"/>
            </a:solidFill>
            <a:prstDash val="solid"/>
            <a:round/>
            <a:headEnd type="none" w="sm" len="sm"/>
            <a:tailEnd type="none" w="sm" len="sm"/>
          </a:ln>
        </p:spPr>
        <p:txBody>
          <a:bodyPr spcFirstLastPara="1" wrap="square" lIns="0" tIns="46350" rIns="0" bIns="0" anchor="t" anchorCtr="0">
            <a:spAutoFit/>
          </a:bodyPr>
          <a:lstStyle/>
          <a:p>
            <a:pPr marL="243204"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1 </a:t>
            </a:r>
            <a:r>
              <a:rPr lang="en-US" sz="3200" b="0" i="0" u="none" strike="noStrike" cap="none">
                <a:solidFill>
                  <a:srgbClr val="FFFFFF"/>
                </a:solidFill>
                <a:latin typeface="Cambria Math"/>
                <a:ea typeface="Cambria Math"/>
                <a:cs typeface="Cambria Math"/>
                <a:sym typeface="Cambria Math"/>
              </a:rPr>
              <a:t>× </a:t>
            </a:r>
            <a:r>
              <a:rPr lang="en-US" sz="3200" b="0" i="0" u="none" strike="noStrike" cap="none">
                <a:solidFill>
                  <a:srgbClr val="FFFFFF"/>
                </a:solidFill>
                <a:latin typeface="Cambria"/>
                <a:ea typeface="Cambria"/>
                <a:cs typeface="Cambria"/>
                <a:sym typeface="Cambria"/>
              </a:rPr>
              <a:t>1</a:t>
            </a:r>
            <a:endParaRPr sz="3200" b="0" i="0" u="none" strike="noStrike" cap="none">
              <a:solidFill>
                <a:srgbClr val="000000"/>
              </a:solidFill>
              <a:latin typeface="Cambria"/>
              <a:ea typeface="Cambria"/>
              <a:cs typeface="Cambria"/>
              <a:sym typeface="Cambria"/>
            </a:endParaRPr>
          </a:p>
          <a:p>
            <a:pPr marL="109220" marR="0" lvl="0" indent="0" algn="l" rtl="0">
              <a:lnSpc>
                <a:spcPct val="100000"/>
              </a:lnSpc>
              <a:spcBef>
                <a:spcPts val="6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CONV</a:t>
            </a:r>
            <a:endParaRPr sz="3200" b="0" i="0" u="none" strike="noStrike" cap="none">
              <a:solidFill>
                <a:srgbClr val="000000"/>
              </a:solidFill>
              <a:latin typeface="Cambria"/>
              <a:ea typeface="Cambria"/>
              <a:cs typeface="Cambria"/>
              <a:sym typeface="Cambria"/>
            </a:endParaRPr>
          </a:p>
        </p:txBody>
      </p:sp>
      <p:grpSp>
        <p:nvGrpSpPr>
          <p:cNvPr id="694" name="Google Shape;694;p36"/>
          <p:cNvGrpSpPr/>
          <p:nvPr/>
        </p:nvGrpSpPr>
        <p:grpSpPr>
          <a:xfrm>
            <a:off x="4288386" y="2445705"/>
            <a:ext cx="1466215" cy="1105535"/>
            <a:chOff x="4288386" y="2445705"/>
            <a:chExt cx="1466215" cy="1105535"/>
          </a:xfrm>
        </p:grpSpPr>
        <p:sp>
          <p:nvSpPr>
            <p:cNvPr id="695" name="Google Shape;695;p36"/>
            <p:cNvSpPr/>
            <p:nvPr/>
          </p:nvSpPr>
          <p:spPr>
            <a:xfrm>
              <a:off x="4294733" y="2452052"/>
              <a:ext cx="1454150" cy="1093470"/>
            </a:xfrm>
            <a:custGeom>
              <a:avLst/>
              <a:gdLst/>
              <a:ahLst/>
              <a:cxnLst/>
              <a:rect l="l" t="t" r="r" b="b"/>
              <a:pathLst>
                <a:path w="1454150" h="1093470" extrusionOk="0">
                  <a:moveTo>
                    <a:pt x="1453769" y="0"/>
                  </a:moveTo>
                  <a:lnTo>
                    <a:pt x="0" y="0"/>
                  </a:lnTo>
                  <a:lnTo>
                    <a:pt x="0" y="1093304"/>
                  </a:lnTo>
                  <a:lnTo>
                    <a:pt x="1453769" y="1093304"/>
                  </a:lnTo>
                  <a:lnTo>
                    <a:pt x="1453769" y="0"/>
                  </a:lnTo>
                  <a:close/>
                </a:path>
              </a:pathLst>
            </a:custGeom>
            <a:solidFill>
              <a:srgbClr val="5185E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6" name="Google Shape;696;p36"/>
            <p:cNvSpPr/>
            <p:nvPr/>
          </p:nvSpPr>
          <p:spPr>
            <a:xfrm>
              <a:off x="4294733" y="2445705"/>
              <a:ext cx="0" cy="1105535"/>
            </a:xfrm>
            <a:custGeom>
              <a:avLst/>
              <a:gdLst/>
              <a:ahLst/>
              <a:cxnLst/>
              <a:rect l="l" t="t" r="r" b="b"/>
              <a:pathLst>
                <a:path w="120000" h="1105535" extrusionOk="0">
                  <a:moveTo>
                    <a:pt x="0" y="0"/>
                  </a:moveTo>
                  <a:lnTo>
                    <a:pt x="0" y="110543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7" name="Google Shape;697;p36"/>
            <p:cNvSpPr/>
            <p:nvPr/>
          </p:nvSpPr>
          <p:spPr>
            <a:xfrm>
              <a:off x="5747752" y="2445705"/>
              <a:ext cx="0" cy="1105535"/>
            </a:xfrm>
            <a:custGeom>
              <a:avLst/>
              <a:gdLst/>
              <a:ahLst/>
              <a:cxnLst/>
              <a:rect l="l" t="t" r="r" b="b"/>
              <a:pathLst>
                <a:path w="120000" h="1105535" extrusionOk="0">
                  <a:moveTo>
                    <a:pt x="0" y="0"/>
                  </a:moveTo>
                  <a:lnTo>
                    <a:pt x="0" y="110543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8" name="Google Shape;698;p36"/>
            <p:cNvSpPr/>
            <p:nvPr/>
          </p:nvSpPr>
          <p:spPr>
            <a:xfrm>
              <a:off x="4288386" y="2445705"/>
              <a:ext cx="1466215" cy="12700"/>
            </a:xfrm>
            <a:custGeom>
              <a:avLst/>
              <a:gdLst/>
              <a:ahLst/>
              <a:cxnLst/>
              <a:rect l="l" t="t" r="r" b="b"/>
              <a:pathLst>
                <a:path w="1466214" h="12700" extrusionOk="0">
                  <a:moveTo>
                    <a:pt x="0" y="0"/>
                  </a:moveTo>
                  <a:lnTo>
                    <a:pt x="1465712" y="0"/>
                  </a:lnTo>
                  <a:lnTo>
                    <a:pt x="1465712" y="12693"/>
                  </a:lnTo>
                  <a:lnTo>
                    <a:pt x="0" y="12693"/>
                  </a:lnTo>
                  <a:lnTo>
                    <a:pt x="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9" name="Google Shape;699;p36"/>
            <p:cNvSpPr/>
            <p:nvPr/>
          </p:nvSpPr>
          <p:spPr>
            <a:xfrm>
              <a:off x="4288386" y="3544794"/>
              <a:ext cx="1466215" cy="0"/>
            </a:xfrm>
            <a:custGeom>
              <a:avLst/>
              <a:gdLst/>
              <a:ahLst/>
              <a:cxnLst/>
              <a:rect l="l" t="t" r="r" b="b"/>
              <a:pathLst>
                <a:path w="1466214" h="120000" extrusionOk="0">
                  <a:moveTo>
                    <a:pt x="0" y="0"/>
                  </a:moveTo>
                  <a:lnTo>
                    <a:pt x="1465712"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700" name="Google Shape;700;p36"/>
          <p:cNvSpPr txBox="1"/>
          <p:nvPr/>
        </p:nvSpPr>
        <p:spPr>
          <a:xfrm>
            <a:off x="4294733" y="2485631"/>
            <a:ext cx="1454150" cy="1008380"/>
          </a:xfrm>
          <a:prstGeom prst="rect">
            <a:avLst/>
          </a:prstGeom>
          <a:noFill/>
          <a:ln>
            <a:noFill/>
          </a:ln>
        </p:spPr>
        <p:txBody>
          <a:bodyPr spcFirstLastPara="1" wrap="square" lIns="0" tIns="12700" rIns="0" bIns="0" anchor="t" anchorCtr="0">
            <a:spAutoFit/>
          </a:bodyPr>
          <a:lstStyle/>
          <a:p>
            <a:pPr marL="243204"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1 </a:t>
            </a:r>
            <a:r>
              <a:rPr lang="en-US" sz="3200" b="0" i="0" u="none" strike="noStrike" cap="none">
                <a:solidFill>
                  <a:srgbClr val="FFFFFF"/>
                </a:solidFill>
                <a:latin typeface="Cambria Math"/>
                <a:ea typeface="Cambria Math"/>
                <a:cs typeface="Cambria Math"/>
                <a:sym typeface="Cambria Math"/>
              </a:rPr>
              <a:t>× </a:t>
            </a:r>
            <a:r>
              <a:rPr lang="en-US" sz="3200" b="0" i="0" u="none" strike="noStrike" cap="none">
                <a:solidFill>
                  <a:srgbClr val="FFFFFF"/>
                </a:solidFill>
                <a:latin typeface="Cambria"/>
                <a:ea typeface="Cambria"/>
                <a:cs typeface="Cambria"/>
                <a:sym typeface="Cambria"/>
              </a:rPr>
              <a:t>1</a:t>
            </a:r>
            <a:endParaRPr sz="3200" b="0" i="0" u="none" strike="noStrike" cap="none">
              <a:solidFill>
                <a:srgbClr val="000000"/>
              </a:solidFill>
              <a:latin typeface="Cambria"/>
              <a:ea typeface="Cambria"/>
              <a:cs typeface="Cambria"/>
              <a:sym typeface="Cambria"/>
            </a:endParaRPr>
          </a:p>
          <a:p>
            <a:pPr marL="109220" marR="0" lvl="0" indent="0" algn="l" rtl="0">
              <a:lnSpc>
                <a:spcPct val="100000"/>
              </a:lnSpc>
              <a:spcBef>
                <a:spcPts val="6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CONV</a:t>
            </a:r>
            <a:endParaRPr sz="3200" b="0" i="0" u="none" strike="noStrike" cap="none">
              <a:solidFill>
                <a:srgbClr val="000000"/>
              </a:solidFill>
              <a:latin typeface="Cambria"/>
              <a:ea typeface="Cambria"/>
              <a:cs typeface="Cambria"/>
              <a:sym typeface="Cambria"/>
            </a:endParaRPr>
          </a:p>
        </p:txBody>
      </p:sp>
      <p:sp>
        <p:nvSpPr>
          <p:cNvPr id="701" name="Google Shape;701;p36"/>
          <p:cNvSpPr txBox="1"/>
          <p:nvPr/>
        </p:nvSpPr>
        <p:spPr>
          <a:xfrm>
            <a:off x="6537197" y="2446299"/>
            <a:ext cx="1453515" cy="1092835"/>
          </a:xfrm>
          <a:prstGeom prst="rect">
            <a:avLst/>
          </a:prstGeom>
          <a:solidFill>
            <a:srgbClr val="5185EC"/>
          </a:solidFill>
          <a:ln w="12675" cap="flat" cmpd="sng">
            <a:solidFill>
              <a:srgbClr val="000000"/>
            </a:solidFill>
            <a:prstDash val="solid"/>
            <a:round/>
            <a:headEnd type="none" w="sm" len="sm"/>
            <a:tailEnd type="none" w="sm" len="sm"/>
          </a:ln>
        </p:spPr>
        <p:txBody>
          <a:bodyPr spcFirstLastPara="1" wrap="square" lIns="0" tIns="46350" rIns="0" bIns="0" anchor="t" anchorCtr="0">
            <a:spAutoFit/>
          </a:bodyPr>
          <a:lstStyle/>
          <a:p>
            <a:pPr marL="243204"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3 </a:t>
            </a:r>
            <a:r>
              <a:rPr lang="en-US" sz="3200" b="0" i="0" u="none" strike="noStrike" cap="none">
                <a:solidFill>
                  <a:srgbClr val="FFFFFF"/>
                </a:solidFill>
                <a:latin typeface="Cambria Math"/>
                <a:ea typeface="Cambria Math"/>
                <a:cs typeface="Cambria Math"/>
                <a:sym typeface="Cambria Math"/>
              </a:rPr>
              <a:t>× </a:t>
            </a:r>
            <a:r>
              <a:rPr lang="en-US" sz="3200" b="0" i="0" u="none" strike="noStrike" cap="none">
                <a:solidFill>
                  <a:srgbClr val="FFFFFF"/>
                </a:solidFill>
                <a:latin typeface="Cambria"/>
                <a:ea typeface="Cambria"/>
                <a:cs typeface="Cambria"/>
                <a:sym typeface="Cambria"/>
              </a:rPr>
              <a:t>3</a:t>
            </a:r>
            <a:endParaRPr sz="3200" b="0" i="0" u="none" strike="noStrike" cap="none">
              <a:solidFill>
                <a:srgbClr val="000000"/>
              </a:solidFill>
              <a:latin typeface="Cambria"/>
              <a:ea typeface="Cambria"/>
              <a:cs typeface="Cambria"/>
              <a:sym typeface="Cambria"/>
            </a:endParaRPr>
          </a:p>
          <a:p>
            <a:pPr marL="109220" marR="0" lvl="0" indent="0" algn="l" rtl="0">
              <a:lnSpc>
                <a:spcPct val="100000"/>
              </a:lnSpc>
              <a:spcBef>
                <a:spcPts val="6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CONV</a:t>
            </a:r>
            <a:endParaRPr sz="3200" b="0" i="0" u="none" strike="noStrike" cap="none">
              <a:solidFill>
                <a:srgbClr val="000000"/>
              </a:solidFill>
              <a:latin typeface="Cambria"/>
              <a:ea typeface="Cambria"/>
              <a:cs typeface="Cambria"/>
              <a:sym typeface="Cambria"/>
            </a:endParaRPr>
          </a:p>
        </p:txBody>
      </p:sp>
      <p:sp>
        <p:nvSpPr>
          <p:cNvPr id="702" name="Google Shape;702;p36"/>
          <p:cNvSpPr txBox="1"/>
          <p:nvPr/>
        </p:nvSpPr>
        <p:spPr>
          <a:xfrm>
            <a:off x="4294733" y="3880065"/>
            <a:ext cx="1453515" cy="1092835"/>
          </a:xfrm>
          <a:prstGeom prst="rect">
            <a:avLst/>
          </a:prstGeom>
          <a:solidFill>
            <a:srgbClr val="5185EC"/>
          </a:solidFill>
          <a:ln w="12675" cap="flat" cmpd="sng">
            <a:solidFill>
              <a:srgbClr val="000000"/>
            </a:solidFill>
            <a:prstDash val="solid"/>
            <a:round/>
            <a:headEnd type="none" w="sm" len="sm"/>
            <a:tailEnd type="none" w="sm" len="sm"/>
          </a:ln>
        </p:spPr>
        <p:txBody>
          <a:bodyPr spcFirstLastPara="1" wrap="square" lIns="0" tIns="46350" rIns="0" bIns="0" anchor="t" anchorCtr="0">
            <a:spAutoFit/>
          </a:bodyPr>
          <a:lstStyle/>
          <a:p>
            <a:pPr marL="243204"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1 </a:t>
            </a:r>
            <a:r>
              <a:rPr lang="en-US" sz="3200" b="0" i="0" u="none" strike="noStrike" cap="none">
                <a:solidFill>
                  <a:srgbClr val="FFFFFF"/>
                </a:solidFill>
                <a:latin typeface="Cambria Math"/>
                <a:ea typeface="Cambria Math"/>
                <a:cs typeface="Cambria Math"/>
                <a:sym typeface="Cambria Math"/>
              </a:rPr>
              <a:t>× </a:t>
            </a:r>
            <a:r>
              <a:rPr lang="en-US" sz="3200" b="0" i="0" u="none" strike="noStrike" cap="none">
                <a:solidFill>
                  <a:srgbClr val="FFFFFF"/>
                </a:solidFill>
                <a:latin typeface="Cambria"/>
                <a:ea typeface="Cambria"/>
                <a:cs typeface="Cambria"/>
                <a:sym typeface="Cambria"/>
              </a:rPr>
              <a:t>1</a:t>
            </a:r>
            <a:endParaRPr sz="3200" b="0" i="0" u="none" strike="noStrike" cap="none">
              <a:solidFill>
                <a:srgbClr val="000000"/>
              </a:solidFill>
              <a:latin typeface="Cambria"/>
              <a:ea typeface="Cambria"/>
              <a:cs typeface="Cambria"/>
              <a:sym typeface="Cambria"/>
            </a:endParaRPr>
          </a:p>
          <a:p>
            <a:pPr marL="109220" marR="0" lvl="0" indent="0" algn="l" rtl="0">
              <a:lnSpc>
                <a:spcPct val="100000"/>
              </a:lnSpc>
              <a:spcBef>
                <a:spcPts val="6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CONV</a:t>
            </a:r>
            <a:endParaRPr sz="3200" b="0" i="0" u="none" strike="noStrike" cap="none">
              <a:solidFill>
                <a:srgbClr val="000000"/>
              </a:solidFill>
              <a:latin typeface="Cambria"/>
              <a:ea typeface="Cambria"/>
              <a:cs typeface="Cambria"/>
              <a:sym typeface="Cambria"/>
            </a:endParaRPr>
          </a:p>
        </p:txBody>
      </p:sp>
      <p:sp>
        <p:nvSpPr>
          <p:cNvPr id="703" name="Google Shape;703;p36"/>
          <p:cNvSpPr txBox="1"/>
          <p:nvPr/>
        </p:nvSpPr>
        <p:spPr>
          <a:xfrm>
            <a:off x="6537197" y="3880065"/>
            <a:ext cx="1453515" cy="1092835"/>
          </a:xfrm>
          <a:prstGeom prst="rect">
            <a:avLst/>
          </a:prstGeom>
          <a:solidFill>
            <a:srgbClr val="5185EC"/>
          </a:solidFill>
          <a:ln w="12675" cap="flat" cmpd="sng">
            <a:solidFill>
              <a:srgbClr val="000000"/>
            </a:solidFill>
            <a:prstDash val="solid"/>
            <a:round/>
            <a:headEnd type="none" w="sm" len="sm"/>
            <a:tailEnd type="none" w="sm" len="sm"/>
          </a:ln>
        </p:spPr>
        <p:txBody>
          <a:bodyPr spcFirstLastPara="1" wrap="square" lIns="0" tIns="46350" rIns="0" bIns="0" anchor="t" anchorCtr="0">
            <a:spAutoFit/>
          </a:bodyPr>
          <a:lstStyle/>
          <a:p>
            <a:pPr marL="243204"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5 </a:t>
            </a:r>
            <a:r>
              <a:rPr lang="en-US" sz="3200" b="0" i="0" u="none" strike="noStrike" cap="none">
                <a:solidFill>
                  <a:srgbClr val="FFFFFF"/>
                </a:solidFill>
                <a:latin typeface="Cambria Math"/>
                <a:ea typeface="Cambria Math"/>
                <a:cs typeface="Cambria Math"/>
                <a:sym typeface="Cambria Math"/>
              </a:rPr>
              <a:t>× </a:t>
            </a:r>
            <a:r>
              <a:rPr lang="en-US" sz="3200" b="0" i="0" u="none" strike="noStrike" cap="none">
                <a:solidFill>
                  <a:srgbClr val="FFFFFF"/>
                </a:solidFill>
                <a:latin typeface="Cambria"/>
                <a:ea typeface="Cambria"/>
                <a:cs typeface="Cambria"/>
                <a:sym typeface="Cambria"/>
              </a:rPr>
              <a:t>5</a:t>
            </a:r>
            <a:endParaRPr sz="3200" b="0" i="0" u="none" strike="noStrike" cap="none">
              <a:solidFill>
                <a:srgbClr val="000000"/>
              </a:solidFill>
              <a:latin typeface="Cambria"/>
              <a:ea typeface="Cambria"/>
              <a:cs typeface="Cambria"/>
              <a:sym typeface="Cambria"/>
            </a:endParaRPr>
          </a:p>
          <a:p>
            <a:pPr marL="109220" marR="0" lvl="0" indent="0" algn="l" rtl="0">
              <a:lnSpc>
                <a:spcPct val="100000"/>
              </a:lnSpc>
              <a:spcBef>
                <a:spcPts val="6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CONV</a:t>
            </a:r>
            <a:endParaRPr sz="3200" b="0" i="0" u="none" strike="noStrike" cap="none">
              <a:solidFill>
                <a:srgbClr val="000000"/>
              </a:solidFill>
              <a:latin typeface="Cambria"/>
              <a:ea typeface="Cambria"/>
              <a:cs typeface="Cambria"/>
              <a:sym typeface="Cambria"/>
            </a:endParaRPr>
          </a:p>
        </p:txBody>
      </p:sp>
      <p:sp>
        <p:nvSpPr>
          <p:cNvPr id="704" name="Google Shape;704;p36"/>
          <p:cNvSpPr txBox="1"/>
          <p:nvPr/>
        </p:nvSpPr>
        <p:spPr>
          <a:xfrm>
            <a:off x="4172851" y="5308066"/>
            <a:ext cx="1696720" cy="1097280"/>
          </a:xfrm>
          <a:prstGeom prst="rect">
            <a:avLst/>
          </a:prstGeom>
          <a:solidFill>
            <a:srgbClr val="CC4F40"/>
          </a:solidFill>
          <a:ln w="12675" cap="flat" cmpd="sng">
            <a:solidFill>
              <a:srgbClr val="000000"/>
            </a:solidFill>
            <a:prstDash val="solid"/>
            <a:round/>
            <a:headEnd type="none" w="sm" len="sm"/>
            <a:tailEnd type="none" w="sm" len="sm"/>
          </a:ln>
        </p:spPr>
        <p:txBody>
          <a:bodyPr spcFirstLastPara="1" wrap="square" lIns="0" tIns="20300" rIns="0" bIns="0" anchor="t" anchorCtr="0">
            <a:spAutoFit/>
          </a:bodyPr>
          <a:lstStyle/>
          <a:p>
            <a:pPr marL="47625" marR="39370" lvl="0" indent="0" algn="ctr" rtl="0">
              <a:lnSpc>
                <a:spcPct val="116666"/>
              </a:lnSpc>
              <a:spcBef>
                <a:spcPts val="0"/>
              </a:spcBef>
              <a:spcAft>
                <a:spcPts val="0"/>
              </a:spcAft>
              <a:buClr>
                <a:srgbClr val="000000"/>
              </a:buClr>
              <a:buSzPts val="2400"/>
              <a:buFont typeface="Arial"/>
              <a:buNone/>
            </a:pPr>
            <a:r>
              <a:rPr lang="en-US" sz="2400" b="0" i="0" u="none" strike="noStrike" cap="none">
                <a:solidFill>
                  <a:srgbClr val="FFFFFF"/>
                </a:solidFill>
                <a:latin typeface="Cambria"/>
                <a:ea typeface="Cambria"/>
                <a:cs typeface="Cambria"/>
                <a:sym typeface="Cambria"/>
              </a:rPr>
              <a:t>MAXPOOL 3 </a:t>
            </a:r>
            <a:r>
              <a:rPr lang="en-US" sz="2400" b="0" i="0" u="none" strike="noStrike" cap="none">
                <a:solidFill>
                  <a:srgbClr val="FFFFFF"/>
                </a:solidFill>
                <a:latin typeface="Cambria Math"/>
                <a:ea typeface="Cambria Math"/>
                <a:cs typeface="Cambria Math"/>
                <a:sym typeface="Cambria Math"/>
              </a:rPr>
              <a:t>× </a:t>
            </a:r>
            <a:r>
              <a:rPr lang="en-US" sz="2400" b="0" i="0" u="none" strike="noStrike" cap="none">
                <a:solidFill>
                  <a:srgbClr val="FFFFFF"/>
                </a:solidFill>
                <a:latin typeface="Cambria"/>
                <a:ea typeface="Cambria"/>
                <a:cs typeface="Cambria"/>
                <a:sym typeface="Cambria"/>
              </a:rPr>
              <a:t>3,s = 1</a:t>
            </a:r>
            <a:endParaRPr sz="2400" b="0" i="0" u="none" strike="noStrike" cap="none">
              <a:solidFill>
                <a:srgbClr val="000000"/>
              </a:solidFill>
              <a:latin typeface="Cambria"/>
              <a:ea typeface="Cambria"/>
              <a:cs typeface="Cambria"/>
              <a:sym typeface="Cambria"/>
            </a:endParaRPr>
          </a:p>
          <a:p>
            <a:pPr marL="635" marR="0" lvl="0" indent="0" algn="ctr" rtl="0">
              <a:lnSpc>
                <a:spcPct val="117499"/>
              </a:lnSpc>
              <a:spcBef>
                <a:spcPts val="0"/>
              </a:spcBef>
              <a:spcAft>
                <a:spcPts val="0"/>
              </a:spcAft>
              <a:buClr>
                <a:srgbClr val="000000"/>
              </a:buClr>
              <a:buSzPts val="2400"/>
              <a:buFont typeface="Arial"/>
              <a:buNone/>
            </a:pPr>
            <a:r>
              <a:rPr lang="en-US" sz="2400" b="0" i="0" u="none" strike="noStrike" cap="none">
                <a:solidFill>
                  <a:srgbClr val="FFFFFF"/>
                </a:solidFill>
                <a:latin typeface="Cambria"/>
                <a:ea typeface="Cambria"/>
                <a:cs typeface="Cambria"/>
                <a:sym typeface="Cambria"/>
              </a:rPr>
              <a:t>same</a:t>
            </a:r>
            <a:endParaRPr sz="2400" b="0" i="0" u="none" strike="noStrike" cap="none">
              <a:solidFill>
                <a:srgbClr val="000000"/>
              </a:solidFill>
              <a:latin typeface="Cambria"/>
              <a:ea typeface="Cambria"/>
              <a:cs typeface="Cambria"/>
              <a:sym typeface="Cambria"/>
            </a:endParaRPr>
          </a:p>
        </p:txBody>
      </p:sp>
      <p:sp>
        <p:nvSpPr>
          <p:cNvPr id="705" name="Google Shape;705;p36"/>
          <p:cNvSpPr txBox="1"/>
          <p:nvPr/>
        </p:nvSpPr>
        <p:spPr>
          <a:xfrm>
            <a:off x="6537197" y="5313832"/>
            <a:ext cx="1453515" cy="1092835"/>
          </a:xfrm>
          <a:prstGeom prst="rect">
            <a:avLst/>
          </a:prstGeom>
          <a:solidFill>
            <a:srgbClr val="5185EC"/>
          </a:solidFill>
          <a:ln w="12675" cap="flat" cmpd="sng">
            <a:solidFill>
              <a:srgbClr val="000000"/>
            </a:solidFill>
            <a:prstDash val="solid"/>
            <a:round/>
            <a:headEnd type="none" w="sm" len="sm"/>
            <a:tailEnd type="none" w="sm" len="sm"/>
          </a:ln>
        </p:spPr>
        <p:txBody>
          <a:bodyPr spcFirstLastPara="1" wrap="square" lIns="0" tIns="46350" rIns="0" bIns="0" anchor="t" anchorCtr="0">
            <a:spAutoFit/>
          </a:bodyPr>
          <a:lstStyle/>
          <a:p>
            <a:pPr marL="243204" marR="0" lvl="0" indent="0" algn="l" rtl="0">
              <a:lnSpc>
                <a:spcPct val="100000"/>
              </a:lnSpc>
              <a:spcBef>
                <a:spcPts val="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1 </a:t>
            </a:r>
            <a:r>
              <a:rPr lang="en-US" sz="3200" b="0" i="0" u="none" strike="noStrike" cap="none">
                <a:solidFill>
                  <a:srgbClr val="FFFFFF"/>
                </a:solidFill>
                <a:latin typeface="Cambria Math"/>
                <a:ea typeface="Cambria Math"/>
                <a:cs typeface="Cambria Math"/>
                <a:sym typeface="Cambria Math"/>
              </a:rPr>
              <a:t>× </a:t>
            </a:r>
            <a:r>
              <a:rPr lang="en-US" sz="3200" b="0" i="0" u="none" strike="noStrike" cap="none">
                <a:solidFill>
                  <a:srgbClr val="FFFFFF"/>
                </a:solidFill>
                <a:latin typeface="Cambria"/>
                <a:ea typeface="Cambria"/>
                <a:cs typeface="Cambria"/>
                <a:sym typeface="Cambria"/>
              </a:rPr>
              <a:t>1</a:t>
            </a:r>
            <a:endParaRPr sz="3200" b="0" i="0" u="none" strike="noStrike" cap="none">
              <a:solidFill>
                <a:srgbClr val="000000"/>
              </a:solidFill>
              <a:latin typeface="Cambria"/>
              <a:ea typeface="Cambria"/>
              <a:cs typeface="Cambria"/>
              <a:sym typeface="Cambria"/>
            </a:endParaRPr>
          </a:p>
          <a:p>
            <a:pPr marL="109220" marR="0" lvl="0" indent="0" algn="l" rtl="0">
              <a:lnSpc>
                <a:spcPct val="100000"/>
              </a:lnSpc>
              <a:spcBef>
                <a:spcPts val="6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CONV</a:t>
            </a:r>
            <a:endParaRPr sz="3200" b="0" i="0" u="none" strike="noStrike" cap="none">
              <a:solidFill>
                <a:srgbClr val="000000"/>
              </a:solidFill>
              <a:latin typeface="Cambria"/>
              <a:ea typeface="Cambria"/>
              <a:cs typeface="Cambria"/>
              <a:sym typeface="Cambria"/>
            </a:endParaRPr>
          </a:p>
        </p:txBody>
      </p:sp>
      <p:sp>
        <p:nvSpPr>
          <p:cNvPr id="706" name="Google Shape;706;p36"/>
          <p:cNvSpPr txBox="1"/>
          <p:nvPr/>
        </p:nvSpPr>
        <p:spPr>
          <a:xfrm>
            <a:off x="9029801" y="3164954"/>
            <a:ext cx="1856739" cy="1066800"/>
          </a:xfrm>
          <a:prstGeom prst="rect">
            <a:avLst/>
          </a:prstGeom>
          <a:solidFill>
            <a:srgbClr val="3E9659"/>
          </a:solidFill>
          <a:ln w="12675" cap="flat" cmpd="sng">
            <a:solidFill>
              <a:srgbClr val="000000"/>
            </a:solidFill>
            <a:prstDash val="solid"/>
            <a:round/>
            <a:headEnd type="none" w="sm" len="sm"/>
            <a:tailEnd type="none" w="sm" len="sm"/>
          </a:ln>
        </p:spPr>
        <p:txBody>
          <a:bodyPr spcFirstLastPara="1" wrap="square" lIns="0" tIns="24750" rIns="0" bIns="0" anchor="t" anchorCtr="0">
            <a:spAutoFit/>
          </a:bodyPr>
          <a:lstStyle/>
          <a:p>
            <a:pPr marL="273685" marR="123189" lvl="0" indent="-142239" algn="l" rtl="0">
              <a:lnSpc>
                <a:spcPct val="101600"/>
              </a:lnSpc>
              <a:spcBef>
                <a:spcPts val="0"/>
              </a:spcBef>
              <a:spcAft>
                <a:spcPts val="0"/>
              </a:spcAft>
              <a:buClr>
                <a:srgbClr val="000000"/>
              </a:buClr>
              <a:buSzPts val="3200"/>
              <a:buFont typeface="Arial"/>
              <a:buNone/>
            </a:pPr>
            <a:r>
              <a:rPr lang="en-US" sz="3200" b="0" i="0" u="none" strike="noStrike" cap="none">
                <a:solidFill>
                  <a:srgbClr val="FFFFFF"/>
                </a:solidFill>
                <a:latin typeface="Cambria"/>
                <a:ea typeface="Cambria"/>
                <a:cs typeface="Cambria"/>
                <a:sym typeface="Cambria"/>
              </a:rPr>
              <a:t>Channel Concat</a:t>
            </a:r>
            <a:endParaRPr sz="3200" b="0" i="0" u="none" strike="noStrike" cap="none">
              <a:solidFill>
                <a:srgbClr val="000000"/>
              </a:solidFill>
              <a:latin typeface="Cambria"/>
              <a:ea typeface="Cambria"/>
              <a:cs typeface="Cambria"/>
              <a:sym typeface="Cambria"/>
            </a:endParaRPr>
          </a:p>
        </p:txBody>
      </p:sp>
      <p:sp>
        <p:nvSpPr>
          <p:cNvPr id="707" name="Google Shape;707;p36"/>
          <p:cNvSpPr/>
          <p:nvPr/>
        </p:nvSpPr>
        <p:spPr>
          <a:xfrm>
            <a:off x="2122119" y="1460004"/>
            <a:ext cx="4415155" cy="4396740"/>
          </a:xfrm>
          <a:custGeom>
            <a:avLst/>
            <a:gdLst/>
            <a:ahLst/>
            <a:cxnLst/>
            <a:rect l="l" t="t" r="r" b="b"/>
            <a:pathLst>
              <a:path w="4415155" h="4396740" extrusionOk="0">
                <a:moveTo>
                  <a:pt x="2172614" y="1538706"/>
                </a:moveTo>
                <a:lnTo>
                  <a:pt x="2032495" y="1561668"/>
                </a:lnTo>
                <a:lnTo>
                  <a:pt x="2062264" y="1602828"/>
                </a:lnTo>
                <a:lnTo>
                  <a:pt x="1197698" y="2228062"/>
                </a:lnTo>
                <a:lnTo>
                  <a:pt x="1205141" y="2238362"/>
                </a:lnTo>
                <a:lnTo>
                  <a:pt x="1193317" y="2242985"/>
                </a:lnTo>
                <a:lnTo>
                  <a:pt x="1992579" y="4283087"/>
                </a:lnTo>
                <a:lnTo>
                  <a:pt x="1945271" y="4301617"/>
                </a:lnTo>
                <a:lnTo>
                  <a:pt x="2050732" y="4396702"/>
                </a:lnTo>
                <a:lnTo>
                  <a:pt x="2063521" y="4255287"/>
                </a:lnTo>
                <a:lnTo>
                  <a:pt x="2016226" y="4273829"/>
                </a:lnTo>
                <a:lnTo>
                  <a:pt x="1233309" y="2275459"/>
                </a:lnTo>
                <a:lnTo>
                  <a:pt x="2063508" y="2900476"/>
                </a:lnTo>
                <a:lnTo>
                  <a:pt x="2032965" y="2941053"/>
                </a:lnTo>
                <a:lnTo>
                  <a:pt x="2172614" y="2966707"/>
                </a:lnTo>
                <a:lnTo>
                  <a:pt x="2109343" y="2839593"/>
                </a:lnTo>
                <a:lnTo>
                  <a:pt x="2078786" y="2880182"/>
                </a:lnTo>
                <a:lnTo>
                  <a:pt x="1226527" y="2238565"/>
                </a:lnTo>
                <a:lnTo>
                  <a:pt x="2077148" y="1623415"/>
                </a:lnTo>
                <a:lnTo>
                  <a:pt x="2106917" y="1664576"/>
                </a:lnTo>
                <a:lnTo>
                  <a:pt x="2172614" y="1538706"/>
                </a:lnTo>
                <a:close/>
              </a:path>
              <a:path w="4415155" h="4396740" extrusionOk="0">
                <a:moveTo>
                  <a:pt x="4410481" y="62852"/>
                </a:moveTo>
                <a:lnTo>
                  <a:pt x="4283164" y="0"/>
                </a:lnTo>
                <a:lnTo>
                  <a:pt x="4283418" y="50850"/>
                </a:lnTo>
                <a:lnTo>
                  <a:pt x="4245153" y="51193"/>
                </a:lnTo>
                <a:lnTo>
                  <a:pt x="4161117" y="52514"/>
                </a:lnTo>
                <a:lnTo>
                  <a:pt x="4064317" y="54610"/>
                </a:lnTo>
                <a:lnTo>
                  <a:pt x="3956888" y="57658"/>
                </a:lnTo>
                <a:lnTo>
                  <a:pt x="3840975" y="61823"/>
                </a:lnTo>
                <a:lnTo>
                  <a:pt x="3718737" y="67310"/>
                </a:lnTo>
                <a:lnTo>
                  <a:pt x="3592258" y="74269"/>
                </a:lnTo>
                <a:lnTo>
                  <a:pt x="3335477" y="93332"/>
                </a:lnTo>
                <a:lnTo>
                  <a:pt x="3209277" y="105791"/>
                </a:lnTo>
                <a:lnTo>
                  <a:pt x="3087497" y="120459"/>
                </a:lnTo>
                <a:lnTo>
                  <a:pt x="2972193" y="137490"/>
                </a:lnTo>
                <a:lnTo>
                  <a:pt x="2865590" y="157073"/>
                </a:lnTo>
                <a:lnTo>
                  <a:pt x="2657208" y="202742"/>
                </a:lnTo>
                <a:lnTo>
                  <a:pt x="2439936" y="255993"/>
                </a:lnTo>
                <a:lnTo>
                  <a:pt x="2217636" y="316560"/>
                </a:lnTo>
                <a:lnTo>
                  <a:pt x="1994281" y="384124"/>
                </a:lnTo>
                <a:lnTo>
                  <a:pt x="1773821" y="458381"/>
                </a:lnTo>
                <a:lnTo>
                  <a:pt x="1560195" y="539038"/>
                </a:lnTo>
                <a:lnTo>
                  <a:pt x="1357350" y="625805"/>
                </a:lnTo>
                <a:lnTo>
                  <a:pt x="1169250" y="718388"/>
                </a:lnTo>
                <a:lnTo>
                  <a:pt x="995756" y="818299"/>
                </a:lnTo>
                <a:lnTo>
                  <a:pt x="833132" y="926439"/>
                </a:lnTo>
                <a:lnTo>
                  <a:pt x="679869" y="1041590"/>
                </a:lnTo>
                <a:lnTo>
                  <a:pt x="534428" y="1162558"/>
                </a:lnTo>
                <a:lnTo>
                  <a:pt x="395262" y="1288135"/>
                </a:lnTo>
                <a:lnTo>
                  <a:pt x="260807" y="1417193"/>
                </a:lnTo>
                <a:lnTo>
                  <a:pt x="0" y="1680781"/>
                </a:lnTo>
                <a:lnTo>
                  <a:pt x="18059" y="1698650"/>
                </a:lnTo>
                <a:lnTo>
                  <a:pt x="278625" y="1435290"/>
                </a:lnTo>
                <a:lnTo>
                  <a:pt x="412572" y="1306741"/>
                </a:lnTo>
                <a:lnTo>
                  <a:pt x="551065" y="1181747"/>
                </a:lnTo>
                <a:lnTo>
                  <a:pt x="695629" y="1061516"/>
                </a:lnTo>
                <a:lnTo>
                  <a:pt x="847813" y="947178"/>
                </a:lnTo>
                <a:lnTo>
                  <a:pt x="1009129" y="839901"/>
                </a:lnTo>
                <a:lnTo>
                  <a:pt x="1181201" y="740816"/>
                </a:lnTo>
                <a:lnTo>
                  <a:pt x="1367967" y="648893"/>
                </a:lnTo>
                <a:lnTo>
                  <a:pt x="1569681" y="562610"/>
                </a:lnTo>
                <a:lnTo>
                  <a:pt x="1782356" y="482307"/>
                </a:lnTo>
                <a:lnTo>
                  <a:pt x="2002015" y="408330"/>
                </a:lnTo>
                <a:lnTo>
                  <a:pt x="2224659" y="340982"/>
                </a:lnTo>
                <a:lnTo>
                  <a:pt x="2446299" y="280593"/>
                </a:lnTo>
                <a:lnTo>
                  <a:pt x="2662961" y="227482"/>
                </a:lnTo>
                <a:lnTo>
                  <a:pt x="2870606" y="181978"/>
                </a:lnTo>
                <a:lnTo>
                  <a:pt x="2976346" y="162547"/>
                </a:lnTo>
                <a:lnTo>
                  <a:pt x="3090862" y="145630"/>
                </a:lnTo>
                <a:lnTo>
                  <a:pt x="3212046" y="131051"/>
                </a:lnTo>
                <a:lnTo>
                  <a:pt x="3337661" y="118630"/>
                </a:lnTo>
                <a:lnTo>
                  <a:pt x="3593896" y="99618"/>
                </a:lnTo>
                <a:lnTo>
                  <a:pt x="3719995" y="92671"/>
                </a:lnTo>
                <a:lnTo>
                  <a:pt x="3842004" y="87210"/>
                </a:lnTo>
                <a:lnTo>
                  <a:pt x="3957701" y="83045"/>
                </a:lnTo>
                <a:lnTo>
                  <a:pt x="4064952" y="79997"/>
                </a:lnTo>
                <a:lnTo>
                  <a:pt x="4161599" y="77914"/>
                </a:lnTo>
                <a:lnTo>
                  <a:pt x="4245470" y="76593"/>
                </a:lnTo>
                <a:lnTo>
                  <a:pt x="4283545" y="76250"/>
                </a:lnTo>
                <a:lnTo>
                  <a:pt x="4283811" y="127000"/>
                </a:lnTo>
                <a:lnTo>
                  <a:pt x="4410481" y="62852"/>
                </a:lnTo>
                <a:close/>
              </a:path>
              <a:path w="4415155" h="4396740" extrusionOk="0">
                <a:moveTo>
                  <a:pt x="4415079" y="2966707"/>
                </a:moveTo>
                <a:lnTo>
                  <a:pt x="4288079" y="2903207"/>
                </a:lnTo>
                <a:lnTo>
                  <a:pt x="4288079" y="2954007"/>
                </a:lnTo>
                <a:lnTo>
                  <a:pt x="3626383" y="2954007"/>
                </a:lnTo>
                <a:lnTo>
                  <a:pt x="3626383" y="2979407"/>
                </a:lnTo>
                <a:lnTo>
                  <a:pt x="4288079" y="2979407"/>
                </a:lnTo>
                <a:lnTo>
                  <a:pt x="4288079" y="3030207"/>
                </a:lnTo>
                <a:lnTo>
                  <a:pt x="4415079" y="2966707"/>
                </a:lnTo>
                <a:close/>
              </a:path>
              <a:path w="4415155" h="4396740" extrusionOk="0">
                <a:moveTo>
                  <a:pt x="4415079" y="1532940"/>
                </a:moveTo>
                <a:lnTo>
                  <a:pt x="4287609" y="1470367"/>
                </a:lnTo>
                <a:lnTo>
                  <a:pt x="4287990" y="1521167"/>
                </a:lnTo>
                <a:lnTo>
                  <a:pt x="3626281" y="1526006"/>
                </a:lnTo>
                <a:lnTo>
                  <a:pt x="3626472" y="1551406"/>
                </a:lnTo>
                <a:lnTo>
                  <a:pt x="4288167" y="1546567"/>
                </a:lnTo>
                <a:lnTo>
                  <a:pt x="4288536" y="1597367"/>
                </a:lnTo>
                <a:lnTo>
                  <a:pt x="4415079" y="153294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708" name="Google Shape;708;p36"/>
          <p:cNvGrpSpPr/>
          <p:nvPr/>
        </p:nvGrpSpPr>
        <p:grpSpPr>
          <a:xfrm>
            <a:off x="7974952" y="427710"/>
            <a:ext cx="3785678" cy="5438826"/>
            <a:chOff x="7974952" y="427710"/>
            <a:chExt cx="3785678" cy="5438826"/>
          </a:xfrm>
        </p:grpSpPr>
        <p:sp>
          <p:nvSpPr>
            <p:cNvPr id="709" name="Google Shape;709;p36"/>
            <p:cNvSpPr/>
            <p:nvPr/>
          </p:nvSpPr>
          <p:spPr>
            <a:xfrm>
              <a:off x="7974952" y="1553616"/>
              <a:ext cx="1057275" cy="4312920"/>
            </a:xfrm>
            <a:custGeom>
              <a:avLst/>
              <a:gdLst/>
              <a:ahLst/>
              <a:cxnLst/>
              <a:rect l="l" t="t" r="r" b="b"/>
              <a:pathLst>
                <a:path w="1057275" h="4312920" extrusionOk="0">
                  <a:moveTo>
                    <a:pt x="1056246" y="2002764"/>
                  </a:moveTo>
                  <a:lnTo>
                    <a:pt x="1010589" y="2025027"/>
                  </a:lnTo>
                  <a:lnTo>
                    <a:pt x="22821" y="0"/>
                  </a:lnTo>
                  <a:lnTo>
                    <a:pt x="0" y="11137"/>
                  </a:lnTo>
                  <a:lnTo>
                    <a:pt x="982446" y="2025294"/>
                  </a:lnTo>
                  <a:lnTo>
                    <a:pt x="968768" y="2045436"/>
                  </a:lnTo>
                  <a:lnTo>
                    <a:pt x="946912" y="2056104"/>
                  </a:lnTo>
                  <a:lnTo>
                    <a:pt x="23139" y="1428826"/>
                  </a:lnTo>
                  <a:lnTo>
                    <a:pt x="8864" y="1449844"/>
                  </a:lnTo>
                  <a:lnTo>
                    <a:pt x="942644" y="2083904"/>
                  </a:lnTo>
                  <a:lnTo>
                    <a:pt x="914107" y="2125929"/>
                  </a:lnTo>
                  <a:lnTo>
                    <a:pt x="1054849" y="2144738"/>
                  </a:lnTo>
                  <a:lnTo>
                    <a:pt x="1056246" y="2002764"/>
                  </a:lnTo>
                  <a:close/>
                </a:path>
                <a:path w="1057275" h="4312920" extrusionOk="0">
                  <a:moveTo>
                    <a:pt x="1057084" y="2286724"/>
                  </a:moveTo>
                  <a:lnTo>
                    <a:pt x="1054849" y="2144750"/>
                  </a:lnTo>
                  <a:lnTo>
                    <a:pt x="914412" y="2165654"/>
                  </a:lnTo>
                  <a:lnTo>
                    <a:pt x="943571" y="2207247"/>
                  </a:lnTo>
                  <a:lnTo>
                    <a:pt x="8712" y="2862694"/>
                  </a:lnTo>
                  <a:lnTo>
                    <a:pt x="23291" y="2883497"/>
                  </a:lnTo>
                  <a:lnTo>
                    <a:pt x="948715" y="2234666"/>
                  </a:lnTo>
                  <a:lnTo>
                    <a:pt x="969937" y="2244864"/>
                  </a:lnTo>
                  <a:lnTo>
                    <a:pt x="983424" y="2264092"/>
                  </a:lnTo>
                  <a:lnTo>
                    <a:pt x="4559" y="4301375"/>
                  </a:lnTo>
                  <a:lnTo>
                    <a:pt x="27444" y="4312374"/>
                  </a:lnTo>
                  <a:lnTo>
                    <a:pt x="1011301" y="2264727"/>
                  </a:lnTo>
                  <a:lnTo>
                    <a:pt x="1057084" y="228672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10" name="Google Shape;710;p36"/>
            <p:cNvPicPr preferRelativeResize="0"/>
            <p:nvPr/>
          </p:nvPicPr>
          <p:blipFill rotWithShape="1">
            <a:blip r:embed="rId3">
              <a:alphaModFix/>
            </a:blip>
            <a:srcRect/>
            <a:stretch/>
          </p:blipFill>
          <p:spPr>
            <a:xfrm>
              <a:off x="8830525" y="427710"/>
              <a:ext cx="2930105" cy="2212530"/>
            </a:xfrm>
            <a:prstGeom prst="rect">
              <a:avLst/>
            </a:prstGeom>
            <a:noFill/>
            <a:ln>
              <a:noFill/>
            </a:ln>
          </p:spPr>
        </p:pic>
      </p:grpSp>
      <p:pic>
        <p:nvPicPr>
          <p:cNvPr id="711" name="Google Shape;711;p36"/>
          <p:cNvPicPr preferRelativeResize="0"/>
          <p:nvPr/>
        </p:nvPicPr>
        <p:blipFill rotWithShape="1">
          <a:blip r:embed="rId4">
            <a:alphaModFix/>
          </a:blip>
          <a:srcRect/>
          <a:stretch/>
        </p:blipFill>
        <p:spPr>
          <a:xfrm>
            <a:off x="1167239" y="4327413"/>
            <a:ext cx="2043224" cy="351813"/>
          </a:xfrm>
          <a:prstGeom prst="rect">
            <a:avLst/>
          </a:prstGeom>
          <a:noFill/>
          <a:ln>
            <a:noFill/>
          </a:ln>
        </p:spPr>
      </p:pic>
      <p:pic>
        <p:nvPicPr>
          <p:cNvPr id="712" name="Google Shape;712;p36"/>
          <p:cNvPicPr preferRelativeResize="0"/>
          <p:nvPr/>
        </p:nvPicPr>
        <p:blipFill rotWithShape="1">
          <a:blip r:embed="rId5">
            <a:alphaModFix/>
          </a:blip>
          <a:srcRect/>
          <a:stretch/>
        </p:blipFill>
        <p:spPr>
          <a:xfrm>
            <a:off x="4892822" y="835660"/>
            <a:ext cx="1533158" cy="301157"/>
          </a:xfrm>
          <a:prstGeom prst="rect">
            <a:avLst/>
          </a:prstGeom>
          <a:noFill/>
          <a:ln>
            <a:noFill/>
          </a:ln>
        </p:spPr>
      </p:pic>
      <p:pic>
        <p:nvPicPr>
          <p:cNvPr id="713" name="Google Shape;713;p36"/>
          <p:cNvPicPr preferRelativeResize="0"/>
          <p:nvPr/>
        </p:nvPicPr>
        <p:blipFill rotWithShape="1">
          <a:blip r:embed="rId6">
            <a:alphaModFix/>
          </a:blip>
          <a:srcRect/>
          <a:stretch/>
        </p:blipFill>
        <p:spPr>
          <a:xfrm>
            <a:off x="5790408" y="4605532"/>
            <a:ext cx="454439" cy="312428"/>
          </a:xfrm>
          <a:prstGeom prst="rect">
            <a:avLst/>
          </a:prstGeom>
          <a:noFill/>
          <a:ln>
            <a:noFill/>
          </a:ln>
        </p:spPr>
      </p:pic>
      <p:pic>
        <p:nvPicPr>
          <p:cNvPr id="714" name="Google Shape;714;p36"/>
          <p:cNvPicPr preferRelativeResize="0"/>
          <p:nvPr/>
        </p:nvPicPr>
        <p:blipFill rotWithShape="1">
          <a:blip r:embed="rId7">
            <a:alphaModFix/>
          </a:blip>
          <a:srcRect/>
          <a:stretch/>
        </p:blipFill>
        <p:spPr>
          <a:xfrm>
            <a:off x="5795489" y="2496726"/>
            <a:ext cx="353180" cy="312428"/>
          </a:xfrm>
          <a:prstGeom prst="rect">
            <a:avLst/>
          </a:prstGeom>
          <a:noFill/>
          <a:ln>
            <a:noFill/>
          </a:ln>
        </p:spPr>
      </p:pic>
      <p:pic>
        <p:nvPicPr>
          <p:cNvPr id="715" name="Google Shape;715;p36"/>
          <p:cNvPicPr preferRelativeResize="0"/>
          <p:nvPr/>
        </p:nvPicPr>
        <p:blipFill rotWithShape="1">
          <a:blip r:embed="rId8">
            <a:alphaModFix/>
          </a:blip>
          <a:srcRect/>
          <a:stretch/>
        </p:blipFill>
        <p:spPr>
          <a:xfrm>
            <a:off x="4371136" y="6557552"/>
            <a:ext cx="1428198" cy="262788"/>
          </a:xfrm>
          <a:prstGeom prst="rect">
            <a:avLst/>
          </a:prstGeom>
          <a:noFill/>
          <a:ln>
            <a:noFill/>
          </a:ln>
        </p:spPr>
      </p:pic>
      <p:pic>
        <p:nvPicPr>
          <p:cNvPr id="716" name="Google Shape;716;p36"/>
          <p:cNvPicPr preferRelativeResize="0"/>
          <p:nvPr/>
        </p:nvPicPr>
        <p:blipFill rotWithShape="1">
          <a:blip r:embed="rId9">
            <a:alphaModFix/>
          </a:blip>
          <a:srcRect/>
          <a:stretch/>
        </p:blipFill>
        <p:spPr>
          <a:xfrm>
            <a:off x="8275866" y="6404594"/>
            <a:ext cx="1109317" cy="272287"/>
          </a:xfrm>
          <a:prstGeom prst="rect">
            <a:avLst/>
          </a:prstGeom>
          <a:noFill/>
          <a:ln>
            <a:noFill/>
          </a:ln>
        </p:spPr>
      </p:pic>
      <p:pic>
        <p:nvPicPr>
          <p:cNvPr id="717" name="Google Shape;717;p36"/>
          <p:cNvPicPr preferRelativeResize="0"/>
          <p:nvPr/>
        </p:nvPicPr>
        <p:blipFill rotWithShape="1">
          <a:blip r:embed="rId9">
            <a:alphaModFix/>
          </a:blip>
          <a:srcRect/>
          <a:stretch/>
        </p:blipFill>
        <p:spPr>
          <a:xfrm>
            <a:off x="8155229" y="4605532"/>
            <a:ext cx="1109317" cy="272287"/>
          </a:xfrm>
          <a:prstGeom prst="rect">
            <a:avLst/>
          </a:prstGeom>
          <a:noFill/>
          <a:ln>
            <a:noFill/>
          </a:ln>
        </p:spPr>
      </p:pic>
      <p:pic>
        <p:nvPicPr>
          <p:cNvPr id="718" name="Google Shape;718;p36"/>
          <p:cNvPicPr preferRelativeResize="0"/>
          <p:nvPr/>
        </p:nvPicPr>
        <p:blipFill rotWithShape="1">
          <a:blip r:embed="rId10">
            <a:alphaModFix/>
          </a:blip>
          <a:srcRect/>
          <a:stretch/>
        </p:blipFill>
        <p:spPr>
          <a:xfrm>
            <a:off x="7807858" y="3310233"/>
            <a:ext cx="946657" cy="171442"/>
          </a:xfrm>
          <a:prstGeom prst="rect">
            <a:avLst/>
          </a:prstGeom>
          <a:noFill/>
          <a:ln>
            <a:noFill/>
          </a:ln>
        </p:spPr>
      </p:pic>
      <p:pic>
        <p:nvPicPr>
          <p:cNvPr id="719" name="Google Shape;719;p36"/>
          <p:cNvPicPr preferRelativeResize="0"/>
          <p:nvPr/>
        </p:nvPicPr>
        <p:blipFill rotWithShape="1">
          <a:blip r:embed="rId11">
            <a:alphaModFix/>
          </a:blip>
          <a:srcRect/>
          <a:stretch/>
        </p:blipFill>
        <p:spPr>
          <a:xfrm>
            <a:off x="10917154" y="0"/>
            <a:ext cx="1265346" cy="69595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730"/>
        <p:cNvGrpSpPr/>
        <p:nvPr/>
      </p:nvGrpSpPr>
      <p:grpSpPr>
        <a:xfrm>
          <a:off x="0" y="0"/>
          <a:ext cx="0" cy="0"/>
          <a:chOff x="0" y="0"/>
          <a:chExt cx="0" cy="0"/>
        </a:xfrm>
      </p:grpSpPr>
      <p:sp>
        <p:nvSpPr>
          <p:cNvPr id="731" name="Google Shape;731;p38"/>
          <p:cNvSpPr txBox="1">
            <a:spLocks noGrp="1"/>
          </p:cNvSpPr>
          <p:nvPr>
            <p:ph type="title"/>
          </p:nvPr>
        </p:nvSpPr>
        <p:spPr>
          <a:xfrm>
            <a:off x="261625" y="139700"/>
            <a:ext cx="9089400" cy="17061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Inception network</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a:latin typeface="Arial"/>
              <a:ea typeface="Arial"/>
              <a:cs typeface="Arial"/>
              <a:sym typeface="Arial"/>
            </a:endParaRPr>
          </a:p>
        </p:txBody>
      </p:sp>
      <p:pic>
        <p:nvPicPr>
          <p:cNvPr id="732" name="Google Shape;732;p38"/>
          <p:cNvPicPr preferRelativeResize="0"/>
          <p:nvPr/>
        </p:nvPicPr>
        <p:blipFill rotWithShape="1">
          <a:blip r:embed="rId3">
            <a:alphaModFix/>
          </a:blip>
          <a:srcRect/>
          <a:stretch/>
        </p:blipFill>
        <p:spPr>
          <a:xfrm>
            <a:off x="10917154" y="0"/>
            <a:ext cx="1265346" cy="695950"/>
          </a:xfrm>
          <a:prstGeom prst="rect">
            <a:avLst/>
          </a:prstGeom>
          <a:noFill/>
          <a:ln>
            <a:noFill/>
          </a:ln>
        </p:spPr>
      </p:pic>
      <p:sp>
        <p:nvSpPr>
          <p:cNvPr id="733" name="Google Shape;733;p38"/>
          <p:cNvSpPr txBox="1"/>
          <p:nvPr/>
        </p:nvSpPr>
        <p:spPr>
          <a:xfrm>
            <a:off x="477249" y="1843350"/>
            <a:ext cx="11203473" cy="4985950"/>
          </a:xfrm>
          <a:prstGeom prst="rect">
            <a:avLst/>
          </a:prstGeom>
          <a:noFill/>
          <a:ln>
            <a:noFill/>
          </a:ln>
        </p:spPr>
        <p:txBody>
          <a:bodyPr spcFirstLastPara="1" wrap="square" lIns="91425" tIns="91425" rIns="91425" bIns="91425" anchor="t" anchorCtr="0">
            <a:spAutoFit/>
          </a:bodyPr>
          <a:lstStyle/>
          <a:p>
            <a:pPr marL="342900" indent="-342900">
              <a:buSzPts val="2400"/>
              <a:buFont typeface="Arial" panose="020B0604020202020204" pitchFamily="34" charset="0"/>
              <a:buChar char="•"/>
            </a:pPr>
            <a:r>
              <a:rPr lang="en-US" sz="2400" dirty="0">
                <a:solidFill>
                  <a:schemeClr val="dk1"/>
                </a:solidFill>
              </a:rPr>
              <a:t>The Inception network was developed by Google and was named after a meme from the movie Inception. There are newer versions of the Inception algorithm, such as Inception v2, v3, and v4, and these are built on the same basic idea of the Inception module. </a:t>
            </a:r>
            <a:endParaRPr lang="vi-VN" dirty="0">
              <a:solidFill>
                <a:schemeClr val="dk1"/>
              </a:solidFill>
            </a:endParaRPr>
          </a:p>
          <a:p>
            <a:pPr marL="342900" indent="-342900">
              <a:buSzPts val="2400"/>
              <a:buFont typeface="Arial" panose="020B0604020202020204" pitchFamily="34" charset="0"/>
              <a:buChar char="•"/>
            </a:pPr>
            <a:r>
              <a:rPr lang="en-US" sz="2400" dirty="0">
                <a:solidFill>
                  <a:schemeClr val="dk1"/>
                </a:solidFill>
              </a:rPr>
              <a:t>The </a:t>
            </a:r>
            <a:r>
              <a:rPr lang="en-US" sz="2400" b="0" i="0" u="none" strike="noStrike" cap="none" dirty="0">
                <a:solidFill>
                  <a:schemeClr val="dk1"/>
                </a:solidFill>
                <a:latin typeface="Arial"/>
                <a:ea typeface="Arial"/>
                <a:cs typeface="Arial"/>
                <a:sym typeface="Arial"/>
              </a:rPr>
              <a:t>Inception network is composed of a lot of repeated blocks, which are basically the inception modules repeated in different positions of the network.</a:t>
            </a:r>
            <a:r>
              <a:rPr lang="en-US" sz="2400" dirty="0">
                <a:solidFill>
                  <a:schemeClr val="dk1"/>
                </a:solidFill>
              </a:rPr>
              <a:t> </a:t>
            </a:r>
            <a:endParaRPr lang="vi-VN">
              <a:solidFill>
                <a:schemeClr val="dk1"/>
              </a:solidFill>
            </a:endParaRP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The last few layers of the network consist of a fully connected layer followed by a </a:t>
            </a:r>
            <a:r>
              <a:rPr lang="en-US" sz="2400" b="0" i="0" u="none" strike="noStrike" cap="none" dirty="0" err="1">
                <a:solidFill>
                  <a:schemeClr val="dk1"/>
                </a:solidFill>
                <a:latin typeface="Arial"/>
                <a:ea typeface="Arial"/>
                <a:cs typeface="Arial"/>
                <a:sym typeface="Arial"/>
              </a:rPr>
              <a:t>softmax</a:t>
            </a:r>
            <a:r>
              <a:rPr lang="en-US" sz="2400" b="0" i="0" u="none" strike="noStrike" cap="none" dirty="0">
                <a:solidFill>
                  <a:schemeClr val="dk1"/>
                </a:solidFill>
                <a:latin typeface="Arial"/>
                <a:ea typeface="Arial"/>
                <a:cs typeface="Arial"/>
                <a:sym typeface="Arial"/>
              </a:rPr>
              <a:t> layer to make a prediction. The additional side-branches take some hidden layer and use it to make a prediction, which helps ensure that the features computed in the intermediate layers are not too bad for predicting the output. This has a regularizing effect on the Inception network and helps prevent it from overfitting.</a:t>
            </a:r>
            <a:endParaRPr sz="24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737"/>
        <p:cNvGrpSpPr/>
        <p:nvPr/>
      </p:nvGrpSpPr>
      <p:grpSpPr>
        <a:xfrm>
          <a:off x="0" y="0"/>
          <a:ext cx="0" cy="0"/>
          <a:chOff x="0" y="0"/>
          <a:chExt cx="0" cy="0"/>
        </a:xfrm>
      </p:grpSpPr>
      <p:sp>
        <p:nvSpPr>
          <p:cNvPr id="738" name="Google Shape;738;p39"/>
          <p:cNvSpPr txBox="1">
            <a:spLocks noGrp="1"/>
          </p:cNvSpPr>
          <p:nvPr>
            <p:ph type="title"/>
          </p:nvPr>
        </p:nvSpPr>
        <p:spPr>
          <a:xfrm>
            <a:off x="261620" y="139700"/>
            <a:ext cx="4743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Inception network</a:t>
            </a:r>
            <a:endParaRPr sz="4400">
              <a:latin typeface="Arial"/>
              <a:ea typeface="Arial"/>
              <a:cs typeface="Arial"/>
              <a:sym typeface="Arial"/>
            </a:endParaRPr>
          </a:p>
        </p:txBody>
      </p:sp>
      <p:pic>
        <p:nvPicPr>
          <p:cNvPr id="739" name="Google Shape;739;p39"/>
          <p:cNvPicPr preferRelativeResize="0"/>
          <p:nvPr/>
        </p:nvPicPr>
        <p:blipFill rotWithShape="1">
          <a:blip r:embed="rId3">
            <a:alphaModFix/>
          </a:blip>
          <a:srcRect/>
          <a:stretch/>
        </p:blipFill>
        <p:spPr>
          <a:xfrm>
            <a:off x="6553200" y="381000"/>
            <a:ext cx="5105400" cy="3027865"/>
          </a:xfrm>
          <a:prstGeom prst="rect">
            <a:avLst/>
          </a:prstGeom>
          <a:noFill/>
          <a:ln>
            <a:noFill/>
          </a:ln>
        </p:spPr>
      </p:pic>
      <p:pic>
        <p:nvPicPr>
          <p:cNvPr id="740" name="Google Shape;740;p39"/>
          <p:cNvPicPr preferRelativeResize="0"/>
          <p:nvPr/>
        </p:nvPicPr>
        <p:blipFill rotWithShape="1">
          <a:blip r:embed="rId4">
            <a:alphaModFix/>
          </a:blip>
          <a:srcRect/>
          <a:stretch/>
        </p:blipFill>
        <p:spPr>
          <a:xfrm>
            <a:off x="27878" y="4127500"/>
            <a:ext cx="12115800" cy="3505200"/>
          </a:xfrm>
          <a:prstGeom prst="rect">
            <a:avLst/>
          </a:prstGeom>
          <a:noFill/>
          <a:ln>
            <a:noFill/>
          </a:ln>
        </p:spPr>
      </p:pic>
      <p:pic>
        <p:nvPicPr>
          <p:cNvPr id="741" name="Google Shape;741;p39"/>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745"/>
        <p:cNvGrpSpPr/>
        <p:nvPr/>
      </p:nvGrpSpPr>
      <p:grpSpPr>
        <a:xfrm>
          <a:off x="0" y="0"/>
          <a:ext cx="0" cy="0"/>
          <a:chOff x="0" y="0"/>
          <a:chExt cx="0" cy="0"/>
        </a:xfrm>
      </p:grpSpPr>
      <p:pic>
        <p:nvPicPr>
          <p:cNvPr id="746" name="Google Shape;746;p40"/>
          <p:cNvPicPr preferRelativeResize="0"/>
          <p:nvPr/>
        </p:nvPicPr>
        <p:blipFill rotWithShape="1">
          <a:blip r:embed="rId3">
            <a:alphaModFix/>
          </a:blip>
          <a:srcRect/>
          <a:stretch/>
        </p:blipFill>
        <p:spPr>
          <a:xfrm>
            <a:off x="1717586" y="796290"/>
            <a:ext cx="9242856" cy="5222212"/>
          </a:xfrm>
          <a:prstGeom prst="rect">
            <a:avLst/>
          </a:prstGeom>
          <a:noFill/>
          <a:ln>
            <a:noFill/>
          </a:ln>
        </p:spPr>
      </p:pic>
      <p:pic>
        <p:nvPicPr>
          <p:cNvPr id="747" name="Google Shape;747;p40"/>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751"/>
        <p:cNvGrpSpPr/>
        <p:nvPr/>
      </p:nvGrpSpPr>
      <p:grpSpPr>
        <a:xfrm>
          <a:off x="0" y="0"/>
          <a:ext cx="0" cy="0"/>
          <a:chOff x="0" y="0"/>
          <a:chExt cx="0" cy="0"/>
        </a:xfrm>
      </p:grpSpPr>
      <p:sp>
        <p:nvSpPr>
          <p:cNvPr id="752" name="Google Shape;752;p41"/>
          <p:cNvSpPr txBox="1"/>
          <p:nvPr/>
        </p:nvSpPr>
        <p:spPr>
          <a:xfrm>
            <a:off x="6629781" y="3920185"/>
            <a:ext cx="3552900" cy="8439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dirty="0" err="1">
                <a:solidFill>
                  <a:srgbClr val="000000"/>
                </a:solidFill>
                <a:latin typeface="Arial"/>
                <a:ea typeface="Arial"/>
                <a:cs typeface="Arial"/>
                <a:sym typeface="Arial"/>
              </a:rPr>
              <a:t>MobileNet</a:t>
            </a:r>
            <a:endParaRPr sz="5400" b="0" i="0" u="none" strike="noStrike" cap="none" dirty="0">
              <a:solidFill>
                <a:srgbClr val="000000"/>
              </a:solidFill>
              <a:latin typeface="Arial"/>
              <a:ea typeface="Arial"/>
              <a:cs typeface="Arial"/>
              <a:sym typeface="Arial"/>
            </a:endParaRPr>
          </a:p>
        </p:txBody>
      </p:sp>
      <p:sp>
        <p:nvSpPr>
          <p:cNvPr id="753" name="Google Shape;753;p41"/>
          <p:cNvSpPr txBox="1">
            <a:spLocks noGrp="1"/>
          </p:cNvSpPr>
          <p:nvPr>
            <p:ph type="ctrTitle"/>
          </p:nvPr>
        </p:nvSpPr>
        <p:spPr>
          <a:xfrm>
            <a:off x="1052564" y="465648"/>
            <a:ext cx="9986700" cy="3035700"/>
          </a:xfrm>
          <a:prstGeom prst="rect">
            <a:avLst/>
          </a:prstGeom>
          <a:noFill/>
          <a:ln>
            <a:noFill/>
          </a:ln>
        </p:spPr>
        <p:txBody>
          <a:bodyPr spcFirstLastPara="1" wrap="square" lIns="0" tIns="116200" rIns="0" bIns="0" anchor="t" anchorCtr="0">
            <a:spAutoFit/>
          </a:bodyPr>
          <a:lstStyle/>
          <a:p>
            <a:pPr marL="4853940" marR="5080" lvl="0" indent="452117" algn="ctr" rtl="0">
              <a:lnSpc>
                <a:spcPct val="108000"/>
              </a:lnSpc>
              <a:spcBef>
                <a:spcPts val="0"/>
              </a:spcBef>
              <a:spcAft>
                <a:spcPts val="0"/>
              </a:spcAft>
              <a:buSzPts val="1400"/>
              <a:buNone/>
            </a:pPr>
            <a:r>
              <a:rPr lang="en-US">
                <a:latin typeface="Arial"/>
                <a:ea typeface="Arial"/>
                <a:cs typeface="Arial"/>
                <a:sym typeface="Arial"/>
              </a:rPr>
              <a:t>Convolutional Neural Networks</a:t>
            </a:r>
            <a:endParaRPr>
              <a:latin typeface="Arial"/>
              <a:ea typeface="Arial"/>
              <a:cs typeface="Arial"/>
              <a:sym typeface="Arial"/>
            </a:endParaRPr>
          </a:p>
        </p:txBody>
      </p:sp>
      <p:sp>
        <p:nvSpPr>
          <p:cNvPr id="754" name="Google Shape;754;p41"/>
          <p:cNvSpPr/>
          <p:nvPr/>
        </p:nvSpPr>
        <p:spPr>
          <a:xfrm>
            <a:off x="5026914" y="3429761"/>
            <a:ext cx="6706234" cy="0"/>
          </a:xfrm>
          <a:custGeom>
            <a:avLst/>
            <a:gdLst/>
            <a:ahLst/>
            <a:cxnLst/>
            <a:rect l="l" t="t" r="r" b="b"/>
            <a:pathLst>
              <a:path w="6706234" h="120000" extrusionOk="0">
                <a:moveTo>
                  <a:pt x="0" y="0"/>
                </a:moveTo>
                <a:lnTo>
                  <a:pt x="6705854" y="0"/>
                </a:lnTo>
              </a:path>
            </a:pathLst>
          </a:custGeom>
          <a:noFill/>
          <a:ln w="222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755" name="Google Shape;755;p4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759"/>
        <p:cNvGrpSpPr/>
        <p:nvPr/>
      </p:nvGrpSpPr>
      <p:grpSpPr>
        <a:xfrm>
          <a:off x="0" y="0"/>
          <a:ext cx="0" cy="0"/>
          <a:chOff x="0" y="0"/>
          <a:chExt cx="0" cy="0"/>
        </a:xfrm>
      </p:grpSpPr>
      <p:sp>
        <p:nvSpPr>
          <p:cNvPr id="760" name="Google Shape;760;p42"/>
          <p:cNvSpPr txBox="1">
            <a:spLocks noGrp="1"/>
          </p:cNvSpPr>
          <p:nvPr>
            <p:ph type="title"/>
          </p:nvPr>
        </p:nvSpPr>
        <p:spPr>
          <a:xfrm>
            <a:off x="466364" y="274133"/>
            <a:ext cx="6840900" cy="17067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Motivation for MobileNets</a:t>
            </a:r>
            <a:endParaRPr sz="4400">
              <a:latin typeface="Arial"/>
              <a:ea typeface="Arial"/>
              <a:cs typeface="Arial"/>
              <a:sym typeface="Arial"/>
            </a:endParaRPr>
          </a:p>
          <a:p>
            <a:pPr marL="12700" lvl="0" indent="0" algn="l" rtl="0">
              <a:lnSpc>
                <a:spcPct val="100000"/>
              </a:lnSpc>
              <a:spcBef>
                <a:spcPts val="0"/>
              </a:spcBef>
              <a:spcAft>
                <a:spcPts val="0"/>
              </a:spcAft>
              <a:buClr>
                <a:schemeClr val="dk1"/>
              </a:buClr>
              <a:buSzPts val="6600"/>
              <a:buFont typeface="Arial"/>
              <a:buNone/>
            </a:pPr>
            <a:endParaRPr>
              <a:latin typeface="Arial"/>
              <a:ea typeface="Arial"/>
              <a:cs typeface="Arial"/>
              <a:sym typeface="Arial"/>
            </a:endParaRPr>
          </a:p>
        </p:txBody>
      </p:sp>
      <p:pic>
        <p:nvPicPr>
          <p:cNvPr id="761" name="Google Shape;761;p42"/>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62" name="Google Shape;762;p42"/>
          <p:cNvSpPr txBox="1"/>
          <p:nvPr/>
        </p:nvSpPr>
        <p:spPr>
          <a:xfrm>
            <a:off x="650033" y="1309122"/>
            <a:ext cx="11217502" cy="6463278"/>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err="1">
                <a:solidFill>
                  <a:schemeClr val="dk1"/>
                </a:solidFill>
              </a:rPr>
              <a:t>MobileNet</a:t>
            </a:r>
            <a:r>
              <a:rPr lang="en-US" sz="2400" dirty="0">
                <a:solidFill>
                  <a:schemeClr val="dk1"/>
                </a:solidFill>
              </a:rPr>
              <a:t> is a convolutional neural network architecture designed for efficient processing on mobile devices and embedded systems. It was developed by Andrew G. Howard, </a:t>
            </a:r>
            <a:r>
              <a:rPr lang="en-US" sz="2400" dirty="0" err="1">
                <a:solidFill>
                  <a:schemeClr val="dk1"/>
                </a:solidFill>
              </a:rPr>
              <a:t>Menglong</a:t>
            </a:r>
            <a:r>
              <a:rPr lang="en-US" sz="2400" dirty="0">
                <a:solidFill>
                  <a:schemeClr val="dk1"/>
                </a:solidFill>
              </a:rPr>
              <a:t> Zhu, Bo Chen, Dmitry </a:t>
            </a:r>
            <a:r>
              <a:rPr lang="en-US" sz="2400" dirty="0" err="1">
                <a:solidFill>
                  <a:schemeClr val="dk1"/>
                </a:solidFill>
              </a:rPr>
              <a:t>Kalenichenko</a:t>
            </a:r>
            <a:r>
              <a:rPr lang="en-US" sz="2400" dirty="0">
                <a:solidFill>
                  <a:schemeClr val="dk1"/>
                </a:solidFill>
              </a:rPr>
              <a:t>, </a:t>
            </a:r>
            <a:r>
              <a:rPr lang="en-US" sz="2400" dirty="0" err="1">
                <a:solidFill>
                  <a:schemeClr val="dk1"/>
                </a:solidFill>
              </a:rPr>
              <a:t>Weijun</a:t>
            </a:r>
            <a:r>
              <a:rPr lang="en-US" sz="2400" dirty="0">
                <a:solidFill>
                  <a:schemeClr val="dk1"/>
                </a:solidFill>
              </a:rPr>
              <a:t> Wang, Tobias </a:t>
            </a:r>
            <a:r>
              <a:rPr lang="en-US" sz="2400" dirty="0" err="1">
                <a:solidFill>
                  <a:schemeClr val="dk1"/>
                </a:solidFill>
              </a:rPr>
              <a:t>Weyand</a:t>
            </a:r>
            <a:r>
              <a:rPr lang="en-US" sz="2400" dirty="0">
                <a:solidFill>
                  <a:schemeClr val="dk1"/>
                </a:solidFill>
              </a:rPr>
              <a:t>, Marco </a:t>
            </a:r>
            <a:r>
              <a:rPr lang="en-US" sz="2400" dirty="0" err="1">
                <a:solidFill>
                  <a:schemeClr val="dk1"/>
                </a:solidFill>
              </a:rPr>
              <a:t>Andreetto</a:t>
            </a:r>
            <a:r>
              <a:rPr lang="en-US" sz="2400" dirty="0">
                <a:solidFill>
                  <a:schemeClr val="dk1"/>
                </a:solidFill>
              </a:rPr>
              <a:t>, and </a:t>
            </a:r>
            <a:r>
              <a:rPr lang="en-US" sz="2400" dirty="0" err="1">
                <a:solidFill>
                  <a:schemeClr val="dk1"/>
                </a:solidFill>
              </a:rPr>
              <a:t>Hartwig</a:t>
            </a:r>
            <a:r>
              <a:rPr lang="en-US" sz="2400" dirty="0">
                <a:solidFill>
                  <a:schemeClr val="dk1"/>
                </a:solidFill>
              </a:rPr>
              <a:t> Adam from Google.</a:t>
            </a:r>
          </a:p>
          <a:p>
            <a:pPr marL="342900" lvl="0" indent="-342900">
              <a:buSzPts val="2400"/>
              <a:buFont typeface="Arial" panose="020B0604020202020204" pitchFamily="34" charset="0"/>
              <a:buChar char="•"/>
            </a:pPr>
            <a:endParaRPr lang="en-US" sz="2400" dirty="0">
              <a:solidFill>
                <a:schemeClr val="dk1"/>
              </a:solidFill>
            </a:endParaRPr>
          </a:p>
          <a:p>
            <a:pPr marL="342900" lvl="0" indent="-342900">
              <a:buSzPts val="2400"/>
              <a:buFont typeface="Arial" panose="020B0604020202020204" pitchFamily="34" charset="0"/>
              <a:buChar char="•"/>
            </a:pPr>
            <a:r>
              <a:rPr lang="en-US" sz="2400" dirty="0" err="1">
                <a:solidFill>
                  <a:schemeClr val="dk1"/>
                </a:solidFill>
              </a:rPr>
              <a:t>MobileNet</a:t>
            </a:r>
            <a:r>
              <a:rPr lang="en-US" sz="2400" dirty="0">
                <a:solidFill>
                  <a:schemeClr val="dk1"/>
                </a:solidFill>
              </a:rPr>
              <a:t> uses </a:t>
            </a:r>
            <a:r>
              <a:rPr lang="en-US" sz="2400" dirty="0" err="1">
                <a:solidFill>
                  <a:schemeClr val="dk1"/>
                </a:solidFill>
              </a:rPr>
              <a:t>depthwise</a:t>
            </a:r>
            <a:r>
              <a:rPr lang="en-US" sz="2400" dirty="0">
                <a:solidFill>
                  <a:schemeClr val="dk1"/>
                </a:solidFill>
              </a:rPr>
              <a:t> separable convolutions, which split a standard convolution into two separate operations: a </a:t>
            </a:r>
            <a:r>
              <a:rPr lang="en-US" sz="2400" dirty="0" err="1">
                <a:solidFill>
                  <a:schemeClr val="dk1"/>
                </a:solidFill>
              </a:rPr>
              <a:t>depthwise</a:t>
            </a:r>
            <a:r>
              <a:rPr lang="en-US" sz="2400" dirty="0">
                <a:solidFill>
                  <a:schemeClr val="dk1"/>
                </a:solidFill>
              </a:rPr>
              <a:t> convolution that applies a single filter to each input channel, and a pointwise convolution that applies a 1x1 filter to the output of the </a:t>
            </a:r>
            <a:r>
              <a:rPr lang="en-US" sz="2400" dirty="0" err="1">
                <a:solidFill>
                  <a:schemeClr val="dk1"/>
                </a:solidFill>
              </a:rPr>
              <a:t>depthwise</a:t>
            </a:r>
            <a:r>
              <a:rPr lang="en-US" sz="2400" dirty="0">
                <a:solidFill>
                  <a:schemeClr val="dk1"/>
                </a:solidFill>
              </a:rPr>
              <a:t> convolution to combine the channels. This reduces the number of computations required and results in a more efficient network with fewer parameters, while still achieving good accuracy on image recognition tasks.</a:t>
            </a:r>
          </a:p>
          <a:p>
            <a:pPr marL="342900" lvl="0" indent="-342900">
              <a:buSzPts val="2400"/>
              <a:buFont typeface="Arial" panose="020B0604020202020204" pitchFamily="34" charset="0"/>
              <a:buChar char="•"/>
            </a:pPr>
            <a:endParaRPr lang="en-US" sz="2400" dirty="0">
              <a:solidFill>
                <a:schemeClr val="dk1"/>
              </a:solidFill>
            </a:endParaRPr>
          </a:p>
          <a:p>
            <a:pPr marL="342900" lvl="0" indent="-342900">
              <a:buSzPts val="2400"/>
              <a:buFont typeface="Arial" panose="020B0604020202020204" pitchFamily="34" charset="0"/>
              <a:buChar char="•"/>
            </a:pPr>
            <a:r>
              <a:rPr lang="en-US" sz="2400" dirty="0" err="1">
                <a:solidFill>
                  <a:schemeClr val="dk1"/>
                </a:solidFill>
              </a:rPr>
              <a:t>MobileNet</a:t>
            </a:r>
            <a:r>
              <a:rPr lang="en-US" sz="2400" dirty="0">
                <a:solidFill>
                  <a:schemeClr val="dk1"/>
                </a:solidFill>
              </a:rPr>
              <a:t> has been used in a variety of applications, including object detection, face recognition, and image segmentation, and has become a popular choice for computer vision tasks on mobile devices and other resource-constrained environments.</a:t>
            </a:r>
            <a:endParaRPr sz="2400" b="0" i="0" u="none" strike="noStrike" cap="none" dirty="0">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766"/>
        <p:cNvGrpSpPr/>
        <p:nvPr/>
      </p:nvGrpSpPr>
      <p:grpSpPr>
        <a:xfrm>
          <a:off x="0" y="0"/>
          <a:ext cx="0" cy="0"/>
          <a:chOff x="0" y="0"/>
          <a:chExt cx="0" cy="0"/>
        </a:xfrm>
      </p:grpSpPr>
      <p:sp>
        <p:nvSpPr>
          <p:cNvPr id="767" name="Google Shape;767;p43"/>
          <p:cNvSpPr txBox="1">
            <a:spLocks noGrp="1"/>
          </p:cNvSpPr>
          <p:nvPr>
            <p:ph type="title"/>
          </p:nvPr>
        </p:nvSpPr>
        <p:spPr>
          <a:xfrm>
            <a:off x="916939" y="637108"/>
            <a:ext cx="68409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dirty="0">
                <a:latin typeface="Arial"/>
                <a:ea typeface="Arial"/>
                <a:cs typeface="Arial"/>
                <a:sym typeface="Arial"/>
              </a:rPr>
              <a:t>Motivation for </a:t>
            </a:r>
            <a:r>
              <a:rPr lang="en-US" sz="4400" dirty="0" err="1">
                <a:latin typeface="Arial"/>
                <a:ea typeface="Arial"/>
                <a:cs typeface="Arial"/>
                <a:sym typeface="Arial"/>
              </a:rPr>
              <a:t>MobileNets</a:t>
            </a:r>
            <a:endParaRPr sz="4400" dirty="0">
              <a:latin typeface="Arial"/>
              <a:ea typeface="Arial"/>
              <a:cs typeface="Arial"/>
              <a:sym typeface="Arial"/>
            </a:endParaRPr>
          </a:p>
        </p:txBody>
      </p:sp>
      <p:sp>
        <p:nvSpPr>
          <p:cNvPr id="768" name="Google Shape;768;p43"/>
          <p:cNvSpPr txBox="1"/>
          <p:nvPr/>
        </p:nvSpPr>
        <p:spPr>
          <a:xfrm>
            <a:off x="916939" y="1727729"/>
            <a:ext cx="6631200" cy="2645714"/>
          </a:xfrm>
          <a:prstGeom prst="rect">
            <a:avLst/>
          </a:prstGeom>
          <a:noFill/>
          <a:ln>
            <a:noFill/>
          </a:ln>
        </p:spPr>
        <p:txBody>
          <a:bodyPr spcFirstLastPara="1" wrap="square" lIns="0" tIns="95875" rIns="0" bIns="0" anchor="t" anchorCtr="0">
            <a:spAutoFit/>
          </a:bodyPr>
          <a:lstStyle/>
          <a:p>
            <a:pPr marL="241300" marR="0" lvl="0" indent="-229233" algn="l" rtl="0">
              <a:lnSpc>
                <a:spcPct val="100000"/>
              </a:lnSpc>
              <a:spcBef>
                <a:spcPts val="0"/>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Low computational cost at deployment</a:t>
            </a:r>
            <a:endParaRPr sz="2800" b="0" i="0" u="none" strike="noStrike" cap="none" dirty="0">
              <a:solidFill>
                <a:srgbClr val="000000"/>
              </a:solidFill>
              <a:latin typeface="+mn-lt"/>
              <a:ea typeface="Cambria"/>
              <a:cs typeface="Cambria"/>
              <a:sym typeface="Cambria"/>
            </a:endParaRPr>
          </a:p>
          <a:p>
            <a:pPr marL="241300" marR="5080" lvl="0" indent="-229233" algn="l" rtl="0">
              <a:lnSpc>
                <a:spcPct val="108214"/>
              </a:lnSpc>
              <a:spcBef>
                <a:spcPts val="1035"/>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Useful for mobile and embedded vision applications</a:t>
            </a:r>
            <a:endParaRPr sz="2800" b="0" i="0" u="none" strike="noStrike" cap="none" dirty="0">
              <a:solidFill>
                <a:srgbClr val="000000"/>
              </a:solidFill>
              <a:latin typeface="+mn-lt"/>
              <a:ea typeface="Cambria"/>
              <a:cs typeface="Cambria"/>
              <a:sym typeface="Cambria"/>
            </a:endParaRPr>
          </a:p>
          <a:p>
            <a:pPr marL="241300" marR="1053465" lvl="0" indent="-229233" algn="l" rtl="0">
              <a:lnSpc>
                <a:spcPct val="107857"/>
              </a:lnSpc>
              <a:spcBef>
                <a:spcPts val="994"/>
              </a:spcBef>
              <a:spcAft>
                <a:spcPts val="0"/>
              </a:spcAft>
              <a:buClr>
                <a:srgbClr val="000000"/>
              </a:buClr>
              <a:buSzPts val="2800"/>
              <a:buFont typeface="Arial"/>
              <a:buChar char="•"/>
            </a:pPr>
            <a:r>
              <a:rPr lang="en-US" sz="2800" b="0" i="0" u="none" strike="noStrike" cap="none" dirty="0">
                <a:solidFill>
                  <a:srgbClr val="000000"/>
                </a:solidFill>
                <a:latin typeface="+mn-lt"/>
                <a:ea typeface="Cambria"/>
                <a:cs typeface="Cambria"/>
                <a:sym typeface="Cambria"/>
              </a:rPr>
              <a:t>Key idea: Normal vs. </a:t>
            </a:r>
            <a:r>
              <a:rPr lang="en-US" sz="2800" b="0" i="0" u="none" strike="noStrike" cap="none" dirty="0" err="1">
                <a:solidFill>
                  <a:srgbClr val="000000"/>
                </a:solidFill>
                <a:latin typeface="+mn-lt"/>
                <a:ea typeface="Cambria"/>
                <a:cs typeface="Cambria"/>
                <a:sym typeface="Cambria"/>
              </a:rPr>
              <a:t>depthwise</a:t>
            </a:r>
            <a:r>
              <a:rPr lang="en-US" sz="2800" b="0" i="0" u="none" strike="noStrike" cap="none" dirty="0">
                <a:solidFill>
                  <a:srgbClr val="000000"/>
                </a:solidFill>
                <a:latin typeface="+mn-lt"/>
                <a:ea typeface="Cambria"/>
                <a:cs typeface="Cambria"/>
                <a:sym typeface="Cambria"/>
              </a:rPr>
              <a:t>- separable convolutions</a:t>
            </a:r>
            <a:endParaRPr sz="2800" b="0" i="0" u="none" strike="noStrike" cap="none" dirty="0">
              <a:solidFill>
                <a:srgbClr val="000000"/>
              </a:solidFill>
              <a:latin typeface="+mn-lt"/>
              <a:ea typeface="Cambria"/>
              <a:cs typeface="Cambria"/>
              <a:sym typeface="Cambria"/>
            </a:endParaRPr>
          </a:p>
        </p:txBody>
      </p:sp>
      <p:pic>
        <p:nvPicPr>
          <p:cNvPr id="769" name="Google Shape;769;p43"/>
          <p:cNvPicPr preferRelativeResize="0"/>
          <p:nvPr/>
        </p:nvPicPr>
        <p:blipFill rotWithShape="1">
          <a:blip r:embed="rId3">
            <a:alphaModFix/>
          </a:blip>
          <a:srcRect/>
          <a:stretch/>
        </p:blipFill>
        <p:spPr>
          <a:xfrm>
            <a:off x="8298180" y="1690116"/>
            <a:ext cx="2587752" cy="4352544"/>
          </a:xfrm>
          <a:prstGeom prst="rect">
            <a:avLst/>
          </a:prstGeom>
          <a:noFill/>
          <a:ln>
            <a:noFill/>
          </a:ln>
        </p:spPr>
      </p:pic>
      <p:pic>
        <p:nvPicPr>
          <p:cNvPr id="770" name="Google Shape;770;p43"/>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774"/>
        <p:cNvGrpSpPr/>
        <p:nvPr/>
      </p:nvGrpSpPr>
      <p:grpSpPr>
        <a:xfrm>
          <a:off x="0" y="0"/>
          <a:ext cx="0" cy="0"/>
          <a:chOff x="0" y="0"/>
          <a:chExt cx="0" cy="0"/>
        </a:xfrm>
      </p:grpSpPr>
      <p:sp>
        <p:nvSpPr>
          <p:cNvPr id="775" name="Google Shape;775;p44"/>
          <p:cNvSpPr txBox="1">
            <a:spLocks noGrp="1"/>
          </p:cNvSpPr>
          <p:nvPr>
            <p:ph type="title"/>
          </p:nvPr>
        </p:nvSpPr>
        <p:spPr>
          <a:xfrm>
            <a:off x="466364" y="274133"/>
            <a:ext cx="6840900" cy="17067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Normal Convolution</a:t>
            </a:r>
            <a:endParaRPr sz="4400">
              <a:latin typeface="Arial"/>
              <a:ea typeface="Arial"/>
              <a:cs typeface="Arial"/>
              <a:sym typeface="Arial"/>
            </a:endParaRPr>
          </a:p>
          <a:p>
            <a:pPr marL="12700" lvl="0" indent="0" algn="l" rtl="0">
              <a:lnSpc>
                <a:spcPct val="100000"/>
              </a:lnSpc>
              <a:spcBef>
                <a:spcPts val="0"/>
              </a:spcBef>
              <a:spcAft>
                <a:spcPts val="0"/>
              </a:spcAft>
              <a:buClr>
                <a:schemeClr val="dk1"/>
              </a:buClr>
              <a:buSzPts val="6600"/>
              <a:buFont typeface="Arial"/>
              <a:buNone/>
            </a:pPr>
            <a:endParaRPr>
              <a:latin typeface="Arial"/>
              <a:ea typeface="Arial"/>
              <a:cs typeface="Arial"/>
              <a:sym typeface="Arial"/>
            </a:endParaRPr>
          </a:p>
        </p:txBody>
      </p:sp>
      <p:pic>
        <p:nvPicPr>
          <p:cNvPr id="776" name="Google Shape;776;p4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77" name="Google Shape;777;p44"/>
          <p:cNvSpPr txBox="1"/>
          <p:nvPr/>
        </p:nvSpPr>
        <p:spPr>
          <a:xfrm>
            <a:off x="571374" y="1605550"/>
            <a:ext cx="11089683" cy="1292631"/>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n-US" sz="2400" dirty="0">
                <a:solidFill>
                  <a:schemeClr val="dk1"/>
                </a:solidFill>
              </a:rPr>
              <a:t>W</a:t>
            </a:r>
            <a:r>
              <a:rPr lang="en-US" sz="2400" b="0" i="0" u="none" strike="noStrike" cap="none" dirty="0">
                <a:solidFill>
                  <a:schemeClr val="dk1"/>
                </a:solidFill>
                <a:latin typeface="Arial"/>
                <a:ea typeface="Arial"/>
                <a:cs typeface="Arial"/>
                <a:sym typeface="Arial"/>
              </a:rPr>
              <a:t>here an input image is convolved with a filter to produce an output feature map. The computational cost of this operation is proportional to the number of filter parameters, the number of filter positions, and the number of filters.</a:t>
            </a:r>
            <a:endParaRPr sz="2400" b="0" i="0" u="none" strike="noStrike" cap="none" dirty="0">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781"/>
        <p:cNvGrpSpPr/>
        <p:nvPr/>
      </p:nvGrpSpPr>
      <p:grpSpPr>
        <a:xfrm>
          <a:off x="0" y="0"/>
          <a:ext cx="0" cy="0"/>
          <a:chOff x="0" y="0"/>
          <a:chExt cx="0" cy="0"/>
        </a:xfrm>
      </p:grpSpPr>
      <p:sp>
        <p:nvSpPr>
          <p:cNvPr id="785" name="Google Shape;785;p45"/>
          <p:cNvSpPr/>
          <p:nvPr/>
        </p:nvSpPr>
        <p:spPr>
          <a:xfrm>
            <a:off x="9665970" y="1928622"/>
            <a:ext cx="1386840" cy="1377950"/>
          </a:xfrm>
          <a:custGeom>
            <a:avLst/>
            <a:gdLst/>
            <a:ahLst/>
            <a:cxnLst/>
            <a:rect l="l" t="t" r="r" b="b"/>
            <a:pathLst>
              <a:path w="1386840" h="1377950" extrusionOk="0">
                <a:moveTo>
                  <a:pt x="1386840" y="0"/>
                </a:moveTo>
                <a:lnTo>
                  <a:pt x="0" y="0"/>
                </a:lnTo>
                <a:lnTo>
                  <a:pt x="0" y="1377696"/>
                </a:lnTo>
                <a:lnTo>
                  <a:pt x="1386840" y="1377696"/>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2" name="Google Shape;802;p45"/>
          <p:cNvSpPr txBox="1">
            <a:spLocks noGrp="1"/>
          </p:cNvSpPr>
          <p:nvPr>
            <p:ph type="title"/>
          </p:nvPr>
        </p:nvSpPr>
        <p:spPr>
          <a:xfrm>
            <a:off x="916939" y="637108"/>
            <a:ext cx="52920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Normal Convolution</a:t>
            </a:r>
            <a:endParaRPr sz="4400">
              <a:latin typeface="Arial"/>
              <a:ea typeface="Arial"/>
              <a:cs typeface="Arial"/>
              <a:sym typeface="Arial"/>
            </a:endParaRPr>
          </a:p>
        </p:txBody>
      </p:sp>
      <p:sp>
        <p:nvSpPr>
          <p:cNvPr id="810" name="Google Shape;810;p45"/>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1" name="Google Shape;811;p45"/>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2" name="Google Shape;812;p45"/>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3" name="Google Shape;813;p45"/>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4" name="Google Shape;814;p45"/>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45"/>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45"/>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45"/>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45"/>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9" name="Google Shape;819;p45"/>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0" name="Google Shape;820;p45"/>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45"/>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 name="Google Shape;822;p45"/>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3" name="Google Shape;823;p45"/>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45"/>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45"/>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6" name="Google Shape;826;p45"/>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7" name="Google Shape;827;p45"/>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8" name="Google Shape;828;p45"/>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9" name="Google Shape;829;p45"/>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0" name="Google Shape;830;p45"/>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45"/>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45"/>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3" name="Google Shape;833;p45"/>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2" name="Google Shape;852;p45"/>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6 x 6 x 3</a:t>
            </a:r>
            <a:endParaRPr sz="1800" b="0" i="0" u="none" strike="noStrike" cap="none" dirty="0">
              <a:solidFill>
                <a:srgbClr val="000000"/>
              </a:solidFill>
              <a:latin typeface="Arial"/>
              <a:ea typeface="Arial"/>
              <a:cs typeface="Arial"/>
              <a:sym typeface="Arial"/>
            </a:endParaRPr>
          </a:p>
        </p:txBody>
      </p:sp>
      <p:sp>
        <p:nvSpPr>
          <p:cNvPr id="853" name="Google Shape;853;p45"/>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854" name="Google Shape;854;p45"/>
          <p:cNvSpPr txBox="1"/>
          <p:nvPr/>
        </p:nvSpPr>
        <p:spPr>
          <a:xfrm>
            <a:off x="5689472" y="3497326"/>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 x 3</a:t>
            </a:r>
            <a:endParaRPr sz="1800" b="0" i="0" u="none" strike="noStrike" cap="none">
              <a:solidFill>
                <a:srgbClr val="000000"/>
              </a:solidFill>
              <a:latin typeface="Arial"/>
              <a:ea typeface="Arial"/>
              <a:cs typeface="Arial"/>
              <a:sym typeface="Arial"/>
            </a:endParaRPr>
          </a:p>
        </p:txBody>
      </p:sp>
      <p:grpSp>
        <p:nvGrpSpPr>
          <p:cNvPr id="855" name="Google Shape;855;p45"/>
          <p:cNvGrpSpPr/>
          <p:nvPr/>
        </p:nvGrpSpPr>
        <p:grpSpPr>
          <a:xfrm>
            <a:off x="5620893" y="1935479"/>
            <a:ext cx="1427987" cy="1419606"/>
            <a:chOff x="5620893" y="1935479"/>
            <a:chExt cx="1427987" cy="1419606"/>
          </a:xfrm>
        </p:grpSpPr>
        <p:sp>
          <p:nvSpPr>
            <p:cNvPr id="856" name="Google Shape;856;p45"/>
            <p:cNvSpPr/>
            <p:nvPr/>
          </p:nvSpPr>
          <p:spPr>
            <a:xfrm>
              <a:off x="5630418" y="2314193"/>
              <a:ext cx="1041400" cy="1028700"/>
            </a:xfrm>
            <a:custGeom>
              <a:avLst/>
              <a:gdLst/>
              <a:ahLst/>
              <a:cxnLst/>
              <a:rect l="l" t="t" r="r" b="b"/>
              <a:pathLst>
                <a:path w="1041400" h="1028700" extrusionOk="0">
                  <a:moveTo>
                    <a:pt x="1040892" y="658368"/>
                  </a:moveTo>
                  <a:lnTo>
                    <a:pt x="195072" y="658368"/>
                  </a:lnTo>
                  <a:lnTo>
                    <a:pt x="195072" y="0"/>
                  </a:lnTo>
                  <a:lnTo>
                    <a:pt x="0" y="0"/>
                  </a:lnTo>
                  <a:lnTo>
                    <a:pt x="0" y="658368"/>
                  </a:lnTo>
                  <a:lnTo>
                    <a:pt x="0" y="850392"/>
                  </a:lnTo>
                  <a:lnTo>
                    <a:pt x="0" y="1028700"/>
                  </a:lnTo>
                  <a:lnTo>
                    <a:pt x="1040892" y="1028700"/>
                  </a:lnTo>
                  <a:lnTo>
                    <a:pt x="1040892" y="850392"/>
                  </a:lnTo>
                  <a:lnTo>
                    <a:pt x="1040892" y="65836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7" name="Google Shape;857;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8" name="Google Shape;858;p45"/>
            <p:cNvSpPr/>
            <p:nvPr/>
          </p:nvSpPr>
          <p:spPr>
            <a:xfrm>
              <a:off x="5981509"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9" name="Google Shape;859;p45"/>
            <p:cNvSpPr/>
            <p:nvPr/>
          </p:nvSpPr>
          <p:spPr>
            <a:xfrm>
              <a:off x="6319837"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45"/>
            <p:cNvSpPr/>
            <p:nvPr/>
          </p:nvSpPr>
          <p:spPr>
            <a:xfrm>
              <a:off x="5620893" y="2644520"/>
              <a:ext cx="205104" cy="341630"/>
            </a:xfrm>
            <a:custGeom>
              <a:avLst/>
              <a:gdLst/>
              <a:ahLst/>
              <a:cxnLst/>
              <a:rect l="l" t="t" r="r" b="b"/>
              <a:pathLst>
                <a:path w="205104" h="341630" extrusionOk="0">
                  <a:moveTo>
                    <a:pt x="204597" y="307848"/>
                  </a:moveTo>
                  <a:lnTo>
                    <a:pt x="0" y="307848"/>
                  </a:lnTo>
                  <a:lnTo>
                    <a:pt x="0" y="320929"/>
                  </a:lnTo>
                  <a:lnTo>
                    <a:pt x="0" y="328041"/>
                  </a:lnTo>
                  <a:lnTo>
                    <a:pt x="0" y="341122"/>
                  </a:lnTo>
                  <a:lnTo>
                    <a:pt x="204597" y="341122"/>
                  </a:lnTo>
                  <a:lnTo>
                    <a:pt x="204597" y="328041"/>
                  </a:lnTo>
                  <a:lnTo>
                    <a:pt x="204597" y="320929"/>
                  </a:lnTo>
                  <a:lnTo>
                    <a:pt x="204597" y="307848"/>
                  </a:lnTo>
                  <a:close/>
                </a:path>
                <a:path w="205104" h="341630" extrusionOk="0">
                  <a:moveTo>
                    <a:pt x="204597" y="0"/>
                  </a:moveTo>
                  <a:lnTo>
                    <a:pt x="0" y="0"/>
                  </a:lnTo>
                  <a:lnTo>
                    <a:pt x="0" y="26162"/>
                  </a:lnTo>
                  <a:lnTo>
                    <a:pt x="204597" y="26162"/>
                  </a:lnTo>
                  <a:lnTo>
                    <a:pt x="204597"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1" name="Google Shape;861;p45"/>
            <p:cNvSpPr/>
            <p:nvPr/>
          </p:nvSpPr>
          <p:spPr>
            <a:xfrm>
              <a:off x="6009893" y="1956053"/>
              <a:ext cx="1016635" cy="1016635"/>
            </a:xfrm>
            <a:custGeom>
              <a:avLst/>
              <a:gdLst/>
              <a:ahLst/>
              <a:cxnLst/>
              <a:rect l="l" t="t" r="r" b="b"/>
              <a:pathLst>
                <a:path w="1016634" h="1016635" extrusionOk="0">
                  <a:moveTo>
                    <a:pt x="1016507" y="0"/>
                  </a:moveTo>
                  <a:lnTo>
                    <a:pt x="0" y="0"/>
                  </a:lnTo>
                  <a:lnTo>
                    <a:pt x="0" y="1016508"/>
                  </a:lnTo>
                  <a:lnTo>
                    <a:pt x="1016507" y="1016508"/>
                  </a:lnTo>
                  <a:lnTo>
                    <a:pt x="1016507"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2" name="Google Shape;862;p45"/>
            <p:cNvSpPr/>
            <p:nvPr/>
          </p:nvSpPr>
          <p:spPr>
            <a:xfrm>
              <a:off x="6009893" y="1956053"/>
              <a:ext cx="1016635" cy="1016635"/>
            </a:xfrm>
            <a:custGeom>
              <a:avLst/>
              <a:gdLst/>
              <a:ahLst/>
              <a:cxnLst/>
              <a:rect l="l" t="t" r="r" b="b"/>
              <a:pathLst>
                <a:path w="1016634" h="1016635" extrusionOk="0">
                  <a:moveTo>
                    <a:pt x="0" y="1016508"/>
                  </a:moveTo>
                  <a:lnTo>
                    <a:pt x="1016507" y="1016508"/>
                  </a:lnTo>
                  <a:lnTo>
                    <a:pt x="1016507" y="0"/>
                  </a:lnTo>
                  <a:lnTo>
                    <a:pt x="0" y="0"/>
                  </a:lnTo>
                  <a:lnTo>
                    <a:pt x="0" y="10165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3" name="Google Shape;863;p45"/>
            <p:cNvSpPr/>
            <p:nvPr/>
          </p:nvSpPr>
          <p:spPr>
            <a:xfrm>
              <a:off x="6351714"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4" name="Google Shape;864;p45"/>
            <p:cNvSpPr/>
            <p:nvPr/>
          </p:nvSpPr>
          <p:spPr>
            <a:xfrm>
              <a:off x="6683946"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5" name="Google Shape;865;p45"/>
            <p:cNvSpPr/>
            <p:nvPr/>
          </p:nvSpPr>
          <p:spPr>
            <a:xfrm>
              <a:off x="6843521" y="2294889"/>
              <a:ext cx="193040" cy="304800"/>
            </a:xfrm>
            <a:custGeom>
              <a:avLst/>
              <a:gdLst/>
              <a:ahLst/>
              <a:cxnLst/>
              <a:rect l="l" t="t" r="r" b="b"/>
              <a:pathLst>
                <a:path w="193040" h="304800" extrusionOk="0">
                  <a:moveTo>
                    <a:pt x="0" y="0"/>
                  </a:moveTo>
                  <a:lnTo>
                    <a:pt x="192785" y="0"/>
                  </a:lnTo>
                </a:path>
                <a:path w="193040" h="304800" extrusionOk="0">
                  <a:moveTo>
                    <a:pt x="0" y="304800"/>
                  </a:moveTo>
                  <a:lnTo>
                    <a:pt x="192785" y="30480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6" name="Google Shape;866;p45"/>
            <p:cNvSpPr/>
            <p:nvPr/>
          </p:nvSpPr>
          <p:spPr>
            <a:xfrm>
              <a:off x="5825489" y="2141981"/>
              <a:ext cx="1018540" cy="1022985"/>
            </a:xfrm>
            <a:custGeom>
              <a:avLst/>
              <a:gdLst/>
              <a:ahLst/>
              <a:cxnLst/>
              <a:rect l="l" t="t" r="r" b="b"/>
              <a:pathLst>
                <a:path w="1018540" h="1022985" extrusionOk="0">
                  <a:moveTo>
                    <a:pt x="1018032" y="0"/>
                  </a:moveTo>
                  <a:lnTo>
                    <a:pt x="0" y="0"/>
                  </a:lnTo>
                  <a:lnTo>
                    <a:pt x="0" y="1022603"/>
                  </a:lnTo>
                  <a:lnTo>
                    <a:pt x="1018032" y="1022603"/>
                  </a:lnTo>
                  <a:lnTo>
                    <a:pt x="1018032"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45"/>
            <p:cNvSpPr/>
            <p:nvPr/>
          </p:nvSpPr>
          <p:spPr>
            <a:xfrm>
              <a:off x="5825489" y="2141981"/>
              <a:ext cx="1018540" cy="1022985"/>
            </a:xfrm>
            <a:custGeom>
              <a:avLst/>
              <a:gdLst/>
              <a:ahLst/>
              <a:cxnLst/>
              <a:rect l="l" t="t" r="r" b="b"/>
              <a:pathLst>
                <a:path w="1018540" h="1022985" extrusionOk="0">
                  <a:moveTo>
                    <a:pt x="0" y="1022603"/>
                  </a:moveTo>
                  <a:lnTo>
                    <a:pt x="1018032" y="1022603"/>
                  </a:lnTo>
                  <a:lnTo>
                    <a:pt x="1018032" y="0"/>
                  </a:lnTo>
                  <a:lnTo>
                    <a:pt x="0" y="0"/>
                  </a:lnTo>
                  <a:lnTo>
                    <a:pt x="0" y="1022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45"/>
            <p:cNvSpPr/>
            <p:nvPr/>
          </p:nvSpPr>
          <p:spPr>
            <a:xfrm>
              <a:off x="6165341" y="2138933"/>
              <a:ext cx="6985" cy="1028700"/>
            </a:xfrm>
            <a:custGeom>
              <a:avLst/>
              <a:gdLst/>
              <a:ahLst/>
              <a:cxnLst/>
              <a:rect l="l" t="t" r="r" b="b"/>
              <a:pathLst>
                <a:path w="6985"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9" name="Google Shape;869;p45"/>
            <p:cNvSpPr/>
            <p:nvPr/>
          </p:nvSpPr>
          <p:spPr>
            <a:xfrm>
              <a:off x="6496050" y="2138933"/>
              <a:ext cx="6985" cy="1028700"/>
            </a:xfrm>
            <a:custGeom>
              <a:avLst/>
              <a:gdLst/>
              <a:ahLst/>
              <a:cxnLst/>
              <a:rect l="l" t="t" r="r" b="b"/>
              <a:pathLst>
                <a:path w="6984"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0" name="Google Shape;870;p45"/>
            <p:cNvSpPr/>
            <p:nvPr/>
          </p:nvSpPr>
          <p:spPr>
            <a:xfrm>
              <a:off x="5825489" y="2478785"/>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1" name="Google Shape;871;p45"/>
            <p:cNvSpPr/>
            <p:nvPr/>
          </p:nvSpPr>
          <p:spPr>
            <a:xfrm>
              <a:off x="5825489" y="2786633"/>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2" name="Google Shape;872;p45"/>
            <p:cNvSpPr/>
            <p:nvPr/>
          </p:nvSpPr>
          <p:spPr>
            <a:xfrm>
              <a:off x="5637275" y="2300960"/>
              <a:ext cx="1045844" cy="1036955"/>
            </a:xfrm>
            <a:custGeom>
              <a:avLst/>
              <a:gdLst/>
              <a:ahLst/>
              <a:cxnLst/>
              <a:rect l="l" t="t" r="r" b="b"/>
              <a:pathLst>
                <a:path w="1045845" h="1036954" extrusionOk="0">
                  <a:moveTo>
                    <a:pt x="1045743" y="0"/>
                  </a:moveTo>
                  <a:lnTo>
                    <a:pt x="0" y="0"/>
                  </a:lnTo>
                  <a:lnTo>
                    <a:pt x="0" y="1036599"/>
                  </a:lnTo>
                  <a:lnTo>
                    <a:pt x="1045743" y="1036599"/>
                  </a:lnTo>
                  <a:lnTo>
                    <a:pt x="1045743"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45"/>
            <p:cNvSpPr/>
            <p:nvPr/>
          </p:nvSpPr>
          <p:spPr>
            <a:xfrm>
              <a:off x="6682993" y="1935479"/>
              <a:ext cx="365760" cy="1402080"/>
            </a:xfrm>
            <a:custGeom>
              <a:avLst/>
              <a:gdLst/>
              <a:ahLst/>
              <a:cxnLst/>
              <a:rect l="l" t="t" r="r" b="b"/>
              <a:pathLst>
                <a:path w="365759"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45"/>
            <p:cNvSpPr/>
            <p:nvPr/>
          </p:nvSpPr>
          <p:spPr>
            <a:xfrm>
              <a:off x="5637275" y="1935479"/>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5" name="Google Shape;875;p45"/>
            <p:cNvSpPr/>
            <p:nvPr/>
          </p:nvSpPr>
          <p:spPr>
            <a:xfrm>
              <a:off x="5630417" y="2314193"/>
              <a:ext cx="1041400" cy="1028700"/>
            </a:xfrm>
            <a:custGeom>
              <a:avLst/>
              <a:gdLst/>
              <a:ahLst/>
              <a:cxnLst/>
              <a:rect l="l" t="t" r="r" b="b"/>
              <a:pathLst>
                <a:path w="1041400" h="1028700" extrusionOk="0">
                  <a:moveTo>
                    <a:pt x="1040891" y="0"/>
                  </a:moveTo>
                  <a:lnTo>
                    <a:pt x="0" y="0"/>
                  </a:lnTo>
                  <a:lnTo>
                    <a:pt x="0" y="1028700"/>
                  </a:lnTo>
                  <a:lnTo>
                    <a:pt x="1040891" y="1028700"/>
                  </a:lnTo>
                  <a:lnTo>
                    <a:pt x="1040891"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6" name="Google Shape;876;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45"/>
            <p:cNvSpPr/>
            <p:nvPr/>
          </p:nvSpPr>
          <p:spPr>
            <a:xfrm>
              <a:off x="5977889"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8" name="Google Shape;878;p45"/>
            <p:cNvSpPr/>
            <p:nvPr/>
          </p:nvSpPr>
          <p:spPr>
            <a:xfrm>
              <a:off x="6316217"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 name="Google Shape;879;p45"/>
            <p:cNvSpPr/>
            <p:nvPr/>
          </p:nvSpPr>
          <p:spPr>
            <a:xfrm>
              <a:off x="5630417" y="2654045"/>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0" name="Google Shape;880;p45"/>
            <p:cNvSpPr/>
            <p:nvPr/>
          </p:nvSpPr>
          <p:spPr>
            <a:xfrm>
              <a:off x="5630417" y="2961893"/>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1" name="Google Shape;881;p45"/>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882" name="Google Shape;882;p45"/>
          <p:cNvSpPr txBox="1"/>
          <p:nvPr/>
        </p:nvSpPr>
        <p:spPr>
          <a:xfrm>
            <a:off x="9588208" y="3775483"/>
            <a:ext cx="64697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4 x 4</a:t>
            </a:r>
            <a:endParaRPr sz="1800" b="0" i="0" u="none" strike="noStrike" cap="none" dirty="0">
              <a:solidFill>
                <a:srgbClr val="000000"/>
              </a:solidFill>
              <a:latin typeface="Arial"/>
              <a:ea typeface="Arial"/>
              <a:cs typeface="Arial"/>
              <a:sym typeface="Arial"/>
            </a:endParaRPr>
          </a:p>
        </p:txBody>
      </p:sp>
      <p:pic>
        <p:nvPicPr>
          <p:cNvPr id="888" name="Google Shape;888;p45"/>
          <p:cNvPicPr preferRelativeResize="0"/>
          <p:nvPr/>
        </p:nvPicPr>
        <p:blipFill rotWithShape="1">
          <a:blip r:embed="rId3">
            <a:alphaModFix/>
          </a:blip>
          <a:srcRect/>
          <a:stretch/>
        </p:blipFill>
        <p:spPr>
          <a:xfrm>
            <a:off x="10734473" y="0"/>
            <a:ext cx="1448025" cy="796414"/>
          </a:xfrm>
          <a:prstGeom prst="rect">
            <a:avLst/>
          </a:prstGeom>
          <a:noFill/>
          <a:ln>
            <a:noFill/>
          </a:ln>
        </p:spPr>
      </p:pic>
      <p:grpSp>
        <p:nvGrpSpPr>
          <p:cNvPr id="4" name="Group 3"/>
          <p:cNvGrpSpPr/>
          <p:nvPr/>
        </p:nvGrpSpPr>
        <p:grpSpPr>
          <a:xfrm>
            <a:off x="9190988" y="1755675"/>
            <a:ext cx="1818132" cy="1684020"/>
            <a:chOff x="9006078" y="2088642"/>
            <a:chExt cx="1818132" cy="1684020"/>
          </a:xfrm>
        </p:grpSpPr>
        <p:sp>
          <p:nvSpPr>
            <p:cNvPr id="788" name="Google Shape;788;p45"/>
            <p:cNvSpPr/>
            <p:nvPr/>
          </p:nvSpPr>
          <p:spPr>
            <a:xfrm>
              <a:off x="9437370" y="20886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1" name="Google Shape;791;p45"/>
            <p:cNvSpPr/>
            <p:nvPr/>
          </p:nvSpPr>
          <p:spPr>
            <a:xfrm>
              <a:off x="9217914" y="2245614"/>
              <a:ext cx="1386840" cy="1379220"/>
            </a:xfrm>
            <a:custGeom>
              <a:avLst/>
              <a:gdLst/>
              <a:ahLst/>
              <a:cxnLst/>
              <a:rect l="l" t="t" r="r" b="b"/>
              <a:pathLst>
                <a:path w="1386840"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4" name="Google Shape;794;p45"/>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5" name="Google Shape;795;p45"/>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6" name="Google Shape;796;p45"/>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7" name="Google Shape;797;p45"/>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8" name="Google Shape;798;p45"/>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9" name="Google Shape;799;p45"/>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0" name="Google Shape;800;p45"/>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1" name="Google Shape;801;p45"/>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807;p45"/>
            <p:cNvSpPr txBox="1"/>
            <p:nvPr/>
          </p:nvSpPr>
          <p:spPr>
            <a:xfrm>
              <a:off x="9090629" y="2348671"/>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grpSp>
      <p:sp>
        <p:nvSpPr>
          <p:cNvPr id="113" name="Google Shape;852;p45"/>
          <p:cNvSpPr txBox="1"/>
          <p:nvPr/>
        </p:nvSpPr>
        <p:spPr>
          <a:xfrm>
            <a:off x="1909738" y="4684141"/>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n</a:t>
            </a:r>
            <a:r>
              <a:rPr lang="en-US" sz="1800" b="0" i="0" u="none" strike="noStrike" cap="none" dirty="0">
                <a:solidFill>
                  <a:srgbClr val="000000"/>
                </a:solidFill>
                <a:latin typeface="Arial"/>
                <a:ea typeface="Arial"/>
                <a:cs typeface="Arial"/>
                <a:sym typeface="Arial"/>
              </a:rPr>
              <a:t> x n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114" name="Google Shape;852;p45"/>
          <p:cNvSpPr txBox="1"/>
          <p:nvPr/>
        </p:nvSpPr>
        <p:spPr>
          <a:xfrm>
            <a:off x="5689472" y="3989145"/>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f</a:t>
            </a:r>
            <a:r>
              <a:rPr lang="en-US" sz="1800" b="0" i="0" u="none" strike="noStrike" cap="none" dirty="0">
                <a:solidFill>
                  <a:srgbClr val="000000"/>
                </a:solidFill>
                <a:latin typeface="Arial"/>
                <a:ea typeface="Arial"/>
                <a:cs typeface="Arial"/>
                <a:sym typeface="Arial"/>
              </a:rPr>
              <a:t> x </a:t>
            </a:r>
            <a:r>
              <a:rPr lang="en-US" sz="1800" dirty="0"/>
              <a:t>f</a:t>
            </a:r>
            <a:r>
              <a:rPr lang="en-US" sz="1800" b="0" i="0" u="none" strike="noStrike" cap="none" dirty="0">
                <a:solidFill>
                  <a:srgbClr val="000000"/>
                </a:solidFill>
                <a:latin typeface="Arial"/>
                <a:ea typeface="Arial"/>
                <a:cs typeface="Arial"/>
                <a:sym typeface="Arial"/>
              </a:rPr>
              <a:t>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781"/>
        <p:cNvGrpSpPr/>
        <p:nvPr/>
      </p:nvGrpSpPr>
      <p:grpSpPr>
        <a:xfrm>
          <a:off x="0" y="0"/>
          <a:ext cx="0" cy="0"/>
          <a:chOff x="0" y="0"/>
          <a:chExt cx="0" cy="0"/>
        </a:xfrm>
      </p:grpSpPr>
      <p:sp>
        <p:nvSpPr>
          <p:cNvPr id="785" name="Google Shape;785;p45"/>
          <p:cNvSpPr/>
          <p:nvPr/>
        </p:nvSpPr>
        <p:spPr>
          <a:xfrm>
            <a:off x="9665970" y="1928622"/>
            <a:ext cx="1386840" cy="1377950"/>
          </a:xfrm>
          <a:custGeom>
            <a:avLst/>
            <a:gdLst/>
            <a:ahLst/>
            <a:cxnLst/>
            <a:rect l="l" t="t" r="r" b="b"/>
            <a:pathLst>
              <a:path w="1386840" h="1377950" extrusionOk="0">
                <a:moveTo>
                  <a:pt x="1386840" y="0"/>
                </a:moveTo>
                <a:lnTo>
                  <a:pt x="0" y="0"/>
                </a:lnTo>
                <a:lnTo>
                  <a:pt x="0" y="1377696"/>
                </a:lnTo>
                <a:lnTo>
                  <a:pt x="1386840" y="1377696"/>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2" name="Google Shape;802;p45"/>
          <p:cNvSpPr txBox="1">
            <a:spLocks noGrp="1"/>
          </p:cNvSpPr>
          <p:nvPr>
            <p:ph type="title"/>
          </p:nvPr>
        </p:nvSpPr>
        <p:spPr>
          <a:xfrm>
            <a:off x="916939" y="637108"/>
            <a:ext cx="52920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Normal Convolution</a:t>
            </a:r>
            <a:endParaRPr sz="4400">
              <a:latin typeface="Arial"/>
              <a:ea typeface="Arial"/>
              <a:cs typeface="Arial"/>
              <a:sym typeface="Arial"/>
            </a:endParaRPr>
          </a:p>
        </p:txBody>
      </p:sp>
      <p:sp>
        <p:nvSpPr>
          <p:cNvPr id="810" name="Google Shape;810;p45"/>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1" name="Google Shape;811;p45"/>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2" name="Google Shape;812;p45"/>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3" name="Google Shape;813;p45"/>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4" name="Google Shape;814;p45"/>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45"/>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45"/>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45"/>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45"/>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9" name="Google Shape;819;p45"/>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0" name="Google Shape;820;p45"/>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45"/>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 name="Google Shape;822;p45"/>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3" name="Google Shape;823;p45"/>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45"/>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45"/>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6" name="Google Shape;826;p45"/>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7" name="Google Shape;827;p45"/>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8" name="Google Shape;828;p45"/>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9" name="Google Shape;829;p45"/>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0" name="Google Shape;830;p45"/>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45"/>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45"/>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3" name="Google Shape;833;p45"/>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1344159" y="1706769"/>
            <a:ext cx="1432635" cy="1402080"/>
            <a:chOff x="2818051" y="6043594"/>
            <a:chExt cx="1432635" cy="1402080"/>
          </a:xfrm>
        </p:grpSpPr>
        <p:sp>
          <p:nvSpPr>
            <p:cNvPr id="842" name="Google Shape;842;p45"/>
            <p:cNvSpPr/>
            <p:nvPr/>
          </p:nvSpPr>
          <p:spPr>
            <a:xfrm>
              <a:off x="2818051" y="6068897"/>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6" name="Google Shape;846;p45"/>
            <p:cNvSpPr/>
            <p:nvPr/>
          </p:nvSpPr>
          <p:spPr>
            <a:xfrm>
              <a:off x="2843403" y="6406464"/>
              <a:ext cx="1044575" cy="1036955"/>
            </a:xfrm>
            <a:custGeom>
              <a:avLst/>
              <a:gdLst/>
              <a:ahLst/>
              <a:cxnLst/>
              <a:rect l="l" t="t" r="r" b="b"/>
              <a:pathLst>
                <a:path w="1044575" h="1036954" extrusionOk="0">
                  <a:moveTo>
                    <a:pt x="1044219" y="0"/>
                  </a:moveTo>
                  <a:lnTo>
                    <a:pt x="0" y="0"/>
                  </a:lnTo>
                  <a:lnTo>
                    <a:pt x="0" y="1036599"/>
                  </a:lnTo>
                  <a:lnTo>
                    <a:pt x="1044219" y="1036599"/>
                  </a:lnTo>
                  <a:lnTo>
                    <a:pt x="1044219"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7" name="Google Shape;847;p45"/>
            <p:cNvSpPr/>
            <p:nvPr/>
          </p:nvSpPr>
          <p:spPr>
            <a:xfrm>
              <a:off x="3884926" y="6043594"/>
              <a:ext cx="365760" cy="1402080"/>
            </a:xfrm>
            <a:custGeom>
              <a:avLst/>
              <a:gdLst/>
              <a:ahLst/>
              <a:cxnLst/>
              <a:rect l="l" t="t" r="r" b="b"/>
              <a:pathLst>
                <a:path w="365760"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2" name="Google Shape;852;p45"/>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6 x 6 x 3</a:t>
            </a:r>
            <a:endParaRPr sz="1800" b="0" i="0" u="none" strike="noStrike" cap="none" dirty="0">
              <a:solidFill>
                <a:srgbClr val="000000"/>
              </a:solidFill>
              <a:latin typeface="Arial"/>
              <a:ea typeface="Arial"/>
              <a:cs typeface="Arial"/>
              <a:sym typeface="Arial"/>
            </a:endParaRPr>
          </a:p>
        </p:txBody>
      </p:sp>
      <p:sp>
        <p:nvSpPr>
          <p:cNvPr id="853" name="Google Shape;853;p45"/>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854" name="Google Shape;854;p45"/>
          <p:cNvSpPr txBox="1"/>
          <p:nvPr/>
        </p:nvSpPr>
        <p:spPr>
          <a:xfrm>
            <a:off x="5689472" y="3497326"/>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 x 3</a:t>
            </a:r>
            <a:endParaRPr sz="1800" b="0" i="0" u="none" strike="noStrike" cap="none">
              <a:solidFill>
                <a:srgbClr val="000000"/>
              </a:solidFill>
              <a:latin typeface="Arial"/>
              <a:ea typeface="Arial"/>
              <a:cs typeface="Arial"/>
              <a:sym typeface="Arial"/>
            </a:endParaRPr>
          </a:p>
        </p:txBody>
      </p:sp>
      <p:grpSp>
        <p:nvGrpSpPr>
          <p:cNvPr id="855" name="Google Shape;855;p45"/>
          <p:cNvGrpSpPr/>
          <p:nvPr/>
        </p:nvGrpSpPr>
        <p:grpSpPr>
          <a:xfrm>
            <a:off x="5620893" y="1935479"/>
            <a:ext cx="1427987" cy="1419606"/>
            <a:chOff x="5620893" y="1935479"/>
            <a:chExt cx="1427987" cy="1419606"/>
          </a:xfrm>
        </p:grpSpPr>
        <p:sp>
          <p:nvSpPr>
            <p:cNvPr id="856" name="Google Shape;856;p45"/>
            <p:cNvSpPr/>
            <p:nvPr/>
          </p:nvSpPr>
          <p:spPr>
            <a:xfrm>
              <a:off x="5630418" y="2314193"/>
              <a:ext cx="1041400" cy="1028700"/>
            </a:xfrm>
            <a:custGeom>
              <a:avLst/>
              <a:gdLst/>
              <a:ahLst/>
              <a:cxnLst/>
              <a:rect l="l" t="t" r="r" b="b"/>
              <a:pathLst>
                <a:path w="1041400" h="1028700" extrusionOk="0">
                  <a:moveTo>
                    <a:pt x="1040892" y="658368"/>
                  </a:moveTo>
                  <a:lnTo>
                    <a:pt x="195072" y="658368"/>
                  </a:lnTo>
                  <a:lnTo>
                    <a:pt x="195072" y="0"/>
                  </a:lnTo>
                  <a:lnTo>
                    <a:pt x="0" y="0"/>
                  </a:lnTo>
                  <a:lnTo>
                    <a:pt x="0" y="658368"/>
                  </a:lnTo>
                  <a:lnTo>
                    <a:pt x="0" y="850392"/>
                  </a:lnTo>
                  <a:lnTo>
                    <a:pt x="0" y="1028700"/>
                  </a:lnTo>
                  <a:lnTo>
                    <a:pt x="1040892" y="1028700"/>
                  </a:lnTo>
                  <a:lnTo>
                    <a:pt x="1040892" y="850392"/>
                  </a:lnTo>
                  <a:lnTo>
                    <a:pt x="1040892" y="65836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7" name="Google Shape;857;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8" name="Google Shape;858;p45"/>
            <p:cNvSpPr/>
            <p:nvPr/>
          </p:nvSpPr>
          <p:spPr>
            <a:xfrm>
              <a:off x="5981509"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9" name="Google Shape;859;p45"/>
            <p:cNvSpPr/>
            <p:nvPr/>
          </p:nvSpPr>
          <p:spPr>
            <a:xfrm>
              <a:off x="6319837"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45"/>
            <p:cNvSpPr/>
            <p:nvPr/>
          </p:nvSpPr>
          <p:spPr>
            <a:xfrm>
              <a:off x="5620893" y="2644520"/>
              <a:ext cx="205104" cy="341630"/>
            </a:xfrm>
            <a:custGeom>
              <a:avLst/>
              <a:gdLst/>
              <a:ahLst/>
              <a:cxnLst/>
              <a:rect l="l" t="t" r="r" b="b"/>
              <a:pathLst>
                <a:path w="205104" h="341630" extrusionOk="0">
                  <a:moveTo>
                    <a:pt x="204597" y="307848"/>
                  </a:moveTo>
                  <a:lnTo>
                    <a:pt x="0" y="307848"/>
                  </a:lnTo>
                  <a:lnTo>
                    <a:pt x="0" y="320929"/>
                  </a:lnTo>
                  <a:lnTo>
                    <a:pt x="0" y="328041"/>
                  </a:lnTo>
                  <a:lnTo>
                    <a:pt x="0" y="341122"/>
                  </a:lnTo>
                  <a:lnTo>
                    <a:pt x="204597" y="341122"/>
                  </a:lnTo>
                  <a:lnTo>
                    <a:pt x="204597" y="328041"/>
                  </a:lnTo>
                  <a:lnTo>
                    <a:pt x="204597" y="320929"/>
                  </a:lnTo>
                  <a:lnTo>
                    <a:pt x="204597" y="307848"/>
                  </a:lnTo>
                  <a:close/>
                </a:path>
                <a:path w="205104" h="341630" extrusionOk="0">
                  <a:moveTo>
                    <a:pt x="204597" y="0"/>
                  </a:moveTo>
                  <a:lnTo>
                    <a:pt x="0" y="0"/>
                  </a:lnTo>
                  <a:lnTo>
                    <a:pt x="0" y="26162"/>
                  </a:lnTo>
                  <a:lnTo>
                    <a:pt x="204597" y="26162"/>
                  </a:lnTo>
                  <a:lnTo>
                    <a:pt x="204597"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1" name="Google Shape;861;p45"/>
            <p:cNvSpPr/>
            <p:nvPr/>
          </p:nvSpPr>
          <p:spPr>
            <a:xfrm>
              <a:off x="6009893" y="1956053"/>
              <a:ext cx="1016635" cy="1016635"/>
            </a:xfrm>
            <a:custGeom>
              <a:avLst/>
              <a:gdLst/>
              <a:ahLst/>
              <a:cxnLst/>
              <a:rect l="l" t="t" r="r" b="b"/>
              <a:pathLst>
                <a:path w="1016634" h="1016635" extrusionOk="0">
                  <a:moveTo>
                    <a:pt x="1016507" y="0"/>
                  </a:moveTo>
                  <a:lnTo>
                    <a:pt x="0" y="0"/>
                  </a:lnTo>
                  <a:lnTo>
                    <a:pt x="0" y="1016508"/>
                  </a:lnTo>
                  <a:lnTo>
                    <a:pt x="1016507" y="1016508"/>
                  </a:lnTo>
                  <a:lnTo>
                    <a:pt x="1016507"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2" name="Google Shape;862;p45"/>
            <p:cNvSpPr/>
            <p:nvPr/>
          </p:nvSpPr>
          <p:spPr>
            <a:xfrm>
              <a:off x="6009893" y="1956053"/>
              <a:ext cx="1016635" cy="1016635"/>
            </a:xfrm>
            <a:custGeom>
              <a:avLst/>
              <a:gdLst/>
              <a:ahLst/>
              <a:cxnLst/>
              <a:rect l="l" t="t" r="r" b="b"/>
              <a:pathLst>
                <a:path w="1016634" h="1016635" extrusionOk="0">
                  <a:moveTo>
                    <a:pt x="0" y="1016508"/>
                  </a:moveTo>
                  <a:lnTo>
                    <a:pt x="1016507" y="1016508"/>
                  </a:lnTo>
                  <a:lnTo>
                    <a:pt x="1016507" y="0"/>
                  </a:lnTo>
                  <a:lnTo>
                    <a:pt x="0" y="0"/>
                  </a:lnTo>
                  <a:lnTo>
                    <a:pt x="0" y="10165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3" name="Google Shape;863;p45"/>
            <p:cNvSpPr/>
            <p:nvPr/>
          </p:nvSpPr>
          <p:spPr>
            <a:xfrm>
              <a:off x="6351714"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4" name="Google Shape;864;p45"/>
            <p:cNvSpPr/>
            <p:nvPr/>
          </p:nvSpPr>
          <p:spPr>
            <a:xfrm>
              <a:off x="6683946"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5" name="Google Shape;865;p45"/>
            <p:cNvSpPr/>
            <p:nvPr/>
          </p:nvSpPr>
          <p:spPr>
            <a:xfrm>
              <a:off x="6843521" y="2294889"/>
              <a:ext cx="193040" cy="304800"/>
            </a:xfrm>
            <a:custGeom>
              <a:avLst/>
              <a:gdLst/>
              <a:ahLst/>
              <a:cxnLst/>
              <a:rect l="l" t="t" r="r" b="b"/>
              <a:pathLst>
                <a:path w="193040" h="304800" extrusionOk="0">
                  <a:moveTo>
                    <a:pt x="0" y="0"/>
                  </a:moveTo>
                  <a:lnTo>
                    <a:pt x="192785" y="0"/>
                  </a:lnTo>
                </a:path>
                <a:path w="193040" h="304800" extrusionOk="0">
                  <a:moveTo>
                    <a:pt x="0" y="304800"/>
                  </a:moveTo>
                  <a:lnTo>
                    <a:pt x="192785" y="30480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6" name="Google Shape;866;p45"/>
            <p:cNvSpPr/>
            <p:nvPr/>
          </p:nvSpPr>
          <p:spPr>
            <a:xfrm>
              <a:off x="5825489" y="2141981"/>
              <a:ext cx="1018540" cy="1022985"/>
            </a:xfrm>
            <a:custGeom>
              <a:avLst/>
              <a:gdLst/>
              <a:ahLst/>
              <a:cxnLst/>
              <a:rect l="l" t="t" r="r" b="b"/>
              <a:pathLst>
                <a:path w="1018540" h="1022985" extrusionOk="0">
                  <a:moveTo>
                    <a:pt x="1018032" y="0"/>
                  </a:moveTo>
                  <a:lnTo>
                    <a:pt x="0" y="0"/>
                  </a:lnTo>
                  <a:lnTo>
                    <a:pt x="0" y="1022603"/>
                  </a:lnTo>
                  <a:lnTo>
                    <a:pt x="1018032" y="1022603"/>
                  </a:lnTo>
                  <a:lnTo>
                    <a:pt x="1018032"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45"/>
            <p:cNvSpPr/>
            <p:nvPr/>
          </p:nvSpPr>
          <p:spPr>
            <a:xfrm>
              <a:off x="5825489" y="2141981"/>
              <a:ext cx="1018540" cy="1022985"/>
            </a:xfrm>
            <a:custGeom>
              <a:avLst/>
              <a:gdLst/>
              <a:ahLst/>
              <a:cxnLst/>
              <a:rect l="l" t="t" r="r" b="b"/>
              <a:pathLst>
                <a:path w="1018540" h="1022985" extrusionOk="0">
                  <a:moveTo>
                    <a:pt x="0" y="1022603"/>
                  </a:moveTo>
                  <a:lnTo>
                    <a:pt x="1018032" y="1022603"/>
                  </a:lnTo>
                  <a:lnTo>
                    <a:pt x="1018032" y="0"/>
                  </a:lnTo>
                  <a:lnTo>
                    <a:pt x="0" y="0"/>
                  </a:lnTo>
                  <a:lnTo>
                    <a:pt x="0" y="1022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45"/>
            <p:cNvSpPr/>
            <p:nvPr/>
          </p:nvSpPr>
          <p:spPr>
            <a:xfrm>
              <a:off x="6165341" y="2138933"/>
              <a:ext cx="6985" cy="1028700"/>
            </a:xfrm>
            <a:custGeom>
              <a:avLst/>
              <a:gdLst/>
              <a:ahLst/>
              <a:cxnLst/>
              <a:rect l="l" t="t" r="r" b="b"/>
              <a:pathLst>
                <a:path w="6985"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9" name="Google Shape;869;p45"/>
            <p:cNvSpPr/>
            <p:nvPr/>
          </p:nvSpPr>
          <p:spPr>
            <a:xfrm>
              <a:off x="6496050" y="2138933"/>
              <a:ext cx="6985" cy="1028700"/>
            </a:xfrm>
            <a:custGeom>
              <a:avLst/>
              <a:gdLst/>
              <a:ahLst/>
              <a:cxnLst/>
              <a:rect l="l" t="t" r="r" b="b"/>
              <a:pathLst>
                <a:path w="6984"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0" name="Google Shape;870;p45"/>
            <p:cNvSpPr/>
            <p:nvPr/>
          </p:nvSpPr>
          <p:spPr>
            <a:xfrm>
              <a:off x="5825489" y="2478785"/>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1" name="Google Shape;871;p45"/>
            <p:cNvSpPr/>
            <p:nvPr/>
          </p:nvSpPr>
          <p:spPr>
            <a:xfrm>
              <a:off x="5825489" y="2786633"/>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2" name="Google Shape;872;p45"/>
            <p:cNvSpPr/>
            <p:nvPr/>
          </p:nvSpPr>
          <p:spPr>
            <a:xfrm>
              <a:off x="5637275" y="2300960"/>
              <a:ext cx="1045844" cy="1036955"/>
            </a:xfrm>
            <a:custGeom>
              <a:avLst/>
              <a:gdLst/>
              <a:ahLst/>
              <a:cxnLst/>
              <a:rect l="l" t="t" r="r" b="b"/>
              <a:pathLst>
                <a:path w="1045845" h="1036954" extrusionOk="0">
                  <a:moveTo>
                    <a:pt x="1045743" y="0"/>
                  </a:moveTo>
                  <a:lnTo>
                    <a:pt x="0" y="0"/>
                  </a:lnTo>
                  <a:lnTo>
                    <a:pt x="0" y="1036599"/>
                  </a:lnTo>
                  <a:lnTo>
                    <a:pt x="1045743" y="1036599"/>
                  </a:lnTo>
                  <a:lnTo>
                    <a:pt x="1045743"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45"/>
            <p:cNvSpPr/>
            <p:nvPr/>
          </p:nvSpPr>
          <p:spPr>
            <a:xfrm>
              <a:off x="6682993" y="1935479"/>
              <a:ext cx="365760" cy="1402080"/>
            </a:xfrm>
            <a:custGeom>
              <a:avLst/>
              <a:gdLst/>
              <a:ahLst/>
              <a:cxnLst/>
              <a:rect l="l" t="t" r="r" b="b"/>
              <a:pathLst>
                <a:path w="365759"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45"/>
            <p:cNvSpPr/>
            <p:nvPr/>
          </p:nvSpPr>
          <p:spPr>
            <a:xfrm>
              <a:off x="5637275" y="1935479"/>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5" name="Google Shape;875;p45"/>
            <p:cNvSpPr/>
            <p:nvPr/>
          </p:nvSpPr>
          <p:spPr>
            <a:xfrm>
              <a:off x="5630417" y="2314193"/>
              <a:ext cx="1041400" cy="1028700"/>
            </a:xfrm>
            <a:custGeom>
              <a:avLst/>
              <a:gdLst/>
              <a:ahLst/>
              <a:cxnLst/>
              <a:rect l="l" t="t" r="r" b="b"/>
              <a:pathLst>
                <a:path w="1041400" h="1028700" extrusionOk="0">
                  <a:moveTo>
                    <a:pt x="1040891" y="0"/>
                  </a:moveTo>
                  <a:lnTo>
                    <a:pt x="0" y="0"/>
                  </a:lnTo>
                  <a:lnTo>
                    <a:pt x="0" y="1028700"/>
                  </a:lnTo>
                  <a:lnTo>
                    <a:pt x="1040891" y="1028700"/>
                  </a:lnTo>
                  <a:lnTo>
                    <a:pt x="1040891"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6" name="Google Shape;876;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45"/>
            <p:cNvSpPr/>
            <p:nvPr/>
          </p:nvSpPr>
          <p:spPr>
            <a:xfrm>
              <a:off x="5977889"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8" name="Google Shape;878;p45"/>
            <p:cNvSpPr/>
            <p:nvPr/>
          </p:nvSpPr>
          <p:spPr>
            <a:xfrm>
              <a:off x="6316217"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 name="Google Shape;879;p45"/>
            <p:cNvSpPr/>
            <p:nvPr/>
          </p:nvSpPr>
          <p:spPr>
            <a:xfrm>
              <a:off x="5630417" y="2654045"/>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0" name="Google Shape;880;p45"/>
            <p:cNvSpPr/>
            <p:nvPr/>
          </p:nvSpPr>
          <p:spPr>
            <a:xfrm>
              <a:off x="5630417" y="2961893"/>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1" name="Google Shape;881;p45"/>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882" name="Google Shape;882;p45"/>
          <p:cNvSpPr txBox="1"/>
          <p:nvPr/>
        </p:nvSpPr>
        <p:spPr>
          <a:xfrm>
            <a:off x="9588208" y="3775483"/>
            <a:ext cx="64697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4 x 4</a:t>
            </a:r>
            <a:endParaRPr sz="1800" b="0" i="0" u="none" strike="noStrike" cap="none" dirty="0">
              <a:solidFill>
                <a:srgbClr val="000000"/>
              </a:solidFill>
              <a:latin typeface="Arial"/>
              <a:ea typeface="Arial"/>
              <a:cs typeface="Arial"/>
              <a:sym typeface="Arial"/>
            </a:endParaRPr>
          </a:p>
        </p:txBody>
      </p:sp>
      <p:pic>
        <p:nvPicPr>
          <p:cNvPr id="888" name="Google Shape;888;p45"/>
          <p:cNvPicPr preferRelativeResize="0"/>
          <p:nvPr/>
        </p:nvPicPr>
        <p:blipFill rotWithShape="1">
          <a:blip r:embed="rId3">
            <a:alphaModFix/>
          </a:blip>
          <a:srcRect/>
          <a:stretch/>
        </p:blipFill>
        <p:spPr>
          <a:xfrm>
            <a:off x="10734473" y="0"/>
            <a:ext cx="1448025" cy="796414"/>
          </a:xfrm>
          <a:prstGeom prst="rect">
            <a:avLst/>
          </a:prstGeom>
          <a:noFill/>
          <a:ln>
            <a:noFill/>
          </a:ln>
        </p:spPr>
      </p:pic>
      <p:grpSp>
        <p:nvGrpSpPr>
          <p:cNvPr id="4" name="Group 3"/>
          <p:cNvGrpSpPr/>
          <p:nvPr/>
        </p:nvGrpSpPr>
        <p:grpSpPr>
          <a:xfrm>
            <a:off x="9190988" y="1755675"/>
            <a:ext cx="1818132" cy="1684020"/>
            <a:chOff x="9006078" y="2088642"/>
            <a:chExt cx="1818132" cy="1684020"/>
          </a:xfrm>
        </p:grpSpPr>
        <p:sp>
          <p:nvSpPr>
            <p:cNvPr id="788" name="Google Shape;788;p45"/>
            <p:cNvSpPr/>
            <p:nvPr/>
          </p:nvSpPr>
          <p:spPr>
            <a:xfrm>
              <a:off x="9437370" y="20886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1" name="Google Shape;791;p45"/>
            <p:cNvSpPr/>
            <p:nvPr/>
          </p:nvSpPr>
          <p:spPr>
            <a:xfrm>
              <a:off x="9217914" y="2245614"/>
              <a:ext cx="1386840" cy="1379220"/>
            </a:xfrm>
            <a:custGeom>
              <a:avLst/>
              <a:gdLst/>
              <a:ahLst/>
              <a:cxnLst/>
              <a:rect l="l" t="t" r="r" b="b"/>
              <a:pathLst>
                <a:path w="1386840"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4" name="Google Shape;794;p45"/>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5" name="Google Shape;795;p45"/>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6" name="Google Shape;796;p45"/>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7" name="Google Shape;797;p45"/>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8" name="Google Shape;798;p45"/>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9" name="Google Shape;799;p45"/>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0" name="Google Shape;800;p45"/>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1" name="Google Shape;801;p45"/>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807;p45"/>
            <p:cNvSpPr txBox="1"/>
            <p:nvPr/>
          </p:nvSpPr>
          <p:spPr>
            <a:xfrm>
              <a:off x="9090629" y="2348671"/>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grpSp>
      <p:sp>
        <p:nvSpPr>
          <p:cNvPr id="113" name="Google Shape;852;p45"/>
          <p:cNvSpPr txBox="1"/>
          <p:nvPr/>
        </p:nvSpPr>
        <p:spPr>
          <a:xfrm>
            <a:off x="1909738" y="4684141"/>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n</a:t>
            </a:r>
            <a:r>
              <a:rPr lang="en-US" sz="1800" b="0" i="0" u="none" strike="noStrike" cap="none" dirty="0">
                <a:solidFill>
                  <a:srgbClr val="000000"/>
                </a:solidFill>
                <a:latin typeface="Arial"/>
                <a:ea typeface="Arial"/>
                <a:cs typeface="Arial"/>
                <a:sym typeface="Arial"/>
              </a:rPr>
              <a:t> x n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114" name="Google Shape;852;p45"/>
          <p:cNvSpPr txBox="1"/>
          <p:nvPr/>
        </p:nvSpPr>
        <p:spPr>
          <a:xfrm>
            <a:off x="5689472" y="3989145"/>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f</a:t>
            </a:r>
            <a:r>
              <a:rPr lang="en-US" sz="1800" b="0" i="0" u="none" strike="noStrike" cap="none" dirty="0">
                <a:solidFill>
                  <a:srgbClr val="000000"/>
                </a:solidFill>
                <a:latin typeface="Arial"/>
                <a:ea typeface="Arial"/>
                <a:cs typeface="Arial"/>
                <a:sym typeface="Arial"/>
              </a:rPr>
              <a:t> x </a:t>
            </a:r>
            <a:r>
              <a:rPr lang="en-US" sz="1800" dirty="0"/>
              <a:t>f</a:t>
            </a:r>
            <a:r>
              <a:rPr lang="en-US" sz="1800" b="0" i="0" u="none" strike="noStrike" cap="none" dirty="0">
                <a:solidFill>
                  <a:srgbClr val="000000"/>
                </a:solidFill>
                <a:latin typeface="Arial"/>
                <a:ea typeface="Arial"/>
                <a:cs typeface="Arial"/>
                <a:sym typeface="Arial"/>
              </a:rPr>
              <a:t>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656798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781"/>
        <p:cNvGrpSpPr/>
        <p:nvPr/>
      </p:nvGrpSpPr>
      <p:grpSpPr>
        <a:xfrm>
          <a:off x="0" y="0"/>
          <a:ext cx="0" cy="0"/>
          <a:chOff x="0" y="0"/>
          <a:chExt cx="0" cy="0"/>
        </a:xfrm>
      </p:grpSpPr>
      <p:sp>
        <p:nvSpPr>
          <p:cNvPr id="785" name="Google Shape;785;p45"/>
          <p:cNvSpPr/>
          <p:nvPr/>
        </p:nvSpPr>
        <p:spPr>
          <a:xfrm>
            <a:off x="9665970" y="1928622"/>
            <a:ext cx="1386840" cy="1377950"/>
          </a:xfrm>
          <a:custGeom>
            <a:avLst/>
            <a:gdLst/>
            <a:ahLst/>
            <a:cxnLst/>
            <a:rect l="l" t="t" r="r" b="b"/>
            <a:pathLst>
              <a:path w="1386840" h="1377950" extrusionOk="0">
                <a:moveTo>
                  <a:pt x="1386840" y="0"/>
                </a:moveTo>
                <a:lnTo>
                  <a:pt x="0" y="0"/>
                </a:lnTo>
                <a:lnTo>
                  <a:pt x="0" y="1377696"/>
                </a:lnTo>
                <a:lnTo>
                  <a:pt x="1386840" y="1377696"/>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2" name="Google Shape;802;p45"/>
          <p:cNvSpPr txBox="1">
            <a:spLocks noGrp="1"/>
          </p:cNvSpPr>
          <p:nvPr>
            <p:ph type="title"/>
          </p:nvPr>
        </p:nvSpPr>
        <p:spPr>
          <a:xfrm>
            <a:off x="916939" y="637108"/>
            <a:ext cx="52920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Normal Convolution</a:t>
            </a:r>
            <a:endParaRPr sz="4400">
              <a:latin typeface="Arial"/>
              <a:ea typeface="Arial"/>
              <a:cs typeface="Arial"/>
              <a:sym typeface="Arial"/>
            </a:endParaRPr>
          </a:p>
        </p:txBody>
      </p:sp>
      <p:sp>
        <p:nvSpPr>
          <p:cNvPr id="810" name="Google Shape;810;p45"/>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1" name="Google Shape;811;p45"/>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2" name="Google Shape;812;p45"/>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3" name="Google Shape;813;p45"/>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4" name="Google Shape;814;p45"/>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45"/>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45"/>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45"/>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45"/>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9" name="Google Shape;819;p45"/>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0" name="Google Shape;820;p45"/>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45"/>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 name="Google Shape;822;p45"/>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3" name="Google Shape;823;p45"/>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45"/>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45"/>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6" name="Google Shape;826;p45"/>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7" name="Google Shape;827;p45"/>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8" name="Google Shape;828;p45"/>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9" name="Google Shape;829;p45"/>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0" name="Google Shape;830;p45"/>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45"/>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45"/>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3" name="Google Shape;833;p45"/>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1688161" y="1696593"/>
            <a:ext cx="1432635" cy="1402080"/>
            <a:chOff x="2818051" y="6043594"/>
            <a:chExt cx="1432635" cy="1402080"/>
          </a:xfrm>
        </p:grpSpPr>
        <p:sp>
          <p:nvSpPr>
            <p:cNvPr id="842" name="Google Shape;842;p45"/>
            <p:cNvSpPr/>
            <p:nvPr/>
          </p:nvSpPr>
          <p:spPr>
            <a:xfrm>
              <a:off x="2818051" y="6068897"/>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6" name="Google Shape;846;p45"/>
            <p:cNvSpPr/>
            <p:nvPr/>
          </p:nvSpPr>
          <p:spPr>
            <a:xfrm>
              <a:off x="2843403" y="6406464"/>
              <a:ext cx="1044575" cy="1036955"/>
            </a:xfrm>
            <a:custGeom>
              <a:avLst/>
              <a:gdLst/>
              <a:ahLst/>
              <a:cxnLst/>
              <a:rect l="l" t="t" r="r" b="b"/>
              <a:pathLst>
                <a:path w="1044575" h="1036954" extrusionOk="0">
                  <a:moveTo>
                    <a:pt x="1044219" y="0"/>
                  </a:moveTo>
                  <a:lnTo>
                    <a:pt x="0" y="0"/>
                  </a:lnTo>
                  <a:lnTo>
                    <a:pt x="0" y="1036599"/>
                  </a:lnTo>
                  <a:lnTo>
                    <a:pt x="1044219" y="1036599"/>
                  </a:lnTo>
                  <a:lnTo>
                    <a:pt x="1044219"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7" name="Google Shape;847;p45"/>
            <p:cNvSpPr/>
            <p:nvPr/>
          </p:nvSpPr>
          <p:spPr>
            <a:xfrm>
              <a:off x="3884926" y="6043594"/>
              <a:ext cx="365760" cy="1402080"/>
            </a:xfrm>
            <a:custGeom>
              <a:avLst/>
              <a:gdLst/>
              <a:ahLst/>
              <a:cxnLst/>
              <a:rect l="l" t="t" r="r" b="b"/>
              <a:pathLst>
                <a:path w="365760"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2" name="Google Shape;852;p45"/>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853" name="Google Shape;853;p45"/>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854" name="Google Shape;854;p45"/>
          <p:cNvSpPr txBox="1"/>
          <p:nvPr/>
        </p:nvSpPr>
        <p:spPr>
          <a:xfrm>
            <a:off x="5689472" y="3497326"/>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 x 3</a:t>
            </a:r>
            <a:endParaRPr sz="1800" b="0" i="0" u="none" strike="noStrike" cap="none">
              <a:solidFill>
                <a:srgbClr val="000000"/>
              </a:solidFill>
              <a:latin typeface="Arial"/>
              <a:ea typeface="Arial"/>
              <a:cs typeface="Arial"/>
              <a:sym typeface="Arial"/>
            </a:endParaRPr>
          </a:p>
        </p:txBody>
      </p:sp>
      <p:grpSp>
        <p:nvGrpSpPr>
          <p:cNvPr id="855" name="Google Shape;855;p45"/>
          <p:cNvGrpSpPr/>
          <p:nvPr/>
        </p:nvGrpSpPr>
        <p:grpSpPr>
          <a:xfrm>
            <a:off x="5620893" y="1935479"/>
            <a:ext cx="1427987" cy="1419606"/>
            <a:chOff x="5620893" y="1935479"/>
            <a:chExt cx="1427987" cy="1419606"/>
          </a:xfrm>
        </p:grpSpPr>
        <p:sp>
          <p:nvSpPr>
            <p:cNvPr id="856" name="Google Shape;856;p45"/>
            <p:cNvSpPr/>
            <p:nvPr/>
          </p:nvSpPr>
          <p:spPr>
            <a:xfrm>
              <a:off x="5630418" y="2314193"/>
              <a:ext cx="1041400" cy="1028700"/>
            </a:xfrm>
            <a:custGeom>
              <a:avLst/>
              <a:gdLst/>
              <a:ahLst/>
              <a:cxnLst/>
              <a:rect l="l" t="t" r="r" b="b"/>
              <a:pathLst>
                <a:path w="1041400" h="1028700" extrusionOk="0">
                  <a:moveTo>
                    <a:pt x="1040892" y="658368"/>
                  </a:moveTo>
                  <a:lnTo>
                    <a:pt x="195072" y="658368"/>
                  </a:lnTo>
                  <a:lnTo>
                    <a:pt x="195072" y="0"/>
                  </a:lnTo>
                  <a:lnTo>
                    <a:pt x="0" y="0"/>
                  </a:lnTo>
                  <a:lnTo>
                    <a:pt x="0" y="658368"/>
                  </a:lnTo>
                  <a:lnTo>
                    <a:pt x="0" y="850392"/>
                  </a:lnTo>
                  <a:lnTo>
                    <a:pt x="0" y="1028700"/>
                  </a:lnTo>
                  <a:lnTo>
                    <a:pt x="1040892" y="1028700"/>
                  </a:lnTo>
                  <a:lnTo>
                    <a:pt x="1040892" y="850392"/>
                  </a:lnTo>
                  <a:lnTo>
                    <a:pt x="1040892" y="65836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7" name="Google Shape;857;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8" name="Google Shape;858;p45"/>
            <p:cNvSpPr/>
            <p:nvPr/>
          </p:nvSpPr>
          <p:spPr>
            <a:xfrm>
              <a:off x="5981509"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9" name="Google Shape;859;p45"/>
            <p:cNvSpPr/>
            <p:nvPr/>
          </p:nvSpPr>
          <p:spPr>
            <a:xfrm>
              <a:off x="6319837"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45"/>
            <p:cNvSpPr/>
            <p:nvPr/>
          </p:nvSpPr>
          <p:spPr>
            <a:xfrm>
              <a:off x="5620893" y="2644520"/>
              <a:ext cx="205104" cy="341630"/>
            </a:xfrm>
            <a:custGeom>
              <a:avLst/>
              <a:gdLst/>
              <a:ahLst/>
              <a:cxnLst/>
              <a:rect l="l" t="t" r="r" b="b"/>
              <a:pathLst>
                <a:path w="205104" h="341630" extrusionOk="0">
                  <a:moveTo>
                    <a:pt x="204597" y="307848"/>
                  </a:moveTo>
                  <a:lnTo>
                    <a:pt x="0" y="307848"/>
                  </a:lnTo>
                  <a:lnTo>
                    <a:pt x="0" y="320929"/>
                  </a:lnTo>
                  <a:lnTo>
                    <a:pt x="0" y="328041"/>
                  </a:lnTo>
                  <a:lnTo>
                    <a:pt x="0" y="341122"/>
                  </a:lnTo>
                  <a:lnTo>
                    <a:pt x="204597" y="341122"/>
                  </a:lnTo>
                  <a:lnTo>
                    <a:pt x="204597" y="328041"/>
                  </a:lnTo>
                  <a:lnTo>
                    <a:pt x="204597" y="320929"/>
                  </a:lnTo>
                  <a:lnTo>
                    <a:pt x="204597" y="307848"/>
                  </a:lnTo>
                  <a:close/>
                </a:path>
                <a:path w="205104" h="341630" extrusionOk="0">
                  <a:moveTo>
                    <a:pt x="204597" y="0"/>
                  </a:moveTo>
                  <a:lnTo>
                    <a:pt x="0" y="0"/>
                  </a:lnTo>
                  <a:lnTo>
                    <a:pt x="0" y="26162"/>
                  </a:lnTo>
                  <a:lnTo>
                    <a:pt x="204597" y="26162"/>
                  </a:lnTo>
                  <a:lnTo>
                    <a:pt x="204597"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1" name="Google Shape;861;p45"/>
            <p:cNvSpPr/>
            <p:nvPr/>
          </p:nvSpPr>
          <p:spPr>
            <a:xfrm>
              <a:off x="6009893" y="1956053"/>
              <a:ext cx="1016635" cy="1016635"/>
            </a:xfrm>
            <a:custGeom>
              <a:avLst/>
              <a:gdLst/>
              <a:ahLst/>
              <a:cxnLst/>
              <a:rect l="l" t="t" r="r" b="b"/>
              <a:pathLst>
                <a:path w="1016634" h="1016635" extrusionOk="0">
                  <a:moveTo>
                    <a:pt x="1016507" y="0"/>
                  </a:moveTo>
                  <a:lnTo>
                    <a:pt x="0" y="0"/>
                  </a:lnTo>
                  <a:lnTo>
                    <a:pt x="0" y="1016508"/>
                  </a:lnTo>
                  <a:lnTo>
                    <a:pt x="1016507" y="1016508"/>
                  </a:lnTo>
                  <a:lnTo>
                    <a:pt x="1016507"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2" name="Google Shape;862;p45"/>
            <p:cNvSpPr/>
            <p:nvPr/>
          </p:nvSpPr>
          <p:spPr>
            <a:xfrm>
              <a:off x="6009893" y="1956053"/>
              <a:ext cx="1016635" cy="1016635"/>
            </a:xfrm>
            <a:custGeom>
              <a:avLst/>
              <a:gdLst/>
              <a:ahLst/>
              <a:cxnLst/>
              <a:rect l="l" t="t" r="r" b="b"/>
              <a:pathLst>
                <a:path w="1016634" h="1016635" extrusionOk="0">
                  <a:moveTo>
                    <a:pt x="0" y="1016508"/>
                  </a:moveTo>
                  <a:lnTo>
                    <a:pt x="1016507" y="1016508"/>
                  </a:lnTo>
                  <a:lnTo>
                    <a:pt x="1016507" y="0"/>
                  </a:lnTo>
                  <a:lnTo>
                    <a:pt x="0" y="0"/>
                  </a:lnTo>
                  <a:lnTo>
                    <a:pt x="0" y="10165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3" name="Google Shape;863;p45"/>
            <p:cNvSpPr/>
            <p:nvPr/>
          </p:nvSpPr>
          <p:spPr>
            <a:xfrm>
              <a:off x="6351714"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4" name="Google Shape;864;p45"/>
            <p:cNvSpPr/>
            <p:nvPr/>
          </p:nvSpPr>
          <p:spPr>
            <a:xfrm>
              <a:off x="6683946"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5" name="Google Shape;865;p45"/>
            <p:cNvSpPr/>
            <p:nvPr/>
          </p:nvSpPr>
          <p:spPr>
            <a:xfrm>
              <a:off x="6843521" y="2294889"/>
              <a:ext cx="193040" cy="304800"/>
            </a:xfrm>
            <a:custGeom>
              <a:avLst/>
              <a:gdLst/>
              <a:ahLst/>
              <a:cxnLst/>
              <a:rect l="l" t="t" r="r" b="b"/>
              <a:pathLst>
                <a:path w="193040" h="304800" extrusionOk="0">
                  <a:moveTo>
                    <a:pt x="0" y="0"/>
                  </a:moveTo>
                  <a:lnTo>
                    <a:pt x="192785" y="0"/>
                  </a:lnTo>
                </a:path>
                <a:path w="193040" h="304800" extrusionOk="0">
                  <a:moveTo>
                    <a:pt x="0" y="304800"/>
                  </a:moveTo>
                  <a:lnTo>
                    <a:pt x="192785" y="30480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6" name="Google Shape;866;p45"/>
            <p:cNvSpPr/>
            <p:nvPr/>
          </p:nvSpPr>
          <p:spPr>
            <a:xfrm>
              <a:off x="5825489" y="2141981"/>
              <a:ext cx="1018540" cy="1022985"/>
            </a:xfrm>
            <a:custGeom>
              <a:avLst/>
              <a:gdLst/>
              <a:ahLst/>
              <a:cxnLst/>
              <a:rect l="l" t="t" r="r" b="b"/>
              <a:pathLst>
                <a:path w="1018540" h="1022985" extrusionOk="0">
                  <a:moveTo>
                    <a:pt x="1018032" y="0"/>
                  </a:moveTo>
                  <a:lnTo>
                    <a:pt x="0" y="0"/>
                  </a:lnTo>
                  <a:lnTo>
                    <a:pt x="0" y="1022603"/>
                  </a:lnTo>
                  <a:lnTo>
                    <a:pt x="1018032" y="1022603"/>
                  </a:lnTo>
                  <a:lnTo>
                    <a:pt x="1018032"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45"/>
            <p:cNvSpPr/>
            <p:nvPr/>
          </p:nvSpPr>
          <p:spPr>
            <a:xfrm>
              <a:off x="5825489" y="2141981"/>
              <a:ext cx="1018540" cy="1022985"/>
            </a:xfrm>
            <a:custGeom>
              <a:avLst/>
              <a:gdLst/>
              <a:ahLst/>
              <a:cxnLst/>
              <a:rect l="l" t="t" r="r" b="b"/>
              <a:pathLst>
                <a:path w="1018540" h="1022985" extrusionOk="0">
                  <a:moveTo>
                    <a:pt x="0" y="1022603"/>
                  </a:moveTo>
                  <a:lnTo>
                    <a:pt x="1018032" y="1022603"/>
                  </a:lnTo>
                  <a:lnTo>
                    <a:pt x="1018032" y="0"/>
                  </a:lnTo>
                  <a:lnTo>
                    <a:pt x="0" y="0"/>
                  </a:lnTo>
                  <a:lnTo>
                    <a:pt x="0" y="1022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45"/>
            <p:cNvSpPr/>
            <p:nvPr/>
          </p:nvSpPr>
          <p:spPr>
            <a:xfrm>
              <a:off x="6165341" y="2138933"/>
              <a:ext cx="6985" cy="1028700"/>
            </a:xfrm>
            <a:custGeom>
              <a:avLst/>
              <a:gdLst/>
              <a:ahLst/>
              <a:cxnLst/>
              <a:rect l="l" t="t" r="r" b="b"/>
              <a:pathLst>
                <a:path w="6985"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9" name="Google Shape;869;p45"/>
            <p:cNvSpPr/>
            <p:nvPr/>
          </p:nvSpPr>
          <p:spPr>
            <a:xfrm>
              <a:off x="6496050" y="2138933"/>
              <a:ext cx="6985" cy="1028700"/>
            </a:xfrm>
            <a:custGeom>
              <a:avLst/>
              <a:gdLst/>
              <a:ahLst/>
              <a:cxnLst/>
              <a:rect l="l" t="t" r="r" b="b"/>
              <a:pathLst>
                <a:path w="6984"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0" name="Google Shape;870;p45"/>
            <p:cNvSpPr/>
            <p:nvPr/>
          </p:nvSpPr>
          <p:spPr>
            <a:xfrm>
              <a:off x="5825489" y="2478785"/>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1" name="Google Shape;871;p45"/>
            <p:cNvSpPr/>
            <p:nvPr/>
          </p:nvSpPr>
          <p:spPr>
            <a:xfrm>
              <a:off x="5825489" y="2786633"/>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2" name="Google Shape;872;p45"/>
            <p:cNvSpPr/>
            <p:nvPr/>
          </p:nvSpPr>
          <p:spPr>
            <a:xfrm>
              <a:off x="5637275" y="2300960"/>
              <a:ext cx="1045844" cy="1036955"/>
            </a:xfrm>
            <a:custGeom>
              <a:avLst/>
              <a:gdLst/>
              <a:ahLst/>
              <a:cxnLst/>
              <a:rect l="l" t="t" r="r" b="b"/>
              <a:pathLst>
                <a:path w="1045845" h="1036954" extrusionOk="0">
                  <a:moveTo>
                    <a:pt x="1045743" y="0"/>
                  </a:moveTo>
                  <a:lnTo>
                    <a:pt x="0" y="0"/>
                  </a:lnTo>
                  <a:lnTo>
                    <a:pt x="0" y="1036599"/>
                  </a:lnTo>
                  <a:lnTo>
                    <a:pt x="1045743" y="1036599"/>
                  </a:lnTo>
                  <a:lnTo>
                    <a:pt x="1045743"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45"/>
            <p:cNvSpPr/>
            <p:nvPr/>
          </p:nvSpPr>
          <p:spPr>
            <a:xfrm>
              <a:off x="6682993" y="1935479"/>
              <a:ext cx="365760" cy="1402080"/>
            </a:xfrm>
            <a:custGeom>
              <a:avLst/>
              <a:gdLst/>
              <a:ahLst/>
              <a:cxnLst/>
              <a:rect l="l" t="t" r="r" b="b"/>
              <a:pathLst>
                <a:path w="365759"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45"/>
            <p:cNvSpPr/>
            <p:nvPr/>
          </p:nvSpPr>
          <p:spPr>
            <a:xfrm>
              <a:off x="5637275" y="1935479"/>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5" name="Google Shape;875;p45"/>
            <p:cNvSpPr/>
            <p:nvPr/>
          </p:nvSpPr>
          <p:spPr>
            <a:xfrm>
              <a:off x="5630417" y="2314193"/>
              <a:ext cx="1041400" cy="1028700"/>
            </a:xfrm>
            <a:custGeom>
              <a:avLst/>
              <a:gdLst/>
              <a:ahLst/>
              <a:cxnLst/>
              <a:rect l="l" t="t" r="r" b="b"/>
              <a:pathLst>
                <a:path w="1041400" h="1028700" extrusionOk="0">
                  <a:moveTo>
                    <a:pt x="1040891" y="0"/>
                  </a:moveTo>
                  <a:lnTo>
                    <a:pt x="0" y="0"/>
                  </a:lnTo>
                  <a:lnTo>
                    <a:pt x="0" y="1028700"/>
                  </a:lnTo>
                  <a:lnTo>
                    <a:pt x="1040891" y="1028700"/>
                  </a:lnTo>
                  <a:lnTo>
                    <a:pt x="1040891"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6" name="Google Shape;876;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45"/>
            <p:cNvSpPr/>
            <p:nvPr/>
          </p:nvSpPr>
          <p:spPr>
            <a:xfrm>
              <a:off x="5977889"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8" name="Google Shape;878;p45"/>
            <p:cNvSpPr/>
            <p:nvPr/>
          </p:nvSpPr>
          <p:spPr>
            <a:xfrm>
              <a:off x="6316217"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 name="Google Shape;879;p45"/>
            <p:cNvSpPr/>
            <p:nvPr/>
          </p:nvSpPr>
          <p:spPr>
            <a:xfrm>
              <a:off x="5630417" y="2654045"/>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0" name="Google Shape;880;p45"/>
            <p:cNvSpPr/>
            <p:nvPr/>
          </p:nvSpPr>
          <p:spPr>
            <a:xfrm>
              <a:off x="5630417" y="2961893"/>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1" name="Google Shape;881;p45"/>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882" name="Google Shape;882;p45"/>
          <p:cNvSpPr txBox="1"/>
          <p:nvPr/>
        </p:nvSpPr>
        <p:spPr>
          <a:xfrm>
            <a:off x="9483085" y="3797046"/>
            <a:ext cx="64697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4 x 4</a:t>
            </a:r>
            <a:endParaRPr sz="1800" b="0" i="0" u="none" strike="noStrike" cap="none" dirty="0">
              <a:solidFill>
                <a:srgbClr val="000000"/>
              </a:solidFill>
              <a:latin typeface="Arial"/>
              <a:ea typeface="Arial"/>
              <a:cs typeface="Arial"/>
              <a:sym typeface="Arial"/>
            </a:endParaRPr>
          </a:p>
        </p:txBody>
      </p:sp>
      <p:pic>
        <p:nvPicPr>
          <p:cNvPr id="888" name="Google Shape;888;p45"/>
          <p:cNvPicPr preferRelativeResize="0"/>
          <p:nvPr/>
        </p:nvPicPr>
        <p:blipFill rotWithShape="1">
          <a:blip r:embed="rId3">
            <a:alphaModFix/>
          </a:blip>
          <a:srcRect/>
          <a:stretch/>
        </p:blipFill>
        <p:spPr>
          <a:xfrm>
            <a:off x="10734473" y="0"/>
            <a:ext cx="1448025" cy="796414"/>
          </a:xfrm>
          <a:prstGeom prst="rect">
            <a:avLst/>
          </a:prstGeom>
          <a:noFill/>
          <a:ln>
            <a:noFill/>
          </a:ln>
        </p:spPr>
      </p:pic>
      <p:grpSp>
        <p:nvGrpSpPr>
          <p:cNvPr id="2" name="Group 1"/>
          <p:cNvGrpSpPr/>
          <p:nvPr/>
        </p:nvGrpSpPr>
        <p:grpSpPr>
          <a:xfrm>
            <a:off x="9085865" y="1977644"/>
            <a:ext cx="1598676" cy="1527048"/>
            <a:chOff x="9006078" y="2245614"/>
            <a:chExt cx="1598676" cy="1527048"/>
          </a:xfrm>
        </p:grpSpPr>
        <p:sp>
          <p:nvSpPr>
            <p:cNvPr id="791" name="Google Shape;791;p45"/>
            <p:cNvSpPr/>
            <p:nvPr/>
          </p:nvSpPr>
          <p:spPr>
            <a:xfrm>
              <a:off x="9217914" y="2245614"/>
              <a:ext cx="1386840" cy="1379220"/>
            </a:xfrm>
            <a:custGeom>
              <a:avLst/>
              <a:gdLst/>
              <a:ahLst/>
              <a:cxnLst/>
              <a:rect l="l" t="t" r="r" b="b"/>
              <a:pathLst>
                <a:path w="1386840"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4" name="Google Shape;794;p45"/>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5" name="Google Shape;795;p45"/>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6" name="Google Shape;796;p45"/>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7" name="Google Shape;797;p45"/>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8" name="Google Shape;798;p45"/>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9" name="Google Shape;799;p45"/>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0" name="Google Shape;800;p45"/>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1" name="Google Shape;801;p45"/>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807;p45"/>
            <p:cNvSpPr txBox="1"/>
            <p:nvPr/>
          </p:nvSpPr>
          <p:spPr>
            <a:xfrm>
              <a:off x="9090629" y="2348671"/>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4" name="Google Shape;807;p45"/>
            <p:cNvSpPr txBox="1"/>
            <p:nvPr/>
          </p:nvSpPr>
          <p:spPr>
            <a:xfrm>
              <a:off x="9419020" y="234001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grpSp>
      <p:sp>
        <p:nvSpPr>
          <p:cNvPr id="96" name="Google Shape;852;p45"/>
          <p:cNvSpPr txBox="1"/>
          <p:nvPr/>
        </p:nvSpPr>
        <p:spPr>
          <a:xfrm>
            <a:off x="5689472" y="3989145"/>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f</a:t>
            </a:r>
            <a:r>
              <a:rPr lang="en-US" sz="1800" b="0" i="0" u="none" strike="noStrike" cap="none" dirty="0">
                <a:solidFill>
                  <a:srgbClr val="000000"/>
                </a:solidFill>
                <a:latin typeface="Arial"/>
                <a:ea typeface="Arial"/>
                <a:cs typeface="Arial"/>
                <a:sym typeface="Arial"/>
              </a:rPr>
              <a:t> x </a:t>
            </a:r>
            <a:r>
              <a:rPr lang="en-US" sz="1800" dirty="0"/>
              <a:t>f</a:t>
            </a:r>
            <a:r>
              <a:rPr lang="en-US" sz="1800" b="0" i="0" u="none" strike="noStrike" cap="none" dirty="0">
                <a:solidFill>
                  <a:srgbClr val="000000"/>
                </a:solidFill>
                <a:latin typeface="Arial"/>
                <a:ea typeface="Arial"/>
                <a:cs typeface="Arial"/>
                <a:sym typeface="Arial"/>
              </a:rPr>
              <a:t>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97" name="Google Shape;852;p45"/>
          <p:cNvSpPr txBox="1"/>
          <p:nvPr/>
        </p:nvSpPr>
        <p:spPr>
          <a:xfrm>
            <a:off x="1909738" y="4684141"/>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n</a:t>
            </a:r>
            <a:r>
              <a:rPr lang="en-US" sz="1800" b="0" i="0" u="none" strike="noStrike" cap="none" dirty="0">
                <a:solidFill>
                  <a:srgbClr val="000000"/>
                </a:solidFill>
                <a:latin typeface="Arial"/>
                <a:ea typeface="Arial"/>
                <a:cs typeface="Arial"/>
                <a:sym typeface="Arial"/>
              </a:rPr>
              <a:t> x n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7998751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781"/>
        <p:cNvGrpSpPr/>
        <p:nvPr/>
      </p:nvGrpSpPr>
      <p:grpSpPr>
        <a:xfrm>
          <a:off x="0" y="0"/>
          <a:ext cx="0" cy="0"/>
          <a:chOff x="0" y="0"/>
          <a:chExt cx="0" cy="0"/>
        </a:xfrm>
      </p:grpSpPr>
      <p:sp>
        <p:nvSpPr>
          <p:cNvPr id="802" name="Google Shape;802;p45"/>
          <p:cNvSpPr txBox="1">
            <a:spLocks noGrp="1"/>
          </p:cNvSpPr>
          <p:nvPr>
            <p:ph type="title"/>
          </p:nvPr>
        </p:nvSpPr>
        <p:spPr>
          <a:xfrm>
            <a:off x="916939" y="637108"/>
            <a:ext cx="52920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Normal Convolution</a:t>
            </a:r>
            <a:endParaRPr sz="4400">
              <a:latin typeface="Arial"/>
              <a:ea typeface="Arial"/>
              <a:cs typeface="Arial"/>
              <a:sym typeface="Arial"/>
            </a:endParaRPr>
          </a:p>
        </p:txBody>
      </p:sp>
      <p:sp>
        <p:nvSpPr>
          <p:cNvPr id="810" name="Google Shape;810;p45"/>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1" name="Google Shape;811;p45"/>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2" name="Google Shape;812;p45"/>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3" name="Google Shape;813;p45"/>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4" name="Google Shape;814;p45"/>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45"/>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45"/>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45"/>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45"/>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9" name="Google Shape;819;p45"/>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0" name="Google Shape;820;p45"/>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45"/>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 name="Google Shape;822;p45"/>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3" name="Google Shape;823;p45"/>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45"/>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45"/>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6" name="Google Shape;826;p45"/>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7" name="Google Shape;827;p45"/>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8" name="Google Shape;828;p45"/>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9" name="Google Shape;829;p45"/>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0" name="Google Shape;830;p45"/>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45"/>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45"/>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3" name="Google Shape;833;p45"/>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2034500" y="1696593"/>
            <a:ext cx="1432635" cy="1402080"/>
            <a:chOff x="2818051" y="6043594"/>
            <a:chExt cx="1432635" cy="1402080"/>
          </a:xfrm>
        </p:grpSpPr>
        <p:sp>
          <p:nvSpPr>
            <p:cNvPr id="842" name="Google Shape;842;p45"/>
            <p:cNvSpPr/>
            <p:nvPr/>
          </p:nvSpPr>
          <p:spPr>
            <a:xfrm>
              <a:off x="2818051" y="6068897"/>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6" name="Google Shape;846;p45"/>
            <p:cNvSpPr/>
            <p:nvPr/>
          </p:nvSpPr>
          <p:spPr>
            <a:xfrm>
              <a:off x="2843403" y="6406464"/>
              <a:ext cx="1044575" cy="1036955"/>
            </a:xfrm>
            <a:custGeom>
              <a:avLst/>
              <a:gdLst/>
              <a:ahLst/>
              <a:cxnLst/>
              <a:rect l="l" t="t" r="r" b="b"/>
              <a:pathLst>
                <a:path w="1044575" h="1036954" extrusionOk="0">
                  <a:moveTo>
                    <a:pt x="1044219" y="0"/>
                  </a:moveTo>
                  <a:lnTo>
                    <a:pt x="0" y="0"/>
                  </a:lnTo>
                  <a:lnTo>
                    <a:pt x="0" y="1036599"/>
                  </a:lnTo>
                  <a:lnTo>
                    <a:pt x="1044219" y="1036599"/>
                  </a:lnTo>
                  <a:lnTo>
                    <a:pt x="1044219"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7" name="Google Shape;847;p45"/>
            <p:cNvSpPr/>
            <p:nvPr/>
          </p:nvSpPr>
          <p:spPr>
            <a:xfrm>
              <a:off x="3884926" y="6043594"/>
              <a:ext cx="365760" cy="1402080"/>
            </a:xfrm>
            <a:custGeom>
              <a:avLst/>
              <a:gdLst/>
              <a:ahLst/>
              <a:cxnLst/>
              <a:rect l="l" t="t" r="r" b="b"/>
              <a:pathLst>
                <a:path w="365760"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2" name="Google Shape;852;p45"/>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853" name="Google Shape;853;p45"/>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854" name="Google Shape;854;p45"/>
          <p:cNvSpPr txBox="1"/>
          <p:nvPr/>
        </p:nvSpPr>
        <p:spPr>
          <a:xfrm>
            <a:off x="5689472" y="3497326"/>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 x 3</a:t>
            </a:r>
            <a:endParaRPr sz="1800" b="0" i="0" u="none" strike="noStrike" cap="none">
              <a:solidFill>
                <a:srgbClr val="000000"/>
              </a:solidFill>
              <a:latin typeface="Arial"/>
              <a:ea typeface="Arial"/>
              <a:cs typeface="Arial"/>
              <a:sym typeface="Arial"/>
            </a:endParaRPr>
          </a:p>
        </p:txBody>
      </p:sp>
      <p:grpSp>
        <p:nvGrpSpPr>
          <p:cNvPr id="855" name="Google Shape;855;p45"/>
          <p:cNvGrpSpPr/>
          <p:nvPr/>
        </p:nvGrpSpPr>
        <p:grpSpPr>
          <a:xfrm>
            <a:off x="5620893" y="1935479"/>
            <a:ext cx="1427987" cy="1419606"/>
            <a:chOff x="5620893" y="1935479"/>
            <a:chExt cx="1427987" cy="1419606"/>
          </a:xfrm>
        </p:grpSpPr>
        <p:sp>
          <p:nvSpPr>
            <p:cNvPr id="856" name="Google Shape;856;p45"/>
            <p:cNvSpPr/>
            <p:nvPr/>
          </p:nvSpPr>
          <p:spPr>
            <a:xfrm>
              <a:off x="5630418" y="2314193"/>
              <a:ext cx="1041400" cy="1028700"/>
            </a:xfrm>
            <a:custGeom>
              <a:avLst/>
              <a:gdLst/>
              <a:ahLst/>
              <a:cxnLst/>
              <a:rect l="l" t="t" r="r" b="b"/>
              <a:pathLst>
                <a:path w="1041400" h="1028700" extrusionOk="0">
                  <a:moveTo>
                    <a:pt x="1040892" y="658368"/>
                  </a:moveTo>
                  <a:lnTo>
                    <a:pt x="195072" y="658368"/>
                  </a:lnTo>
                  <a:lnTo>
                    <a:pt x="195072" y="0"/>
                  </a:lnTo>
                  <a:lnTo>
                    <a:pt x="0" y="0"/>
                  </a:lnTo>
                  <a:lnTo>
                    <a:pt x="0" y="658368"/>
                  </a:lnTo>
                  <a:lnTo>
                    <a:pt x="0" y="850392"/>
                  </a:lnTo>
                  <a:lnTo>
                    <a:pt x="0" y="1028700"/>
                  </a:lnTo>
                  <a:lnTo>
                    <a:pt x="1040892" y="1028700"/>
                  </a:lnTo>
                  <a:lnTo>
                    <a:pt x="1040892" y="850392"/>
                  </a:lnTo>
                  <a:lnTo>
                    <a:pt x="1040892" y="65836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7" name="Google Shape;857;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8" name="Google Shape;858;p45"/>
            <p:cNvSpPr/>
            <p:nvPr/>
          </p:nvSpPr>
          <p:spPr>
            <a:xfrm>
              <a:off x="5981509"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9" name="Google Shape;859;p45"/>
            <p:cNvSpPr/>
            <p:nvPr/>
          </p:nvSpPr>
          <p:spPr>
            <a:xfrm>
              <a:off x="6319837"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45"/>
            <p:cNvSpPr/>
            <p:nvPr/>
          </p:nvSpPr>
          <p:spPr>
            <a:xfrm>
              <a:off x="5620893" y="2644520"/>
              <a:ext cx="205104" cy="341630"/>
            </a:xfrm>
            <a:custGeom>
              <a:avLst/>
              <a:gdLst/>
              <a:ahLst/>
              <a:cxnLst/>
              <a:rect l="l" t="t" r="r" b="b"/>
              <a:pathLst>
                <a:path w="205104" h="341630" extrusionOk="0">
                  <a:moveTo>
                    <a:pt x="204597" y="307848"/>
                  </a:moveTo>
                  <a:lnTo>
                    <a:pt x="0" y="307848"/>
                  </a:lnTo>
                  <a:lnTo>
                    <a:pt x="0" y="320929"/>
                  </a:lnTo>
                  <a:lnTo>
                    <a:pt x="0" y="328041"/>
                  </a:lnTo>
                  <a:lnTo>
                    <a:pt x="0" y="341122"/>
                  </a:lnTo>
                  <a:lnTo>
                    <a:pt x="204597" y="341122"/>
                  </a:lnTo>
                  <a:lnTo>
                    <a:pt x="204597" y="328041"/>
                  </a:lnTo>
                  <a:lnTo>
                    <a:pt x="204597" y="320929"/>
                  </a:lnTo>
                  <a:lnTo>
                    <a:pt x="204597" y="307848"/>
                  </a:lnTo>
                  <a:close/>
                </a:path>
                <a:path w="205104" h="341630" extrusionOk="0">
                  <a:moveTo>
                    <a:pt x="204597" y="0"/>
                  </a:moveTo>
                  <a:lnTo>
                    <a:pt x="0" y="0"/>
                  </a:lnTo>
                  <a:lnTo>
                    <a:pt x="0" y="26162"/>
                  </a:lnTo>
                  <a:lnTo>
                    <a:pt x="204597" y="26162"/>
                  </a:lnTo>
                  <a:lnTo>
                    <a:pt x="204597"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1" name="Google Shape;861;p45"/>
            <p:cNvSpPr/>
            <p:nvPr/>
          </p:nvSpPr>
          <p:spPr>
            <a:xfrm>
              <a:off x="6009893" y="1956053"/>
              <a:ext cx="1016635" cy="1016635"/>
            </a:xfrm>
            <a:custGeom>
              <a:avLst/>
              <a:gdLst/>
              <a:ahLst/>
              <a:cxnLst/>
              <a:rect l="l" t="t" r="r" b="b"/>
              <a:pathLst>
                <a:path w="1016634" h="1016635" extrusionOk="0">
                  <a:moveTo>
                    <a:pt x="1016507" y="0"/>
                  </a:moveTo>
                  <a:lnTo>
                    <a:pt x="0" y="0"/>
                  </a:lnTo>
                  <a:lnTo>
                    <a:pt x="0" y="1016508"/>
                  </a:lnTo>
                  <a:lnTo>
                    <a:pt x="1016507" y="1016508"/>
                  </a:lnTo>
                  <a:lnTo>
                    <a:pt x="1016507"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2" name="Google Shape;862;p45"/>
            <p:cNvSpPr/>
            <p:nvPr/>
          </p:nvSpPr>
          <p:spPr>
            <a:xfrm>
              <a:off x="6009893" y="1956053"/>
              <a:ext cx="1016635" cy="1016635"/>
            </a:xfrm>
            <a:custGeom>
              <a:avLst/>
              <a:gdLst/>
              <a:ahLst/>
              <a:cxnLst/>
              <a:rect l="l" t="t" r="r" b="b"/>
              <a:pathLst>
                <a:path w="1016634" h="1016635" extrusionOk="0">
                  <a:moveTo>
                    <a:pt x="0" y="1016508"/>
                  </a:moveTo>
                  <a:lnTo>
                    <a:pt x="1016507" y="1016508"/>
                  </a:lnTo>
                  <a:lnTo>
                    <a:pt x="1016507" y="0"/>
                  </a:lnTo>
                  <a:lnTo>
                    <a:pt x="0" y="0"/>
                  </a:lnTo>
                  <a:lnTo>
                    <a:pt x="0" y="10165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3" name="Google Shape;863;p45"/>
            <p:cNvSpPr/>
            <p:nvPr/>
          </p:nvSpPr>
          <p:spPr>
            <a:xfrm>
              <a:off x="6351714"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4" name="Google Shape;864;p45"/>
            <p:cNvSpPr/>
            <p:nvPr/>
          </p:nvSpPr>
          <p:spPr>
            <a:xfrm>
              <a:off x="6683946"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5" name="Google Shape;865;p45"/>
            <p:cNvSpPr/>
            <p:nvPr/>
          </p:nvSpPr>
          <p:spPr>
            <a:xfrm>
              <a:off x="6843521" y="2294889"/>
              <a:ext cx="193040" cy="304800"/>
            </a:xfrm>
            <a:custGeom>
              <a:avLst/>
              <a:gdLst/>
              <a:ahLst/>
              <a:cxnLst/>
              <a:rect l="l" t="t" r="r" b="b"/>
              <a:pathLst>
                <a:path w="193040" h="304800" extrusionOk="0">
                  <a:moveTo>
                    <a:pt x="0" y="0"/>
                  </a:moveTo>
                  <a:lnTo>
                    <a:pt x="192785" y="0"/>
                  </a:lnTo>
                </a:path>
                <a:path w="193040" h="304800" extrusionOk="0">
                  <a:moveTo>
                    <a:pt x="0" y="304800"/>
                  </a:moveTo>
                  <a:lnTo>
                    <a:pt x="192785" y="30480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6" name="Google Shape;866;p45"/>
            <p:cNvSpPr/>
            <p:nvPr/>
          </p:nvSpPr>
          <p:spPr>
            <a:xfrm>
              <a:off x="5825489" y="2141981"/>
              <a:ext cx="1018540" cy="1022985"/>
            </a:xfrm>
            <a:custGeom>
              <a:avLst/>
              <a:gdLst/>
              <a:ahLst/>
              <a:cxnLst/>
              <a:rect l="l" t="t" r="r" b="b"/>
              <a:pathLst>
                <a:path w="1018540" h="1022985" extrusionOk="0">
                  <a:moveTo>
                    <a:pt x="1018032" y="0"/>
                  </a:moveTo>
                  <a:lnTo>
                    <a:pt x="0" y="0"/>
                  </a:lnTo>
                  <a:lnTo>
                    <a:pt x="0" y="1022603"/>
                  </a:lnTo>
                  <a:lnTo>
                    <a:pt x="1018032" y="1022603"/>
                  </a:lnTo>
                  <a:lnTo>
                    <a:pt x="1018032"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45"/>
            <p:cNvSpPr/>
            <p:nvPr/>
          </p:nvSpPr>
          <p:spPr>
            <a:xfrm>
              <a:off x="5825489" y="2141981"/>
              <a:ext cx="1018540" cy="1022985"/>
            </a:xfrm>
            <a:custGeom>
              <a:avLst/>
              <a:gdLst/>
              <a:ahLst/>
              <a:cxnLst/>
              <a:rect l="l" t="t" r="r" b="b"/>
              <a:pathLst>
                <a:path w="1018540" h="1022985" extrusionOk="0">
                  <a:moveTo>
                    <a:pt x="0" y="1022603"/>
                  </a:moveTo>
                  <a:lnTo>
                    <a:pt x="1018032" y="1022603"/>
                  </a:lnTo>
                  <a:lnTo>
                    <a:pt x="1018032" y="0"/>
                  </a:lnTo>
                  <a:lnTo>
                    <a:pt x="0" y="0"/>
                  </a:lnTo>
                  <a:lnTo>
                    <a:pt x="0" y="1022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45"/>
            <p:cNvSpPr/>
            <p:nvPr/>
          </p:nvSpPr>
          <p:spPr>
            <a:xfrm>
              <a:off x="6165341" y="2138933"/>
              <a:ext cx="6985" cy="1028700"/>
            </a:xfrm>
            <a:custGeom>
              <a:avLst/>
              <a:gdLst/>
              <a:ahLst/>
              <a:cxnLst/>
              <a:rect l="l" t="t" r="r" b="b"/>
              <a:pathLst>
                <a:path w="6985"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9" name="Google Shape;869;p45"/>
            <p:cNvSpPr/>
            <p:nvPr/>
          </p:nvSpPr>
          <p:spPr>
            <a:xfrm>
              <a:off x="6496050" y="2138933"/>
              <a:ext cx="6985" cy="1028700"/>
            </a:xfrm>
            <a:custGeom>
              <a:avLst/>
              <a:gdLst/>
              <a:ahLst/>
              <a:cxnLst/>
              <a:rect l="l" t="t" r="r" b="b"/>
              <a:pathLst>
                <a:path w="6984"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0" name="Google Shape;870;p45"/>
            <p:cNvSpPr/>
            <p:nvPr/>
          </p:nvSpPr>
          <p:spPr>
            <a:xfrm>
              <a:off x="5825489" y="2478785"/>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1" name="Google Shape;871;p45"/>
            <p:cNvSpPr/>
            <p:nvPr/>
          </p:nvSpPr>
          <p:spPr>
            <a:xfrm>
              <a:off x="5825489" y="2786633"/>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2" name="Google Shape;872;p45"/>
            <p:cNvSpPr/>
            <p:nvPr/>
          </p:nvSpPr>
          <p:spPr>
            <a:xfrm>
              <a:off x="5637275" y="2300960"/>
              <a:ext cx="1045844" cy="1036955"/>
            </a:xfrm>
            <a:custGeom>
              <a:avLst/>
              <a:gdLst/>
              <a:ahLst/>
              <a:cxnLst/>
              <a:rect l="l" t="t" r="r" b="b"/>
              <a:pathLst>
                <a:path w="1045845" h="1036954" extrusionOk="0">
                  <a:moveTo>
                    <a:pt x="1045743" y="0"/>
                  </a:moveTo>
                  <a:lnTo>
                    <a:pt x="0" y="0"/>
                  </a:lnTo>
                  <a:lnTo>
                    <a:pt x="0" y="1036599"/>
                  </a:lnTo>
                  <a:lnTo>
                    <a:pt x="1045743" y="1036599"/>
                  </a:lnTo>
                  <a:lnTo>
                    <a:pt x="1045743"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45"/>
            <p:cNvSpPr/>
            <p:nvPr/>
          </p:nvSpPr>
          <p:spPr>
            <a:xfrm>
              <a:off x="6682993" y="1935479"/>
              <a:ext cx="365760" cy="1402080"/>
            </a:xfrm>
            <a:custGeom>
              <a:avLst/>
              <a:gdLst/>
              <a:ahLst/>
              <a:cxnLst/>
              <a:rect l="l" t="t" r="r" b="b"/>
              <a:pathLst>
                <a:path w="365759"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45"/>
            <p:cNvSpPr/>
            <p:nvPr/>
          </p:nvSpPr>
          <p:spPr>
            <a:xfrm>
              <a:off x="5637275" y="1935479"/>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5" name="Google Shape;875;p45"/>
            <p:cNvSpPr/>
            <p:nvPr/>
          </p:nvSpPr>
          <p:spPr>
            <a:xfrm>
              <a:off x="5630417" y="2314193"/>
              <a:ext cx="1041400" cy="1028700"/>
            </a:xfrm>
            <a:custGeom>
              <a:avLst/>
              <a:gdLst/>
              <a:ahLst/>
              <a:cxnLst/>
              <a:rect l="l" t="t" r="r" b="b"/>
              <a:pathLst>
                <a:path w="1041400" h="1028700" extrusionOk="0">
                  <a:moveTo>
                    <a:pt x="1040891" y="0"/>
                  </a:moveTo>
                  <a:lnTo>
                    <a:pt x="0" y="0"/>
                  </a:lnTo>
                  <a:lnTo>
                    <a:pt x="0" y="1028700"/>
                  </a:lnTo>
                  <a:lnTo>
                    <a:pt x="1040891" y="1028700"/>
                  </a:lnTo>
                  <a:lnTo>
                    <a:pt x="1040891"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6" name="Google Shape;876;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45"/>
            <p:cNvSpPr/>
            <p:nvPr/>
          </p:nvSpPr>
          <p:spPr>
            <a:xfrm>
              <a:off x="5977889"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8" name="Google Shape;878;p45"/>
            <p:cNvSpPr/>
            <p:nvPr/>
          </p:nvSpPr>
          <p:spPr>
            <a:xfrm>
              <a:off x="6316217"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 name="Google Shape;879;p45"/>
            <p:cNvSpPr/>
            <p:nvPr/>
          </p:nvSpPr>
          <p:spPr>
            <a:xfrm>
              <a:off x="5630417" y="2654045"/>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0" name="Google Shape;880;p45"/>
            <p:cNvSpPr/>
            <p:nvPr/>
          </p:nvSpPr>
          <p:spPr>
            <a:xfrm>
              <a:off x="5630417" y="2961893"/>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1" name="Google Shape;881;p45"/>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pic>
        <p:nvPicPr>
          <p:cNvPr id="888" name="Google Shape;888;p45"/>
          <p:cNvPicPr preferRelativeResize="0"/>
          <p:nvPr/>
        </p:nvPicPr>
        <p:blipFill rotWithShape="1">
          <a:blip r:embed="rId3">
            <a:alphaModFix/>
          </a:blip>
          <a:srcRect/>
          <a:stretch/>
        </p:blipFill>
        <p:spPr>
          <a:xfrm>
            <a:off x="10734473" y="0"/>
            <a:ext cx="1448025" cy="796414"/>
          </a:xfrm>
          <a:prstGeom prst="rect">
            <a:avLst/>
          </a:prstGeom>
          <a:noFill/>
          <a:ln>
            <a:noFill/>
          </a:ln>
        </p:spPr>
      </p:pic>
      <p:grpSp>
        <p:nvGrpSpPr>
          <p:cNvPr id="2" name="Group 1"/>
          <p:cNvGrpSpPr/>
          <p:nvPr/>
        </p:nvGrpSpPr>
        <p:grpSpPr>
          <a:xfrm>
            <a:off x="9112472" y="2058062"/>
            <a:ext cx="1386840" cy="1439264"/>
            <a:chOff x="9006078" y="2333398"/>
            <a:chExt cx="1386840" cy="1439264"/>
          </a:xfrm>
        </p:grpSpPr>
        <p:sp>
          <p:nvSpPr>
            <p:cNvPr id="794" name="Google Shape;794;p45"/>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5" name="Google Shape;795;p45"/>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6" name="Google Shape;796;p45"/>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7" name="Google Shape;797;p45"/>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8" name="Google Shape;798;p45"/>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9" name="Google Shape;799;p45"/>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0" name="Google Shape;800;p45"/>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1" name="Google Shape;801;p45"/>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807;p45"/>
            <p:cNvSpPr txBox="1"/>
            <p:nvPr/>
          </p:nvSpPr>
          <p:spPr>
            <a:xfrm>
              <a:off x="9090629" y="2348671"/>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4" name="Google Shape;807;p45"/>
            <p:cNvSpPr txBox="1"/>
            <p:nvPr/>
          </p:nvSpPr>
          <p:spPr>
            <a:xfrm>
              <a:off x="9419020" y="234001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5" name="Google Shape;807;p45"/>
            <p:cNvSpPr txBox="1"/>
            <p:nvPr/>
          </p:nvSpPr>
          <p:spPr>
            <a:xfrm>
              <a:off x="9772841" y="233339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grpSp>
      <p:sp>
        <p:nvSpPr>
          <p:cNvPr id="97" name="Google Shape;882;p45"/>
          <p:cNvSpPr txBox="1"/>
          <p:nvPr/>
        </p:nvSpPr>
        <p:spPr>
          <a:xfrm>
            <a:off x="9483085" y="3797046"/>
            <a:ext cx="64697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4 x 4</a:t>
            </a:r>
            <a:endParaRPr sz="1800" b="0" i="0" u="none" strike="noStrike" cap="none" dirty="0">
              <a:solidFill>
                <a:srgbClr val="000000"/>
              </a:solidFill>
              <a:latin typeface="Arial"/>
              <a:ea typeface="Arial"/>
              <a:cs typeface="Arial"/>
              <a:sym typeface="Arial"/>
            </a:endParaRPr>
          </a:p>
        </p:txBody>
      </p:sp>
      <p:sp>
        <p:nvSpPr>
          <p:cNvPr id="98" name="Google Shape;852;p45"/>
          <p:cNvSpPr txBox="1"/>
          <p:nvPr/>
        </p:nvSpPr>
        <p:spPr>
          <a:xfrm>
            <a:off x="5689472" y="3989145"/>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f</a:t>
            </a:r>
            <a:r>
              <a:rPr lang="en-US" sz="1800" b="0" i="0" u="none" strike="noStrike" cap="none" dirty="0">
                <a:solidFill>
                  <a:srgbClr val="000000"/>
                </a:solidFill>
                <a:latin typeface="Arial"/>
                <a:ea typeface="Arial"/>
                <a:cs typeface="Arial"/>
                <a:sym typeface="Arial"/>
              </a:rPr>
              <a:t> x </a:t>
            </a:r>
            <a:r>
              <a:rPr lang="en-US" sz="1800" dirty="0"/>
              <a:t>f</a:t>
            </a:r>
            <a:r>
              <a:rPr lang="en-US" sz="1800" b="0" i="0" u="none" strike="noStrike" cap="none" dirty="0">
                <a:solidFill>
                  <a:srgbClr val="000000"/>
                </a:solidFill>
                <a:latin typeface="Arial"/>
                <a:ea typeface="Arial"/>
                <a:cs typeface="Arial"/>
                <a:sym typeface="Arial"/>
              </a:rPr>
              <a:t>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99" name="Google Shape;852;p45"/>
          <p:cNvSpPr txBox="1"/>
          <p:nvPr/>
        </p:nvSpPr>
        <p:spPr>
          <a:xfrm>
            <a:off x="1909738" y="4684141"/>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n</a:t>
            </a:r>
            <a:r>
              <a:rPr lang="en-US" sz="1800" b="0" i="0" u="none" strike="noStrike" cap="none" dirty="0">
                <a:solidFill>
                  <a:srgbClr val="000000"/>
                </a:solidFill>
                <a:latin typeface="Arial"/>
                <a:ea typeface="Arial"/>
                <a:cs typeface="Arial"/>
                <a:sym typeface="Arial"/>
              </a:rPr>
              <a:t> x n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5934662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781"/>
        <p:cNvGrpSpPr/>
        <p:nvPr/>
      </p:nvGrpSpPr>
      <p:grpSpPr>
        <a:xfrm>
          <a:off x="0" y="0"/>
          <a:ext cx="0" cy="0"/>
          <a:chOff x="0" y="0"/>
          <a:chExt cx="0" cy="0"/>
        </a:xfrm>
      </p:grpSpPr>
      <p:sp>
        <p:nvSpPr>
          <p:cNvPr id="802" name="Google Shape;802;p45"/>
          <p:cNvSpPr txBox="1">
            <a:spLocks noGrp="1"/>
          </p:cNvSpPr>
          <p:nvPr>
            <p:ph type="title"/>
          </p:nvPr>
        </p:nvSpPr>
        <p:spPr>
          <a:xfrm>
            <a:off x="916939" y="637108"/>
            <a:ext cx="52920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Normal Convolution</a:t>
            </a:r>
            <a:endParaRPr sz="4400">
              <a:latin typeface="Arial"/>
              <a:ea typeface="Arial"/>
              <a:cs typeface="Arial"/>
              <a:sym typeface="Arial"/>
            </a:endParaRPr>
          </a:p>
        </p:txBody>
      </p:sp>
      <p:sp>
        <p:nvSpPr>
          <p:cNvPr id="810" name="Google Shape;810;p45"/>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1" name="Google Shape;811;p45"/>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2" name="Google Shape;812;p45"/>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3" name="Google Shape;813;p45"/>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4" name="Google Shape;814;p45"/>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45"/>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45"/>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45"/>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45"/>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9" name="Google Shape;819;p45"/>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0" name="Google Shape;820;p45"/>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45"/>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 name="Google Shape;822;p45"/>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3" name="Google Shape;823;p45"/>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45"/>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45"/>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6" name="Google Shape;826;p45"/>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7" name="Google Shape;827;p45"/>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8" name="Google Shape;828;p45"/>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9" name="Google Shape;829;p45"/>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0" name="Google Shape;830;p45"/>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45"/>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45"/>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3" name="Google Shape;833;p45"/>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2378505" y="1689886"/>
            <a:ext cx="1432635" cy="1402080"/>
            <a:chOff x="2818051" y="6043594"/>
            <a:chExt cx="1432635" cy="1402080"/>
          </a:xfrm>
        </p:grpSpPr>
        <p:sp>
          <p:nvSpPr>
            <p:cNvPr id="842" name="Google Shape;842;p45"/>
            <p:cNvSpPr/>
            <p:nvPr/>
          </p:nvSpPr>
          <p:spPr>
            <a:xfrm>
              <a:off x="2818051" y="6068897"/>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6" name="Google Shape;846;p45"/>
            <p:cNvSpPr/>
            <p:nvPr/>
          </p:nvSpPr>
          <p:spPr>
            <a:xfrm>
              <a:off x="2843403" y="6406464"/>
              <a:ext cx="1044575" cy="1036955"/>
            </a:xfrm>
            <a:custGeom>
              <a:avLst/>
              <a:gdLst/>
              <a:ahLst/>
              <a:cxnLst/>
              <a:rect l="l" t="t" r="r" b="b"/>
              <a:pathLst>
                <a:path w="1044575" h="1036954" extrusionOk="0">
                  <a:moveTo>
                    <a:pt x="1044219" y="0"/>
                  </a:moveTo>
                  <a:lnTo>
                    <a:pt x="0" y="0"/>
                  </a:lnTo>
                  <a:lnTo>
                    <a:pt x="0" y="1036599"/>
                  </a:lnTo>
                  <a:lnTo>
                    <a:pt x="1044219" y="1036599"/>
                  </a:lnTo>
                  <a:lnTo>
                    <a:pt x="1044219"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7" name="Google Shape;847;p45"/>
            <p:cNvSpPr/>
            <p:nvPr/>
          </p:nvSpPr>
          <p:spPr>
            <a:xfrm>
              <a:off x="3884926" y="6043594"/>
              <a:ext cx="365760" cy="1402080"/>
            </a:xfrm>
            <a:custGeom>
              <a:avLst/>
              <a:gdLst/>
              <a:ahLst/>
              <a:cxnLst/>
              <a:rect l="l" t="t" r="r" b="b"/>
              <a:pathLst>
                <a:path w="365760"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2" name="Google Shape;852;p45"/>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853" name="Google Shape;853;p45"/>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854" name="Google Shape;854;p45"/>
          <p:cNvSpPr txBox="1"/>
          <p:nvPr/>
        </p:nvSpPr>
        <p:spPr>
          <a:xfrm>
            <a:off x="5689472" y="3497326"/>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 x 3</a:t>
            </a:r>
            <a:endParaRPr sz="1800" b="0" i="0" u="none" strike="noStrike" cap="none">
              <a:solidFill>
                <a:srgbClr val="000000"/>
              </a:solidFill>
              <a:latin typeface="Arial"/>
              <a:ea typeface="Arial"/>
              <a:cs typeface="Arial"/>
              <a:sym typeface="Arial"/>
            </a:endParaRPr>
          </a:p>
        </p:txBody>
      </p:sp>
      <p:grpSp>
        <p:nvGrpSpPr>
          <p:cNvPr id="855" name="Google Shape;855;p45"/>
          <p:cNvGrpSpPr/>
          <p:nvPr/>
        </p:nvGrpSpPr>
        <p:grpSpPr>
          <a:xfrm>
            <a:off x="5620893" y="1935479"/>
            <a:ext cx="1427987" cy="1419606"/>
            <a:chOff x="5620893" y="1935479"/>
            <a:chExt cx="1427987" cy="1419606"/>
          </a:xfrm>
        </p:grpSpPr>
        <p:sp>
          <p:nvSpPr>
            <p:cNvPr id="856" name="Google Shape;856;p45"/>
            <p:cNvSpPr/>
            <p:nvPr/>
          </p:nvSpPr>
          <p:spPr>
            <a:xfrm>
              <a:off x="5630418" y="2314193"/>
              <a:ext cx="1041400" cy="1028700"/>
            </a:xfrm>
            <a:custGeom>
              <a:avLst/>
              <a:gdLst/>
              <a:ahLst/>
              <a:cxnLst/>
              <a:rect l="l" t="t" r="r" b="b"/>
              <a:pathLst>
                <a:path w="1041400" h="1028700" extrusionOk="0">
                  <a:moveTo>
                    <a:pt x="1040892" y="658368"/>
                  </a:moveTo>
                  <a:lnTo>
                    <a:pt x="195072" y="658368"/>
                  </a:lnTo>
                  <a:lnTo>
                    <a:pt x="195072" y="0"/>
                  </a:lnTo>
                  <a:lnTo>
                    <a:pt x="0" y="0"/>
                  </a:lnTo>
                  <a:lnTo>
                    <a:pt x="0" y="658368"/>
                  </a:lnTo>
                  <a:lnTo>
                    <a:pt x="0" y="850392"/>
                  </a:lnTo>
                  <a:lnTo>
                    <a:pt x="0" y="1028700"/>
                  </a:lnTo>
                  <a:lnTo>
                    <a:pt x="1040892" y="1028700"/>
                  </a:lnTo>
                  <a:lnTo>
                    <a:pt x="1040892" y="850392"/>
                  </a:lnTo>
                  <a:lnTo>
                    <a:pt x="1040892" y="65836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7" name="Google Shape;857;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8" name="Google Shape;858;p45"/>
            <p:cNvSpPr/>
            <p:nvPr/>
          </p:nvSpPr>
          <p:spPr>
            <a:xfrm>
              <a:off x="5981509"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9" name="Google Shape;859;p45"/>
            <p:cNvSpPr/>
            <p:nvPr/>
          </p:nvSpPr>
          <p:spPr>
            <a:xfrm>
              <a:off x="6319837"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45"/>
            <p:cNvSpPr/>
            <p:nvPr/>
          </p:nvSpPr>
          <p:spPr>
            <a:xfrm>
              <a:off x="5620893" y="2644520"/>
              <a:ext cx="205104" cy="341630"/>
            </a:xfrm>
            <a:custGeom>
              <a:avLst/>
              <a:gdLst/>
              <a:ahLst/>
              <a:cxnLst/>
              <a:rect l="l" t="t" r="r" b="b"/>
              <a:pathLst>
                <a:path w="205104" h="341630" extrusionOk="0">
                  <a:moveTo>
                    <a:pt x="204597" y="307848"/>
                  </a:moveTo>
                  <a:lnTo>
                    <a:pt x="0" y="307848"/>
                  </a:lnTo>
                  <a:lnTo>
                    <a:pt x="0" y="320929"/>
                  </a:lnTo>
                  <a:lnTo>
                    <a:pt x="0" y="328041"/>
                  </a:lnTo>
                  <a:lnTo>
                    <a:pt x="0" y="341122"/>
                  </a:lnTo>
                  <a:lnTo>
                    <a:pt x="204597" y="341122"/>
                  </a:lnTo>
                  <a:lnTo>
                    <a:pt x="204597" y="328041"/>
                  </a:lnTo>
                  <a:lnTo>
                    <a:pt x="204597" y="320929"/>
                  </a:lnTo>
                  <a:lnTo>
                    <a:pt x="204597" y="307848"/>
                  </a:lnTo>
                  <a:close/>
                </a:path>
                <a:path w="205104" h="341630" extrusionOk="0">
                  <a:moveTo>
                    <a:pt x="204597" y="0"/>
                  </a:moveTo>
                  <a:lnTo>
                    <a:pt x="0" y="0"/>
                  </a:lnTo>
                  <a:lnTo>
                    <a:pt x="0" y="26162"/>
                  </a:lnTo>
                  <a:lnTo>
                    <a:pt x="204597" y="26162"/>
                  </a:lnTo>
                  <a:lnTo>
                    <a:pt x="204597"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1" name="Google Shape;861;p45"/>
            <p:cNvSpPr/>
            <p:nvPr/>
          </p:nvSpPr>
          <p:spPr>
            <a:xfrm>
              <a:off x="6009893" y="1956053"/>
              <a:ext cx="1016635" cy="1016635"/>
            </a:xfrm>
            <a:custGeom>
              <a:avLst/>
              <a:gdLst/>
              <a:ahLst/>
              <a:cxnLst/>
              <a:rect l="l" t="t" r="r" b="b"/>
              <a:pathLst>
                <a:path w="1016634" h="1016635" extrusionOk="0">
                  <a:moveTo>
                    <a:pt x="1016507" y="0"/>
                  </a:moveTo>
                  <a:lnTo>
                    <a:pt x="0" y="0"/>
                  </a:lnTo>
                  <a:lnTo>
                    <a:pt x="0" y="1016508"/>
                  </a:lnTo>
                  <a:lnTo>
                    <a:pt x="1016507" y="1016508"/>
                  </a:lnTo>
                  <a:lnTo>
                    <a:pt x="1016507"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2" name="Google Shape;862;p45"/>
            <p:cNvSpPr/>
            <p:nvPr/>
          </p:nvSpPr>
          <p:spPr>
            <a:xfrm>
              <a:off x="6009893" y="1956053"/>
              <a:ext cx="1016635" cy="1016635"/>
            </a:xfrm>
            <a:custGeom>
              <a:avLst/>
              <a:gdLst/>
              <a:ahLst/>
              <a:cxnLst/>
              <a:rect l="l" t="t" r="r" b="b"/>
              <a:pathLst>
                <a:path w="1016634" h="1016635" extrusionOk="0">
                  <a:moveTo>
                    <a:pt x="0" y="1016508"/>
                  </a:moveTo>
                  <a:lnTo>
                    <a:pt x="1016507" y="1016508"/>
                  </a:lnTo>
                  <a:lnTo>
                    <a:pt x="1016507" y="0"/>
                  </a:lnTo>
                  <a:lnTo>
                    <a:pt x="0" y="0"/>
                  </a:lnTo>
                  <a:lnTo>
                    <a:pt x="0" y="10165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3" name="Google Shape;863;p45"/>
            <p:cNvSpPr/>
            <p:nvPr/>
          </p:nvSpPr>
          <p:spPr>
            <a:xfrm>
              <a:off x="6351714"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4" name="Google Shape;864;p45"/>
            <p:cNvSpPr/>
            <p:nvPr/>
          </p:nvSpPr>
          <p:spPr>
            <a:xfrm>
              <a:off x="6683946"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5" name="Google Shape;865;p45"/>
            <p:cNvSpPr/>
            <p:nvPr/>
          </p:nvSpPr>
          <p:spPr>
            <a:xfrm>
              <a:off x="6843521" y="2294889"/>
              <a:ext cx="193040" cy="304800"/>
            </a:xfrm>
            <a:custGeom>
              <a:avLst/>
              <a:gdLst/>
              <a:ahLst/>
              <a:cxnLst/>
              <a:rect l="l" t="t" r="r" b="b"/>
              <a:pathLst>
                <a:path w="193040" h="304800" extrusionOk="0">
                  <a:moveTo>
                    <a:pt x="0" y="0"/>
                  </a:moveTo>
                  <a:lnTo>
                    <a:pt x="192785" y="0"/>
                  </a:lnTo>
                </a:path>
                <a:path w="193040" h="304800" extrusionOk="0">
                  <a:moveTo>
                    <a:pt x="0" y="304800"/>
                  </a:moveTo>
                  <a:lnTo>
                    <a:pt x="192785" y="30480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6" name="Google Shape;866;p45"/>
            <p:cNvSpPr/>
            <p:nvPr/>
          </p:nvSpPr>
          <p:spPr>
            <a:xfrm>
              <a:off x="5825489" y="2141981"/>
              <a:ext cx="1018540" cy="1022985"/>
            </a:xfrm>
            <a:custGeom>
              <a:avLst/>
              <a:gdLst/>
              <a:ahLst/>
              <a:cxnLst/>
              <a:rect l="l" t="t" r="r" b="b"/>
              <a:pathLst>
                <a:path w="1018540" h="1022985" extrusionOk="0">
                  <a:moveTo>
                    <a:pt x="1018032" y="0"/>
                  </a:moveTo>
                  <a:lnTo>
                    <a:pt x="0" y="0"/>
                  </a:lnTo>
                  <a:lnTo>
                    <a:pt x="0" y="1022603"/>
                  </a:lnTo>
                  <a:lnTo>
                    <a:pt x="1018032" y="1022603"/>
                  </a:lnTo>
                  <a:lnTo>
                    <a:pt x="1018032"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45"/>
            <p:cNvSpPr/>
            <p:nvPr/>
          </p:nvSpPr>
          <p:spPr>
            <a:xfrm>
              <a:off x="5825489" y="2141981"/>
              <a:ext cx="1018540" cy="1022985"/>
            </a:xfrm>
            <a:custGeom>
              <a:avLst/>
              <a:gdLst/>
              <a:ahLst/>
              <a:cxnLst/>
              <a:rect l="l" t="t" r="r" b="b"/>
              <a:pathLst>
                <a:path w="1018540" h="1022985" extrusionOk="0">
                  <a:moveTo>
                    <a:pt x="0" y="1022603"/>
                  </a:moveTo>
                  <a:lnTo>
                    <a:pt x="1018032" y="1022603"/>
                  </a:lnTo>
                  <a:lnTo>
                    <a:pt x="1018032" y="0"/>
                  </a:lnTo>
                  <a:lnTo>
                    <a:pt x="0" y="0"/>
                  </a:lnTo>
                  <a:lnTo>
                    <a:pt x="0" y="1022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45"/>
            <p:cNvSpPr/>
            <p:nvPr/>
          </p:nvSpPr>
          <p:spPr>
            <a:xfrm>
              <a:off x="6165341" y="2138933"/>
              <a:ext cx="6985" cy="1028700"/>
            </a:xfrm>
            <a:custGeom>
              <a:avLst/>
              <a:gdLst/>
              <a:ahLst/>
              <a:cxnLst/>
              <a:rect l="l" t="t" r="r" b="b"/>
              <a:pathLst>
                <a:path w="6985"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9" name="Google Shape;869;p45"/>
            <p:cNvSpPr/>
            <p:nvPr/>
          </p:nvSpPr>
          <p:spPr>
            <a:xfrm>
              <a:off x="6496050" y="2138933"/>
              <a:ext cx="6985" cy="1028700"/>
            </a:xfrm>
            <a:custGeom>
              <a:avLst/>
              <a:gdLst/>
              <a:ahLst/>
              <a:cxnLst/>
              <a:rect l="l" t="t" r="r" b="b"/>
              <a:pathLst>
                <a:path w="6984"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0" name="Google Shape;870;p45"/>
            <p:cNvSpPr/>
            <p:nvPr/>
          </p:nvSpPr>
          <p:spPr>
            <a:xfrm>
              <a:off x="5825489" y="2478785"/>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1" name="Google Shape;871;p45"/>
            <p:cNvSpPr/>
            <p:nvPr/>
          </p:nvSpPr>
          <p:spPr>
            <a:xfrm>
              <a:off x="5825489" y="2786633"/>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2" name="Google Shape;872;p45"/>
            <p:cNvSpPr/>
            <p:nvPr/>
          </p:nvSpPr>
          <p:spPr>
            <a:xfrm>
              <a:off x="5637275" y="2300960"/>
              <a:ext cx="1045844" cy="1036955"/>
            </a:xfrm>
            <a:custGeom>
              <a:avLst/>
              <a:gdLst/>
              <a:ahLst/>
              <a:cxnLst/>
              <a:rect l="l" t="t" r="r" b="b"/>
              <a:pathLst>
                <a:path w="1045845" h="1036954" extrusionOk="0">
                  <a:moveTo>
                    <a:pt x="1045743" y="0"/>
                  </a:moveTo>
                  <a:lnTo>
                    <a:pt x="0" y="0"/>
                  </a:lnTo>
                  <a:lnTo>
                    <a:pt x="0" y="1036599"/>
                  </a:lnTo>
                  <a:lnTo>
                    <a:pt x="1045743" y="1036599"/>
                  </a:lnTo>
                  <a:lnTo>
                    <a:pt x="1045743"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45"/>
            <p:cNvSpPr/>
            <p:nvPr/>
          </p:nvSpPr>
          <p:spPr>
            <a:xfrm>
              <a:off x="6682993" y="1935479"/>
              <a:ext cx="365760" cy="1402080"/>
            </a:xfrm>
            <a:custGeom>
              <a:avLst/>
              <a:gdLst/>
              <a:ahLst/>
              <a:cxnLst/>
              <a:rect l="l" t="t" r="r" b="b"/>
              <a:pathLst>
                <a:path w="365759"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45"/>
            <p:cNvSpPr/>
            <p:nvPr/>
          </p:nvSpPr>
          <p:spPr>
            <a:xfrm>
              <a:off x="5637275" y="1935479"/>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5" name="Google Shape;875;p45"/>
            <p:cNvSpPr/>
            <p:nvPr/>
          </p:nvSpPr>
          <p:spPr>
            <a:xfrm>
              <a:off x="5630417" y="2314193"/>
              <a:ext cx="1041400" cy="1028700"/>
            </a:xfrm>
            <a:custGeom>
              <a:avLst/>
              <a:gdLst/>
              <a:ahLst/>
              <a:cxnLst/>
              <a:rect l="l" t="t" r="r" b="b"/>
              <a:pathLst>
                <a:path w="1041400" h="1028700" extrusionOk="0">
                  <a:moveTo>
                    <a:pt x="1040891" y="0"/>
                  </a:moveTo>
                  <a:lnTo>
                    <a:pt x="0" y="0"/>
                  </a:lnTo>
                  <a:lnTo>
                    <a:pt x="0" y="1028700"/>
                  </a:lnTo>
                  <a:lnTo>
                    <a:pt x="1040891" y="1028700"/>
                  </a:lnTo>
                  <a:lnTo>
                    <a:pt x="1040891"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6" name="Google Shape;876;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45"/>
            <p:cNvSpPr/>
            <p:nvPr/>
          </p:nvSpPr>
          <p:spPr>
            <a:xfrm>
              <a:off x="5977889"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8" name="Google Shape;878;p45"/>
            <p:cNvSpPr/>
            <p:nvPr/>
          </p:nvSpPr>
          <p:spPr>
            <a:xfrm>
              <a:off x="6316217"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 name="Google Shape;879;p45"/>
            <p:cNvSpPr/>
            <p:nvPr/>
          </p:nvSpPr>
          <p:spPr>
            <a:xfrm>
              <a:off x="5630417" y="2654045"/>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0" name="Google Shape;880;p45"/>
            <p:cNvSpPr/>
            <p:nvPr/>
          </p:nvSpPr>
          <p:spPr>
            <a:xfrm>
              <a:off x="5630417" y="2961893"/>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1" name="Google Shape;881;p45"/>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pic>
        <p:nvPicPr>
          <p:cNvPr id="888" name="Google Shape;888;p45"/>
          <p:cNvPicPr preferRelativeResize="0"/>
          <p:nvPr/>
        </p:nvPicPr>
        <p:blipFill rotWithShape="1">
          <a:blip r:embed="rId3">
            <a:alphaModFix/>
          </a:blip>
          <a:srcRect/>
          <a:stretch/>
        </p:blipFill>
        <p:spPr>
          <a:xfrm>
            <a:off x="10734473" y="0"/>
            <a:ext cx="1448025" cy="796414"/>
          </a:xfrm>
          <a:prstGeom prst="rect">
            <a:avLst/>
          </a:prstGeom>
          <a:noFill/>
          <a:ln>
            <a:noFill/>
          </a:ln>
        </p:spPr>
      </p:pic>
      <p:grpSp>
        <p:nvGrpSpPr>
          <p:cNvPr id="2" name="Group 1"/>
          <p:cNvGrpSpPr/>
          <p:nvPr/>
        </p:nvGrpSpPr>
        <p:grpSpPr>
          <a:xfrm>
            <a:off x="9068847" y="2047714"/>
            <a:ext cx="1386840" cy="1439264"/>
            <a:chOff x="9006078" y="2333398"/>
            <a:chExt cx="1386840" cy="1439264"/>
          </a:xfrm>
        </p:grpSpPr>
        <p:sp>
          <p:nvSpPr>
            <p:cNvPr id="794" name="Google Shape;794;p45"/>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5" name="Google Shape;795;p45"/>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6" name="Google Shape;796;p45"/>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7" name="Google Shape;797;p45"/>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8" name="Google Shape;798;p45"/>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9" name="Google Shape;799;p45"/>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0" name="Google Shape;800;p45"/>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1" name="Google Shape;801;p45"/>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807;p45"/>
            <p:cNvSpPr txBox="1"/>
            <p:nvPr/>
          </p:nvSpPr>
          <p:spPr>
            <a:xfrm>
              <a:off x="9090629" y="2348671"/>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4" name="Google Shape;807;p45"/>
            <p:cNvSpPr txBox="1"/>
            <p:nvPr/>
          </p:nvSpPr>
          <p:spPr>
            <a:xfrm>
              <a:off x="9419020" y="234001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5" name="Google Shape;807;p45"/>
            <p:cNvSpPr txBox="1"/>
            <p:nvPr/>
          </p:nvSpPr>
          <p:spPr>
            <a:xfrm>
              <a:off x="9772841" y="233339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6" name="Google Shape;807;p45"/>
            <p:cNvSpPr txBox="1"/>
            <p:nvPr/>
          </p:nvSpPr>
          <p:spPr>
            <a:xfrm>
              <a:off x="10112091" y="2338324"/>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grpSp>
      <p:sp>
        <p:nvSpPr>
          <p:cNvPr id="98" name="Google Shape;882;p45"/>
          <p:cNvSpPr txBox="1"/>
          <p:nvPr/>
        </p:nvSpPr>
        <p:spPr>
          <a:xfrm>
            <a:off x="9483085" y="3797046"/>
            <a:ext cx="64697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4 x 4</a:t>
            </a:r>
            <a:endParaRPr sz="1800" b="0" i="0" u="none" strike="noStrike" cap="none" dirty="0">
              <a:solidFill>
                <a:srgbClr val="000000"/>
              </a:solidFill>
              <a:latin typeface="Arial"/>
              <a:ea typeface="Arial"/>
              <a:cs typeface="Arial"/>
              <a:sym typeface="Arial"/>
            </a:endParaRPr>
          </a:p>
        </p:txBody>
      </p:sp>
      <p:sp>
        <p:nvSpPr>
          <p:cNvPr id="99" name="Google Shape;852;p45"/>
          <p:cNvSpPr txBox="1"/>
          <p:nvPr/>
        </p:nvSpPr>
        <p:spPr>
          <a:xfrm>
            <a:off x="5689472" y="3989145"/>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f</a:t>
            </a:r>
            <a:r>
              <a:rPr lang="en-US" sz="1800" b="0" i="0" u="none" strike="noStrike" cap="none" dirty="0">
                <a:solidFill>
                  <a:srgbClr val="000000"/>
                </a:solidFill>
                <a:latin typeface="Arial"/>
                <a:ea typeface="Arial"/>
                <a:cs typeface="Arial"/>
                <a:sym typeface="Arial"/>
              </a:rPr>
              <a:t> x </a:t>
            </a:r>
            <a:r>
              <a:rPr lang="en-US" sz="1800" dirty="0"/>
              <a:t>f</a:t>
            </a:r>
            <a:r>
              <a:rPr lang="en-US" sz="1800" b="0" i="0" u="none" strike="noStrike" cap="none" dirty="0">
                <a:solidFill>
                  <a:srgbClr val="000000"/>
                </a:solidFill>
                <a:latin typeface="Arial"/>
                <a:ea typeface="Arial"/>
                <a:cs typeface="Arial"/>
                <a:sym typeface="Arial"/>
              </a:rPr>
              <a:t>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100" name="Google Shape;852;p45"/>
          <p:cNvSpPr txBox="1"/>
          <p:nvPr/>
        </p:nvSpPr>
        <p:spPr>
          <a:xfrm>
            <a:off x="1909738" y="4684141"/>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n</a:t>
            </a:r>
            <a:r>
              <a:rPr lang="en-US" sz="1800" b="0" i="0" u="none" strike="noStrike" cap="none" dirty="0">
                <a:solidFill>
                  <a:srgbClr val="000000"/>
                </a:solidFill>
                <a:latin typeface="Arial"/>
                <a:ea typeface="Arial"/>
                <a:cs typeface="Arial"/>
                <a:sym typeface="Arial"/>
              </a:rPr>
              <a:t> x n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12227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781"/>
        <p:cNvGrpSpPr/>
        <p:nvPr/>
      </p:nvGrpSpPr>
      <p:grpSpPr>
        <a:xfrm>
          <a:off x="0" y="0"/>
          <a:ext cx="0" cy="0"/>
          <a:chOff x="0" y="0"/>
          <a:chExt cx="0" cy="0"/>
        </a:xfrm>
      </p:grpSpPr>
      <p:sp>
        <p:nvSpPr>
          <p:cNvPr id="788" name="Google Shape;788;p45"/>
          <p:cNvSpPr/>
          <p:nvPr/>
        </p:nvSpPr>
        <p:spPr>
          <a:xfrm>
            <a:off x="9437370" y="20886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2" name="Google Shape;802;p45"/>
          <p:cNvSpPr txBox="1">
            <a:spLocks noGrp="1"/>
          </p:cNvSpPr>
          <p:nvPr>
            <p:ph type="title"/>
          </p:nvPr>
        </p:nvSpPr>
        <p:spPr>
          <a:xfrm>
            <a:off x="916939" y="637108"/>
            <a:ext cx="52920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Normal Convolution</a:t>
            </a:r>
            <a:endParaRPr sz="4400">
              <a:latin typeface="Arial"/>
              <a:ea typeface="Arial"/>
              <a:cs typeface="Arial"/>
              <a:sym typeface="Arial"/>
            </a:endParaRPr>
          </a:p>
        </p:txBody>
      </p:sp>
      <p:sp>
        <p:nvSpPr>
          <p:cNvPr id="810" name="Google Shape;810;p45"/>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1" name="Google Shape;811;p45"/>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2" name="Google Shape;812;p45"/>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3" name="Google Shape;813;p45"/>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4" name="Google Shape;814;p45"/>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45"/>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45"/>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45"/>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45"/>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9" name="Google Shape;819;p45"/>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0" name="Google Shape;820;p45"/>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45"/>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 name="Google Shape;822;p45"/>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3" name="Google Shape;823;p45"/>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45"/>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45"/>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6" name="Google Shape;826;p45"/>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7" name="Google Shape;827;p45"/>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8" name="Google Shape;828;p45"/>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9" name="Google Shape;829;p45"/>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0" name="Google Shape;830;p45"/>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45"/>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45"/>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3" name="Google Shape;833;p45"/>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2379040" y="2741168"/>
            <a:ext cx="1432635" cy="1402080"/>
            <a:chOff x="2818051" y="6043594"/>
            <a:chExt cx="1432635" cy="1402080"/>
          </a:xfrm>
        </p:grpSpPr>
        <p:sp>
          <p:nvSpPr>
            <p:cNvPr id="842" name="Google Shape;842;p45"/>
            <p:cNvSpPr/>
            <p:nvPr/>
          </p:nvSpPr>
          <p:spPr>
            <a:xfrm>
              <a:off x="2818051" y="6068897"/>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6" name="Google Shape;846;p45"/>
            <p:cNvSpPr/>
            <p:nvPr/>
          </p:nvSpPr>
          <p:spPr>
            <a:xfrm>
              <a:off x="2843403" y="6406464"/>
              <a:ext cx="1044575" cy="1036955"/>
            </a:xfrm>
            <a:custGeom>
              <a:avLst/>
              <a:gdLst/>
              <a:ahLst/>
              <a:cxnLst/>
              <a:rect l="l" t="t" r="r" b="b"/>
              <a:pathLst>
                <a:path w="1044575" h="1036954" extrusionOk="0">
                  <a:moveTo>
                    <a:pt x="1044219" y="0"/>
                  </a:moveTo>
                  <a:lnTo>
                    <a:pt x="0" y="0"/>
                  </a:lnTo>
                  <a:lnTo>
                    <a:pt x="0" y="1036599"/>
                  </a:lnTo>
                  <a:lnTo>
                    <a:pt x="1044219" y="1036599"/>
                  </a:lnTo>
                  <a:lnTo>
                    <a:pt x="1044219"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7" name="Google Shape;847;p45"/>
            <p:cNvSpPr/>
            <p:nvPr/>
          </p:nvSpPr>
          <p:spPr>
            <a:xfrm>
              <a:off x="3884926" y="6043594"/>
              <a:ext cx="365760" cy="1402080"/>
            </a:xfrm>
            <a:custGeom>
              <a:avLst/>
              <a:gdLst/>
              <a:ahLst/>
              <a:cxnLst/>
              <a:rect l="l" t="t" r="r" b="b"/>
              <a:pathLst>
                <a:path w="365760"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2" name="Google Shape;852;p45"/>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6 x 6 x 3</a:t>
            </a:r>
            <a:endParaRPr sz="1800" b="0" i="0" u="none" strike="noStrike" cap="none" dirty="0">
              <a:solidFill>
                <a:srgbClr val="000000"/>
              </a:solidFill>
              <a:latin typeface="Arial"/>
              <a:ea typeface="Arial"/>
              <a:cs typeface="Arial"/>
              <a:sym typeface="Arial"/>
            </a:endParaRPr>
          </a:p>
        </p:txBody>
      </p:sp>
      <p:sp>
        <p:nvSpPr>
          <p:cNvPr id="853" name="Google Shape;853;p45"/>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854" name="Google Shape;854;p45"/>
          <p:cNvSpPr txBox="1"/>
          <p:nvPr/>
        </p:nvSpPr>
        <p:spPr>
          <a:xfrm>
            <a:off x="5689472" y="3497326"/>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 x 3</a:t>
            </a:r>
            <a:endParaRPr sz="1800" b="0" i="0" u="none" strike="noStrike" cap="none">
              <a:solidFill>
                <a:srgbClr val="000000"/>
              </a:solidFill>
              <a:latin typeface="Arial"/>
              <a:ea typeface="Arial"/>
              <a:cs typeface="Arial"/>
              <a:sym typeface="Arial"/>
            </a:endParaRPr>
          </a:p>
        </p:txBody>
      </p:sp>
      <p:grpSp>
        <p:nvGrpSpPr>
          <p:cNvPr id="855" name="Google Shape;855;p45"/>
          <p:cNvGrpSpPr/>
          <p:nvPr/>
        </p:nvGrpSpPr>
        <p:grpSpPr>
          <a:xfrm>
            <a:off x="5620893" y="1935479"/>
            <a:ext cx="1427987" cy="1419606"/>
            <a:chOff x="5620893" y="1935479"/>
            <a:chExt cx="1427987" cy="1419606"/>
          </a:xfrm>
        </p:grpSpPr>
        <p:sp>
          <p:nvSpPr>
            <p:cNvPr id="856" name="Google Shape;856;p45"/>
            <p:cNvSpPr/>
            <p:nvPr/>
          </p:nvSpPr>
          <p:spPr>
            <a:xfrm>
              <a:off x="5630418" y="2314193"/>
              <a:ext cx="1041400" cy="1028700"/>
            </a:xfrm>
            <a:custGeom>
              <a:avLst/>
              <a:gdLst/>
              <a:ahLst/>
              <a:cxnLst/>
              <a:rect l="l" t="t" r="r" b="b"/>
              <a:pathLst>
                <a:path w="1041400" h="1028700" extrusionOk="0">
                  <a:moveTo>
                    <a:pt x="1040892" y="658368"/>
                  </a:moveTo>
                  <a:lnTo>
                    <a:pt x="195072" y="658368"/>
                  </a:lnTo>
                  <a:lnTo>
                    <a:pt x="195072" y="0"/>
                  </a:lnTo>
                  <a:lnTo>
                    <a:pt x="0" y="0"/>
                  </a:lnTo>
                  <a:lnTo>
                    <a:pt x="0" y="658368"/>
                  </a:lnTo>
                  <a:lnTo>
                    <a:pt x="0" y="850392"/>
                  </a:lnTo>
                  <a:lnTo>
                    <a:pt x="0" y="1028700"/>
                  </a:lnTo>
                  <a:lnTo>
                    <a:pt x="1040892" y="1028700"/>
                  </a:lnTo>
                  <a:lnTo>
                    <a:pt x="1040892" y="850392"/>
                  </a:lnTo>
                  <a:lnTo>
                    <a:pt x="1040892" y="65836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7" name="Google Shape;857;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8" name="Google Shape;858;p45"/>
            <p:cNvSpPr/>
            <p:nvPr/>
          </p:nvSpPr>
          <p:spPr>
            <a:xfrm>
              <a:off x="5981509"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9" name="Google Shape;859;p45"/>
            <p:cNvSpPr/>
            <p:nvPr/>
          </p:nvSpPr>
          <p:spPr>
            <a:xfrm>
              <a:off x="6319837"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45"/>
            <p:cNvSpPr/>
            <p:nvPr/>
          </p:nvSpPr>
          <p:spPr>
            <a:xfrm>
              <a:off x="5620893" y="2644520"/>
              <a:ext cx="205104" cy="341630"/>
            </a:xfrm>
            <a:custGeom>
              <a:avLst/>
              <a:gdLst/>
              <a:ahLst/>
              <a:cxnLst/>
              <a:rect l="l" t="t" r="r" b="b"/>
              <a:pathLst>
                <a:path w="205104" h="341630" extrusionOk="0">
                  <a:moveTo>
                    <a:pt x="204597" y="307848"/>
                  </a:moveTo>
                  <a:lnTo>
                    <a:pt x="0" y="307848"/>
                  </a:lnTo>
                  <a:lnTo>
                    <a:pt x="0" y="320929"/>
                  </a:lnTo>
                  <a:lnTo>
                    <a:pt x="0" y="328041"/>
                  </a:lnTo>
                  <a:lnTo>
                    <a:pt x="0" y="341122"/>
                  </a:lnTo>
                  <a:lnTo>
                    <a:pt x="204597" y="341122"/>
                  </a:lnTo>
                  <a:lnTo>
                    <a:pt x="204597" y="328041"/>
                  </a:lnTo>
                  <a:lnTo>
                    <a:pt x="204597" y="320929"/>
                  </a:lnTo>
                  <a:lnTo>
                    <a:pt x="204597" y="307848"/>
                  </a:lnTo>
                  <a:close/>
                </a:path>
                <a:path w="205104" h="341630" extrusionOk="0">
                  <a:moveTo>
                    <a:pt x="204597" y="0"/>
                  </a:moveTo>
                  <a:lnTo>
                    <a:pt x="0" y="0"/>
                  </a:lnTo>
                  <a:lnTo>
                    <a:pt x="0" y="26162"/>
                  </a:lnTo>
                  <a:lnTo>
                    <a:pt x="204597" y="26162"/>
                  </a:lnTo>
                  <a:lnTo>
                    <a:pt x="204597"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1" name="Google Shape;861;p45"/>
            <p:cNvSpPr/>
            <p:nvPr/>
          </p:nvSpPr>
          <p:spPr>
            <a:xfrm>
              <a:off x="6009893" y="1956053"/>
              <a:ext cx="1016635" cy="1016635"/>
            </a:xfrm>
            <a:custGeom>
              <a:avLst/>
              <a:gdLst/>
              <a:ahLst/>
              <a:cxnLst/>
              <a:rect l="l" t="t" r="r" b="b"/>
              <a:pathLst>
                <a:path w="1016634" h="1016635" extrusionOk="0">
                  <a:moveTo>
                    <a:pt x="1016507" y="0"/>
                  </a:moveTo>
                  <a:lnTo>
                    <a:pt x="0" y="0"/>
                  </a:lnTo>
                  <a:lnTo>
                    <a:pt x="0" y="1016508"/>
                  </a:lnTo>
                  <a:lnTo>
                    <a:pt x="1016507" y="1016508"/>
                  </a:lnTo>
                  <a:lnTo>
                    <a:pt x="1016507"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2" name="Google Shape;862;p45"/>
            <p:cNvSpPr/>
            <p:nvPr/>
          </p:nvSpPr>
          <p:spPr>
            <a:xfrm>
              <a:off x="6009893" y="1956053"/>
              <a:ext cx="1016635" cy="1016635"/>
            </a:xfrm>
            <a:custGeom>
              <a:avLst/>
              <a:gdLst/>
              <a:ahLst/>
              <a:cxnLst/>
              <a:rect l="l" t="t" r="r" b="b"/>
              <a:pathLst>
                <a:path w="1016634" h="1016635" extrusionOk="0">
                  <a:moveTo>
                    <a:pt x="0" y="1016508"/>
                  </a:moveTo>
                  <a:lnTo>
                    <a:pt x="1016507" y="1016508"/>
                  </a:lnTo>
                  <a:lnTo>
                    <a:pt x="1016507" y="0"/>
                  </a:lnTo>
                  <a:lnTo>
                    <a:pt x="0" y="0"/>
                  </a:lnTo>
                  <a:lnTo>
                    <a:pt x="0" y="10165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3" name="Google Shape;863;p45"/>
            <p:cNvSpPr/>
            <p:nvPr/>
          </p:nvSpPr>
          <p:spPr>
            <a:xfrm>
              <a:off x="6351714"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4" name="Google Shape;864;p45"/>
            <p:cNvSpPr/>
            <p:nvPr/>
          </p:nvSpPr>
          <p:spPr>
            <a:xfrm>
              <a:off x="6683946"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5" name="Google Shape;865;p45"/>
            <p:cNvSpPr/>
            <p:nvPr/>
          </p:nvSpPr>
          <p:spPr>
            <a:xfrm>
              <a:off x="6843521" y="2294889"/>
              <a:ext cx="193040" cy="304800"/>
            </a:xfrm>
            <a:custGeom>
              <a:avLst/>
              <a:gdLst/>
              <a:ahLst/>
              <a:cxnLst/>
              <a:rect l="l" t="t" r="r" b="b"/>
              <a:pathLst>
                <a:path w="193040" h="304800" extrusionOk="0">
                  <a:moveTo>
                    <a:pt x="0" y="0"/>
                  </a:moveTo>
                  <a:lnTo>
                    <a:pt x="192785" y="0"/>
                  </a:lnTo>
                </a:path>
                <a:path w="193040" h="304800" extrusionOk="0">
                  <a:moveTo>
                    <a:pt x="0" y="304800"/>
                  </a:moveTo>
                  <a:lnTo>
                    <a:pt x="192785" y="30480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6" name="Google Shape;866;p45"/>
            <p:cNvSpPr/>
            <p:nvPr/>
          </p:nvSpPr>
          <p:spPr>
            <a:xfrm>
              <a:off x="5825489" y="2141981"/>
              <a:ext cx="1018540" cy="1022985"/>
            </a:xfrm>
            <a:custGeom>
              <a:avLst/>
              <a:gdLst/>
              <a:ahLst/>
              <a:cxnLst/>
              <a:rect l="l" t="t" r="r" b="b"/>
              <a:pathLst>
                <a:path w="1018540" h="1022985" extrusionOk="0">
                  <a:moveTo>
                    <a:pt x="1018032" y="0"/>
                  </a:moveTo>
                  <a:lnTo>
                    <a:pt x="0" y="0"/>
                  </a:lnTo>
                  <a:lnTo>
                    <a:pt x="0" y="1022603"/>
                  </a:lnTo>
                  <a:lnTo>
                    <a:pt x="1018032" y="1022603"/>
                  </a:lnTo>
                  <a:lnTo>
                    <a:pt x="1018032"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45"/>
            <p:cNvSpPr/>
            <p:nvPr/>
          </p:nvSpPr>
          <p:spPr>
            <a:xfrm>
              <a:off x="5825489" y="2141981"/>
              <a:ext cx="1018540" cy="1022985"/>
            </a:xfrm>
            <a:custGeom>
              <a:avLst/>
              <a:gdLst/>
              <a:ahLst/>
              <a:cxnLst/>
              <a:rect l="l" t="t" r="r" b="b"/>
              <a:pathLst>
                <a:path w="1018540" h="1022985" extrusionOk="0">
                  <a:moveTo>
                    <a:pt x="0" y="1022603"/>
                  </a:moveTo>
                  <a:lnTo>
                    <a:pt x="1018032" y="1022603"/>
                  </a:lnTo>
                  <a:lnTo>
                    <a:pt x="1018032" y="0"/>
                  </a:lnTo>
                  <a:lnTo>
                    <a:pt x="0" y="0"/>
                  </a:lnTo>
                  <a:lnTo>
                    <a:pt x="0" y="1022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45"/>
            <p:cNvSpPr/>
            <p:nvPr/>
          </p:nvSpPr>
          <p:spPr>
            <a:xfrm>
              <a:off x="6165341" y="2138933"/>
              <a:ext cx="6985" cy="1028700"/>
            </a:xfrm>
            <a:custGeom>
              <a:avLst/>
              <a:gdLst/>
              <a:ahLst/>
              <a:cxnLst/>
              <a:rect l="l" t="t" r="r" b="b"/>
              <a:pathLst>
                <a:path w="6985"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9" name="Google Shape;869;p45"/>
            <p:cNvSpPr/>
            <p:nvPr/>
          </p:nvSpPr>
          <p:spPr>
            <a:xfrm>
              <a:off x="6496050" y="2138933"/>
              <a:ext cx="6985" cy="1028700"/>
            </a:xfrm>
            <a:custGeom>
              <a:avLst/>
              <a:gdLst/>
              <a:ahLst/>
              <a:cxnLst/>
              <a:rect l="l" t="t" r="r" b="b"/>
              <a:pathLst>
                <a:path w="6984"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0" name="Google Shape;870;p45"/>
            <p:cNvSpPr/>
            <p:nvPr/>
          </p:nvSpPr>
          <p:spPr>
            <a:xfrm>
              <a:off x="5825489" y="2478785"/>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1" name="Google Shape;871;p45"/>
            <p:cNvSpPr/>
            <p:nvPr/>
          </p:nvSpPr>
          <p:spPr>
            <a:xfrm>
              <a:off x="5825489" y="2786633"/>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2" name="Google Shape;872;p45"/>
            <p:cNvSpPr/>
            <p:nvPr/>
          </p:nvSpPr>
          <p:spPr>
            <a:xfrm>
              <a:off x="5637275" y="2300960"/>
              <a:ext cx="1045844" cy="1036955"/>
            </a:xfrm>
            <a:custGeom>
              <a:avLst/>
              <a:gdLst/>
              <a:ahLst/>
              <a:cxnLst/>
              <a:rect l="l" t="t" r="r" b="b"/>
              <a:pathLst>
                <a:path w="1045845" h="1036954" extrusionOk="0">
                  <a:moveTo>
                    <a:pt x="1045743" y="0"/>
                  </a:moveTo>
                  <a:lnTo>
                    <a:pt x="0" y="0"/>
                  </a:lnTo>
                  <a:lnTo>
                    <a:pt x="0" y="1036599"/>
                  </a:lnTo>
                  <a:lnTo>
                    <a:pt x="1045743" y="1036599"/>
                  </a:lnTo>
                  <a:lnTo>
                    <a:pt x="1045743"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45"/>
            <p:cNvSpPr/>
            <p:nvPr/>
          </p:nvSpPr>
          <p:spPr>
            <a:xfrm>
              <a:off x="6682993" y="1935479"/>
              <a:ext cx="365760" cy="1402080"/>
            </a:xfrm>
            <a:custGeom>
              <a:avLst/>
              <a:gdLst/>
              <a:ahLst/>
              <a:cxnLst/>
              <a:rect l="l" t="t" r="r" b="b"/>
              <a:pathLst>
                <a:path w="365759"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45"/>
            <p:cNvSpPr/>
            <p:nvPr/>
          </p:nvSpPr>
          <p:spPr>
            <a:xfrm>
              <a:off x="5637275" y="1935479"/>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5" name="Google Shape;875;p45"/>
            <p:cNvSpPr/>
            <p:nvPr/>
          </p:nvSpPr>
          <p:spPr>
            <a:xfrm>
              <a:off x="5630417" y="2314193"/>
              <a:ext cx="1041400" cy="1028700"/>
            </a:xfrm>
            <a:custGeom>
              <a:avLst/>
              <a:gdLst/>
              <a:ahLst/>
              <a:cxnLst/>
              <a:rect l="l" t="t" r="r" b="b"/>
              <a:pathLst>
                <a:path w="1041400" h="1028700" extrusionOk="0">
                  <a:moveTo>
                    <a:pt x="1040891" y="0"/>
                  </a:moveTo>
                  <a:lnTo>
                    <a:pt x="0" y="0"/>
                  </a:lnTo>
                  <a:lnTo>
                    <a:pt x="0" y="1028700"/>
                  </a:lnTo>
                  <a:lnTo>
                    <a:pt x="1040891" y="1028700"/>
                  </a:lnTo>
                  <a:lnTo>
                    <a:pt x="1040891"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6" name="Google Shape;876;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45"/>
            <p:cNvSpPr/>
            <p:nvPr/>
          </p:nvSpPr>
          <p:spPr>
            <a:xfrm>
              <a:off x="5977889"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8" name="Google Shape;878;p45"/>
            <p:cNvSpPr/>
            <p:nvPr/>
          </p:nvSpPr>
          <p:spPr>
            <a:xfrm>
              <a:off x="6316217"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 name="Google Shape;879;p45"/>
            <p:cNvSpPr/>
            <p:nvPr/>
          </p:nvSpPr>
          <p:spPr>
            <a:xfrm>
              <a:off x="5630417" y="2654045"/>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0" name="Google Shape;880;p45"/>
            <p:cNvSpPr/>
            <p:nvPr/>
          </p:nvSpPr>
          <p:spPr>
            <a:xfrm>
              <a:off x="5630417" y="2961893"/>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1" name="Google Shape;881;p45"/>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pic>
        <p:nvPicPr>
          <p:cNvPr id="888" name="Google Shape;888;p45"/>
          <p:cNvPicPr preferRelativeResize="0"/>
          <p:nvPr/>
        </p:nvPicPr>
        <p:blipFill rotWithShape="1">
          <a:blip r:embed="rId3">
            <a:alphaModFix/>
          </a:blip>
          <a:srcRect/>
          <a:stretch/>
        </p:blipFill>
        <p:spPr>
          <a:xfrm>
            <a:off x="10734473" y="0"/>
            <a:ext cx="1448025" cy="796414"/>
          </a:xfrm>
          <a:prstGeom prst="rect">
            <a:avLst/>
          </a:prstGeom>
          <a:noFill/>
          <a:ln>
            <a:noFill/>
          </a:ln>
        </p:spPr>
      </p:pic>
      <p:grpSp>
        <p:nvGrpSpPr>
          <p:cNvPr id="4" name="Group 3"/>
          <p:cNvGrpSpPr/>
          <p:nvPr/>
        </p:nvGrpSpPr>
        <p:grpSpPr>
          <a:xfrm>
            <a:off x="9050556" y="1915160"/>
            <a:ext cx="1598676" cy="1527048"/>
            <a:chOff x="9006078" y="2245614"/>
            <a:chExt cx="1598676" cy="1527048"/>
          </a:xfrm>
        </p:grpSpPr>
        <p:sp>
          <p:nvSpPr>
            <p:cNvPr id="791" name="Google Shape;791;p45"/>
            <p:cNvSpPr/>
            <p:nvPr/>
          </p:nvSpPr>
          <p:spPr>
            <a:xfrm>
              <a:off x="9217914" y="2245614"/>
              <a:ext cx="1386840" cy="1379220"/>
            </a:xfrm>
            <a:custGeom>
              <a:avLst/>
              <a:gdLst/>
              <a:ahLst/>
              <a:cxnLst/>
              <a:rect l="l" t="t" r="r" b="b"/>
              <a:pathLst>
                <a:path w="1386840"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4" name="Google Shape;794;p45"/>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5" name="Google Shape;795;p45"/>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6" name="Google Shape;796;p45"/>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7" name="Google Shape;797;p45"/>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8" name="Google Shape;798;p45"/>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9" name="Google Shape;799;p45"/>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0" name="Google Shape;800;p45"/>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1" name="Google Shape;801;p45"/>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807;p45"/>
            <p:cNvSpPr txBox="1"/>
            <p:nvPr/>
          </p:nvSpPr>
          <p:spPr>
            <a:xfrm>
              <a:off x="9090629" y="2348671"/>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4" name="Google Shape;807;p45"/>
            <p:cNvSpPr txBox="1"/>
            <p:nvPr/>
          </p:nvSpPr>
          <p:spPr>
            <a:xfrm>
              <a:off x="9419020" y="234001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5" name="Google Shape;807;p45"/>
            <p:cNvSpPr txBox="1"/>
            <p:nvPr/>
          </p:nvSpPr>
          <p:spPr>
            <a:xfrm>
              <a:off x="9772841" y="233339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6" name="Google Shape;807;p45"/>
            <p:cNvSpPr txBox="1"/>
            <p:nvPr/>
          </p:nvSpPr>
          <p:spPr>
            <a:xfrm>
              <a:off x="10112091" y="2338324"/>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7" name="Google Shape;807;p45"/>
            <p:cNvSpPr txBox="1"/>
            <p:nvPr/>
          </p:nvSpPr>
          <p:spPr>
            <a:xfrm>
              <a:off x="9105964" y="2686607"/>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8" name="Google Shape;807;p45"/>
            <p:cNvSpPr txBox="1"/>
            <p:nvPr/>
          </p:nvSpPr>
          <p:spPr>
            <a:xfrm>
              <a:off x="9425496" y="268554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9" name="Google Shape;807;p45"/>
            <p:cNvSpPr txBox="1"/>
            <p:nvPr/>
          </p:nvSpPr>
          <p:spPr>
            <a:xfrm>
              <a:off x="9770238" y="268144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0" name="Google Shape;807;p45"/>
            <p:cNvSpPr txBox="1"/>
            <p:nvPr/>
          </p:nvSpPr>
          <p:spPr>
            <a:xfrm>
              <a:off x="10113835" y="268175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1" name="Google Shape;807;p45"/>
            <p:cNvSpPr txBox="1"/>
            <p:nvPr/>
          </p:nvSpPr>
          <p:spPr>
            <a:xfrm>
              <a:off x="9110772" y="3035093"/>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2" name="Google Shape;807;p45"/>
            <p:cNvSpPr txBox="1"/>
            <p:nvPr/>
          </p:nvSpPr>
          <p:spPr>
            <a:xfrm>
              <a:off x="9443929" y="3026916"/>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3" name="Google Shape;807;p45"/>
            <p:cNvSpPr txBox="1"/>
            <p:nvPr/>
          </p:nvSpPr>
          <p:spPr>
            <a:xfrm>
              <a:off x="9121902" y="338024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4" name="Google Shape;807;p45"/>
            <p:cNvSpPr txBox="1"/>
            <p:nvPr/>
          </p:nvSpPr>
          <p:spPr>
            <a:xfrm>
              <a:off x="9445137" y="3369755"/>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5" name="Google Shape;807;p45"/>
            <p:cNvSpPr txBox="1"/>
            <p:nvPr/>
          </p:nvSpPr>
          <p:spPr>
            <a:xfrm>
              <a:off x="9779254" y="301618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6" name="Google Shape;807;p45"/>
            <p:cNvSpPr txBox="1"/>
            <p:nvPr/>
          </p:nvSpPr>
          <p:spPr>
            <a:xfrm>
              <a:off x="10132755" y="301618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7" name="Google Shape;807;p45"/>
            <p:cNvSpPr txBox="1"/>
            <p:nvPr/>
          </p:nvSpPr>
          <p:spPr>
            <a:xfrm>
              <a:off x="9803384" y="3367183"/>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8" name="Google Shape;807;p45"/>
            <p:cNvSpPr txBox="1"/>
            <p:nvPr/>
          </p:nvSpPr>
          <p:spPr>
            <a:xfrm>
              <a:off x="10141934" y="3355707"/>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grpSp>
      <p:sp>
        <p:nvSpPr>
          <p:cNvPr id="112" name="Google Shape;882;p45"/>
          <p:cNvSpPr txBox="1"/>
          <p:nvPr/>
        </p:nvSpPr>
        <p:spPr>
          <a:xfrm>
            <a:off x="9483085" y="3797046"/>
            <a:ext cx="64697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4 x 4</a:t>
            </a:r>
            <a:endParaRPr sz="1800" b="0" i="0" u="none" strike="noStrike" cap="none" dirty="0">
              <a:solidFill>
                <a:srgbClr val="000000"/>
              </a:solidFill>
              <a:latin typeface="Arial"/>
              <a:ea typeface="Arial"/>
              <a:cs typeface="Arial"/>
              <a:sym typeface="Arial"/>
            </a:endParaRPr>
          </a:p>
        </p:txBody>
      </p:sp>
      <p:sp>
        <p:nvSpPr>
          <p:cNvPr id="113" name="Google Shape;852;p45"/>
          <p:cNvSpPr txBox="1"/>
          <p:nvPr/>
        </p:nvSpPr>
        <p:spPr>
          <a:xfrm>
            <a:off x="1909738" y="4684141"/>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n</a:t>
            </a:r>
            <a:r>
              <a:rPr lang="en-US" sz="1800" b="0" i="0" u="none" strike="noStrike" cap="none" dirty="0">
                <a:solidFill>
                  <a:srgbClr val="000000"/>
                </a:solidFill>
                <a:latin typeface="Arial"/>
                <a:ea typeface="Arial"/>
                <a:cs typeface="Arial"/>
                <a:sym typeface="Arial"/>
              </a:rPr>
              <a:t> x n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324745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781"/>
        <p:cNvGrpSpPr/>
        <p:nvPr/>
      </p:nvGrpSpPr>
      <p:grpSpPr>
        <a:xfrm>
          <a:off x="0" y="0"/>
          <a:ext cx="0" cy="0"/>
          <a:chOff x="0" y="0"/>
          <a:chExt cx="0" cy="0"/>
        </a:xfrm>
      </p:grpSpPr>
      <p:sp>
        <p:nvSpPr>
          <p:cNvPr id="788" name="Google Shape;788;p45"/>
          <p:cNvSpPr/>
          <p:nvPr/>
        </p:nvSpPr>
        <p:spPr>
          <a:xfrm>
            <a:off x="9437370" y="20886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2" name="Google Shape;802;p45"/>
          <p:cNvSpPr txBox="1">
            <a:spLocks noGrp="1"/>
          </p:cNvSpPr>
          <p:nvPr>
            <p:ph type="title"/>
          </p:nvPr>
        </p:nvSpPr>
        <p:spPr>
          <a:xfrm>
            <a:off x="916939" y="637108"/>
            <a:ext cx="52920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Normal Convolution</a:t>
            </a:r>
            <a:endParaRPr sz="4400">
              <a:latin typeface="Arial"/>
              <a:ea typeface="Arial"/>
              <a:cs typeface="Arial"/>
              <a:sym typeface="Arial"/>
            </a:endParaRPr>
          </a:p>
        </p:txBody>
      </p:sp>
      <p:sp>
        <p:nvSpPr>
          <p:cNvPr id="810" name="Google Shape;810;p45"/>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1" name="Google Shape;811;p45"/>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2" name="Google Shape;812;p45"/>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3" name="Google Shape;813;p45"/>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4" name="Google Shape;814;p45"/>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45"/>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45"/>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45"/>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45"/>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9" name="Google Shape;819;p45"/>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0" name="Google Shape;820;p45"/>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45"/>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 name="Google Shape;822;p45"/>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3" name="Google Shape;823;p45"/>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45"/>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45"/>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6" name="Google Shape;826;p45"/>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7" name="Google Shape;827;p45"/>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8" name="Google Shape;828;p45"/>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9" name="Google Shape;829;p45"/>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0" name="Google Shape;830;p45"/>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45"/>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45"/>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3" name="Google Shape;833;p45"/>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2379040" y="2741168"/>
            <a:ext cx="1432635" cy="1402080"/>
            <a:chOff x="2818051" y="6043594"/>
            <a:chExt cx="1432635" cy="1402080"/>
          </a:xfrm>
        </p:grpSpPr>
        <p:sp>
          <p:nvSpPr>
            <p:cNvPr id="842" name="Google Shape;842;p45"/>
            <p:cNvSpPr/>
            <p:nvPr/>
          </p:nvSpPr>
          <p:spPr>
            <a:xfrm>
              <a:off x="2818051" y="6068897"/>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6" name="Google Shape;846;p45"/>
            <p:cNvSpPr/>
            <p:nvPr/>
          </p:nvSpPr>
          <p:spPr>
            <a:xfrm>
              <a:off x="2843403" y="6406464"/>
              <a:ext cx="1044575" cy="1036955"/>
            </a:xfrm>
            <a:custGeom>
              <a:avLst/>
              <a:gdLst/>
              <a:ahLst/>
              <a:cxnLst/>
              <a:rect l="l" t="t" r="r" b="b"/>
              <a:pathLst>
                <a:path w="1044575" h="1036954" extrusionOk="0">
                  <a:moveTo>
                    <a:pt x="1044219" y="0"/>
                  </a:moveTo>
                  <a:lnTo>
                    <a:pt x="0" y="0"/>
                  </a:lnTo>
                  <a:lnTo>
                    <a:pt x="0" y="1036599"/>
                  </a:lnTo>
                  <a:lnTo>
                    <a:pt x="1044219" y="1036599"/>
                  </a:lnTo>
                  <a:lnTo>
                    <a:pt x="1044219"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7" name="Google Shape;847;p45"/>
            <p:cNvSpPr/>
            <p:nvPr/>
          </p:nvSpPr>
          <p:spPr>
            <a:xfrm>
              <a:off x="3884926" y="6043594"/>
              <a:ext cx="365760" cy="1402080"/>
            </a:xfrm>
            <a:custGeom>
              <a:avLst/>
              <a:gdLst/>
              <a:ahLst/>
              <a:cxnLst/>
              <a:rect l="l" t="t" r="r" b="b"/>
              <a:pathLst>
                <a:path w="365760"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2" name="Google Shape;852;p45"/>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853" name="Google Shape;853;p45"/>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854" name="Google Shape;854;p45"/>
          <p:cNvSpPr txBox="1"/>
          <p:nvPr/>
        </p:nvSpPr>
        <p:spPr>
          <a:xfrm>
            <a:off x="5689472" y="3497326"/>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3 x 3 x 3</a:t>
            </a:r>
            <a:endParaRPr sz="1800" b="0" i="0" u="none" strike="noStrike" cap="none" dirty="0">
              <a:solidFill>
                <a:srgbClr val="000000"/>
              </a:solidFill>
              <a:latin typeface="Arial"/>
              <a:ea typeface="Arial"/>
              <a:cs typeface="Arial"/>
              <a:sym typeface="Arial"/>
            </a:endParaRPr>
          </a:p>
        </p:txBody>
      </p:sp>
      <p:grpSp>
        <p:nvGrpSpPr>
          <p:cNvPr id="855" name="Google Shape;855;p45"/>
          <p:cNvGrpSpPr/>
          <p:nvPr/>
        </p:nvGrpSpPr>
        <p:grpSpPr>
          <a:xfrm>
            <a:off x="5620893" y="1935479"/>
            <a:ext cx="1427987" cy="1419606"/>
            <a:chOff x="5620893" y="1935479"/>
            <a:chExt cx="1427987" cy="1419606"/>
          </a:xfrm>
        </p:grpSpPr>
        <p:sp>
          <p:nvSpPr>
            <p:cNvPr id="856" name="Google Shape;856;p45"/>
            <p:cNvSpPr/>
            <p:nvPr/>
          </p:nvSpPr>
          <p:spPr>
            <a:xfrm>
              <a:off x="5630418" y="2314193"/>
              <a:ext cx="1041400" cy="1028700"/>
            </a:xfrm>
            <a:custGeom>
              <a:avLst/>
              <a:gdLst/>
              <a:ahLst/>
              <a:cxnLst/>
              <a:rect l="l" t="t" r="r" b="b"/>
              <a:pathLst>
                <a:path w="1041400" h="1028700" extrusionOk="0">
                  <a:moveTo>
                    <a:pt x="1040892" y="658368"/>
                  </a:moveTo>
                  <a:lnTo>
                    <a:pt x="195072" y="658368"/>
                  </a:lnTo>
                  <a:lnTo>
                    <a:pt x="195072" y="0"/>
                  </a:lnTo>
                  <a:lnTo>
                    <a:pt x="0" y="0"/>
                  </a:lnTo>
                  <a:lnTo>
                    <a:pt x="0" y="658368"/>
                  </a:lnTo>
                  <a:lnTo>
                    <a:pt x="0" y="850392"/>
                  </a:lnTo>
                  <a:lnTo>
                    <a:pt x="0" y="1028700"/>
                  </a:lnTo>
                  <a:lnTo>
                    <a:pt x="1040892" y="1028700"/>
                  </a:lnTo>
                  <a:lnTo>
                    <a:pt x="1040892" y="850392"/>
                  </a:lnTo>
                  <a:lnTo>
                    <a:pt x="1040892" y="65836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7" name="Google Shape;857;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8" name="Google Shape;858;p45"/>
            <p:cNvSpPr/>
            <p:nvPr/>
          </p:nvSpPr>
          <p:spPr>
            <a:xfrm>
              <a:off x="5981509"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9" name="Google Shape;859;p45"/>
            <p:cNvSpPr/>
            <p:nvPr/>
          </p:nvSpPr>
          <p:spPr>
            <a:xfrm>
              <a:off x="6319837"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45"/>
            <p:cNvSpPr/>
            <p:nvPr/>
          </p:nvSpPr>
          <p:spPr>
            <a:xfrm>
              <a:off x="5620893" y="2644520"/>
              <a:ext cx="205104" cy="341630"/>
            </a:xfrm>
            <a:custGeom>
              <a:avLst/>
              <a:gdLst/>
              <a:ahLst/>
              <a:cxnLst/>
              <a:rect l="l" t="t" r="r" b="b"/>
              <a:pathLst>
                <a:path w="205104" h="341630" extrusionOk="0">
                  <a:moveTo>
                    <a:pt x="204597" y="307848"/>
                  </a:moveTo>
                  <a:lnTo>
                    <a:pt x="0" y="307848"/>
                  </a:lnTo>
                  <a:lnTo>
                    <a:pt x="0" y="320929"/>
                  </a:lnTo>
                  <a:lnTo>
                    <a:pt x="0" y="328041"/>
                  </a:lnTo>
                  <a:lnTo>
                    <a:pt x="0" y="341122"/>
                  </a:lnTo>
                  <a:lnTo>
                    <a:pt x="204597" y="341122"/>
                  </a:lnTo>
                  <a:lnTo>
                    <a:pt x="204597" y="328041"/>
                  </a:lnTo>
                  <a:lnTo>
                    <a:pt x="204597" y="320929"/>
                  </a:lnTo>
                  <a:lnTo>
                    <a:pt x="204597" y="307848"/>
                  </a:lnTo>
                  <a:close/>
                </a:path>
                <a:path w="205104" h="341630" extrusionOk="0">
                  <a:moveTo>
                    <a:pt x="204597" y="0"/>
                  </a:moveTo>
                  <a:lnTo>
                    <a:pt x="0" y="0"/>
                  </a:lnTo>
                  <a:lnTo>
                    <a:pt x="0" y="26162"/>
                  </a:lnTo>
                  <a:lnTo>
                    <a:pt x="204597" y="26162"/>
                  </a:lnTo>
                  <a:lnTo>
                    <a:pt x="204597"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1" name="Google Shape;861;p45"/>
            <p:cNvSpPr/>
            <p:nvPr/>
          </p:nvSpPr>
          <p:spPr>
            <a:xfrm>
              <a:off x="6009893" y="1956053"/>
              <a:ext cx="1016635" cy="1016635"/>
            </a:xfrm>
            <a:custGeom>
              <a:avLst/>
              <a:gdLst/>
              <a:ahLst/>
              <a:cxnLst/>
              <a:rect l="l" t="t" r="r" b="b"/>
              <a:pathLst>
                <a:path w="1016634" h="1016635" extrusionOk="0">
                  <a:moveTo>
                    <a:pt x="1016507" y="0"/>
                  </a:moveTo>
                  <a:lnTo>
                    <a:pt x="0" y="0"/>
                  </a:lnTo>
                  <a:lnTo>
                    <a:pt x="0" y="1016508"/>
                  </a:lnTo>
                  <a:lnTo>
                    <a:pt x="1016507" y="1016508"/>
                  </a:lnTo>
                  <a:lnTo>
                    <a:pt x="1016507"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2" name="Google Shape;862;p45"/>
            <p:cNvSpPr/>
            <p:nvPr/>
          </p:nvSpPr>
          <p:spPr>
            <a:xfrm>
              <a:off x="6009893" y="1956053"/>
              <a:ext cx="1016635" cy="1016635"/>
            </a:xfrm>
            <a:custGeom>
              <a:avLst/>
              <a:gdLst/>
              <a:ahLst/>
              <a:cxnLst/>
              <a:rect l="l" t="t" r="r" b="b"/>
              <a:pathLst>
                <a:path w="1016634" h="1016635" extrusionOk="0">
                  <a:moveTo>
                    <a:pt x="0" y="1016508"/>
                  </a:moveTo>
                  <a:lnTo>
                    <a:pt x="1016507" y="1016508"/>
                  </a:lnTo>
                  <a:lnTo>
                    <a:pt x="1016507" y="0"/>
                  </a:lnTo>
                  <a:lnTo>
                    <a:pt x="0" y="0"/>
                  </a:lnTo>
                  <a:lnTo>
                    <a:pt x="0" y="10165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3" name="Google Shape;863;p45"/>
            <p:cNvSpPr/>
            <p:nvPr/>
          </p:nvSpPr>
          <p:spPr>
            <a:xfrm>
              <a:off x="6351714"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4" name="Google Shape;864;p45"/>
            <p:cNvSpPr/>
            <p:nvPr/>
          </p:nvSpPr>
          <p:spPr>
            <a:xfrm>
              <a:off x="6683946"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5" name="Google Shape;865;p45"/>
            <p:cNvSpPr/>
            <p:nvPr/>
          </p:nvSpPr>
          <p:spPr>
            <a:xfrm>
              <a:off x="6843521" y="2294889"/>
              <a:ext cx="193040" cy="304800"/>
            </a:xfrm>
            <a:custGeom>
              <a:avLst/>
              <a:gdLst/>
              <a:ahLst/>
              <a:cxnLst/>
              <a:rect l="l" t="t" r="r" b="b"/>
              <a:pathLst>
                <a:path w="193040" h="304800" extrusionOk="0">
                  <a:moveTo>
                    <a:pt x="0" y="0"/>
                  </a:moveTo>
                  <a:lnTo>
                    <a:pt x="192785" y="0"/>
                  </a:lnTo>
                </a:path>
                <a:path w="193040" h="304800" extrusionOk="0">
                  <a:moveTo>
                    <a:pt x="0" y="304800"/>
                  </a:moveTo>
                  <a:lnTo>
                    <a:pt x="192785" y="30480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6" name="Google Shape;866;p45"/>
            <p:cNvSpPr/>
            <p:nvPr/>
          </p:nvSpPr>
          <p:spPr>
            <a:xfrm>
              <a:off x="5825489" y="2141981"/>
              <a:ext cx="1018540" cy="1022985"/>
            </a:xfrm>
            <a:custGeom>
              <a:avLst/>
              <a:gdLst/>
              <a:ahLst/>
              <a:cxnLst/>
              <a:rect l="l" t="t" r="r" b="b"/>
              <a:pathLst>
                <a:path w="1018540" h="1022985" extrusionOk="0">
                  <a:moveTo>
                    <a:pt x="1018032" y="0"/>
                  </a:moveTo>
                  <a:lnTo>
                    <a:pt x="0" y="0"/>
                  </a:lnTo>
                  <a:lnTo>
                    <a:pt x="0" y="1022603"/>
                  </a:lnTo>
                  <a:lnTo>
                    <a:pt x="1018032" y="1022603"/>
                  </a:lnTo>
                  <a:lnTo>
                    <a:pt x="1018032"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45"/>
            <p:cNvSpPr/>
            <p:nvPr/>
          </p:nvSpPr>
          <p:spPr>
            <a:xfrm>
              <a:off x="5825489" y="2141981"/>
              <a:ext cx="1018540" cy="1022985"/>
            </a:xfrm>
            <a:custGeom>
              <a:avLst/>
              <a:gdLst/>
              <a:ahLst/>
              <a:cxnLst/>
              <a:rect l="l" t="t" r="r" b="b"/>
              <a:pathLst>
                <a:path w="1018540" h="1022985" extrusionOk="0">
                  <a:moveTo>
                    <a:pt x="0" y="1022603"/>
                  </a:moveTo>
                  <a:lnTo>
                    <a:pt x="1018032" y="1022603"/>
                  </a:lnTo>
                  <a:lnTo>
                    <a:pt x="1018032" y="0"/>
                  </a:lnTo>
                  <a:lnTo>
                    <a:pt x="0" y="0"/>
                  </a:lnTo>
                  <a:lnTo>
                    <a:pt x="0" y="1022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45"/>
            <p:cNvSpPr/>
            <p:nvPr/>
          </p:nvSpPr>
          <p:spPr>
            <a:xfrm>
              <a:off x="6165341" y="2138933"/>
              <a:ext cx="6985" cy="1028700"/>
            </a:xfrm>
            <a:custGeom>
              <a:avLst/>
              <a:gdLst/>
              <a:ahLst/>
              <a:cxnLst/>
              <a:rect l="l" t="t" r="r" b="b"/>
              <a:pathLst>
                <a:path w="6985"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9" name="Google Shape;869;p45"/>
            <p:cNvSpPr/>
            <p:nvPr/>
          </p:nvSpPr>
          <p:spPr>
            <a:xfrm>
              <a:off x="6496050" y="2138933"/>
              <a:ext cx="6985" cy="1028700"/>
            </a:xfrm>
            <a:custGeom>
              <a:avLst/>
              <a:gdLst/>
              <a:ahLst/>
              <a:cxnLst/>
              <a:rect l="l" t="t" r="r" b="b"/>
              <a:pathLst>
                <a:path w="6984"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0" name="Google Shape;870;p45"/>
            <p:cNvSpPr/>
            <p:nvPr/>
          </p:nvSpPr>
          <p:spPr>
            <a:xfrm>
              <a:off x="5825489" y="2478785"/>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1" name="Google Shape;871;p45"/>
            <p:cNvSpPr/>
            <p:nvPr/>
          </p:nvSpPr>
          <p:spPr>
            <a:xfrm>
              <a:off x="5825489" y="2786633"/>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2" name="Google Shape;872;p45"/>
            <p:cNvSpPr/>
            <p:nvPr/>
          </p:nvSpPr>
          <p:spPr>
            <a:xfrm>
              <a:off x="5637275" y="2300960"/>
              <a:ext cx="1045844" cy="1036955"/>
            </a:xfrm>
            <a:custGeom>
              <a:avLst/>
              <a:gdLst/>
              <a:ahLst/>
              <a:cxnLst/>
              <a:rect l="l" t="t" r="r" b="b"/>
              <a:pathLst>
                <a:path w="1045845" h="1036954" extrusionOk="0">
                  <a:moveTo>
                    <a:pt x="1045743" y="0"/>
                  </a:moveTo>
                  <a:lnTo>
                    <a:pt x="0" y="0"/>
                  </a:lnTo>
                  <a:lnTo>
                    <a:pt x="0" y="1036599"/>
                  </a:lnTo>
                  <a:lnTo>
                    <a:pt x="1045743" y="1036599"/>
                  </a:lnTo>
                  <a:lnTo>
                    <a:pt x="1045743"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45"/>
            <p:cNvSpPr/>
            <p:nvPr/>
          </p:nvSpPr>
          <p:spPr>
            <a:xfrm>
              <a:off x="6682993" y="1935479"/>
              <a:ext cx="365760" cy="1402080"/>
            </a:xfrm>
            <a:custGeom>
              <a:avLst/>
              <a:gdLst/>
              <a:ahLst/>
              <a:cxnLst/>
              <a:rect l="l" t="t" r="r" b="b"/>
              <a:pathLst>
                <a:path w="365759"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45"/>
            <p:cNvSpPr/>
            <p:nvPr/>
          </p:nvSpPr>
          <p:spPr>
            <a:xfrm>
              <a:off x="5637275" y="1935479"/>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5" name="Google Shape;875;p45"/>
            <p:cNvSpPr/>
            <p:nvPr/>
          </p:nvSpPr>
          <p:spPr>
            <a:xfrm>
              <a:off x="5630417" y="2314193"/>
              <a:ext cx="1041400" cy="1028700"/>
            </a:xfrm>
            <a:custGeom>
              <a:avLst/>
              <a:gdLst/>
              <a:ahLst/>
              <a:cxnLst/>
              <a:rect l="l" t="t" r="r" b="b"/>
              <a:pathLst>
                <a:path w="1041400" h="1028700" extrusionOk="0">
                  <a:moveTo>
                    <a:pt x="1040891" y="0"/>
                  </a:moveTo>
                  <a:lnTo>
                    <a:pt x="0" y="0"/>
                  </a:lnTo>
                  <a:lnTo>
                    <a:pt x="0" y="1028700"/>
                  </a:lnTo>
                  <a:lnTo>
                    <a:pt x="1040891" y="1028700"/>
                  </a:lnTo>
                  <a:lnTo>
                    <a:pt x="1040891"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6" name="Google Shape;876;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45"/>
            <p:cNvSpPr/>
            <p:nvPr/>
          </p:nvSpPr>
          <p:spPr>
            <a:xfrm>
              <a:off x="5977889"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8" name="Google Shape;878;p45"/>
            <p:cNvSpPr/>
            <p:nvPr/>
          </p:nvSpPr>
          <p:spPr>
            <a:xfrm>
              <a:off x="6316217"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 name="Google Shape;879;p45"/>
            <p:cNvSpPr/>
            <p:nvPr/>
          </p:nvSpPr>
          <p:spPr>
            <a:xfrm>
              <a:off x="5630417" y="2654045"/>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0" name="Google Shape;880;p45"/>
            <p:cNvSpPr/>
            <p:nvPr/>
          </p:nvSpPr>
          <p:spPr>
            <a:xfrm>
              <a:off x="5630417" y="2961893"/>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1" name="Google Shape;881;p45"/>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882" name="Google Shape;882;p45"/>
          <p:cNvSpPr txBox="1"/>
          <p:nvPr/>
        </p:nvSpPr>
        <p:spPr>
          <a:xfrm>
            <a:off x="9439874" y="3708652"/>
            <a:ext cx="10318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4 x 4</a:t>
            </a:r>
            <a:endParaRPr sz="1800" b="0" i="0" u="none" strike="noStrike" cap="none" dirty="0">
              <a:solidFill>
                <a:srgbClr val="000000"/>
              </a:solidFill>
              <a:latin typeface="Arial"/>
              <a:ea typeface="Arial"/>
              <a:cs typeface="Arial"/>
              <a:sym typeface="Arial"/>
            </a:endParaRPr>
          </a:p>
        </p:txBody>
      </p:sp>
      <p:pic>
        <p:nvPicPr>
          <p:cNvPr id="888" name="Google Shape;888;p45"/>
          <p:cNvPicPr preferRelativeResize="0"/>
          <p:nvPr/>
        </p:nvPicPr>
        <p:blipFill rotWithShape="1">
          <a:blip r:embed="rId3">
            <a:alphaModFix/>
          </a:blip>
          <a:srcRect/>
          <a:stretch/>
        </p:blipFill>
        <p:spPr>
          <a:xfrm>
            <a:off x="10734473" y="0"/>
            <a:ext cx="1448025" cy="796414"/>
          </a:xfrm>
          <a:prstGeom prst="rect">
            <a:avLst/>
          </a:prstGeom>
          <a:noFill/>
          <a:ln>
            <a:noFill/>
          </a:ln>
        </p:spPr>
      </p:pic>
      <p:grpSp>
        <p:nvGrpSpPr>
          <p:cNvPr id="4" name="Group 3"/>
          <p:cNvGrpSpPr/>
          <p:nvPr/>
        </p:nvGrpSpPr>
        <p:grpSpPr>
          <a:xfrm>
            <a:off x="9050556" y="1915160"/>
            <a:ext cx="1598676" cy="1527048"/>
            <a:chOff x="9006078" y="2245614"/>
            <a:chExt cx="1598676" cy="1527048"/>
          </a:xfrm>
        </p:grpSpPr>
        <p:sp>
          <p:nvSpPr>
            <p:cNvPr id="791" name="Google Shape;791;p45"/>
            <p:cNvSpPr/>
            <p:nvPr/>
          </p:nvSpPr>
          <p:spPr>
            <a:xfrm>
              <a:off x="9217914" y="2245614"/>
              <a:ext cx="1386840" cy="1379220"/>
            </a:xfrm>
            <a:custGeom>
              <a:avLst/>
              <a:gdLst/>
              <a:ahLst/>
              <a:cxnLst/>
              <a:rect l="l" t="t" r="r" b="b"/>
              <a:pathLst>
                <a:path w="1386840"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4" name="Google Shape;794;p45"/>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5" name="Google Shape;795;p45"/>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6" name="Google Shape;796;p45"/>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7" name="Google Shape;797;p45"/>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8" name="Google Shape;798;p45"/>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9" name="Google Shape;799;p45"/>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0" name="Google Shape;800;p45"/>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1" name="Google Shape;801;p45"/>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 name="Google Shape;807;p45"/>
            <p:cNvSpPr txBox="1"/>
            <p:nvPr/>
          </p:nvSpPr>
          <p:spPr>
            <a:xfrm>
              <a:off x="9090629" y="2348671"/>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4" name="Google Shape;807;p45"/>
            <p:cNvSpPr txBox="1"/>
            <p:nvPr/>
          </p:nvSpPr>
          <p:spPr>
            <a:xfrm>
              <a:off x="9419020" y="234001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5" name="Google Shape;807;p45"/>
            <p:cNvSpPr txBox="1"/>
            <p:nvPr/>
          </p:nvSpPr>
          <p:spPr>
            <a:xfrm>
              <a:off x="9772841" y="233339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6" name="Google Shape;807;p45"/>
            <p:cNvSpPr txBox="1"/>
            <p:nvPr/>
          </p:nvSpPr>
          <p:spPr>
            <a:xfrm>
              <a:off x="10112091" y="2338324"/>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7" name="Google Shape;807;p45"/>
            <p:cNvSpPr txBox="1"/>
            <p:nvPr/>
          </p:nvSpPr>
          <p:spPr>
            <a:xfrm>
              <a:off x="9105964" y="2686607"/>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8" name="Google Shape;807;p45"/>
            <p:cNvSpPr txBox="1"/>
            <p:nvPr/>
          </p:nvSpPr>
          <p:spPr>
            <a:xfrm>
              <a:off x="9425496" y="268554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9" name="Google Shape;807;p45"/>
            <p:cNvSpPr txBox="1"/>
            <p:nvPr/>
          </p:nvSpPr>
          <p:spPr>
            <a:xfrm>
              <a:off x="9770238" y="268144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0" name="Google Shape;807;p45"/>
            <p:cNvSpPr txBox="1"/>
            <p:nvPr/>
          </p:nvSpPr>
          <p:spPr>
            <a:xfrm>
              <a:off x="10113835" y="268175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1" name="Google Shape;807;p45"/>
            <p:cNvSpPr txBox="1"/>
            <p:nvPr/>
          </p:nvSpPr>
          <p:spPr>
            <a:xfrm>
              <a:off x="9110772" y="3035093"/>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2" name="Google Shape;807;p45"/>
            <p:cNvSpPr txBox="1"/>
            <p:nvPr/>
          </p:nvSpPr>
          <p:spPr>
            <a:xfrm>
              <a:off x="9443929" y="3026916"/>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3" name="Google Shape;807;p45"/>
            <p:cNvSpPr txBox="1"/>
            <p:nvPr/>
          </p:nvSpPr>
          <p:spPr>
            <a:xfrm>
              <a:off x="9121902" y="338024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4" name="Google Shape;807;p45"/>
            <p:cNvSpPr txBox="1"/>
            <p:nvPr/>
          </p:nvSpPr>
          <p:spPr>
            <a:xfrm>
              <a:off x="9445137" y="3369755"/>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5" name="Google Shape;807;p45"/>
            <p:cNvSpPr txBox="1"/>
            <p:nvPr/>
          </p:nvSpPr>
          <p:spPr>
            <a:xfrm>
              <a:off x="9779254" y="301618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6" name="Google Shape;807;p45"/>
            <p:cNvSpPr txBox="1"/>
            <p:nvPr/>
          </p:nvSpPr>
          <p:spPr>
            <a:xfrm>
              <a:off x="10132755" y="301618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7" name="Google Shape;807;p45"/>
            <p:cNvSpPr txBox="1"/>
            <p:nvPr/>
          </p:nvSpPr>
          <p:spPr>
            <a:xfrm>
              <a:off x="9803384" y="3367183"/>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8" name="Google Shape;807;p45"/>
            <p:cNvSpPr txBox="1"/>
            <p:nvPr/>
          </p:nvSpPr>
          <p:spPr>
            <a:xfrm>
              <a:off x="10141934" y="3355707"/>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grpSp>
      <p:sp>
        <p:nvSpPr>
          <p:cNvPr id="109" name="Google Shape;852;p45"/>
          <p:cNvSpPr txBox="1"/>
          <p:nvPr/>
        </p:nvSpPr>
        <p:spPr>
          <a:xfrm>
            <a:off x="5689472" y="3989145"/>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f</a:t>
            </a:r>
            <a:r>
              <a:rPr lang="en-US" sz="1800" b="0" i="0" u="none" strike="noStrike" cap="none" dirty="0">
                <a:solidFill>
                  <a:srgbClr val="000000"/>
                </a:solidFill>
                <a:latin typeface="Arial"/>
                <a:ea typeface="Arial"/>
                <a:cs typeface="Arial"/>
                <a:sym typeface="Arial"/>
              </a:rPr>
              <a:t> x </a:t>
            </a:r>
            <a:r>
              <a:rPr lang="en-US" sz="1800" dirty="0"/>
              <a:t>f</a:t>
            </a:r>
            <a:r>
              <a:rPr lang="en-US" sz="1800" b="0" i="0" u="none" strike="noStrike" cap="none" dirty="0">
                <a:solidFill>
                  <a:srgbClr val="000000"/>
                </a:solidFill>
                <a:latin typeface="Arial"/>
                <a:ea typeface="Arial"/>
                <a:cs typeface="Arial"/>
                <a:sym typeface="Arial"/>
              </a:rPr>
              <a:t>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110" name="Google Shape;852;p45"/>
          <p:cNvSpPr txBox="1"/>
          <p:nvPr/>
        </p:nvSpPr>
        <p:spPr>
          <a:xfrm>
            <a:off x="1909738" y="4684141"/>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n</a:t>
            </a:r>
            <a:r>
              <a:rPr lang="en-US" sz="1800" b="0" i="0" u="none" strike="noStrike" cap="none" dirty="0">
                <a:solidFill>
                  <a:srgbClr val="000000"/>
                </a:solidFill>
                <a:latin typeface="Arial"/>
                <a:ea typeface="Arial"/>
                <a:cs typeface="Arial"/>
                <a:sym typeface="Arial"/>
              </a:rPr>
              <a:t> x n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112" name="Google Shape;882;p45"/>
          <p:cNvSpPr txBox="1"/>
          <p:nvPr/>
        </p:nvSpPr>
        <p:spPr>
          <a:xfrm>
            <a:off x="9166559" y="4010048"/>
            <a:ext cx="10318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err="1"/>
              <a:t>n</a:t>
            </a:r>
            <a:r>
              <a:rPr lang="en-US" sz="1800" b="0" i="0" u="none" strike="noStrike" cap="none" baseline="-25000" dirty="0" err="1">
                <a:solidFill>
                  <a:srgbClr val="000000"/>
                </a:solidFill>
                <a:latin typeface="Arial"/>
                <a:ea typeface="Arial"/>
                <a:cs typeface="Arial"/>
                <a:sym typeface="Arial"/>
              </a:rPr>
              <a:t>out</a:t>
            </a:r>
            <a:r>
              <a:rPr lang="en-US" sz="1800" baseline="-25000" dirty="0"/>
              <a:t> </a:t>
            </a:r>
            <a:r>
              <a:rPr lang="en-US" sz="1800" dirty="0"/>
              <a:t> x </a:t>
            </a:r>
            <a:r>
              <a:rPr lang="en-US" sz="1800" dirty="0" err="1"/>
              <a:t>n</a:t>
            </a:r>
            <a:r>
              <a:rPr lang="en-US" sz="1800" baseline="-25000" dirty="0" err="1"/>
              <a:t>out</a:t>
            </a:r>
            <a:endParaRPr sz="18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113" name="Google Shape;854;p45"/>
              <p:cNvSpPr txBox="1"/>
              <p:nvPr/>
            </p:nvSpPr>
            <p:spPr>
              <a:xfrm>
                <a:off x="5985509" y="1283893"/>
                <a:ext cx="1269051" cy="56682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14:m>
                  <m:oMath xmlns:m="http://schemas.openxmlformats.org/officeDocument/2006/math">
                    <m:sSubSup>
                      <m:sSubSupPr>
                        <m:ctrlPr>
                          <a:rPr lang="en-US" sz="1800" b="0" i="1" u="none" strike="noStrike" cap="none" smtClean="0">
                            <a:solidFill>
                              <a:srgbClr val="000000"/>
                            </a:solidFill>
                            <a:latin typeface="Cambria Math" panose="02040503050406030204" pitchFamily="18" charset="0"/>
                            <a:cs typeface="Arial"/>
                            <a:sym typeface="Arial"/>
                          </a:rPr>
                        </m:ctrlPr>
                      </m:sSubSupPr>
                      <m:e>
                        <m:r>
                          <a:rPr lang="en-US" sz="1800" b="0" i="1" u="none" strike="noStrike" cap="none" smtClean="0">
                            <a:solidFill>
                              <a:srgbClr val="000000"/>
                            </a:solidFill>
                            <a:latin typeface="Cambria Math" panose="02040503050406030204" pitchFamily="18" charset="0"/>
                            <a:cs typeface="Arial"/>
                            <a:sym typeface="Arial"/>
                          </a:rPr>
                          <m:t>𝑛</m:t>
                        </m:r>
                      </m:e>
                      <m:sub>
                        <m:r>
                          <a:rPr lang="en-US" sz="1800" b="0" i="1" u="none" strike="noStrike" cap="none" smtClean="0">
                            <a:solidFill>
                              <a:srgbClr val="000000"/>
                            </a:solidFill>
                            <a:latin typeface="Cambria Math" panose="02040503050406030204" pitchFamily="18" charset="0"/>
                            <a:cs typeface="Arial"/>
                            <a:sym typeface="Arial"/>
                          </a:rPr>
                          <m:t>𝑐</m:t>
                        </m:r>
                      </m:sub>
                      <m:sup>
                        <m:r>
                          <a:rPr lang="en-US" sz="1800" b="0" i="1" u="none" strike="noStrike" cap="none" smtClean="0">
                            <a:solidFill>
                              <a:srgbClr val="000000"/>
                            </a:solidFill>
                            <a:latin typeface="Cambria Math" panose="02040503050406030204" pitchFamily="18" charset="0"/>
                            <a:cs typeface="Arial"/>
                            <a:sym typeface="Arial"/>
                          </a:rPr>
                          <m:t>′</m:t>
                        </m:r>
                      </m:sup>
                    </m:sSubSup>
                  </m:oMath>
                </a14:m>
                <a:r>
                  <a:rPr lang="en-US" sz="1800" b="0" i="0" u="none" strike="noStrike" cap="none" dirty="0">
                    <a:solidFill>
                      <a:srgbClr val="000000"/>
                    </a:solidFill>
                    <a:latin typeface="Arial"/>
                    <a:ea typeface="Arial"/>
                    <a:cs typeface="Arial"/>
                    <a:sym typeface="Arial"/>
                  </a:rPr>
                  <a:t> filter </a:t>
                </a:r>
              </a:p>
              <a:p>
                <a:pPr marL="12700" marR="0" lvl="0" indent="0" algn="l" rtl="0">
                  <a:lnSpc>
                    <a:spcPct val="100000"/>
                  </a:lnSpc>
                  <a:spcBef>
                    <a:spcPts val="0"/>
                  </a:spcBef>
                  <a:spcAft>
                    <a:spcPts val="0"/>
                  </a:spcAft>
                  <a:buClr>
                    <a:srgbClr val="000000"/>
                  </a:buClr>
                  <a:buSzPts val="1800"/>
                  <a:buFont typeface="Arial"/>
                  <a:buNone/>
                </a:pPr>
                <a:r>
                  <a:rPr lang="en-US" sz="1800" dirty="0"/>
                  <a:t>5</a:t>
                </a:r>
                <a:endParaRPr sz="1800" b="0" i="0" u="none" strike="noStrike" cap="none" dirty="0">
                  <a:solidFill>
                    <a:srgbClr val="000000"/>
                  </a:solidFill>
                  <a:latin typeface="Arial"/>
                  <a:ea typeface="Arial"/>
                  <a:cs typeface="Arial"/>
                  <a:sym typeface="Arial"/>
                </a:endParaRPr>
              </a:p>
            </p:txBody>
          </p:sp>
        </mc:Choice>
        <mc:Fallback xmlns="">
          <p:sp>
            <p:nvSpPr>
              <p:cNvPr id="113" name="Google Shape;854;p45"/>
              <p:cNvSpPr txBox="1">
                <a:spLocks noRot="1" noChangeAspect="1" noMove="1" noResize="1" noEditPoints="1" noAdjustHandles="1" noChangeArrowheads="1" noChangeShapeType="1" noTextEdit="1"/>
              </p:cNvSpPr>
              <p:nvPr/>
            </p:nvSpPr>
            <p:spPr>
              <a:xfrm>
                <a:off x="5985509" y="1283893"/>
                <a:ext cx="1269051" cy="566822"/>
              </a:xfrm>
              <a:prstGeom prst="rect">
                <a:avLst/>
              </a:prstGeom>
              <a:blipFill>
                <a:blip r:embed="rId4"/>
                <a:stretch>
                  <a:fillRect l="-10577" t="-11828" b="-2365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4889091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781"/>
        <p:cNvGrpSpPr/>
        <p:nvPr/>
      </p:nvGrpSpPr>
      <p:grpSpPr>
        <a:xfrm>
          <a:off x="0" y="0"/>
          <a:ext cx="0" cy="0"/>
          <a:chOff x="0" y="0"/>
          <a:chExt cx="0" cy="0"/>
        </a:xfrm>
      </p:grpSpPr>
      <p:sp>
        <p:nvSpPr>
          <p:cNvPr id="783" name="Google Shape;783;p45"/>
          <p:cNvSpPr/>
          <p:nvPr/>
        </p:nvSpPr>
        <p:spPr>
          <a:xfrm>
            <a:off x="9864090" y="1789938"/>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4" name="Google Shape;784;p45"/>
          <p:cNvSpPr/>
          <p:nvPr/>
        </p:nvSpPr>
        <p:spPr>
          <a:xfrm>
            <a:off x="10213975" y="1780413"/>
            <a:ext cx="1046480" cy="1047115"/>
          </a:xfrm>
          <a:custGeom>
            <a:avLst/>
            <a:gdLst/>
            <a:ahLst/>
            <a:cxnLst/>
            <a:rect l="l" t="t" r="r" b="b"/>
            <a:pathLst>
              <a:path w="1046479" h="1047114" extrusionOk="0">
                <a:moveTo>
                  <a:pt x="838835" y="357886"/>
                </a:moveTo>
                <a:lnTo>
                  <a:pt x="1046480" y="357886"/>
                </a:lnTo>
              </a:path>
              <a:path w="1046479" h="1047114" extrusionOk="0">
                <a:moveTo>
                  <a:pt x="838835" y="702310"/>
                </a:moveTo>
                <a:lnTo>
                  <a:pt x="1046480" y="702310"/>
                </a:lnTo>
              </a:path>
              <a:path w="1046479" h="1047114" extrusionOk="0">
                <a:moveTo>
                  <a:pt x="838835" y="1046734"/>
                </a:moveTo>
                <a:lnTo>
                  <a:pt x="1046480" y="1046734"/>
                </a:lnTo>
              </a:path>
              <a:path w="1046479" h="1047114" extrusionOk="0">
                <a:moveTo>
                  <a:pt x="0" y="0"/>
                </a:moveTo>
                <a:lnTo>
                  <a:pt x="0" y="148208"/>
                </a:lnTo>
              </a:path>
              <a:path w="1046479" h="1047114" extrusionOk="0">
                <a:moveTo>
                  <a:pt x="342900" y="0"/>
                </a:moveTo>
                <a:lnTo>
                  <a:pt x="342900" y="148208"/>
                </a:lnTo>
              </a:path>
              <a:path w="1046479" h="1047114" extrusionOk="0">
                <a:moveTo>
                  <a:pt x="685800" y="0"/>
                </a:moveTo>
                <a:lnTo>
                  <a:pt x="685800" y="148208"/>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5" name="Google Shape;785;p45"/>
          <p:cNvSpPr/>
          <p:nvPr/>
        </p:nvSpPr>
        <p:spPr>
          <a:xfrm>
            <a:off x="9665970" y="1928622"/>
            <a:ext cx="1386840" cy="1377950"/>
          </a:xfrm>
          <a:custGeom>
            <a:avLst/>
            <a:gdLst/>
            <a:ahLst/>
            <a:cxnLst/>
            <a:rect l="l" t="t" r="r" b="b"/>
            <a:pathLst>
              <a:path w="1386840" h="1377950" extrusionOk="0">
                <a:moveTo>
                  <a:pt x="1386840" y="0"/>
                </a:moveTo>
                <a:lnTo>
                  <a:pt x="0" y="0"/>
                </a:lnTo>
                <a:lnTo>
                  <a:pt x="0" y="1377696"/>
                </a:lnTo>
                <a:lnTo>
                  <a:pt x="1386840" y="1377696"/>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6" name="Google Shape;786;p45"/>
          <p:cNvSpPr/>
          <p:nvPr/>
        </p:nvSpPr>
        <p:spPr>
          <a:xfrm>
            <a:off x="9665970" y="1928622"/>
            <a:ext cx="1386840" cy="1377950"/>
          </a:xfrm>
          <a:custGeom>
            <a:avLst/>
            <a:gdLst/>
            <a:ahLst/>
            <a:cxnLst/>
            <a:rect l="l" t="t" r="r" b="b"/>
            <a:pathLst>
              <a:path w="1386840" h="1377950" extrusionOk="0">
                <a:moveTo>
                  <a:pt x="0" y="1377696"/>
                </a:moveTo>
                <a:lnTo>
                  <a:pt x="1386840" y="1377696"/>
                </a:lnTo>
                <a:lnTo>
                  <a:pt x="1386840" y="0"/>
                </a:lnTo>
                <a:lnTo>
                  <a:pt x="0" y="0"/>
                </a:lnTo>
                <a:lnTo>
                  <a:pt x="0" y="137769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7" name="Google Shape;787;p45"/>
          <p:cNvSpPr/>
          <p:nvPr/>
        </p:nvSpPr>
        <p:spPr>
          <a:xfrm>
            <a:off x="10017379" y="1919097"/>
            <a:ext cx="1045210" cy="1047115"/>
          </a:xfrm>
          <a:custGeom>
            <a:avLst/>
            <a:gdLst/>
            <a:ahLst/>
            <a:cxnLst/>
            <a:rect l="l" t="t" r="r" b="b"/>
            <a:pathLst>
              <a:path w="1045209" h="1047114" extrusionOk="0">
                <a:moveTo>
                  <a:pt x="806831" y="357885"/>
                </a:moveTo>
                <a:lnTo>
                  <a:pt x="1044956" y="357885"/>
                </a:lnTo>
              </a:path>
              <a:path w="1045209" h="1047114" extrusionOk="0">
                <a:moveTo>
                  <a:pt x="806831" y="702309"/>
                </a:moveTo>
                <a:lnTo>
                  <a:pt x="1044956" y="702309"/>
                </a:lnTo>
              </a:path>
              <a:path w="1045209" h="1047114" extrusionOk="0">
                <a:moveTo>
                  <a:pt x="806831" y="1046733"/>
                </a:moveTo>
                <a:lnTo>
                  <a:pt x="1044956" y="1046733"/>
                </a:lnTo>
              </a:path>
              <a:path w="1045209" h="1047114" extrusionOk="0">
                <a:moveTo>
                  <a:pt x="0" y="0"/>
                </a:moveTo>
                <a:lnTo>
                  <a:pt x="0" y="169545"/>
                </a:lnTo>
              </a:path>
              <a:path w="1045209" h="1047114" extrusionOk="0">
                <a:moveTo>
                  <a:pt x="342900" y="0"/>
                </a:moveTo>
                <a:lnTo>
                  <a:pt x="342900" y="169545"/>
                </a:lnTo>
              </a:path>
              <a:path w="1045209" h="1047114" extrusionOk="0">
                <a:moveTo>
                  <a:pt x="685800" y="0"/>
                </a:moveTo>
                <a:lnTo>
                  <a:pt x="685800" y="169545"/>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8" name="Google Shape;788;p45"/>
          <p:cNvSpPr/>
          <p:nvPr/>
        </p:nvSpPr>
        <p:spPr>
          <a:xfrm>
            <a:off x="9437370" y="20886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9" name="Google Shape;789;p45"/>
          <p:cNvSpPr/>
          <p:nvPr/>
        </p:nvSpPr>
        <p:spPr>
          <a:xfrm>
            <a:off x="9437370" y="20886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0" name="Google Shape;790;p45"/>
          <p:cNvSpPr/>
          <p:nvPr/>
        </p:nvSpPr>
        <p:spPr>
          <a:xfrm>
            <a:off x="9788779" y="2079117"/>
            <a:ext cx="1045210" cy="1047115"/>
          </a:xfrm>
          <a:custGeom>
            <a:avLst/>
            <a:gdLst/>
            <a:ahLst/>
            <a:cxnLst/>
            <a:rect l="l" t="t" r="r" b="b"/>
            <a:pathLst>
              <a:path w="1045209" h="1047114" extrusionOk="0">
                <a:moveTo>
                  <a:pt x="815975" y="357886"/>
                </a:moveTo>
                <a:lnTo>
                  <a:pt x="1044956" y="357886"/>
                </a:lnTo>
              </a:path>
              <a:path w="1045209" h="1047114" extrusionOk="0">
                <a:moveTo>
                  <a:pt x="815975" y="702310"/>
                </a:moveTo>
                <a:lnTo>
                  <a:pt x="1044956" y="702310"/>
                </a:lnTo>
              </a:path>
              <a:path w="1045209" h="1047114" extrusionOk="0">
                <a:moveTo>
                  <a:pt x="815975" y="1046734"/>
                </a:moveTo>
                <a:lnTo>
                  <a:pt x="1044956" y="1046734"/>
                </a:lnTo>
              </a:path>
              <a:path w="1045209" h="1047114" extrusionOk="0">
                <a:moveTo>
                  <a:pt x="0" y="0"/>
                </a:moveTo>
                <a:lnTo>
                  <a:pt x="0" y="166497"/>
                </a:lnTo>
              </a:path>
              <a:path w="1045209" h="1047114" extrusionOk="0">
                <a:moveTo>
                  <a:pt x="342900" y="0"/>
                </a:moveTo>
                <a:lnTo>
                  <a:pt x="342900" y="166497"/>
                </a:lnTo>
              </a:path>
              <a:path w="1045209" h="1047114" extrusionOk="0">
                <a:moveTo>
                  <a:pt x="685800" y="0"/>
                </a:moveTo>
                <a:lnTo>
                  <a:pt x="685800" y="166497"/>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1" name="Google Shape;791;p45"/>
          <p:cNvSpPr/>
          <p:nvPr/>
        </p:nvSpPr>
        <p:spPr>
          <a:xfrm>
            <a:off x="9217914" y="2245614"/>
            <a:ext cx="1386840" cy="1379220"/>
          </a:xfrm>
          <a:custGeom>
            <a:avLst/>
            <a:gdLst/>
            <a:ahLst/>
            <a:cxnLst/>
            <a:rect l="l" t="t" r="r" b="b"/>
            <a:pathLst>
              <a:path w="1386840"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2" name="Google Shape;792;p45"/>
          <p:cNvSpPr/>
          <p:nvPr/>
        </p:nvSpPr>
        <p:spPr>
          <a:xfrm>
            <a:off x="9217914" y="2245614"/>
            <a:ext cx="1386840" cy="1379220"/>
          </a:xfrm>
          <a:custGeom>
            <a:avLst/>
            <a:gdLst/>
            <a:ahLst/>
            <a:cxnLst/>
            <a:rect l="l" t="t" r="r" b="b"/>
            <a:pathLst>
              <a:path w="1386840" h="1379220" extrusionOk="0">
                <a:moveTo>
                  <a:pt x="0" y="1379220"/>
                </a:moveTo>
                <a:lnTo>
                  <a:pt x="1386840" y="1379220"/>
                </a:lnTo>
                <a:lnTo>
                  <a:pt x="1386840" y="0"/>
                </a:lnTo>
                <a:lnTo>
                  <a:pt x="0" y="0"/>
                </a:lnTo>
                <a:lnTo>
                  <a:pt x="0" y="13792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3" name="Google Shape;793;p45"/>
          <p:cNvSpPr/>
          <p:nvPr/>
        </p:nvSpPr>
        <p:spPr>
          <a:xfrm>
            <a:off x="9567799" y="2236089"/>
            <a:ext cx="1046480" cy="1047115"/>
          </a:xfrm>
          <a:custGeom>
            <a:avLst/>
            <a:gdLst/>
            <a:ahLst/>
            <a:cxnLst/>
            <a:rect l="l" t="t" r="r" b="b"/>
            <a:pathLst>
              <a:path w="1046479" h="1047114" extrusionOk="0">
                <a:moveTo>
                  <a:pt x="825118" y="357886"/>
                </a:moveTo>
                <a:lnTo>
                  <a:pt x="1046479" y="357886"/>
                </a:lnTo>
              </a:path>
              <a:path w="1046479" h="1047114" extrusionOk="0">
                <a:moveTo>
                  <a:pt x="825118" y="702310"/>
                </a:moveTo>
                <a:lnTo>
                  <a:pt x="1046479" y="702310"/>
                </a:lnTo>
              </a:path>
              <a:path w="1046479" h="1047114" extrusionOk="0">
                <a:moveTo>
                  <a:pt x="825118" y="1046734"/>
                </a:moveTo>
                <a:lnTo>
                  <a:pt x="1046479" y="1046734"/>
                </a:lnTo>
              </a:path>
              <a:path w="1046479" h="1047114" extrusionOk="0">
                <a:moveTo>
                  <a:pt x="0" y="0"/>
                </a:moveTo>
                <a:lnTo>
                  <a:pt x="0" y="157353"/>
                </a:lnTo>
              </a:path>
              <a:path w="1046479" h="1047114" extrusionOk="0">
                <a:moveTo>
                  <a:pt x="344423" y="0"/>
                </a:moveTo>
                <a:lnTo>
                  <a:pt x="344423" y="157353"/>
                </a:lnTo>
              </a:path>
              <a:path w="1046479" h="1047114" extrusionOk="0">
                <a:moveTo>
                  <a:pt x="687323" y="0"/>
                </a:moveTo>
                <a:lnTo>
                  <a:pt x="687323" y="157353"/>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4" name="Google Shape;794;p45"/>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5" name="Google Shape;795;p45"/>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6" name="Google Shape;796;p45"/>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7" name="Google Shape;797;p45"/>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8" name="Google Shape;798;p45"/>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9" name="Google Shape;799;p45"/>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0" name="Google Shape;800;p45"/>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1" name="Google Shape;801;p45"/>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2" name="Google Shape;802;p45"/>
          <p:cNvSpPr txBox="1">
            <a:spLocks noGrp="1"/>
          </p:cNvSpPr>
          <p:nvPr>
            <p:ph type="title"/>
          </p:nvPr>
        </p:nvSpPr>
        <p:spPr>
          <a:xfrm>
            <a:off x="916939" y="637108"/>
            <a:ext cx="52920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Normal Convolution</a:t>
            </a:r>
            <a:endParaRPr sz="4400">
              <a:latin typeface="Arial"/>
              <a:ea typeface="Arial"/>
              <a:cs typeface="Arial"/>
              <a:sym typeface="Arial"/>
            </a:endParaRPr>
          </a:p>
        </p:txBody>
      </p:sp>
      <p:sp>
        <p:nvSpPr>
          <p:cNvPr id="810" name="Google Shape;810;p45"/>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1" name="Google Shape;811;p45"/>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2" name="Google Shape;812;p45"/>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3" name="Google Shape;813;p45"/>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4" name="Google Shape;814;p45"/>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5" name="Google Shape;815;p45"/>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6" name="Google Shape;816;p45"/>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7" name="Google Shape;817;p45"/>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8" name="Google Shape;818;p45"/>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9" name="Google Shape;819;p45"/>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0" name="Google Shape;820;p45"/>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1" name="Google Shape;821;p45"/>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2" name="Google Shape;822;p45"/>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3" name="Google Shape;823;p45"/>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4" name="Google Shape;824;p45"/>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5" name="Google Shape;825;p45"/>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6" name="Google Shape;826;p45"/>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7" name="Google Shape;827;p45"/>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8" name="Google Shape;828;p45"/>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9" name="Google Shape;829;p45"/>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0" name="Google Shape;830;p45"/>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1" name="Google Shape;831;p45"/>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2" name="Google Shape;832;p45"/>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3" name="Google Shape;833;p45"/>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2379040" y="2741168"/>
            <a:ext cx="1432635" cy="1402080"/>
            <a:chOff x="2818051" y="6043594"/>
            <a:chExt cx="1432635" cy="1402080"/>
          </a:xfrm>
        </p:grpSpPr>
        <p:sp>
          <p:nvSpPr>
            <p:cNvPr id="842" name="Google Shape;842;p45"/>
            <p:cNvSpPr/>
            <p:nvPr/>
          </p:nvSpPr>
          <p:spPr>
            <a:xfrm>
              <a:off x="2818051" y="6068897"/>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6" name="Google Shape;846;p45"/>
            <p:cNvSpPr/>
            <p:nvPr/>
          </p:nvSpPr>
          <p:spPr>
            <a:xfrm>
              <a:off x="2843403" y="6406464"/>
              <a:ext cx="1044575" cy="1036955"/>
            </a:xfrm>
            <a:custGeom>
              <a:avLst/>
              <a:gdLst/>
              <a:ahLst/>
              <a:cxnLst/>
              <a:rect l="l" t="t" r="r" b="b"/>
              <a:pathLst>
                <a:path w="1044575" h="1036954" extrusionOk="0">
                  <a:moveTo>
                    <a:pt x="1044219" y="0"/>
                  </a:moveTo>
                  <a:lnTo>
                    <a:pt x="0" y="0"/>
                  </a:lnTo>
                  <a:lnTo>
                    <a:pt x="0" y="1036599"/>
                  </a:lnTo>
                  <a:lnTo>
                    <a:pt x="1044219" y="1036599"/>
                  </a:lnTo>
                  <a:lnTo>
                    <a:pt x="1044219"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7" name="Google Shape;847;p45"/>
            <p:cNvSpPr/>
            <p:nvPr/>
          </p:nvSpPr>
          <p:spPr>
            <a:xfrm>
              <a:off x="3884926" y="6043594"/>
              <a:ext cx="365760" cy="1402080"/>
            </a:xfrm>
            <a:custGeom>
              <a:avLst/>
              <a:gdLst/>
              <a:ahLst/>
              <a:cxnLst/>
              <a:rect l="l" t="t" r="r" b="b"/>
              <a:pathLst>
                <a:path w="365760"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2" name="Google Shape;852;p45"/>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853" name="Google Shape;853;p45"/>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854" name="Google Shape;854;p45"/>
          <p:cNvSpPr txBox="1"/>
          <p:nvPr/>
        </p:nvSpPr>
        <p:spPr>
          <a:xfrm>
            <a:off x="5689472" y="3497326"/>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 x 3</a:t>
            </a:r>
            <a:endParaRPr sz="1800" b="0" i="0" u="none" strike="noStrike" cap="none">
              <a:solidFill>
                <a:srgbClr val="000000"/>
              </a:solidFill>
              <a:latin typeface="Arial"/>
              <a:ea typeface="Arial"/>
              <a:cs typeface="Arial"/>
              <a:sym typeface="Arial"/>
            </a:endParaRPr>
          </a:p>
        </p:txBody>
      </p:sp>
      <p:grpSp>
        <p:nvGrpSpPr>
          <p:cNvPr id="855" name="Google Shape;855;p45"/>
          <p:cNvGrpSpPr/>
          <p:nvPr/>
        </p:nvGrpSpPr>
        <p:grpSpPr>
          <a:xfrm>
            <a:off x="5620893" y="1935479"/>
            <a:ext cx="1427987" cy="1419606"/>
            <a:chOff x="5620893" y="1935479"/>
            <a:chExt cx="1427987" cy="1419606"/>
          </a:xfrm>
        </p:grpSpPr>
        <p:sp>
          <p:nvSpPr>
            <p:cNvPr id="856" name="Google Shape;856;p45"/>
            <p:cNvSpPr/>
            <p:nvPr/>
          </p:nvSpPr>
          <p:spPr>
            <a:xfrm>
              <a:off x="5630418" y="2314193"/>
              <a:ext cx="1041400" cy="1028700"/>
            </a:xfrm>
            <a:custGeom>
              <a:avLst/>
              <a:gdLst/>
              <a:ahLst/>
              <a:cxnLst/>
              <a:rect l="l" t="t" r="r" b="b"/>
              <a:pathLst>
                <a:path w="1041400" h="1028700" extrusionOk="0">
                  <a:moveTo>
                    <a:pt x="1040892" y="658368"/>
                  </a:moveTo>
                  <a:lnTo>
                    <a:pt x="195072" y="658368"/>
                  </a:lnTo>
                  <a:lnTo>
                    <a:pt x="195072" y="0"/>
                  </a:lnTo>
                  <a:lnTo>
                    <a:pt x="0" y="0"/>
                  </a:lnTo>
                  <a:lnTo>
                    <a:pt x="0" y="658368"/>
                  </a:lnTo>
                  <a:lnTo>
                    <a:pt x="0" y="850392"/>
                  </a:lnTo>
                  <a:lnTo>
                    <a:pt x="0" y="1028700"/>
                  </a:lnTo>
                  <a:lnTo>
                    <a:pt x="1040892" y="1028700"/>
                  </a:lnTo>
                  <a:lnTo>
                    <a:pt x="1040892" y="850392"/>
                  </a:lnTo>
                  <a:lnTo>
                    <a:pt x="1040892" y="65836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7" name="Google Shape;857;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8" name="Google Shape;858;p45"/>
            <p:cNvSpPr/>
            <p:nvPr/>
          </p:nvSpPr>
          <p:spPr>
            <a:xfrm>
              <a:off x="5981509"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9" name="Google Shape;859;p45"/>
            <p:cNvSpPr/>
            <p:nvPr/>
          </p:nvSpPr>
          <p:spPr>
            <a:xfrm>
              <a:off x="6319837" y="3164585"/>
              <a:ext cx="0" cy="190500"/>
            </a:xfrm>
            <a:custGeom>
              <a:avLst/>
              <a:gdLst/>
              <a:ahLst/>
              <a:cxnLst/>
              <a:rect l="l" t="t" r="r" b="b"/>
              <a:pathLst>
                <a:path w="120000" h="190500" extrusionOk="0">
                  <a:moveTo>
                    <a:pt x="0" y="0"/>
                  </a:moveTo>
                  <a:lnTo>
                    <a:pt x="0" y="190119"/>
                  </a:lnTo>
                </a:path>
              </a:pathLst>
            </a:custGeom>
            <a:noFill/>
            <a:ln w="26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0" name="Google Shape;860;p45"/>
            <p:cNvSpPr/>
            <p:nvPr/>
          </p:nvSpPr>
          <p:spPr>
            <a:xfrm>
              <a:off x="5620893" y="2644520"/>
              <a:ext cx="205104" cy="341630"/>
            </a:xfrm>
            <a:custGeom>
              <a:avLst/>
              <a:gdLst/>
              <a:ahLst/>
              <a:cxnLst/>
              <a:rect l="l" t="t" r="r" b="b"/>
              <a:pathLst>
                <a:path w="205104" h="341630" extrusionOk="0">
                  <a:moveTo>
                    <a:pt x="204597" y="307848"/>
                  </a:moveTo>
                  <a:lnTo>
                    <a:pt x="0" y="307848"/>
                  </a:lnTo>
                  <a:lnTo>
                    <a:pt x="0" y="320929"/>
                  </a:lnTo>
                  <a:lnTo>
                    <a:pt x="0" y="328041"/>
                  </a:lnTo>
                  <a:lnTo>
                    <a:pt x="0" y="341122"/>
                  </a:lnTo>
                  <a:lnTo>
                    <a:pt x="204597" y="341122"/>
                  </a:lnTo>
                  <a:lnTo>
                    <a:pt x="204597" y="328041"/>
                  </a:lnTo>
                  <a:lnTo>
                    <a:pt x="204597" y="320929"/>
                  </a:lnTo>
                  <a:lnTo>
                    <a:pt x="204597" y="307848"/>
                  </a:lnTo>
                  <a:close/>
                </a:path>
                <a:path w="205104" h="341630" extrusionOk="0">
                  <a:moveTo>
                    <a:pt x="204597" y="0"/>
                  </a:moveTo>
                  <a:lnTo>
                    <a:pt x="0" y="0"/>
                  </a:lnTo>
                  <a:lnTo>
                    <a:pt x="0" y="26162"/>
                  </a:lnTo>
                  <a:lnTo>
                    <a:pt x="204597" y="26162"/>
                  </a:lnTo>
                  <a:lnTo>
                    <a:pt x="204597"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1" name="Google Shape;861;p45"/>
            <p:cNvSpPr/>
            <p:nvPr/>
          </p:nvSpPr>
          <p:spPr>
            <a:xfrm>
              <a:off x="6009893" y="1956053"/>
              <a:ext cx="1016635" cy="1016635"/>
            </a:xfrm>
            <a:custGeom>
              <a:avLst/>
              <a:gdLst/>
              <a:ahLst/>
              <a:cxnLst/>
              <a:rect l="l" t="t" r="r" b="b"/>
              <a:pathLst>
                <a:path w="1016634" h="1016635" extrusionOk="0">
                  <a:moveTo>
                    <a:pt x="1016507" y="0"/>
                  </a:moveTo>
                  <a:lnTo>
                    <a:pt x="0" y="0"/>
                  </a:lnTo>
                  <a:lnTo>
                    <a:pt x="0" y="1016508"/>
                  </a:lnTo>
                  <a:lnTo>
                    <a:pt x="1016507" y="1016508"/>
                  </a:lnTo>
                  <a:lnTo>
                    <a:pt x="1016507"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2" name="Google Shape;862;p45"/>
            <p:cNvSpPr/>
            <p:nvPr/>
          </p:nvSpPr>
          <p:spPr>
            <a:xfrm>
              <a:off x="6009893" y="1956053"/>
              <a:ext cx="1016635" cy="1016635"/>
            </a:xfrm>
            <a:custGeom>
              <a:avLst/>
              <a:gdLst/>
              <a:ahLst/>
              <a:cxnLst/>
              <a:rect l="l" t="t" r="r" b="b"/>
              <a:pathLst>
                <a:path w="1016634" h="1016635" extrusionOk="0">
                  <a:moveTo>
                    <a:pt x="0" y="1016508"/>
                  </a:moveTo>
                  <a:lnTo>
                    <a:pt x="1016507" y="1016508"/>
                  </a:lnTo>
                  <a:lnTo>
                    <a:pt x="1016507" y="0"/>
                  </a:lnTo>
                  <a:lnTo>
                    <a:pt x="0" y="0"/>
                  </a:lnTo>
                  <a:lnTo>
                    <a:pt x="0" y="10165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3" name="Google Shape;863;p45"/>
            <p:cNvSpPr/>
            <p:nvPr/>
          </p:nvSpPr>
          <p:spPr>
            <a:xfrm>
              <a:off x="6351714"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4" name="Google Shape;864;p45"/>
            <p:cNvSpPr/>
            <p:nvPr/>
          </p:nvSpPr>
          <p:spPr>
            <a:xfrm>
              <a:off x="6683946" y="1943480"/>
              <a:ext cx="0" cy="198755"/>
            </a:xfrm>
            <a:custGeom>
              <a:avLst/>
              <a:gdLst/>
              <a:ahLst/>
              <a:cxnLst/>
              <a:rect l="l" t="t" r="r" b="b"/>
              <a:pathLst>
                <a:path w="120000" h="198755" extrusionOk="0">
                  <a:moveTo>
                    <a:pt x="0" y="0"/>
                  </a:moveTo>
                  <a:lnTo>
                    <a:pt x="0" y="198501"/>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5" name="Google Shape;865;p45"/>
            <p:cNvSpPr/>
            <p:nvPr/>
          </p:nvSpPr>
          <p:spPr>
            <a:xfrm>
              <a:off x="6843521" y="2294889"/>
              <a:ext cx="193040" cy="304800"/>
            </a:xfrm>
            <a:custGeom>
              <a:avLst/>
              <a:gdLst/>
              <a:ahLst/>
              <a:cxnLst/>
              <a:rect l="l" t="t" r="r" b="b"/>
              <a:pathLst>
                <a:path w="193040" h="304800" extrusionOk="0">
                  <a:moveTo>
                    <a:pt x="0" y="0"/>
                  </a:moveTo>
                  <a:lnTo>
                    <a:pt x="192785" y="0"/>
                  </a:lnTo>
                </a:path>
                <a:path w="193040" h="304800" extrusionOk="0">
                  <a:moveTo>
                    <a:pt x="0" y="304800"/>
                  </a:moveTo>
                  <a:lnTo>
                    <a:pt x="192785" y="30480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6" name="Google Shape;866;p45"/>
            <p:cNvSpPr/>
            <p:nvPr/>
          </p:nvSpPr>
          <p:spPr>
            <a:xfrm>
              <a:off x="5825489" y="2141981"/>
              <a:ext cx="1018540" cy="1022985"/>
            </a:xfrm>
            <a:custGeom>
              <a:avLst/>
              <a:gdLst/>
              <a:ahLst/>
              <a:cxnLst/>
              <a:rect l="l" t="t" r="r" b="b"/>
              <a:pathLst>
                <a:path w="1018540" h="1022985" extrusionOk="0">
                  <a:moveTo>
                    <a:pt x="1018032" y="0"/>
                  </a:moveTo>
                  <a:lnTo>
                    <a:pt x="0" y="0"/>
                  </a:lnTo>
                  <a:lnTo>
                    <a:pt x="0" y="1022603"/>
                  </a:lnTo>
                  <a:lnTo>
                    <a:pt x="1018032" y="1022603"/>
                  </a:lnTo>
                  <a:lnTo>
                    <a:pt x="1018032"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7" name="Google Shape;867;p45"/>
            <p:cNvSpPr/>
            <p:nvPr/>
          </p:nvSpPr>
          <p:spPr>
            <a:xfrm>
              <a:off x="5825489" y="2141981"/>
              <a:ext cx="1018540" cy="1022985"/>
            </a:xfrm>
            <a:custGeom>
              <a:avLst/>
              <a:gdLst/>
              <a:ahLst/>
              <a:cxnLst/>
              <a:rect l="l" t="t" r="r" b="b"/>
              <a:pathLst>
                <a:path w="1018540" h="1022985" extrusionOk="0">
                  <a:moveTo>
                    <a:pt x="0" y="1022603"/>
                  </a:moveTo>
                  <a:lnTo>
                    <a:pt x="1018032" y="1022603"/>
                  </a:lnTo>
                  <a:lnTo>
                    <a:pt x="1018032" y="0"/>
                  </a:lnTo>
                  <a:lnTo>
                    <a:pt x="0" y="0"/>
                  </a:lnTo>
                  <a:lnTo>
                    <a:pt x="0" y="1022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8" name="Google Shape;868;p45"/>
            <p:cNvSpPr/>
            <p:nvPr/>
          </p:nvSpPr>
          <p:spPr>
            <a:xfrm>
              <a:off x="6165341" y="2138933"/>
              <a:ext cx="6985" cy="1028700"/>
            </a:xfrm>
            <a:custGeom>
              <a:avLst/>
              <a:gdLst/>
              <a:ahLst/>
              <a:cxnLst/>
              <a:rect l="l" t="t" r="r" b="b"/>
              <a:pathLst>
                <a:path w="6985"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9" name="Google Shape;869;p45"/>
            <p:cNvSpPr/>
            <p:nvPr/>
          </p:nvSpPr>
          <p:spPr>
            <a:xfrm>
              <a:off x="6496050" y="2138933"/>
              <a:ext cx="6985" cy="1028700"/>
            </a:xfrm>
            <a:custGeom>
              <a:avLst/>
              <a:gdLst/>
              <a:ahLst/>
              <a:cxnLst/>
              <a:rect l="l" t="t" r="r" b="b"/>
              <a:pathLst>
                <a:path w="6984" h="1028700" extrusionOk="0">
                  <a:moveTo>
                    <a:pt x="0" y="0"/>
                  </a:moveTo>
                  <a:lnTo>
                    <a:pt x="6985" y="102831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0" name="Google Shape;870;p45"/>
            <p:cNvSpPr/>
            <p:nvPr/>
          </p:nvSpPr>
          <p:spPr>
            <a:xfrm>
              <a:off x="5825489" y="2478785"/>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1" name="Google Shape;871;p45"/>
            <p:cNvSpPr/>
            <p:nvPr/>
          </p:nvSpPr>
          <p:spPr>
            <a:xfrm>
              <a:off x="5825489" y="2786633"/>
              <a:ext cx="1017269" cy="7620"/>
            </a:xfrm>
            <a:custGeom>
              <a:avLst/>
              <a:gdLst/>
              <a:ahLst/>
              <a:cxnLst/>
              <a:rect l="l" t="t" r="r" b="b"/>
              <a:pathLst>
                <a:path w="1017270" h="7619" extrusionOk="0">
                  <a:moveTo>
                    <a:pt x="0" y="7112"/>
                  </a:moveTo>
                  <a:lnTo>
                    <a:pt x="1016888"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2" name="Google Shape;872;p45"/>
            <p:cNvSpPr/>
            <p:nvPr/>
          </p:nvSpPr>
          <p:spPr>
            <a:xfrm>
              <a:off x="5637275" y="2300960"/>
              <a:ext cx="1045844" cy="1036955"/>
            </a:xfrm>
            <a:custGeom>
              <a:avLst/>
              <a:gdLst/>
              <a:ahLst/>
              <a:cxnLst/>
              <a:rect l="l" t="t" r="r" b="b"/>
              <a:pathLst>
                <a:path w="1045845" h="1036954" extrusionOk="0">
                  <a:moveTo>
                    <a:pt x="1045743" y="0"/>
                  </a:moveTo>
                  <a:lnTo>
                    <a:pt x="0" y="0"/>
                  </a:lnTo>
                  <a:lnTo>
                    <a:pt x="0" y="1036599"/>
                  </a:lnTo>
                  <a:lnTo>
                    <a:pt x="1045743" y="1036599"/>
                  </a:lnTo>
                  <a:lnTo>
                    <a:pt x="1045743" y="0"/>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3" name="Google Shape;873;p45"/>
            <p:cNvSpPr/>
            <p:nvPr/>
          </p:nvSpPr>
          <p:spPr>
            <a:xfrm>
              <a:off x="6682993" y="1935479"/>
              <a:ext cx="365760" cy="1402080"/>
            </a:xfrm>
            <a:custGeom>
              <a:avLst/>
              <a:gdLst/>
              <a:ahLst/>
              <a:cxnLst/>
              <a:rect l="l" t="t" r="r" b="b"/>
              <a:pathLst>
                <a:path w="365759" h="1402079" extrusionOk="0">
                  <a:moveTo>
                    <a:pt x="365506" y="0"/>
                  </a:moveTo>
                  <a:lnTo>
                    <a:pt x="0" y="365506"/>
                  </a:lnTo>
                  <a:lnTo>
                    <a:pt x="0" y="1402080"/>
                  </a:lnTo>
                  <a:lnTo>
                    <a:pt x="365506" y="1036574"/>
                  </a:lnTo>
                  <a:lnTo>
                    <a:pt x="36550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4" name="Google Shape;874;p45"/>
            <p:cNvSpPr/>
            <p:nvPr/>
          </p:nvSpPr>
          <p:spPr>
            <a:xfrm>
              <a:off x="5637275" y="1935479"/>
              <a:ext cx="1411605" cy="365760"/>
            </a:xfrm>
            <a:custGeom>
              <a:avLst/>
              <a:gdLst/>
              <a:ahLst/>
              <a:cxnLst/>
              <a:rect l="l" t="t" r="r" b="b"/>
              <a:pathLst>
                <a:path w="1411604" h="365760" extrusionOk="0">
                  <a:moveTo>
                    <a:pt x="1411224" y="0"/>
                  </a:moveTo>
                  <a:lnTo>
                    <a:pt x="365506" y="0"/>
                  </a:lnTo>
                  <a:lnTo>
                    <a:pt x="0" y="365506"/>
                  </a:lnTo>
                  <a:lnTo>
                    <a:pt x="1045718" y="365506"/>
                  </a:lnTo>
                  <a:lnTo>
                    <a:pt x="1411224"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5" name="Google Shape;875;p45"/>
            <p:cNvSpPr/>
            <p:nvPr/>
          </p:nvSpPr>
          <p:spPr>
            <a:xfrm>
              <a:off x="5630417" y="2314193"/>
              <a:ext cx="1041400" cy="1028700"/>
            </a:xfrm>
            <a:custGeom>
              <a:avLst/>
              <a:gdLst/>
              <a:ahLst/>
              <a:cxnLst/>
              <a:rect l="l" t="t" r="r" b="b"/>
              <a:pathLst>
                <a:path w="1041400" h="1028700" extrusionOk="0">
                  <a:moveTo>
                    <a:pt x="1040891" y="0"/>
                  </a:moveTo>
                  <a:lnTo>
                    <a:pt x="0" y="0"/>
                  </a:lnTo>
                  <a:lnTo>
                    <a:pt x="0" y="1028700"/>
                  </a:lnTo>
                  <a:lnTo>
                    <a:pt x="1040891" y="1028700"/>
                  </a:lnTo>
                  <a:lnTo>
                    <a:pt x="1040891"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6" name="Google Shape;876;p45"/>
            <p:cNvSpPr/>
            <p:nvPr/>
          </p:nvSpPr>
          <p:spPr>
            <a:xfrm>
              <a:off x="5630417" y="2314193"/>
              <a:ext cx="1041400" cy="1028700"/>
            </a:xfrm>
            <a:custGeom>
              <a:avLst/>
              <a:gdLst/>
              <a:ahLst/>
              <a:cxnLst/>
              <a:rect l="l" t="t" r="r" b="b"/>
              <a:pathLst>
                <a:path w="1041400" h="1028700" extrusionOk="0">
                  <a:moveTo>
                    <a:pt x="0" y="1028700"/>
                  </a:moveTo>
                  <a:lnTo>
                    <a:pt x="1040891" y="1028700"/>
                  </a:lnTo>
                  <a:lnTo>
                    <a:pt x="1040891" y="0"/>
                  </a:lnTo>
                  <a:lnTo>
                    <a:pt x="0" y="0"/>
                  </a:lnTo>
                  <a:lnTo>
                    <a:pt x="0" y="10287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7" name="Google Shape;877;p45"/>
            <p:cNvSpPr/>
            <p:nvPr/>
          </p:nvSpPr>
          <p:spPr>
            <a:xfrm>
              <a:off x="5977889"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8" name="Google Shape;878;p45"/>
            <p:cNvSpPr/>
            <p:nvPr/>
          </p:nvSpPr>
          <p:spPr>
            <a:xfrm>
              <a:off x="6316217" y="2311145"/>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9" name="Google Shape;879;p45"/>
            <p:cNvSpPr/>
            <p:nvPr/>
          </p:nvSpPr>
          <p:spPr>
            <a:xfrm>
              <a:off x="5630417" y="2654045"/>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0" name="Google Shape;880;p45"/>
            <p:cNvSpPr/>
            <p:nvPr/>
          </p:nvSpPr>
          <p:spPr>
            <a:xfrm>
              <a:off x="5630417" y="2961893"/>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81" name="Google Shape;881;p45"/>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882" name="Google Shape;882;p45"/>
          <p:cNvSpPr txBox="1"/>
          <p:nvPr/>
        </p:nvSpPr>
        <p:spPr>
          <a:xfrm>
            <a:off x="9352432" y="3856761"/>
            <a:ext cx="10318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5</a:t>
            </a:r>
            <a:endParaRPr sz="1800" b="0" i="0" u="none" strike="noStrike" cap="none">
              <a:solidFill>
                <a:srgbClr val="000000"/>
              </a:solidFill>
              <a:latin typeface="Arial"/>
              <a:ea typeface="Arial"/>
              <a:cs typeface="Arial"/>
              <a:sym typeface="Arial"/>
            </a:endParaRPr>
          </a:p>
        </p:txBody>
      </p:sp>
      <p:pic>
        <p:nvPicPr>
          <p:cNvPr id="888" name="Google Shape;888;p4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11" name="Google Shape;807;p45"/>
          <p:cNvSpPr txBox="1"/>
          <p:nvPr/>
        </p:nvSpPr>
        <p:spPr>
          <a:xfrm>
            <a:off x="9090629" y="2348671"/>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4" name="Google Shape;807;p45"/>
          <p:cNvSpPr txBox="1"/>
          <p:nvPr/>
        </p:nvSpPr>
        <p:spPr>
          <a:xfrm>
            <a:off x="9419020" y="234001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5" name="Google Shape;807;p45"/>
          <p:cNvSpPr txBox="1"/>
          <p:nvPr/>
        </p:nvSpPr>
        <p:spPr>
          <a:xfrm>
            <a:off x="9772841" y="233339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6" name="Google Shape;807;p45"/>
          <p:cNvSpPr txBox="1"/>
          <p:nvPr/>
        </p:nvSpPr>
        <p:spPr>
          <a:xfrm>
            <a:off x="10112091" y="2338324"/>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7" name="Google Shape;807;p45"/>
          <p:cNvSpPr txBox="1"/>
          <p:nvPr/>
        </p:nvSpPr>
        <p:spPr>
          <a:xfrm>
            <a:off x="9105964" y="2686607"/>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8" name="Google Shape;807;p45"/>
          <p:cNvSpPr txBox="1"/>
          <p:nvPr/>
        </p:nvSpPr>
        <p:spPr>
          <a:xfrm>
            <a:off x="9425496" y="268554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99" name="Google Shape;807;p45"/>
          <p:cNvSpPr txBox="1"/>
          <p:nvPr/>
        </p:nvSpPr>
        <p:spPr>
          <a:xfrm>
            <a:off x="9770238" y="268144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0" name="Google Shape;807;p45"/>
          <p:cNvSpPr txBox="1"/>
          <p:nvPr/>
        </p:nvSpPr>
        <p:spPr>
          <a:xfrm>
            <a:off x="10113835" y="268175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1" name="Google Shape;807;p45"/>
          <p:cNvSpPr txBox="1"/>
          <p:nvPr/>
        </p:nvSpPr>
        <p:spPr>
          <a:xfrm>
            <a:off x="9110772" y="3035093"/>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2" name="Google Shape;807;p45"/>
          <p:cNvSpPr txBox="1"/>
          <p:nvPr/>
        </p:nvSpPr>
        <p:spPr>
          <a:xfrm>
            <a:off x="9443929" y="3026916"/>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3" name="Google Shape;807;p45"/>
          <p:cNvSpPr txBox="1"/>
          <p:nvPr/>
        </p:nvSpPr>
        <p:spPr>
          <a:xfrm>
            <a:off x="9121902" y="3380248"/>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4" name="Google Shape;807;p45"/>
          <p:cNvSpPr txBox="1"/>
          <p:nvPr/>
        </p:nvSpPr>
        <p:spPr>
          <a:xfrm>
            <a:off x="9445137" y="3369755"/>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5" name="Google Shape;807;p45"/>
          <p:cNvSpPr txBox="1"/>
          <p:nvPr/>
        </p:nvSpPr>
        <p:spPr>
          <a:xfrm>
            <a:off x="9779254" y="301618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6" name="Google Shape;807;p45"/>
          <p:cNvSpPr txBox="1"/>
          <p:nvPr/>
        </p:nvSpPr>
        <p:spPr>
          <a:xfrm>
            <a:off x="10132755" y="3016180"/>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7" name="Google Shape;807;p45"/>
          <p:cNvSpPr txBox="1"/>
          <p:nvPr/>
        </p:nvSpPr>
        <p:spPr>
          <a:xfrm>
            <a:off x="9803384" y="3367183"/>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8" name="Google Shape;807;p45"/>
          <p:cNvSpPr txBox="1"/>
          <p:nvPr/>
        </p:nvSpPr>
        <p:spPr>
          <a:xfrm>
            <a:off x="10141934" y="3355707"/>
            <a:ext cx="112394" cy="382156"/>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Cambria"/>
                <a:ea typeface="Cambria"/>
                <a:cs typeface="Cambria"/>
                <a:sym typeface="Cambria"/>
              </a:rPr>
              <a:t>x</a:t>
            </a:r>
            <a:endParaRPr sz="2400" b="0" i="0" u="none" strike="noStrike" cap="none" dirty="0">
              <a:solidFill>
                <a:srgbClr val="000000"/>
              </a:solidFill>
              <a:latin typeface="Cambria"/>
              <a:ea typeface="Cambria"/>
              <a:cs typeface="Cambria"/>
              <a:sym typeface="Cambria"/>
            </a:endParaRPr>
          </a:p>
        </p:txBody>
      </p:sp>
      <p:sp>
        <p:nvSpPr>
          <p:cNvPr id="109" name="Google Shape;852;p45"/>
          <p:cNvSpPr txBox="1"/>
          <p:nvPr/>
        </p:nvSpPr>
        <p:spPr>
          <a:xfrm>
            <a:off x="5689472" y="3989145"/>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f</a:t>
            </a:r>
            <a:r>
              <a:rPr lang="en-US" sz="1800" b="0" i="0" u="none" strike="noStrike" cap="none" dirty="0">
                <a:solidFill>
                  <a:srgbClr val="000000"/>
                </a:solidFill>
                <a:latin typeface="Arial"/>
                <a:ea typeface="Arial"/>
                <a:cs typeface="Arial"/>
                <a:sym typeface="Arial"/>
              </a:rPr>
              <a:t> x </a:t>
            </a:r>
            <a:r>
              <a:rPr lang="en-US" sz="1800" dirty="0"/>
              <a:t>f</a:t>
            </a:r>
            <a:r>
              <a:rPr lang="en-US" sz="1800" b="0" i="0" u="none" strike="noStrike" cap="none" dirty="0">
                <a:solidFill>
                  <a:srgbClr val="000000"/>
                </a:solidFill>
                <a:latin typeface="Arial"/>
                <a:ea typeface="Arial"/>
                <a:cs typeface="Arial"/>
                <a:sym typeface="Arial"/>
              </a:rPr>
              <a:t>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110" name="Google Shape;852;p45"/>
          <p:cNvSpPr txBox="1"/>
          <p:nvPr/>
        </p:nvSpPr>
        <p:spPr>
          <a:xfrm>
            <a:off x="1909738" y="4684141"/>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n</a:t>
            </a:r>
            <a:r>
              <a:rPr lang="en-US" sz="1800" b="0" i="0" u="none" strike="noStrike" cap="none" dirty="0">
                <a:solidFill>
                  <a:srgbClr val="000000"/>
                </a:solidFill>
                <a:latin typeface="Arial"/>
                <a:ea typeface="Arial"/>
                <a:cs typeface="Arial"/>
                <a:sym typeface="Arial"/>
              </a:rPr>
              <a:t> x n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112" name="Google Shape;854;p45"/>
              <p:cNvSpPr txBox="1"/>
              <p:nvPr/>
            </p:nvSpPr>
            <p:spPr>
              <a:xfrm>
                <a:off x="5985509" y="1283893"/>
                <a:ext cx="1269051" cy="56682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14:m>
                  <m:oMath xmlns:m="http://schemas.openxmlformats.org/officeDocument/2006/math">
                    <m:sSubSup>
                      <m:sSubSupPr>
                        <m:ctrlPr>
                          <a:rPr lang="en-US" sz="1800" b="0" i="1" u="none" strike="noStrike" cap="none" smtClean="0">
                            <a:solidFill>
                              <a:srgbClr val="000000"/>
                            </a:solidFill>
                            <a:latin typeface="Cambria Math" panose="02040503050406030204" pitchFamily="18" charset="0"/>
                            <a:cs typeface="Arial"/>
                            <a:sym typeface="Arial"/>
                          </a:rPr>
                        </m:ctrlPr>
                      </m:sSubSupPr>
                      <m:e>
                        <m:r>
                          <a:rPr lang="en-US" sz="1800" b="0" i="1" u="none" strike="noStrike" cap="none" smtClean="0">
                            <a:solidFill>
                              <a:srgbClr val="000000"/>
                            </a:solidFill>
                            <a:latin typeface="Cambria Math" panose="02040503050406030204" pitchFamily="18" charset="0"/>
                            <a:cs typeface="Arial"/>
                            <a:sym typeface="Arial"/>
                          </a:rPr>
                          <m:t>𝑛</m:t>
                        </m:r>
                      </m:e>
                      <m:sub>
                        <m:r>
                          <a:rPr lang="en-US" sz="1800" b="0" i="1" u="none" strike="noStrike" cap="none" smtClean="0">
                            <a:solidFill>
                              <a:srgbClr val="000000"/>
                            </a:solidFill>
                            <a:latin typeface="Cambria Math" panose="02040503050406030204" pitchFamily="18" charset="0"/>
                            <a:cs typeface="Arial"/>
                            <a:sym typeface="Arial"/>
                          </a:rPr>
                          <m:t>𝑐</m:t>
                        </m:r>
                      </m:sub>
                      <m:sup>
                        <m:r>
                          <a:rPr lang="en-US" sz="1800" b="0" i="1" u="none" strike="noStrike" cap="none" smtClean="0">
                            <a:solidFill>
                              <a:srgbClr val="000000"/>
                            </a:solidFill>
                            <a:latin typeface="Cambria Math" panose="02040503050406030204" pitchFamily="18" charset="0"/>
                            <a:cs typeface="Arial"/>
                            <a:sym typeface="Arial"/>
                          </a:rPr>
                          <m:t>′</m:t>
                        </m:r>
                      </m:sup>
                    </m:sSubSup>
                  </m:oMath>
                </a14:m>
                <a:r>
                  <a:rPr lang="en-US" sz="1800" b="0" i="0" u="none" strike="noStrike" cap="none" dirty="0">
                    <a:solidFill>
                      <a:srgbClr val="000000"/>
                    </a:solidFill>
                    <a:latin typeface="Arial"/>
                    <a:ea typeface="Arial"/>
                    <a:cs typeface="Arial"/>
                    <a:sym typeface="Arial"/>
                  </a:rPr>
                  <a:t> filter </a:t>
                </a:r>
              </a:p>
              <a:p>
                <a:pPr marL="12700" marR="0" lvl="0" indent="0" algn="l" rtl="0">
                  <a:lnSpc>
                    <a:spcPct val="100000"/>
                  </a:lnSpc>
                  <a:spcBef>
                    <a:spcPts val="0"/>
                  </a:spcBef>
                  <a:spcAft>
                    <a:spcPts val="0"/>
                  </a:spcAft>
                  <a:buClr>
                    <a:srgbClr val="000000"/>
                  </a:buClr>
                  <a:buSzPts val="1800"/>
                  <a:buFont typeface="Arial"/>
                  <a:buNone/>
                </a:pPr>
                <a:r>
                  <a:rPr lang="en-US" sz="1800" dirty="0"/>
                  <a:t>5</a:t>
                </a:r>
                <a:endParaRPr sz="1800" b="0" i="0" u="none" strike="noStrike" cap="none" dirty="0">
                  <a:solidFill>
                    <a:srgbClr val="000000"/>
                  </a:solidFill>
                  <a:latin typeface="Arial"/>
                  <a:ea typeface="Arial"/>
                  <a:cs typeface="Arial"/>
                  <a:sym typeface="Arial"/>
                </a:endParaRPr>
              </a:p>
            </p:txBody>
          </p:sp>
        </mc:Choice>
        <mc:Fallback xmlns="">
          <p:sp>
            <p:nvSpPr>
              <p:cNvPr id="112" name="Google Shape;854;p45"/>
              <p:cNvSpPr txBox="1">
                <a:spLocks noRot="1" noChangeAspect="1" noMove="1" noResize="1" noEditPoints="1" noAdjustHandles="1" noChangeArrowheads="1" noChangeShapeType="1" noTextEdit="1"/>
              </p:cNvSpPr>
              <p:nvPr/>
            </p:nvSpPr>
            <p:spPr>
              <a:xfrm>
                <a:off x="5985509" y="1283893"/>
                <a:ext cx="1269051" cy="566822"/>
              </a:xfrm>
              <a:prstGeom prst="rect">
                <a:avLst/>
              </a:prstGeom>
              <a:blipFill>
                <a:blip r:embed="rId4"/>
                <a:stretch>
                  <a:fillRect l="-10577" t="-11828" b="-2365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Google Shape;882;p45"/>
              <p:cNvSpPr txBox="1"/>
              <p:nvPr/>
            </p:nvSpPr>
            <p:spPr>
              <a:xfrm>
                <a:off x="9060291" y="4156481"/>
                <a:ext cx="1598579" cy="299720"/>
              </a:xfrm>
              <a:prstGeom prst="rect">
                <a:avLst/>
              </a:prstGeom>
              <a:noFill/>
              <a:ln>
                <a:noFill/>
              </a:ln>
            </p:spPr>
            <p:txBody>
              <a:bodyPr spcFirstLastPara="1" wrap="square" lIns="0" tIns="12700" rIns="0" bIns="0" anchor="t" anchorCtr="0">
                <a:spAutoFit/>
              </a:bodyPr>
              <a:lstStyle/>
              <a:p>
                <a:pPr marL="12700" lvl="0">
                  <a:buSzPts val="1800"/>
                </a:pPr>
                <a:r>
                  <a:rPr lang="en-US" sz="1800" dirty="0" err="1"/>
                  <a:t>n</a:t>
                </a:r>
                <a:r>
                  <a:rPr lang="en-US" sz="1800" b="0" i="0" u="none" strike="noStrike" cap="none" baseline="-25000" dirty="0" err="1">
                    <a:solidFill>
                      <a:srgbClr val="000000"/>
                    </a:solidFill>
                    <a:latin typeface="Arial"/>
                    <a:ea typeface="Arial"/>
                    <a:cs typeface="Arial"/>
                    <a:sym typeface="Arial"/>
                  </a:rPr>
                  <a:t>out</a:t>
                </a:r>
                <a:r>
                  <a:rPr lang="en-US" sz="1800" baseline="-25000" dirty="0"/>
                  <a:t> </a:t>
                </a:r>
                <a:r>
                  <a:rPr lang="en-US" sz="1800" dirty="0"/>
                  <a:t> x </a:t>
                </a:r>
                <a:r>
                  <a:rPr lang="en-US" sz="1800" dirty="0" err="1"/>
                  <a:t>n</a:t>
                </a:r>
                <a:r>
                  <a:rPr lang="en-US" sz="1800" baseline="-25000" dirty="0" err="1"/>
                  <a:t>out</a:t>
                </a:r>
                <a:r>
                  <a:rPr lang="en-US" sz="1800" dirty="0"/>
                  <a:t> x </a:t>
                </a:r>
                <a14:m>
                  <m:oMath xmlns:m="http://schemas.openxmlformats.org/officeDocument/2006/math">
                    <m:sSubSup>
                      <m:sSubSupPr>
                        <m:ctrlPr>
                          <a:rPr lang="en-US" sz="1800" i="1">
                            <a:latin typeface="Cambria Math" panose="02040503050406030204" pitchFamily="18" charset="0"/>
                          </a:rPr>
                        </m:ctrlPr>
                      </m:sSubSupPr>
                      <m:e>
                        <m:r>
                          <a:rPr lang="en-US" sz="1800" i="1">
                            <a:latin typeface="Cambria Math" panose="02040503050406030204" pitchFamily="18" charset="0"/>
                          </a:rPr>
                          <m:t>𝑛</m:t>
                        </m:r>
                      </m:e>
                      <m:sub>
                        <m:r>
                          <a:rPr lang="en-US" sz="1800" i="1">
                            <a:latin typeface="Cambria Math" panose="02040503050406030204" pitchFamily="18" charset="0"/>
                          </a:rPr>
                          <m:t>𝑐</m:t>
                        </m:r>
                      </m:sub>
                      <m:sup>
                        <m:r>
                          <a:rPr lang="en-US" sz="1800" i="1">
                            <a:latin typeface="Cambria Math" panose="02040503050406030204" pitchFamily="18" charset="0"/>
                          </a:rPr>
                          <m:t>′</m:t>
                        </m:r>
                      </m:sup>
                    </m:sSubSup>
                  </m:oMath>
                </a14:m>
                <a:r>
                  <a:rPr lang="en-US" sz="1800" baseline="-25000" dirty="0"/>
                  <a:t> </a:t>
                </a:r>
                <a:endParaRPr sz="1800" b="0" i="0" u="none" strike="noStrike" cap="none" dirty="0">
                  <a:solidFill>
                    <a:srgbClr val="000000"/>
                  </a:solidFill>
                  <a:latin typeface="Arial"/>
                  <a:ea typeface="Arial"/>
                  <a:cs typeface="Arial"/>
                  <a:sym typeface="Arial"/>
                </a:endParaRPr>
              </a:p>
            </p:txBody>
          </p:sp>
        </mc:Choice>
        <mc:Fallback xmlns="">
          <p:sp>
            <p:nvSpPr>
              <p:cNvPr id="113" name="Google Shape;882;p45"/>
              <p:cNvSpPr txBox="1">
                <a:spLocks noRot="1" noChangeAspect="1" noMove="1" noResize="1" noEditPoints="1" noAdjustHandles="1" noChangeArrowheads="1" noChangeShapeType="1" noTextEdit="1"/>
              </p:cNvSpPr>
              <p:nvPr/>
            </p:nvSpPr>
            <p:spPr>
              <a:xfrm>
                <a:off x="9060291" y="4156481"/>
                <a:ext cx="1598579" cy="299720"/>
              </a:xfrm>
              <a:prstGeom prst="rect">
                <a:avLst/>
              </a:prstGeom>
              <a:blipFill>
                <a:blip r:embed="rId5"/>
                <a:stretch>
                  <a:fillRect l="-7985" t="-22449" b="-42857"/>
                </a:stretch>
              </a:blipFill>
              <a:ln>
                <a:noFill/>
              </a:ln>
            </p:spPr>
            <p:txBody>
              <a:bodyPr/>
              <a:lstStyle/>
              <a:p>
                <a:r>
                  <a:rPr lang="en-US">
                    <a:noFill/>
                  </a:rPr>
                  <a:t> </a:t>
                </a:r>
              </a:p>
            </p:txBody>
          </p:sp>
        </mc:Fallback>
      </mc:AlternateContent>
      <p:sp>
        <p:nvSpPr>
          <p:cNvPr id="114" name="Google Shape;803;p45"/>
          <p:cNvSpPr txBox="1"/>
          <p:nvPr/>
        </p:nvSpPr>
        <p:spPr>
          <a:xfrm>
            <a:off x="1165890" y="5459933"/>
            <a:ext cx="208216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Computational cost</a:t>
            </a:r>
            <a:endParaRPr sz="1800" b="0" i="0" u="none" strike="noStrike" cap="none" dirty="0">
              <a:solidFill>
                <a:srgbClr val="000000"/>
              </a:solidFill>
              <a:latin typeface="Cambria"/>
              <a:ea typeface="Cambria"/>
              <a:cs typeface="Cambria"/>
              <a:sym typeface="Cambria"/>
            </a:endParaRPr>
          </a:p>
        </p:txBody>
      </p:sp>
      <p:sp>
        <p:nvSpPr>
          <p:cNvPr id="115" name="Google Shape;804;p45"/>
          <p:cNvSpPr txBox="1"/>
          <p:nvPr/>
        </p:nvSpPr>
        <p:spPr>
          <a:xfrm>
            <a:off x="3793453" y="5459933"/>
            <a:ext cx="1644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a:t>
            </a:r>
            <a:endParaRPr sz="1800" b="0" i="0" u="none" strike="noStrike" cap="none">
              <a:solidFill>
                <a:srgbClr val="000000"/>
              </a:solidFill>
              <a:latin typeface="Cambria"/>
              <a:ea typeface="Cambria"/>
              <a:cs typeface="Cambria"/>
              <a:sym typeface="Cambria"/>
            </a:endParaRPr>
          </a:p>
        </p:txBody>
      </p:sp>
      <p:sp>
        <p:nvSpPr>
          <p:cNvPr id="116" name="Google Shape;805;p45"/>
          <p:cNvSpPr txBox="1"/>
          <p:nvPr/>
        </p:nvSpPr>
        <p:spPr>
          <a:xfrm>
            <a:off x="4629911" y="5459933"/>
            <a:ext cx="15354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#filter params</a:t>
            </a:r>
            <a:endParaRPr sz="1800" b="0" i="0" u="none" strike="noStrike" cap="none">
              <a:solidFill>
                <a:srgbClr val="000000"/>
              </a:solidFill>
              <a:latin typeface="Cambria"/>
              <a:ea typeface="Cambria"/>
              <a:cs typeface="Cambria"/>
              <a:sym typeface="Cambria"/>
            </a:endParaRPr>
          </a:p>
        </p:txBody>
      </p:sp>
      <p:sp>
        <p:nvSpPr>
          <p:cNvPr id="117" name="Google Shape;806;p45"/>
          <p:cNvSpPr txBox="1"/>
          <p:nvPr/>
        </p:nvSpPr>
        <p:spPr>
          <a:xfrm>
            <a:off x="6334123" y="5459933"/>
            <a:ext cx="2611852"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x	# filter positions</a:t>
            </a:r>
            <a:endParaRPr sz="1800" b="0" i="0" u="none" strike="noStrike" cap="none" dirty="0">
              <a:solidFill>
                <a:srgbClr val="000000"/>
              </a:solidFill>
              <a:latin typeface="Cambria"/>
              <a:ea typeface="Cambria"/>
              <a:cs typeface="Cambria"/>
              <a:sym typeface="Cambria"/>
            </a:endParaRPr>
          </a:p>
        </p:txBody>
      </p:sp>
      <p:sp>
        <p:nvSpPr>
          <p:cNvPr id="118" name="Google Shape;807;p45"/>
          <p:cNvSpPr txBox="1"/>
          <p:nvPr/>
        </p:nvSpPr>
        <p:spPr>
          <a:xfrm>
            <a:off x="9190336" y="5459933"/>
            <a:ext cx="14859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x</a:t>
            </a:r>
            <a:endParaRPr sz="1800" b="0" i="0" u="none" strike="noStrike" cap="none">
              <a:solidFill>
                <a:srgbClr val="000000"/>
              </a:solidFill>
              <a:latin typeface="Cambria"/>
              <a:ea typeface="Cambria"/>
              <a:cs typeface="Cambria"/>
              <a:sym typeface="Cambria"/>
            </a:endParaRPr>
          </a:p>
        </p:txBody>
      </p:sp>
      <p:sp>
        <p:nvSpPr>
          <p:cNvPr id="119" name="Google Shape;808;p45"/>
          <p:cNvSpPr txBox="1"/>
          <p:nvPr/>
        </p:nvSpPr>
        <p:spPr>
          <a:xfrm>
            <a:off x="9681217" y="5459933"/>
            <a:ext cx="109918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 of filters</a:t>
            </a:r>
            <a:endParaRPr sz="1800" b="0" i="0" u="none" strike="noStrike" cap="none" dirty="0">
              <a:solidFill>
                <a:srgbClr val="000000"/>
              </a:solidFill>
              <a:latin typeface="Cambria"/>
              <a:ea typeface="Cambria"/>
              <a:cs typeface="Cambria"/>
              <a:sym typeface="Cambria"/>
            </a:endParaRPr>
          </a:p>
        </p:txBody>
      </p:sp>
      <p:sp>
        <p:nvSpPr>
          <p:cNvPr id="2" name="TextBox 1"/>
          <p:cNvSpPr txBox="1"/>
          <p:nvPr/>
        </p:nvSpPr>
        <p:spPr>
          <a:xfrm>
            <a:off x="1545583" y="5924856"/>
            <a:ext cx="1099577" cy="400110"/>
          </a:xfrm>
          <a:prstGeom prst="rect">
            <a:avLst/>
          </a:prstGeom>
          <a:noFill/>
        </p:spPr>
        <p:txBody>
          <a:bodyPr wrap="square" rtlCol="0">
            <a:spAutoFit/>
          </a:bodyPr>
          <a:lstStyle/>
          <a:p>
            <a:r>
              <a:rPr lang="en-US" sz="2000" b="1" dirty="0"/>
              <a:t>2160</a:t>
            </a:r>
          </a:p>
        </p:txBody>
      </p:sp>
      <p:sp>
        <p:nvSpPr>
          <p:cNvPr id="124" name="TextBox 123"/>
          <p:cNvSpPr txBox="1"/>
          <p:nvPr/>
        </p:nvSpPr>
        <p:spPr>
          <a:xfrm>
            <a:off x="4565485" y="5876586"/>
            <a:ext cx="1353435" cy="400110"/>
          </a:xfrm>
          <a:prstGeom prst="rect">
            <a:avLst/>
          </a:prstGeom>
          <a:noFill/>
        </p:spPr>
        <p:txBody>
          <a:bodyPr wrap="square" rtlCol="0">
            <a:spAutoFit/>
          </a:bodyPr>
          <a:lstStyle/>
          <a:p>
            <a:pPr algn="ctr"/>
            <a:r>
              <a:rPr lang="en-US" sz="2000" b="1" dirty="0"/>
              <a:t>3 x 3 x 3</a:t>
            </a:r>
          </a:p>
        </p:txBody>
      </p:sp>
      <p:sp>
        <p:nvSpPr>
          <p:cNvPr id="125" name="TextBox 124"/>
          <p:cNvSpPr txBox="1"/>
          <p:nvPr/>
        </p:nvSpPr>
        <p:spPr>
          <a:xfrm>
            <a:off x="7420292" y="5924856"/>
            <a:ext cx="1353435" cy="400110"/>
          </a:xfrm>
          <a:prstGeom prst="rect">
            <a:avLst/>
          </a:prstGeom>
          <a:noFill/>
        </p:spPr>
        <p:txBody>
          <a:bodyPr wrap="square" rtlCol="0">
            <a:spAutoFit/>
          </a:bodyPr>
          <a:lstStyle/>
          <a:p>
            <a:pPr algn="ctr"/>
            <a:r>
              <a:rPr lang="en-US" sz="2000" b="1" dirty="0"/>
              <a:t>4 x 4</a:t>
            </a:r>
          </a:p>
        </p:txBody>
      </p:sp>
      <p:sp>
        <p:nvSpPr>
          <p:cNvPr id="126" name="TextBox 125"/>
          <p:cNvSpPr txBox="1"/>
          <p:nvPr/>
        </p:nvSpPr>
        <p:spPr>
          <a:xfrm>
            <a:off x="9859580" y="5924856"/>
            <a:ext cx="700528" cy="400110"/>
          </a:xfrm>
          <a:prstGeom prst="rect">
            <a:avLst/>
          </a:prstGeom>
          <a:noFill/>
        </p:spPr>
        <p:txBody>
          <a:bodyPr wrap="square" rtlCol="0">
            <a:spAutoFit/>
          </a:bodyPr>
          <a:lstStyle/>
          <a:p>
            <a:pPr algn="ctr"/>
            <a:r>
              <a:rPr lang="en-US" sz="2000" b="1" dirty="0"/>
              <a:t>5</a:t>
            </a:r>
          </a:p>
        </p:txBody>
      </p:sp>
      <p:sp>
        <p:nvSpPr>
          <p:cNvPr id="127" name="TextBox 126"/>
          <p:cNvSpPr txBox="1"/>
          <p:nvPr/>
        </p:nvSpPr>
        <p:spPr>
          <a:xfrm>
            <a:off x="8950756" y="5910306"/>
            <a:ext cx="629855" cy="400110"/>
          </a:xfrm>
          <a:prstGeom prst="rect">
            <a:avLst/>
          </a:prstGeom>
          <a:noFill/>
        </p:spPr>
        <p:txBody>
          <a:bodyPr wrap="square" rtlCol="0">
            <a:spAutoFit/>
          </a:bodyPr>
          <a:lstStyle/>
          <a:p>
            <a:pPr algn="ctr"/>
            <a:r>
              <a:rPr lang="en-US" sz="2000" b="1" dirty="0"/>
              <a:t>x</a:t>
            </a:r>
          </a:p>
        </p:txBody>
      </p:sp>
    </p:spTree>
    <p:extLst>
      <p:ext uri="{BB962C8B-B14F-4D97-AF65-F5344CB8AC3E}">
        <p14:creationId xmlns:p14="http://schemas.microsoft.com/office/powerpoint/2010/main" val="39221651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892"/>
        <p:cNvGrpSpPr/>
        <p:nvPr/>
      </p:nvGrpSpPr>
      <p:grpSpPr>
        <a:xfrm>
          <a:off x="0" y="0"/>
          <a:ext cx="0" cy="0"/>
          <a:chOff x="0" y="0"/>
          <a:chExt cx="0" cy="0"/>
        </a:xfrm>
      </p:grpSpPr>
      <p:sp>
        <p:nvSpPr>
          <p:cNvPr id="893" name="Google Shape;893;p46"/>
          <p:cNvSpPr txBox="1">
            <a:spLocks noGrp="1"/>
          </p:cNvSpPr>
          <p:nvPr>
            <p:ph type="title"/>
          </p:nvPr>
        </p:nvSpPr>
        <p:spPr>
          <a:xfrm>
            <a:off x="466379" y="274125"/>
            <a:ext cx="9159900" cy="23838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Depthwise Separable Convolution</a:t>
            </a:r>
            <a:endParaRPr sz="4400">
              <a:latin typeface="Arial"/>
              <a:ea typeface="Arial"/>
              <a:cs typeface="Arial"/>
              <a:sym typeface="Arial"/>
            </a:endParaRPr>
          </a:p>
          <a:p>
            <a:pPr marL="12700" lvl="0" indent="0" algn="l" rtl="0">
              <a:lnSpc>
                <a:spcPct val="100000"/>
              </a:lnSpc>
              <a:spcBef>
                <a:spcPts val="0"/>
              </a:spcBef>
              <a:spcAft>
                <a:spcPts val="0"/>
              </a:spcAft>
              <a:buClr>
                <a:schemeClr val="dk1"/>
              </a:buClr>
              <a:buSzPts val="1400"/>
              <a:buFont typeface="Arial"/>
              <a:buNone/>
            </a:pPr>
            <a:endParaRPr sz="4400">
              <a:latin typeface="Arial"/>
              <a:ea typeface="Arial"/>
              <a:cs typeface="Arial"/>
              <a:sym typeface="Arial"/>
            </a:endParaRPr>
          </a:p>
          <a:p>
            <a:pPr marL="12700" lvl="0" indent="0" algn="l" rtl="0">
              <a:lnSpc>
                <a:spcPct val="100000"/>
              </a:lnSpc>
              <a:spcBef>
                <a:spcPts val="0"/>
              </a:spcBef>
              <a:spcAft>
                <a:spcPts val="0"/>
              </a:spcAft>
              <a:buClr>
                <a:schemeClr val="dk1"/>
              </a:buClr>
              <a:buSzPts val="6600"/>
              <a:buFont typeface="Arial"/>
              <a:buNone/>
            </a:pPr>
            <a:endParaRPr>
              <a:latin typeface="Arial"/>
              <a:ea typeface="Arial"/>
              <a:cs typeface="Arial"/>
              <a:sym typeface="Arial"/>
            </a:endParaRPr>
          </a:p>
        </p:txBody>
      </p:sp>
      <p:pic>
        <p:nvPicPr>
          <p:cNvPr id="894" name="Google Shape;894;p4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895" name="Google Shape;895;p46"/>
          <p:cNvSpPr txBox="1"/>
          <p:nvPr/>
        </p:nvSpPr>
        <p:spPr>
          <a:xfrm>
            <a:off x="571375" y="1605550"/>
            <a:ext cx="11109348" cy="240062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solidFill>
                  <a:schemeClr val="dk1"/>
                </a:solidFill>
              </a:rPr>
              <a:t>T</a:t>
            </a:r>
            <a:r>
              <a:rPr lang="en-US" sz="2400" b="0" i="0" u="none" strike="noStrike" cap="none" dirty="0">
                <a:solidFill>
                  <a:schemeClr val="dk1"/>
                </a:solidFill>
                <a:latin typeface="Arial"/>
                <a:ea typeface="Arial"/>
                <a:cs typeface="Arial"/>
                <a:sym typeface="Arial"/>
              </a:rPr>
              <a:t>he </a:t>
            </a:r>
            <a:r>
              <a:rPr lang="en-US" sz="2400" b="0" i="0" u="none" strike="noStrike" cap="none" dirty="0" err="1">
                <a:solidFill>
                  <a:schemeClr val="dk1"/>
                </a:solidFill>
                <a:latin typeface="Arial"/>
                <a:ea typeface="Arial"/>
                <a:cs typeface="Arial"/>
                <a:sym typeface="Arial"/>
              </a:rPr>
              <a:t>depthwise</a:t>
            </a:r>
            <a:r>
              <a:rPr lang="en-US" sz="2400" b="0" i="0" u="none" strike="noStrike" cap="none" dirty="0">
                <a:solidFill>
                  <a:schemeClr val="dk1"/>
                </a:solidFill>
                <a:latin typeface="Arial"/>
                <a:ea typeface="Arial"/>
                <a:cs typeface="Arial"/>
                <a:sym typeface="Arial"/>
              </a:rPr>
              <a:t> separable convolution can be used as a building block for the </a:t>
            </a:r>
            <a:r>
              <a:rPr lang="en-US" sz="2400" b="0" i="0" u="none" strike="noStrike" cap="none" dirty="0" err="1">
                <a:solidFill>
                  <a:schemeClr val="dk1"/>
                </a:solidFill>
                <a:latin typeface="Arial"/>
                <a:ea typeface="Arial"/>
                <a:cs typeface="Arial"/>
                <a:sym typeface="Arial"/>
              </a:rPr>
              <a:t>MobileNet</a:t>
            </a:r>
            <a:r>
              <a:rPr lang="en-US" sz="2400" b="0" i="0" u="none" strike="noStrike" cap="none" dirty="0">
                <a:solidFill>
                  <a:schemeClr val="dk1"/>
                </a:solidFill>
                <a:latin typeface="Arial"/>
                <a:ea typeface="Arial"/>
                <a:cs typeface="Arial"/>
                <a:sym typeface="Arial"/>
              </a:rPr>
              <a:t> architecture, which can achieve significant computational efficiency while maintaining high accuracy in image classification tasks.</a:t>
            </a: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899"/>
        <p:cNvGrpSpPr/>
        <p:nvPr/>
      </p:nvGrpSpPr>
      <p:grpSpPr>
        <a:xfrm>
          <a:off x="0" y="0"/>
          <a:ext cx="0" cy="0"/>
          <a:chOff x="0" y="0"/>
          <a:chExt cx="0" cy="0"/>
        </a:xfrm>
      </p:grpSpPr>
      <p:sp>
        <p:nvSpPr>
          <p:cNvPr id="900" name="Google Shape;900;p47"/>
          <p:cNvSpPr txBox="1">
            <a:spLocks noGrp="1"/>
          </p:cNvSpPr>
          <p:nvPr>
            <p:ph type="title"/>
          </p:nvPr>
        </p:nvSpPr>
        <p:spPr>
          <a:xfrm>
            <a:off x="916939" y="431382"/>
            <a:ext cx="8810100" cy="1260900"/>
          </a:xfrm>
          <a:prstGeom prst="rect">
            <a:avLst/>
          </a:prstGeom>
          <a:noFill/>
          <a:ln>
            <a:noFill/>
          </a:ln>
        </p:spPr>
        <p:txBody>
          <a:bodyPr spcFirstLastPara="1" wrap="square" lIns="0" tIns="21907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Separable Convolution</a:t>
            </a:r>
            <a:endParaRPr sz="4400">
              <a:latin typeface="Arial"/>
              <a:ea typeface="Arial"/>
              <a:cs typeface="Arial"/>
              <a:sym typeface="Arial"/>
            </a:endParaRPr>
          </a:p>
          <a:p>
            <a:pPr marL="51435" lvl="0" indent="0" algn="l" rtl="0">
              <a:lnSpc>
                <a:spcPct val="100000"/>
              </a:lnSpc>
              <a:spcBef>
                <a:spcPts val="665"/>
              </a:spcBef>
              <a:spcAft>
                <a:spcPts val="0"/>
              </a:spcAft>
              <a:buSzPts val="1400"/>
              <a:buNone/>
            </a:pPr>
            <a:endParaRPr sz="1800">
              <a:latin typeface="Arial"/>
              <a:ea typeface="Arial"/>
              <a:cs typeface="Arial"/>
              <a:sym typeface="Arial"/>
            </a:endParaRPr>
          </a:p>
        </p:txBody>
      </p:sp>
      <p:grpSp>
        <p:nvGrpSpPr>
          <p:cNvPr id="901" name="Google Shape;901;p47"/>
          <p:cNvGrpSpPr/>
          <p:nvPr/>
        </p:nvGrpSpPr>
        <p:grpSpPr>
          <a:xfrm>
            <a:off x="8073390" y="1957197"/>
            <a:ext cx="1654175" cy="1462403"/>
            <a:chOff x="8073390" y="1957197"/>
            <a:chExt cx="1654175" cy="1462403"/>
          </a:xfrm>
        </p:grpSpPr>
        <p:sp>
          <p:nvSpPr>
            <p:cNvPr id="902" name="Google Shape;902;p47"/>
            <p:cNvSpPr/>
            <p:nvPr/>
          </p:nvSpPr>
          <p:spPr>
            <a:xfrm>
              <a:off x="8701278" y="1966722"/>
              <a:ext cx="1018540" cy="1010919"/>
            </a:xfrm>
            <a:custGeom>
              <a:avLst/>
              <a:gdLst/>
              <a:ahLst/>
              <a:cxnLst/>
              <a:rect l="l" t="t" r="r" b="b"/>
              <a:pathLst>
                <a:path w="1018540" h="1010919" extrusionOk="0">
                  <a:moveTo>
                    <a:pt x="0" y="1010412"/>
                  </a:moveTo>
                  <a:lnTo>
                    <a:pt x="1018031" y="1010412"/>
                  </a:lnTo>
                  <a:lnTo>
                    <a:pt x="1018031"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3" name="Google Shape;903;p47"/>
            <p:cNvSpPr/>
            <p:nvPr/>
          </p:nvSpPr>
          <p:spPr>
            <a:xfrm>
              <a:off x="9574530" y="2221801"/>
              <a:ext cx="153035" cy="253365"/>
            </a:xfrm>
            <a:custGeom>
              <a:avLst/>
              <a:gdLst/>
              <a:ahLst/>
              <a:cxnLst/>
              <a:rect l="l" t="t" r="r" b="b"/>
              <a:pathLst>
                <a:path w="153034" h="253364" extrusionOk="0">
                  <a:moveTo>
                    <a:pt x="0" y="0"/>
                  </a:moveTo>
                  <a:lnTo>
                    <a:pt x="152907" y="0"/>
                  </a:lnTo>
                </a:path>
                <a:path w="153034" h="253364" extrusionOk="0">
                  <a:moveTo>
                    <a:pt x="0" y="252983"/>
                  </a:moveTo>
                  <a:lnTo>
                    <a:pt x="152907" y="25298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4" name="Google Shape;904;p47"/>
            <p:cNvSpPr/>
            <p:nvPr/>
          </p:nvSpPr>
          <p:spPr>
            <a:xfrm>
              <a:off x="9574530" y="2726181"/>
              <a:ext cx="153035" cy="0"/>
            </a:xfrm>
            <a:custGeom>
              <a:avLst/>
              <a:gdLst/>
              <a:ahLst/>
              <a:cxnLst/>
              <a:rect l="l" t="t" r="r" b="b"/>
              <a:pathLst>
                <a:path w="153034" h="120000" extrusionOk="0">
                  <a:moveTo>
                    <a:pt x="0" y="0"/>
                  </a:moveTo>
                  <a:lnTo>
                    <a:pt x="152907"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5" name="Google Shape;905;p47"/>
            <p:cNvSpPr/>
            <p:nvPr/>
          </p:nvSpPr>
          <p:spPr>
            <a:xfrm>
              <a:off x="8959405" y="1957197"/>
              <a:ext cx="502920" cy="110489"/>
            </a:xfrm>
            <a:custGeom>
              <a:avLst/>
              <a:gdLst/>
              <a:ahLst/>
              <a:cxnLst/>
              <a:rect l="l" t="t" r="r" b="b"/>
              <a:pathLst>
                <a:path w="502920" h="110489" extrusionOk="0">
                  <a:moveTo>
                    <a:pt x="0" y="0"/>
                  </a:moveTo>
                  <a:lnTo>
                    <a:pt x="0" y="110108"/>
                  </a:lnTo>
                </a:path>
                <a:path w="502920" h="110489" extrusionOk="0">
                  <a:moveTo>
                    <a:pt x="251460" y="0"/>
                  </a:moveTo>
                  <a:lnTo>
                    <a:pt x="251460" y="110108"/>
                  </a:lnTo>
                </a:path>
                <a:path w="502920" h="110489" extrusionOk="0">
                  <a:moveTo>
                    <a:pt x="502920" y="0"/>
                  </a:moveTo>
                  <a:lnTo>
                    <a:pt x="502920" y="11010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6" name="Google Shape;906;p47"/>
            <p:cNvSpPr/>
            <p:nvPr/>
          </p:nvSpPr>
          <p:spPr>
            <a:xfrm>
              <a:off x="8558022" y="2067306"/>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7" name="Google Shape;907;p47"/>
            <p:cNvSpPr/>
            <p:nvPr/>
          </p:nvSpPr>
          <p:spPr>
            <a:xfrm>
              <a:off x="8558022" y="2067306"/>
              <a:ext cx="1016635" cy="1010919"/>
            </a:xfrm>
            <a:custGeom>
              <a:avLst/>
              <a:gdLst/>
              <a:ahLst/>
              <a:cxnLst/>
              <a:rect l="l" t="t" r="r" b="b"/>
              <a:pathLst>
                <a:path w="1016634" h="1010919"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8" name="Google Shape;908;p47"/>
            <p:cNvSpPr/>
            <p:nvPr/>
          </p:nvSpPr>
          <p:spPr>
            <a:xfrm>
              <a:off x="9406890" y="2322385"/>
              <a:ext cx="177800" cy="506095"/>
            </a:xfrm>
            <a:custGeom>
              <a:avLst/>
              <a:gdLst/>
              <a:ahLst/>
              <a:cxnLst/>
              <a:rect l="l" t="t" r="r" b="b"/>
              <a:pathLst>
                <a:path w="177800" h="506094" extrusionOk="0">
                  <a:moveTo>
                    <a:pt x="0" y="0"/>
                  </a:moveTo>
                  <a:lnTo>
                    <a:pt x="177292" y="0"/>
                  </a:lnTo>
                </a:path>
                <a:path w="177800" h="506094" extrusionOk="0">
                  <a:moveTo>
                    <a:pt x="0" y="252983"/>
                  </a:moveTo>
                  <a:lnTo>
                    <a:pt x="177292" y="252983"/>
                  </a:lnTo>
                </a:path>
                <a:path w="177800" h="506094" extrusionOk="0">
                  <a:moveTo>
                    <a:pt x="0" y="505968"/>
                  </a:moveTo>
                  <a:lnTo>
                    <a:pt x="177292"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09" name="Google Shape;909;p47"/>
            <p:cNvSpPr/>
            <p:nvPr/>
          </p:nvSpPr>
          <p:spPr>
            <a:xfrm>
              <a:off x="8814625" y="2057781"/>
              <a:ext cx="502920" cy="127000"/>
            </a:xfrm>
            <a:custGeom>
              <a:avLst/>
              <a:gdLst/>
              <a:ahLst/>
              <a:cxnLst/>
              <a:rect l="l" t="t" r="r" b="b"/>
              <a:pathLst>
                <a:path w="502920" h="127000" extrusionOk="0">
                  <a:moveTo>
                    <a:pt x="0" y="0"/>
                  </a:moveTo>
                  <a:lnTo>
                    <a:pt x="0" y="126873"/>
                  </a:lnTo>
                </a:path>
                <a:path w="502920" h="127000" extrusionOk="0">
                  <a:moveTo>
                    <a:pt x="251460" y="0"/>
                  </a:moveTo>
                  <a:lnTo>
                    <a:pt x="251460" y="126873"/>
                  </a:lnTo>
                </a:path>
                <a:path w="502920" h="127000" extrusionOk="0">
                  <a:moveTo>
                    <a:pt x="502920" y="0"/>
                  </a:moveTo>
                  <a:lnTo>
                    <a:pt x="502920"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0" name="Google Shape;910;p47"/>
            <p:cNvSpPr/>
            <p:nvPr/>
          </p:nvSpPr>
          <p:spPr>
            <a:xfrm>
              <a:off x="8390382" y="2184654"/>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1" name="Google Shape;911;p47"/>
            <p:cNvSpPr/>
            <p:nvPr/>
          </p:nvSpPr>
          <p:spPr>
            <a:xfrm>
              <a:off x="8390382" y="2184654"/>
              <a:ext cx="1016635" cy="1010919"/>
            </a:xfrm>
            <a:custGeom>
              <a:avLst/>
              <a:gdLst/>
              <a:ahLst/>
              <a:cxnLst/>
              <a:rect l="l" t="t" r="r" b="b"/>
              <a:pathLst>
                <a:path w="1016634" h="1010919"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2" name="Google Shape;912;p47"/>
            <p:cNvSpPr/>
            <p:nvPr/>
          </p:nvSpPr>
          <p:spPr>
            <a:xfrm>
              <a:off x="9245346" y="2439670"/>
              <a:ext cx="171450" cy="0"/>
            </a:xfrm>
            <a:custGeom>
              <a:avLst/>
              <a:gdLst/>
              <a:ahLst/>
              <a:cxnLst/>
              <a:rect l="l" t="t" r="r" b="b"/>
              <a:pathLst>
                <a:path w="171450" h="120000" extrusionOk="0">
                  <a:moveTo>
                    <a:pt x="0" y="0"/>
                  </a:moveTo>
                  <a:lnTo>
                    <a:pt x="171195"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3" name="Google Shape;913;p47"/>
            <p:cNvSpPr/>
            <p:nvPr/>
          </p:nvSpPr>
          <p:spPr>
            <a:xfrm>
              <a:off x="9245346" y="2692717"/>
              <a:ext cx="171450" cy="253365"/>
            </a:xfrm>
            <a:custGeom>
              <a:avLst/>
              <a:gdLst/>
              <a:ahLst/>
              <a:cxnLst/>
              <a:rect l="l" t="t" r="r" b="b"/>
              <a:pathLst>
                <a:path w="171450" h="253364" extrusionOk="0">
                  <a:moveTo>
                    <a:pt x="0" y="0"/>
                  </a:moveTo>
                  <a:lnTo>
                    <a:pt x="171195" y="0"/>
                  </a:lnTo>
                </a:path>
                <a:path w="171450" h="253364" extrusionOk="0">
                  <a:moveTo>
                    <a:pt x="0" y="252984"/>
                  </a:moveTo>
                  <a:lnTo>
                    <a:pt x="171195"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4" name="Google Shape;914;p47"/>
            <p:cNvSpPr/>
            <p:nvPr/>
          </p:nvSpPr>
          <p:spPr>
            <a:xfrm>
              <a:off x="8646985" y="2175129"/>
              <a:ext cx="502920" cy="125730"/>
            </a:xfrm>
            <a:custGeom>
              <a:avLst/>
              <a:gdLst/>
              <a:ahLst/>
              <a:cxnLst/>
              <a:rect l="l" t="t" r="r" b="b"/>
              <a:pathLst>
                <a:path w="502920" h="125730" extrusionOk="0">
                  <a:moveTo>
                    <a:pt x="0" y="0"/>
                  </a:moveTo>
                  <a:lnTo>
                    <a:pt x="0" y="125349"/>
                  </a:lnTo>
                </a:path>
                <a:path w="502920" h="125730" extrusionOk="0">
                  <a:moveTo>
                    <a:pt x="251459" y="0"/>
                  </a:moveTo>
                  <a:lnTo>
                    <a:pt x="251459" y="125349"/>
                  </a:lnTo>
                </a:path>
                <a:path w="502920" h="125730" extrusionOk="0">
                  <a:moveTo>
                    <a:pt x="502919" y="0"/>
                  </a:moveTo>
                  <a:lnTo>
                    <a:pt x="502919"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5" name="Google Shape;915;p47"/>
            <p:cNvSpPr/>
            <p:nvPr/>
          </p:nvSpPr>
          <p:spPr>
            <a:xfrm>
              <a:off x="8228838" y="2300478"/>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6" name="Google Shape;916;p47"/>
            <p:cNvSpPr/>
            <p:nvPr/>
          </p:nvSpPr>
          <p:spPr>
            <a:xfrm>
              <a:off x="8228838" y="2300478"/>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7" name="Google Shape;917;p47"/>
            <p:cNvSpPr/>
            <p:nvPr/>
          </p:nvSpPr>
          <p:spPr>
            <a:xfrm>
              <a:off x="9089898" y="2555494"/>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8" name="Google Shape;918;p47"/>
            <p:cNvSpPr/>
            <p:nvPr/>
          </p:nvSpPr>
          <p:spPr>
            <a:xfrm>
              <a:off x="9089898" y="2808541"/>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19" name="Google Shape;919;p47"/>
            <p:cNvSpPr/>
            <p:nvPr/>
          </p:nvSpPr>
          <p:spPr>
            <a:xfrm>
              <a:off x="8485441" y="2290953"/>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0" name="Google Shape;920;p47"/>
            <p:cNvSpPr/>
            <p:nvPr/>
          </p:nvSpPr>
          <p:spPr>
            <a:xfrm>
              <a:off x="8073390" y="2408681"/>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1" name="Google Shape;921;p47"/>
            <p:cNvSpPr/>
            <p:nvPr/>
          </p:nvSpPr>
          <p:spPr>
            <a:xfrm>
              <a:off x="8073390" y="2408681"/>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2" name="Google Shape;922;p47"/>
            <p:cNvSpPr/>
            <p:nvPr/>
          </p:nvSpPr>
          <p:spPr>
            <a:xfrm>
              <a:off x="8073390" y="2658618"/>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3" name="Google Shape;923;p47"/>
            <p:cNvSpPr/>
            <p:nvPr/>
          </p:nvSpPr>
          <p:spPr>
            <a:xfrm>
              <a:off x="8073390" y="2911602"/>
              <a:ext cx="1016635" cy="10160"/>
            </a:xfrm>
            <a:custGeom>
              <a:avLst/>
              <a:gdLst/>
              <a:ahLst/>
              <a:cxnLst/>
              <a:rect l="l" t="t" r="r" b="b"/>
              <a:pathLst>
                <a:path w="1016634" h="10160" extrusionOk="0">
                  <a:moveTo>
                    <a:pt x="0" y="10160"/>
                  </a:moveTo>
                  <a:lnTo>
                    <a:pt x="1016635"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4" name="Google Shape;924;p47"/>
            <p:cNvSpPr/>
            <p:nvPr/>
          </p:nvSpPr>
          <p:spPr>
            <a:xfrm>
              <a:off x="8073390" y="3164586"/>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5" name="Google Shape;925;p47"/>
            <p:cNvSpPr/>
            <p:nvPr/>
          </p:nvSpPr>
          <p:spPr>
            <a:xfrm>
              <a:off x="8324850" y="2408681"/>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6" name="Google Shape;926;p47"/>
            <p:cNvSpPr/>
            <p:nvPr/>
          </p:nvSpPr>
          <p:spPr>
            <a:xfrm>
              <a:off x="8576310" y="2408681"/>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7" name="Google Shape;927;p47"/>
            <p:cNvSpPr/>
            <p:nvPr/>
          </p:nvSpPr>
          <p:spPr>
            <a:xfrm>
              <a:off x="8829294" y="2408681"/>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928" name="Google Shape;928;p47"/>
          <p:cNvGrpSpPr/>
          <p:nvPr/>
        </p:nvGrpSpPr>
        <p:grpSpPr>
          <a:xfrm>
            <a:off x="2474214" y="1896236"/>
            <a:ext cx="1812163" cy="1795653"/>
            <a:chOff x="2474214" y="1896236"/>
            <a:chExt cx="1812163" cy="1795653"/>
          </a:xfrm>
        </p:grpSpPr>
        <p:sp>
          <p:nvSpPr>
            <p:cNvPr id="929" name="Google Shape;929;p47"/>
            <p:cNvSpPr/>
            <p:nvPr/>
          </p:nvSpPr>
          <p:spPr>
            <a:xfrm>
              <a:off x="2751582" y="1905761"/>
              <a:ext cx="1524000" cy="1515110"/>
            </a:xfrm>
            <a:custGeom>
              <a:avLst/>
              <a:gdLst/>
              <a:ahLst/>
              <a:cxnLst/>
              <a:rect l="l" t="t" r="r" b="b"/>
              <a:pathLst>
                <a:path w="1524000" h="1515110" extrusionOk="0">
                  <a:moveTo>
                    <a:pt x="1523987" y="0"/>
                  </a:moveTo>
                  <a:lnTo>
                    <a:pt x="0" y="0"/>
                  </a:lnTo>
                  <a:lnTo>
                    <a:pt x="0" y="126492"/>
                  </a:lnTo>
                  <a:lnTo>
                    <a:pt x="0" y="269748"/>
                  </a:lnTo>
                  <a:lnTo>
                    <a:pt x="0" y="1514856"/>
                  </a:lnTo>
                  <a:lnTo>
                    <a:pt x="1523987" y="1514856"/>
                  </a:lnTo>
                  <a:lnTo>
                    <a:pt x="1523987" y="269748"/>
                  </a:lnTo>
                  <a:lnTo>
                    <a:pt x="1523987" y="126492"/>
                  </a:lnTo>
                  <a:lnTo>
                    <a:pt x="1523987"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0" name="Google Shape;930;p47"/>
            <p:cNvSpPr/>
            <p:nvPr/>
          </p:nvSpPr>
          <p:spPr>
            <a:xfrm>
              <a:off x="2751582" y="1905761"/>
              <a:ext cx="1524000" cy="1515110"/>
            </a:xfrm>
            <a:custGeom>
              <a:avLst/>
              <a:gdLst/>
              <a:ahLst/>
              <a:cxnLst/>
              <a:rect l="l" t="t" r="r" b="b"/>
              <a:pathLst>
                <a:path w="1524000" h="1515110" extrusionOk="0">
                  <a:moveTo>
                    <a:pt x="0" y="1514856"/>
                  </a:moveTo>
                  <a:lnTo>
                    <a:pt x="1523999" y="1514856"/>
                  </a:lnTo>
                  <a:lnTo>
                    <a:pt x="1523999"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1" name="Google Shape;931;p47"/>
            <p:cNvSpPr/>
            <p:nvPr/>
          </p:nvSpPr>
          <p:spPr>
            <a:xfrm>
              <a:off x="3007296" y="1896236"/>
              <a:ext cx="1019810" cy="136525"/>
            </a:xfrm>
            <a:custGeom>
              <a:avLst/>
              <a:gdLst/>
              <a:ahLst/>
              <a:cxnLst/>
              <a:rect l="l" t="t" r="r" b="b"/>
              <a:pathLst>
                <a:path w="1019810" h="136525" extrusionOk="0">
                  <a:moveTo>
                    <a:pt x="505967" y="0"/>
                  </a:moveTo>
                  <a:lnTo>
                    <a:pt x="505967" y="136016"/>
                  </a:lnTo>
                </a:path>
                <a:path w="1019810" h="136525" extrusionOk="0">
                  <a:moveTo>
                    <a:pt x="763523" y="0"/>
                  </a:moveTo>
                  <a:lnTo>
                    <a:pt x="763523" y="136016"/>
                  </a:lnTo>
                </a:path>
                <a:path w="1019810" h="136525" extrusionOk="0">
                  <a:moveTo>
                    <a:pt x="1019556" y="0"/>
                  </a:moveTo>
                  <a:lnTo>
                    <a:pt x="1019556" y="136016"/>
                  </a:lnTo>
                </a:path>
                <a:path w="1019810" h="136525" extrusionOk="0">
                  <a:moveTo>
                    <a:pt x="249936" y="0"/>
                  </a:moveTo>
                  <a:lnTo>
                    <a:pt x="249936" y="136016"/>
                  </a:lnTo>
                </a:path>
                <a:path w="1019810" h="136525" extrusionOk="0">
                  <a:moveTo>
                    <a:pt x="0" y="0"/>
                  </a:moveTo>
                  <a:lnTo>
                    <a:pt x="0" y="136016"/>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2" name="Google Shape;932;p47"/>
            <p:cNvSpPr/>
            <p:nvPr/>
          </p:nvSpPr>
          <p:spPr>
            <a:xfrm>
              <a:off x="4153662" y="2159825"/>
              <a:ext cx="132715" cy="1012190"/>
            </a:xfrm>
            <a:custGeom>
              <a:avLst/>
              <a:gdLst/>
              <a:ahLst/>
              <a:cxnLst/>
              <a:rect l="l" t="t" r="r" b="b"/>
              <a:pathLst>
                <a:path w="132714" h="1012189" extrusionOk="0">
                  <a:moveTo>
                    <a:pt x="0" y="0"/>
                  </a:moveTo>
                  <a:lnTo>
                    <a:pt x="132334" y="0"/>
                  </a:lnTo>
                </a:path>
                <a:path w="132714" h="1012189" extrusionOk="0">
                  <a:moveTo>
                    <a:pt x="0" y="252984"/>
                  </a:moveTo>
                  <a:lnTo>
                    <a:pt x="132334" y="252984"/>
                  </a:lnTo>
                </a:path>
                <a:path w="132714" h="1012189" extrusionOk="0">
                  <a:moveTo>
                    <a:pt x="0" y="505968"/>
                  </a:moveTo>
                  <a:lnTo>
                    <a:pt x="132334" y="505968"/>
                  </a:lnTo>
                </a:path>
                <a:path w="132714" h="1012189" extrusionOk="0">
                  <a:moveTo>
                    <a:pt x="0" y="758951"/>
                  </a:moveTo>
                  <a:lnTo>
                    <a:pt x="132334" y="758951"/>
                  </a:lnTo>
                </a:path>
                <a:path w="132714" h="1012189" extrusionOk="0">
                  <a:moveTo>
                    <a:pt x="0" y="1011936"/>
                  </a:moveTo>
                  <a:lnTo>
                    <a:pt x="132334" y="1011936"/>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3" name="Google Shape;933;p47"/>
            <p:cNvSpPr/>
            <p:nvPr/>
          </p:nvSpPr>
          <p:spPr>
            <a:xfrm>
              <a:off x="2629662" y="2032253"/>
              <a:ext cx="1524000" cy="1515110"/>
            </a:xfrm>
            <a:custGeom>
              <a:avLst/>
              <a:gdLst/>
              <a:ahLst/>
              <a:cxnLst/>
              <a:rect l="l" t="t" r="r" b="b"/>
              <a:pathLst>
                <a:path w="1524000" h="1515110" extrusionOk="0">
                  <a:moveTo>
                    <a:pt x="1524000" y="0"/>
                  </a:moveTo>
                  <a:lnTo>
                    <a:pt x="0" y="0"/>
                  </a:lnTo>
                  <a:lnTo>
                    <a:pt x="0" y="143256"/>
                  </a:lnTo>
                  <a:lnTo>
                    <a:pt x="0" y="1514856"/>
                  </a:lnTo>
                  <a:lnTo>
                    <a:pt x="1524000" y="1514856"/>
                  </a:lnTo>
                  <a:lnTo>
                    <a:pt x="1524000" y="143256"/>
                  </a:lnTo>
                  <a:lnTo>
                    <a:pt x="152400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4" name="Google Shape;934;p47"/>
            <p:cNvSpPr/>
            <p:nvPr/>
          </p:nvSpPr>
          <p:spPr>
            <a:xfrm>
              <a:off x="2629662" y="2032253"/>
              <a:ext cx="1524000" cy="1515110"/>
            </a:xfrm>
            <a:custGeom>
              <a:avLst/>
              <a:gdLst/>
              <a:ahLst/>
              <a:cxnLst/>
              <a:rect l="l" t="t" r="r" b="b"/>
              <a:pathLst>
                <a:path w="1524000" h="1515110" extrusionOk="0">
                  <a:moveTo>
                    <a:pt x="0" y="1514856"/>
                  </a:moveTo>
                  <a:lnTo>
                    <a:pt x="1524000" y="1514856"/>
                  </a:lnTo>
                  <a:lnTo>
                    <a:pt x="1524000"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5" name="Google Shape;935;p47"/>
            <p:cNvSpPr/>
            <p:nvPr/>
          </p:nvSpPr>
          <p:spPr>
            <a:xfrm>
              <a:off x="2885376" y="2022728"/>
              <a:ext cx="1019810" cy="153035"/>
            </a:xfrm>
            <a:custGeom>
              <a:avLst/>
              <a:gdLst/>
              <a:ahLst/>
              <a:cxnLst/>
              <a:rect l="l" t="t" r="r" b="b"/>
              <a:pathLst>
                <a:path w="1019810" h="153035" extrusionOk="0">
                  <a:moveTo>
                    <a:pt x="505967" y="0"/>
                  </a:moveTo>
                  <a:lnTo>
                    <a:pt x="505967" y="152780"/>
                  </a:lnTo>
                </a:path>
                <a:path w="1019810" h="153035" extrusionOk="0">
                  <a:moveTo>
                    <a:pt x="763524" y="0"/>
                  </a:moveTo>
                  <a:lnTo>
                    <a:pt x="763524" y="152780"/>
                  </a:lnTo>
                </a:path>
                <a:path w="1019810" h="153035" extrusionOk="0">
                  <a:moveTo>
                    <a:pt x="1019556" y="0"/>
                  </a:moveTo>
                  <a:lnTo>
                    <a:pt x="1019556" y="152780"/>
                  </a:lnTo>
                </a:path>
                <a:path w="1019810" h="153035" extrusionOk="0">
                  <a:moveTo>
                    <a:pt x="249936" y="0"/>
                  </a:moveTo>
                  <a:lnTo>
                    <a:pt x="249936" y="152780"/>
                  </a:lnTo>
                </a:path>
                <a:path w="1019810" h="153035" extrusionOk="0">
                  <a:moveTo>
                    <a:pt x="0" y="0"/>
                  </a:moveTo>
                  <a:lnTo>
                    <a:pt x="0" y="152780"/>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6" name="Google Shape;936;p47"/>
            <p:cNvSpPr/>
            <p:nvPr/>
          </p:nvSpPr>
          <p:spPr>
            <a:xfrm>
              <a:off x="3999738" y="2286317"/>
              <a:ext cx="164465" cy="1012190"/>
            </a:xfrm>
            <a:custGeom>
              <a:avLst/>
              <a:gdLst/>
              <a:ahLst/>
              <a:cxnLst/>
              <a:rect l="l" t="t" r="r" b="b"/>
              <a:pathLst>
                <a:path w="164464" h="1012189" extrusionOk="0">
                  <a:moveTo>
                    <a:pt x="0" y="0"/>
                  </a:moveTo>
                  <a:lnTo>
                    <a:pt x="164337" y="0"/>
                  </a:lnTo>
                </a:path>
                <a:path w="164464" h="1012189" extrusionOk="0">
                  <a:moveTo>
                    <a:pt x="0" y="252983"/>
                  </a:moveTo>
                  <a:lnTo>
                    <a:pt x="164337" y="252983"/>
                  </a:lnTo>
                </a:path>
                <a:path w="164464" h="1012189" extrusionOk="0">
                  <a:moveTo>
                    <a:pt x="0" y="505968"/>
                  </a:moveTo>
                  <a:lnTo>
                    <a:pt x="164337" y="505968"/>
                  </a:lnTo>
                </a:path>
                <a:path w="164464" h="1012189" extrusionOk="0">
                  <a:moveTo>
                    <a:pt x="0" y="758951"/>
                  </a:moveTo>
                  <a:lnTo>
                    <a:pt x="164337" y="758951"/>
                  </a:lnTo>
                </a:path>
                <a:path w="164464" h="1012189" extrusionOk="0">
                  <a:moveTo>
                    <a:pt x="0" y="1011936"/>
                  </a:moveTo>
                  <a:lnTo>
                    <a:pt x="164337" y="1011936"/>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7" name="Google Shape;937;p47"/>
            <p:cNvSpPr/>
            <p:nvPr/>
          </p:nvSpPr>
          <p:spPr>
            <a:xfrm>
              <a:off x="2474214" y="2175509"/>
              <a:ext cx="1525905" cy="1516380"/>
            </a:xfrm>
            <a:custGeom>
              <a:avLst/>
              <a:gdLst/>
              <a:ahLst/>
              <a:cxnLst/>
              <a:rect l="l" t="t" r="r" b="b"/>
              <a:pathLst>
                <a:path w="1525904" h="1516379" extrusionOk="0">
                  <a:moveTo>
                    <a:pt x="1525524" y="0"/>
                  </a:moveTo>
                  <a:lnTo>
                    <a:pt x="0" y="0"/>
                  </a:lnTo>
                  <a:lnTo>
                    <a:pt x="0" y="1516380"/>
                  </a:lnTo>
                  <a:lnTo>
                    <a:pt x="1525524" y="1516380"/>
                  </a:lnTo>
                  <a:lnTo>
                    <a:pt x="1525524"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8" name="Google Shape;938;p47"/>
            <p:cNvSpPr/>
            <p:nvPr/>
          </p:nvSpPr>
          <p:spPr>
            <a:xfrm>
              <a:off x="2474214" y="2175509"/>
              <a:ext cx="1525905" cy="1516380"/>
            </a:xfrm>
            <a:custGeom>
              <a:avLst/>
              <a:gdLst/>
              <a:ahLst/>
              <a:cxnLst/>
              <a:rect l="l" t="t" r="r" b="b"/>
              <a:pathLst>
                <a:path w="1525904" h="1516379" extrusionOk="0">
                  <a:moveTo>
                    <a:pt x="0" y="1516380"/>
                  </a:moveTo>
                  <a:lnTo>
                    <a:pt x="1525524" y="1516380"/>
                  </a:lnTo>
                  <a:lnTo>
                    <a:pt x="1525524" y="0"/>
                  </a:lnTo>
                  <a:lnTo>
                    <a:pt x="0" y="0"/>
                  </a:lnTo>
                  <a:lnTo>
                    <a:pt x="0" y="151638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9" name="Google Shape;939;p47"/>
            <p:cNvSpPr/>
            <p:nvPr/>
          </p:nvSpPr>
          <p:spPr>
            <a:xfrm>
              <a:off x="3234690"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0" name="Google Shape;940;p47"/>
            <p:cNvSpPr/>
            <p:nvPr/>
          </p:nvSpPr>
          <p:spPr>
            <a:xfrm>
              <a:off x="3490722"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1" name="Google Shape;941;p47"/>
            <p:cNvSpPr/>
            <p:nvPr/>
          </p:nvSpPr>
          <p:spPr>
            <a:xfrm>
              <a:off x="3748278"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2" name="Google Shape;942;p47"/>
            <p:cNvSpPr/>
            <p:nvPr/>
          </p:nvSpPr>
          <p:spPr>
            <a:xfrm>
              <a:off x="2977134"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3" name="Google Shape;943;p47"/>
            <p:cNvSpPr/>
            <p:nvPr/>
          </p:nvSpPr>
          <p:spPr>
            <a:xfrm>
              <a:off x="2728722"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4" name="Google Shape;944;p47"/>
            <p:cNvSpPr/>
            <p:nvPr/>
          </p:nvSpPr>
          <p:spPr>
            <a:xfrm>
              <a:off x="2474214" y="2428493"/>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5" name="Google Shape;945;p47"/>
            <p:cNvSpPr/>
            <p:nvPr/>
          </p:nvSpPr>
          <p:spPr>
            <a:xfrm>
              <a:off x="2474214" y="2681477"/>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6" name="Google Shape;946;p47"/>
            <p:cNvSpPr/>
            <p:nvPr/>
          </p:nvSpPr>
          <p:spPr>
            <a:xfrm>
              <a:off x="2474214" y="2932937"/>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7" name="Google Shape;947;p47"/>
            <p:cNvSpPr/>
            <p:nvPr/>
          </p:nvSpPr>
          <p:spPr>
            <a:xfrm>
              <a:off x="2474214" y="3185922"/>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8" name="Google Shape;948;p47"/>
            <p:cNvSpPr/>
            <p:nvPr/>
          </p:nvSpPr>
          <p:spPr>
            <a:xfrm>
              <a:off x="2474214" y="3438905"/>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949" name="Google Shape;949;p47"/>
          <p:cNvSpPr txBox="1"/>
          <p:nvPr/>
        </p:nvSpPr>
        <p:spPr>
          <a:xfrm>
            <a:off x="4836667" y="2494914"/>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grpSp>
        <p:nvGrpSpPr>
          <p:cNvPr id="950" name="Google Shape;950;p47"/>
          <p:cNvGrpSpPr/>
          <p:nvPr/>
        </p:nvGrpSpPr>
        <p:grpSpPr>
          <a:xfrm>
            <a:off x="5588889" y="2072639"/>
            <a:ext cx="1048639" cy="1044322"/>
            <a:chOff x="5588889" y="2072639"/>
            <a:chExt cx="1048639" cy="1044322"/>
          </a:xfrm>
        </p:grpSpPr>
        <p:sp>
          <p:nvSpPr>
            <p:cNvPr id="951" name="Google Shape;951;p47"/>
            <p:cNvSpPr/>
            <p:nvPr/>
          </p:nvSpPr>
          <p:spPr>
            <a:xfrm>
              <a:off x="5741670" y="2224277"/>
              <a:ext cx="745490" cy="749935"/>
            </a:xfrm>
            <a:custGeom>
              <a:avLst/>
              <a:gdLst/>
              <a:ahLst/>
              <a:cxnLst/>
              <a:rect l="l" t="t" r="r" b="b"/>
              <a:pathLst>
                <a:path w="745489" h="749935" extrusionOk="0">
                  <a:moveTo>
                    <a:pt x="0" y="749808"/>
                  </a:moveTo>
                  <a:lnTo>
                    <a:pt x="745236" y="749808"/>
                  </a:lnTo>
                  <a:lnTo>
                    <a:pt x="745236" y="0"/>
                  </a:lnTo>
                  <a:lnTo>
                    <a:pt x="0" y="0"/>
                  </a:lnTo>
                  <a:lnTo>
                    <a:pt x="0" y="7498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2" name="Google Shape;952;p47"/>
            <p:cNvSpPr/>
            <p:nvPr/>
          </p:nvSpPr>
          <p:spPr>
            <a:xfrm>
              <a:off x="5598414" y="2350769"/>
              <a:ext cx="763905" cy="754380"/>
            </a:xfrm>
            <a:custGeom>
              <a:avLst/>
              <a:gdLst/>
              <a:ahLst/>
              <a:cxnLst/>
              <a:rect l="l" t="t" r="r" b="b"/>
              <a:pathLst>
                <a:path w="763904" h="754380" extrusionOk="0">
                  <a:moveTo>
                    <a:pt x="763524" y="483108"/>
                  </a:moveTo>
                  <a:lnTo>
                    <a:pt x="143256" y="483108"/>
                  </a:lnTo>
                  <a:lnTo>
                    <a:pt x="143256" y="0"/>
                  </a:lnTo>
                  <a:lnTo>
                    <a:pt x="0" y="0"/>
                  </a:lnTo>
                  <a:lnTo>
                    <a:pt x="0" y="483108"/>
                  </a:lnTo>
                  <a:lnTo>
                    <a:pt x="0" y="623316"/>
                  </a:lnTo>
                  <a:lnTo>
                    <a:pt x="0" y="754380"/>
                  </a:lnTo>
                  <a:lnTo>
                    <a:pt x="763524" y="754380"/>
                  </a:lnTo>
                  <a:lnTo>
                    <a:pt x="763524" y="623316"/>
                  </a:lnTo>
                  <a:lnTo>
                    <a:pt x="763524" y="48310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3" name="Google Shape;953;p47"/>
            <p:cNvSpPr/>
            <p:nvPr/>
          </p:nvSpPr>
          <p:spPr>
            <a:xfrm>
              <a:off x="5598414" y="2350769"/>
              <a:ext cx="763905" cy="754380"/>
            </a:xfrm>
            <a:custGeom>
              <a:avLst/>
              <a:gdLst/>
              <a:ahLst/>
              <a:cxnLst/>
              <a:rect l="l" t="t" r="r" b="b"/>
              <a:pathLst>
                <a:path w="763904" h="754380" extrusionOk="0">
                  <a:moveTo>
                    <a:pt x="0" y="754379"/>
                  </a:moveTo>
                  <a:lnTo>
                    <a:pt x="763524" y="754379"/>
                  </a:lnTo>
                  <a:lnTo>
                    <a:pt x="763524" y="0"/>
                  </a:lnTo>
                  <a:lnTo>
                    <a:pt x="0" y="0"/>
                  </a:lnTo>
                  <a:lnTo>
                    <a:pt x="0" y="75437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4" name="Google Shape;954;p47"/>
            <p:cNvSpPr/>
            <p:nvPr/>
          </p:nvSpPr>
          <p:spPr>
            <a:xfrm>
              <a:off x="5855589" y="2974086"/>
              <a:ext cx="0" cy="142875"/>
            </a:xfrm>
            <a:custGeom>
              <a:avLst/>
              <a:gdLst/>
              <a:ahLst/>
              <a:cxnLst/>
              <a:rect l="l" t="t" r="r" b="b"/>
              <a:pathLst>
                <a:path w="120000" h="142875" extrusionOk="0">
                  <a:moveTo>
                    <a:pt x="0" y="0"/>
                  </a:moveTo>
                  <a:lnTo>
                    <a:pt x="0" y="142621"/>
                  </a:lnTo>
                </a:path>
              </a:pathLst>
            </a:custGeom>
            <a:noFill/>
            <a:ln w="243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5" name="Google Shape;955;p47"/>
            <p:cNvSpPr/>
            <p:nvPr/>
          </p:nvSpPr>
          <p:spPr>
            <a:xfrm>
              <a:off x="6104001" y="2974086"/>
              <a:ext cx="0" cy="142875"/>
            </a:xfrm>
            <a:custGeom>
              <a:avLst/>
              <a:gdLst/>
              <a:ahLst/>
              <a:cxnLst/>
              <a:rect l="l" t="t" r="r" b="b"/>
              <a:pathLst>
                <a:path w="120000" h="142875" extrusionOk="0">
                  <a:moveTo>
                    <a:pt x="0" y="0"/>
                  </a:moveTo>
                  <a:lnTo>
                    <a:pt x="0" y="142621"/>
                  </a:lnTo>
                </a:path>
              </a:pathLst>
            </a:custGeom>
            <a:noFill/>
            <a:ln w="243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6" name="Google Shape;956;p47"/>
            <p:cNvSpPr/>
            <p:nvPr/>
          </p:nvSpPr>
          <p:spPr>
            <a:xfrm>
              <a:off x="5588889" y="2589656"/>
              <a:ext cx="153035" cy="256540"/>
            </a:xfrm>
            <a:custGeom>
              <a:avLst/>
              <a:gdLst/>
              <a:ahLst/>
              <a:cxnLst/>
              <a:rect l="l" t="t" r="r" b="b"/>
              <a:pathLst>
                <a:path w="153035" h="256539" extrusionOk="0">
                  <a:moveTo>
                    <a:pt x="152781" y="225552"/>
                  </a:moveTo>
                  <a:lnTo>
                    <a:pt x="0" y="225552"/>
                  </a:lnTo>
                  <a:lnTo>
                    <a:pt x="0" y="237680"/>
                  </a:lnTo>
                  <a:lnTo>
                    <a:pt x="0" y="244221"/>
                  </a:lnTo>
                  <a:lnTo>
                    <a:pt x="0" y="256349"/>
                  </a:lnTo>
                  <a:lnTo>
                    <a:pt x="152781" y="256349"/>
                  </a:lnTo>
                  <a:lnTo>
                    <a:pt x="152781" y="244221"/>
                  </a:lnTo>
                  <a:lnTo>
                    <a:pt x="152781" y="237680"/>
                  </a:lnTo>
                  <a:lnTo>
                    <a:pt x="152781" y="225552"/>
                  </a:lnTo>
                  <a:close/>
                </a:path>
                <a:path w="153035" h="256539" extrusionOk="0">
                  <a:moveTo>
                    <a:pt x="152781" y="0"/>
                  </a:moveTo>
                  <a:lnTo>
                    <a:pt x="0" y="0"/>
                  </a:lnTo>
                  <a:lnTo>
                    <a:pt x="0" y="24269"/>
                  </a:lnTo>
                  <a:lnTo>
                    <a:pt x="152781" y="24269"/>
                  </a:lnTo>
                  <a:lnTo>
                    <a:pt x="152781"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7" name="Google Shape;957;p47"/>
            <p:cNvSpPr/>
            <p:nvPr/>
          </p:nvSpPr>
          <p:spPr>
            <a:xfrm>
              <a:off x="5877306" y="2087117"/>
              <a:ext cx="745490" cy="746760"/>
            </a:xfrm>
            <a:custGeom>
              <a:avLst/>
              <a:gdLst/>
              <a:ahLst/>
              <a:cxnLst/>
              <a:rect l="l" t="t" r="r" b="b"/>
              <a:pathLst>
                <a:path w="745490" h="746760" extrusionOk="0">
                  <a:moveTo>
                    <a:pt x="745235" y="0"/>
                  </a:moveTo>
                  <a:lnTo>
                    <a:pt x="0" y="0"/>
                  </a:lnTo>
                  <a:lnTo>
                    <a:pt x="0" y="746760"/>
                  </a:lnTo>
                  <a:lnTo>
                    <a:pt x="745235" y="746760"/>
                  </a:lnTo>
                  <a:lnTo>
                    <a:pt x="745235"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8" name="Google Shape;958;p47"/>
            <p:cNvSpPr/>
            <p:nvPr/>
          </p:nvSpPr>
          <p:spPr>
            <a:xfrm>
              <a:off x="5877306" y="2087117"/>
              <a:ext cx="745490" cy="746760"/>
            </a:xfrm>
            <a:custGeom>
              <a:avLst/>
              <a:gdLst/>
              <a:ahLst/>
              <a:cxnLst/>
              <a:rect l="l" t="t" r="r" b="b"/>
              <a:pathLst>
                <a:path w="745490" h="746760" extrusionOk="0">
                  <a:moveTo>
                    <a:pt x="0" y="746760"/>
                  </a:moveTo>
                  <a:lnTo>
                    <a:pt x="745235" y="746760"/>
                  </a:lnTo>
                  <a:lnTo>
                    <a:pt x="745235" y="0"/>
                  </a:lnTo>
                  <a:lnTo>
                    <a:pt x="0" y="0"/>
                  </a:lnTo>
                  <a:lnTo>
                    <a:pt x="0" y="74676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9" name="Google Shape;959;p47"/>
            <p:cNvSpPr/>
            <p:nvPr/>
          </p:nvSpPr>
          <p:spPr>
            <a:xfrm>
              <a:off x="6128321" y="2076068"/>
              <a:ext cx="504190" cy="483234"/>
            </a:xfrm>
            <a:custGeom>
              <a:avLst/>
              <a:gdLst/>
              <a:ahLst/>
              <a:cxnLst/>
              <a:rect l="l" t="t" r="r" b="b"/>
              <a:pathLst>
                <a:path w="504190" h="483235" extrusionOk="0">
                  <a:moveTo>
                    <a:pt x="0" y="0"/>
                  </a:moveTo>
                  <a:lnTo>
                    <a:pt x="0" y="148208"/>
                  </a:lnTo>
                </a:path>
                <a:path w="504190" h="483235" extrusionOk="0">
                  <a:moveTo>
                    <a:pt x="242316" y="0"/>
                  </a:moveTo>
                  <a:lnTo>
                    <a:pt x="242316" y="148208"/>
                  </a:lnTo>
                </a:path>
                <a:path w="504190" h="483235" extrusionOk="0">
                  <a:moveTo>
                    <a:pt x="358584" y="260540"/>
                  </a:moveTo>
                  <a:lnTo>
                    <a:pt x="503999" y="260540"/>
                  </a:lnTo>
                </a:path>
                <a:path w="504190" h="483235" extrusionOk="0">
                  <a:moveTo>
                    <a:pt x="358584" y="483044"/>
                  </a:moveTo>
                  <a:lnTo>
                    <a:pt x="503999" y="483044"/>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0" name="Google Shape;960;p47"/>
            <p:cNvSpPr/>
            <p:nvPr/>
          </p:nvSpPr>
          <p:spPr>
            <a:xfrm>
              <a:off x="5741670" y="2224277"/>
              <a:ext cx="745490" cy="749935"/>
            </a:xfrm>
            <a:custGeom>
              <a:avLst/>
              <a:gdLst/>
              <a:ahLst/>
              <a:cxnLst/>
              <a:rect l="l" t="t" r="r" b="b"/>
              <a:pathLst>
                <a:path w="745489" h="749935" extrusionOk="0">
                  <a:moveTo>
                    <a:pt x="745236" y="0"/>
                  </a:moveTo>
                  <a:lnTo>
                    <a:pt x="0" y="0"/>
                  </a:lnTo>
                  <a:lnTo>
                    <a:pt x="0" y="749808"/>
                  </a:lnTo>
                  <a:lnTo>
                    <a:pt x="745236" y="749808"/>
                  </a:lnTo>
                  <a:lnTo>
                    <a:pt x="745236"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1" name="Google Shape;961;p47"/>
            <p:cNvSpPr/>
            <p:nvPr/>
          </p:nvSpPr>
          <p:spPr>
            <a:xfrm>
              <a:off x="5741670" y="2224277"/>
              <a:ext cx="745490" cy="749935"/>
            </a:xfrm>
            <a:custGeom>
              <a:avLst/>
              <a:gdLst/>
              <a:ahLst/>
              <a:cxnLst/>
              <a:rect l="l" t="t" r="r" b="b"/>
              <a:pathLst>
                <a:path w="745489" h="749935" extrusionOk="0">
                  <a:moveTo>
                    <a:pt x="0" y="749808"/>
                  </a:moveTo>
                  <a:lnTo>
                    <a:pt x="745236" y="749808"/>
                  </a:lnTo>
                  <a:lnTo>
                    <a:pt x="745236" y="0"/>
                  </a:lnTo>
                  <a:lnTo>
                    <a:pt x="0" y="0"/>
                  </a:lnTo>
                  <a:lnTo>
                    <a:pt x="0" y="7498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2" name="Google Shape;962;p47"/>
            <p:cNvSpPr/>
            <p:nvPr/>
          </p:nvSpPr>
          <p:spPr>
            <a:xfrm>
              <a:off x="5990082" y="2222753"/>
              <a:ext cx="5715" cy="753745"/>
            </a:xfrm>
            <a:custGeom>
              <a:avLst/>
              <a:gdLst/>
              <a:ahLst/>
              <a:cxnLst/>
              <a:rect l="l" t="t" r="r" b="b"/>
              <a:pathLst>
                <a:path w="5714" h="753744" extrusionOk="0">
                  <a:moveTo>
                    <a:pt x="0" y="0"/>
                  </a:moveTo>
                  <a:lnTo>
                    <a:pt x="5207" y="75374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3" name="Google Shape;963;p47"/>
            <p:cNvSpPr/>
            <p:nvPr/>
          </p:nvSpPr>
          <p:spPr>
            <a:xfrm>
              <a:off x="6233922" y="2222753"/>
              <a:ext cx="5715" cy="753745"/>
            </a:xfrm>
            <a:custGeom>
              <a:avLst/>
              <a:gdLst/>
              <a:ahLst/>
              <a:cxnLst/>
              <a:rect l="l" t="t" r="r" b="b"/>
              <a:pathLst>
                <a:path w="5714" h="753744" extrusionOk="0">
                  <a:moveTo>
                    <a:pt x="0" y="0"/>
                  </a:moveTo>
                  <a:lnTo>
                    <a:pt x="5207" y="75374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4" name="Google Shape;964;p47"/>
            <p:cNvSpPr/>
            <p:nvPr/>
          </p:nvSpPr>
          <p:spPr>
            <a:xfrm>
              <a:off x="5741670" y="2471165"/>
              <a:ext cx="745490" cy="5715"/>
            </a:xfrm>
            <a:custGeom>
              <a:avLst/>
              <a:gdLst/>
              <a:ahLst/>
              <a:cxnLst/>
              <a:rect l="l" t="t" r="r" b="b"/>
              <a:pathLst>
                <a:path w="745489" h="5714" extrusionOk="0">
                  <a:moveTo>
                    <a:pt x="0" y="5207"/>
                  </a:moveTo>
                  <a:lnTo>
                    <a:pt x="74549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5" name="Google Shape;965;p47"/>
            <p:cNvSpPr/>
            <p:nvPr/>
          </p:nvSpPr>
          <p:spPr>
            <a:xfrm>
              <a:off x="5741670" y="2696717"/>
              <a:ext cx="745490" cy="5715"/>
            </a:xfrm>
            <a:custGeom>
              <a:avLst/>
              <a:gdLst/>
              <a:ahLst/>
              <a:cxnLst/>
              <a:rect l="l" t="t" r="r" b="b"/>
              <a:pathLst>
                <a:path w="745489" h="5714" extrusionOk="0">
                  <a:moveTo>
                    <a:pt x="0" y="5207"/>
                  </a:moveTo>
                  <a:lnTo>
                    <a:pt x="74549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6" name="Google Shape;966;p47"/>
            <p:cNvSpPr/>
            <p:nvPr/>
          </p:nvSpPr>
          <p:spPr>
            <a:xfrm>
              <a:off x="5603748" y="2340394"/>
              <a:ext cx="765810" cy="10795"/>
            </a:xfrm>
            <a:custGeom>
              <a:avLst/>
              <a:gdLst/>
              <a:ahLst/>
              <a:cxnLst/>
              <a:rect l="l" t="t" r="r" b="b"/>
              <a:pathLst>
                <a:path w="765810" h="10794" extrusionOk="0">
                  <a:moveTo>
                    <a:pt x="0" y="10375"/>
                  </a:moveTo>
                  <a:lnTo>
                    <a:pt x="765517" y="10375"/>
                  </a:lnTo>
                  <a:lnTo>
                    <a:pt x="765517" y="0"/>
                  </a:lnTo>
                  <a:lnTo>
                    <a:pt x="0" y="0"/>
                  </a:lnTo>
                  <a:lnTo>
                    <a:pt x="0" y="10375"/>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7" name="Google Shape;967;p47"/>
            <p:cNvSpPr/>
            <p:nvPr/>
          </p:nvSpPr>
          <p:spPr>
            <a:xfrm>
              <a:off x="6369304" y="2072639"/>
              <a:ext cx="267970" cy="1027430"/>
            </a:xfrm>
            <a:custGeom>
              <a:avLst/>
              <a:gdLst/>
              <a:ahLst/>
              <a:cxnLst/>
              <a:rect l="l" t="t" r="r" b="b"/>
              <a:pathLst>
                <a:path w="267970" h="1027430" extrusionOk="0">
                  <a:moveTo>
                    <a:pt x="267716" y="0"/>
                  </a:moveTo>
                  <a:lnTo>
                    <a:pt x="0" y="267715"/>
                  </a:lnTo>
                  <a:lnTo>
                    <a:pt x="0" y="1027175"/>
                  </a:lnTo>
                  <a:lnTo>
                    <a:pt x="267716" y="759459"/>
                  </a:lnTo>
                  <a:lnTo>
                    <a:pt x="26771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8" name="Google Shape;968;p47"/>
            <p:cNvSpPr/>
            <p:nvPr/>
          </p:nvSpPr>
          <p:spPr>
            <a:xfrm>
              <a:off x="5603748" y="2072639"/>
              <a:ext cx="1033780" cy="267970"/>
            </a:xfrm>
            <a:custGeom>
              <a:avLst/>
              <a:gdLst/>
              <a:ahLst/>
              <a:cxnLst/>
              <a:rect l="l" t="t" r="r" b="b"/>
              <a:pathLst>
                <a:path w="1033779" h="267969" extrusionOk="0">
                  <a:moveTo>
                    <a:pt x="1033272" y="0"/>
                  </a:moveTo>
                  <a:lnTo>
                    <a:pt x="267716" y="0"/>
                  </a:lnTo>
                  <a:lnTo>
                    <a:pt x="0" y="267715"/>
                  </a:lnTo>
                  <a:lnTo>
                    <a:pt x="765556" y="267715"/>
                  </a:lnTo>
                  <a:lnTo>
                    <a:pt x="1033272"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9" name="Google Shape;969;p47"/>
            <p:cNvSpPr/>
            <p:nvPr/>
          </p:nvSpPr>
          <p:spPr>
            <a:xfrm>
              <a:off x="5598414" y="2350769"/>
              <a:ext cx="763905" cy="754380"/>
            </a:xfrm>
            <a:custGeom>
              <a:avLst/>
              <a:gdLst/>
              <a:ahLst/>
              <a:cxnLst/>
              <a:rect l="l" t="t" r="r" b="b"/>
              <a:pathLst>
                <a:path w="763904" h="754380" extrusionOk="0">
                  <a:moveTo>
                    <a:pt x="763524" y="0"/>
                  </a:moveTo>
                  <a:lnTo>
                    <a:pt x="0" y="0"/>
                  </a:lnTo>
                  <a:lnTo>
                    <a:pt x="0" y="754379"/>
                  </a:lnTo>
                  <a:lnTo>
                    <a:pt x="763524" y="754379"/>
                  </a:lnTo>
                  <a:lnTo>
                    <a:pt x="763524"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0" name="Google Shape;970;p47"/>
            <p:cNvSpPr/>
            <p:nvPr/>
          </p:nvSpPr>
          <p:spPr>
            <a:xfrm>
              <a:off x="5598414" y="2350769"/>
              <a:ext cx="763905" cy="754380"/>
            </a:xfrm>
            <a:custGeom>
              <a:avLst/>
              <a:gdLst/>
              <a:ahLst/>
              <a:cxnLst/>
              <a:rect l="l" t="t" r="r" b="b"/>
              <a:pathLst>
                <a:path w="763904" h="754380" extrusionOk="0">
                  <a:moveTo>
                    <a:pt x="0" y="754379"/>
                  </a:moveTo>
                  <a:lnTo>
                    <a:pt x="763524" y="754379"/>
                  </a:lnTo>
                  <a:lnTo>
                    <a:pt x="763524" y="0"/>
                  </a:lnTo>
                  <a:lnTo>
                    <a:pt x="0" y="0"/>
                  </a:lnTo>
                  <a:lnTo>
                    <a:pt x="0" y="75437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1" name="Google Shape;971;p47"/>
            <p:cNvSpPr/>
            <p:nvPr/>
          </p:nvSpPr>
          <p:spPr>
            <a:xfrm>
              <a:off x="5852922" y="2349245"/>
              <a:ext cx="5715" cy="758190"/>
            </a:xfrm>
            <a:custGeom>
              <a:avLst/>
              <a:gdLst/>
              <a:ahLst/>
              <a:cxnLst/>
              <a:rect l="l" t="t" r="r" b="b"/>
              <a:pathLst>
                <a:path w="5714" h="758189" extrusionOk="0">
                  <a:moveTo>
                    <a:pt x="0" y="0"/>
                  </a:moveTo>
                  <a:lnTo>
                    <a:pt x="5334" y="75793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2" name="Google Shape;972;p47"/>
            <p:cNvSpPr/>
            <p:nvPr/>
          </p:nvSpPr>
          <p:spPr>
            <a:xfrm>
              <a:off x="6101334" y="2349245"/>
              <a:ext cx="5715" cy="758190"/>
            </a:xfrm>
            <a:custGeom>
              <a:avLst/>
              <a:gdLst/>
              <a:ahLst/>
              <a:cxnLst/>
              <a:rect l="l" t="t" r="r" b="b"/>
              <a:pathLst>
                <a:path w="5714" h="758189" extrusionOk="0">
                  <a:moveTo>
                    <a:pt x="0" y="0"/>
                  </a:moveTo>
                  <a:lnTo>
                    <a:pt x="5334" y="75793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3" name="Google Shape;973;p47"/>
            <p:cNvSpPr/>
            <p:nvPr/>
          </p:nvSpPr>
          <p:spPr>
            <a:xfrm>
              <a:off x="5598414" y="2599181"/>
              <a:ext cx="762635" cy="5715"/>
            </a:xfrm>
            <a:custGeom>
              <a:avLst/>
              <a:gdLst/>
              <a:ahLst/>
              <a:cxnLst/>
              <a:rect l="l" t="t" r="r" b="b"/>
              <a:pathLst>
                <a:path w="762635" h="5714" extrusionOk="0">
                  <a:moveTo>
                    <a:pt x="0" y="5207"/>
                  </a:moveTo>
                  <a:lnTo>
                    <a:pt x="762381"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4" name="Google Shape;974;p47"/>
            <p:cNvSpPr/>
            <p:nvPr/>
          </p:nvSpPr>
          <p:spPr>
            <a:xfrm>
              <a:off x="5598414" y="2824733"/>
              <a:ext cx="762635" cy="5715"/>
            </a:xfrm>
            <a:custGeom>
              <a:avLst/>
              <a:gdLst/>
              <a:ahLst/>
              <a:cxnLst/>
              <a:rect l="l" t="t" r="r" b="b"/>
              <a:pathLst>
                <a:path w="762635" h="5714" extrusionOk="0">
                  <a:moveTo>
                    <a:pt x="0" y="5207"/>
                  </a:moveTo>
                  <a:lnTo>
                    <a:pt x="762381"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975" name="Google Shape;975;p47"/>
          <p:cNvSpPr txBox="1"/>
          <p:nvPr/>
        </p:nvSpPr>
        <p:spPr>
          <a:xfrm>
            <a:off x="7256526" y="2442464"/>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grpSp>
        <p:nvGrpSpPr>
          <p:cNvPr id="976" name="Google Shape;976;p47"/>
          <p:cNvGrpSpPr/>
          <p:nvPr/>
        </p:nvGrpSpPr>
        <p:grpSpPr>
          <a:xfrm>
            <a:off x="9156954" y="4482465"/>
            <a:ext cx="1656080" cy="1462404"/>
            <a:chOff x="9156954" y="4482465"/>
            <a:chExt cx="1656080" cy="1462404"/>
          </a:xfrm>
        </p:grpSpPr>
        <p:sp>
          <p:nvSpPr>
            <p:cNvPr id="977" name="Google Shape;977;p47"/>
            <p:cNvSpPr/>
            <p:nvPr/>
          </p:nvSpPr>
          <p:spPr>
            <a:xfrm>
              <a:off x="9786366" y="4491990"/>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8" name="Google Shape;978;p47"/>
            <p:cNvSpPr/>
            <p:nvPr/>
          </p:nvSpPr>
          <p:spPr>
            <a:xfrm>
              <a:off x="10658094" y="4747069"/>
              <a:ext cx="154940" cy="504825"/>
            </a:xfrm>
            <a:custGeom>
              <a:avLst/>
              <a:gdLst/>
              <a:ahLst/>
              <a:cxnLst/>
              <a:rect l="l" t="t" r="r" b="b"/>
              <a:pathLst>
                <a:path w="154940" h="504825" extrusionOk="0">
                  <a:moveTo>
                    <a:pt x="0" y="0"/>
                  </a:moveTo>
                  <a:lnTo>
                    <a:pt x="154432" y="0"/>
                  </a:lnTo>
                </a:path>
                <a:path w="154940" h="504825" extrusionOk="0">
                  <a:moveTo>
                    <a:pt x="0" y="252984"/>
                  </a:moveTo>
                  <a:lnTo>
                    <a:pt x="154432" y="252984"/>
                  </a:lnTo>
                </a:path>
                <a:path w="154940" h="504825" extrusionOk="0">
                  <a:moveTo>
                    <a:pt x="0" y="504444"/>
                  </a:moveTo>
                  <a:lnTo>
                    <a:pt x="154432" y="50444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9" name="Google Shape;979;p47"/>
            <p:cNvSpPr/>
            <p:nvPr/>
          </p:nvSpPr>
          <p:spPr>
            <a:xfrm>
              <a:off x="10042969" y="4482465"/>
              <a:ext cx="502920" cy="110489"/>
            </a:xfrm>
            <a:custGeom>
              <a:avLst/>
              <a:gdLst/>
              <a:ahLst/>
              <a:cxnLst/>
              <a:rect l="l" t="t" r="r" b="b"/>
              <a:pathLst>
                <a:path w="502920" h="110489" extrusionOk="0">
                  <a:moveTo>
                    <a:pt x="0" y="0"/>
                  </a:moveTo>
                  <a:lnTo>
                    <a:pt x="0" y="110109"/>
                  </a:lnTo>
                </a:path>
                <a:path w="502920" h="110489" extrusionOk="0">
                  <a:moveTo>
                    <a:pt x="251459" y="0"/>
                  </a:moveTo>
                  <a:lnTo>
                    <a:pt x="251459" y="110109"/>
                  </a:lnTo>
                </a:path>
                <a:path w="502920" h="110489" extrusionOk="0">
                  <a:moveTo>
                    <a:pt x="502920" y="0"/>
                  </a:moveTo>
                  <a:lnTo>
                    <a:pt x="502920" y="11010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0" name="Google Shape;980;p47"/>
            <p:cNvSpPr/>
            <p:nvPr/>
          </p:nvSpPr>
          <p:spPr>
            <a:xfrm>
              <a:off x="9641586" y="4592574"/>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1" name="Google Shape;981;p47"/>
            <p:cNvSpPr/>
            <p:nvPr/>
          </p:nvSpPr>
          <p:spPr>
            <a:xfrm>
              <a:off x="9641586" y="4592574"/>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2" name="Google Shape;982;p47"/>
            <p:cNvSpPr/>
            <p:nvPr/>
          </p:nvSpPr>
          <p:spPr>
            <a:xfrm>
              <a:off x="10490454" y="4847653"/>
              <a:ext cx="177800" cy="506095"/>
            </a:xfrm>
            <a:custGeom>
              <a:avLst/>
              <a:gdLst/>
              <a:ahLst/>
              <a:cxnLst/>
              <a:rect l="l" t="t" r="r" b="b"/>
              <a:pathLst>
                <a:path w="177800" h="506095" extrusionOk="0">
                  <a:moveTo>
                    <a:pt x="0" y="0"/>
                  </a:moveTo>
                  <a:lnTo>
                    <a:pt x="177291" y="0"/>
                  </a:lnTo>
                </a:path>
                <a:path w="177800" h="506095" extrusionOk="0">
                  <a:moveTo>
                    <a:pt x="0" y="252983"/>
                  </a:moveTo>
                  <a:lnTo>
                    <a:pt x="177291" y="252983"/>
                  </a:lnTo>
                </a:path>
                <a:path w="177800" h="506095" extrusionOk="0">
                  <a:moveTo>
                    <a:pt x="0" y="505967"/>
                  </a:moveTo>
                  <a:lnTo>
                    <a:pt x="177291"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3" name="Google Shape;983;p47"/>
            <p:cNvSpPr/>
            <p:nvPr/>
          </p:nvSpPr>
          <p:spPr>
            <a:xfrm>
              <a:off x="9898189" y="4583049"/>
              <a:ext cx="502920" cy="127000"/>
            </a:xfrm>
            <a:custGeom>
              <a:avLst/>
              <a:gdLst/>
              <a:ahLst/>
              <a:cxnLst/>
              <a:rect l="l" t="t" r="r" b="b"/>
              <a:pathLst>
                <a:path w="502920" h="127000" extrusionOk="0">
                  <a:moveTo>
                    <a:pt x="0" y="0"/>
                  </a:moveTo>
                  <a:lnTo>
                    <a:pt x="0" y="126873"/>
                  </a:lnTo>
                </a:path>
                <a:path w="502920" h="127000" extrusionOk="0">
                  <a:moveTo>
                    <a:pt x="251459" y="0"/>
                  </a:moveTo>
                  <a:lnTo>
                    <a:pt x="251459" y="126873"/>
                  </a:lnTo>
                </a:path>
                <a:path w="502920" h="127000" extrusionOk="0">
                  <a:moveTo>
                    <a:pt x="502920" y="0"/>
                  </a:moveTo>
                  <a:lnTo>
                    <a:pt x="502920"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4" name="Google Shape;984;p47"/>
            <p:cNvSpPr/>
            <p:nvPr/>
          </p:nvSpPr>
          <p:spPr>
            <a:xfrm>
              <a:off x="9473946" y="4709922"/>
              <a:ext cx="1016635" cy="1010919"/>
            </a:xfrm>
            <a:custGeom>
              <a:avLst/>
              <a:gdLst/>
              <a:ahLst/>
              <a:cxnLst/>
              <a:rect l="l" t="t" r="r" b="b"/>
              <a:pathLst>
                <a:path w="1016634"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5" name="Google Shape;985;p47"/>
            <p:cNvSpPr/>
            <p:nvPr/>
          </p:nvSpPr>
          <p:spPr>
            <a:xfrm>
              <a:off x="9473946" y="4709922"/>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6" name="Google Shape;986;p47"/>
            <p:cNvSpPr/>
            <p:nvPr/>
          </p:nvSpPr>
          <p:spPr>
            <a:xfrm>
              <a:off x="10328910" y="4965001"/>
              <a:ext cx="171450" cy="506095"/>
            </a:xfrm>
            <a:custGeom>
              <a:avLst/>
              <a:gdLst/>
              <a:ahLst/>
              <a:cxnLst/>
              <a:rect l="l" t="t" r="r" b="b"/>
              <a:pathLst>
                <a:path w="171450" h="506095" extrusionOk="0">
                  <a:moveTo>
                    <a:pt x="0" y="0"/>
                  </a:moveTo>
                  <a:lnTo>
                    <a:pt x="171196" y="0"/>
                  </a:lnTo>
                </a:path>
                <a:path w="171450" h="506095" extrusionOk="0">
                  <a:moveTo>
                    <a:pt x="0" y="252984"/>
                  </a:moveTo>
                  <a:lnTo>
                    <a:pt x="171196" y="252984"/>
                  </a:lnTo>
                </a:path>
                <a:path w="171450" h="506095" extrusionOk="0">
                  <a:moveTo>
                    <a:pt x="0" y="505968"/>
                  </a:moveTo>
                  <a:lnTo>
                    <a:pt x="171196"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7" name="Google Shape;987;p47"/>
            <p:cNvSpPr/>
            <p:nvPr/>
          </p:nvSpPr>
          <p:spPr>
            <a:xfrm>
              <a:off x="9730549" y="4700397"/>
              <a:ext cx="502920" cy="125730"/>
            </a:xfrm>
            <a:custGeom>
              <a:avLst/>
              <a:gdLst/>
              <a:ahLst/>
              <a:cxnLst/>
              <a:rect l="l" t="t" r="r" b="b"/>
              <a:pathLst>
                <a:path w="502920" h="125729" extrusionOk="0">
                  <a:moveTo>
                    <a:pt x="0" y="0"/>
                  </a:moveTo>
                  <a:lnTo>
                    <a:pt x="0" y="125349"/>
                  </a:lnTo>
                </a:path>
                <a:path w="502920" h="125729" extrusionOk="0">
                  <a:moveTo>
                    <a:pt x="251460" y="0"/>
                  </a:moveTo>
                  <a:lnTo>
                    <a:pt x="251460" y="125349"/>
                  </a:lnTo>
                </a:path>
                <a:path w="502920" h="125729" extrusionOk="0">
                  <a:moveTo>
                    <a:pt x="502920" y="0"/>
                  </a:moveTo>
                  <a:lnTo>
                    <a:pt x="502920"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8" name="Google Shape;988;p47"/>
            <p:cNvSpPr/>
            <p:nvPr/>
          </p:nvSpPr>
          <p:spPr>
            <a:xfrm>
              <a:off x="9312402" y="4825746"/>
              <a:ext cx="1016635" cy="1010919"/>
            </a:xfrm>
            <a:custGeom>
              <a:avLst/>
              <a:gdLst/>
              <a:ahLst/>
              <a:cxnLst/>
              <a:rect l="l" t="t" r="r" b="b"/>
              <a:pathLst>
                <a:path w="1016634"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9" name="Google Shape;989;p47"/>
            <p:cNvSpPr/>
            <p:nvPr/>
          </p:nvSpPr>
          <p:spPr>
            <a:xfrm>
              <a:off x="9312402" y="4825746"/>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0" name="Google Shape;990;p47"/>
            <p:cNvSpPr/>
            <p:nvPr/>
          </p:nvSpPr>
          <p:spPr>
            <a:xfrm>
              <a:off x="10173462" y="5080825"/>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1" name="Google Shape;991;p47"/>
            <p:cNvSpPr/>
            <p:nvPr/>
          </p:nvSpPr>
          <p:spPr>
            <a:xfrm>
              <a:off x="10173462" y="5586761"/>
              <a:ext cx="165100" cy="0"/>
            </a:xfrm>
            <a:custGeom>
              <a:avLst/>
              <a:gdLst/>
              <a:ahLst/>
              <a:cxnLst/>
              <a:rect l="l" t="t" r="r" b="b"/>
              <a:pathLst>
                <a:path w="165100" h="120000" extrusionOk="0">
                  <a:moveTo>
                    <a:pt x="0" y="0"/>
                  </a:moveTo>
                  <a:lnTo>
                    <a:pt x="165100" y="0"/>
                  </a:lnTo>
                </a:path>
              </a:pathLst>
            </a:custGeom>
            <a:noFill/>
            <a:ln w="29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2" name="Google Shape;992;p47"/>
            <p:cNvSpPr/>
            <p:nvPr/>
          </p:nvSpPr>
          <p:spPr>
            <a:xfrm>
              <a:off x="9569005" y="4816221"/>
              <a:ext cx="502920" cy="118110"/>
            </a:xfrm>
            <a:custGeom>
              <a:avLst/>
              <a:gdLst/>
              <a:ahLst/>
              <a:cxnLst/>
              <a:rect l="l" t="t" r="r" b="b"/>
              <a:pathLst>
                <a:path w="502920" h="118110" extrusionOk="0">
                  <a:moveTo>
                    <a:pt x="0" y="0"/>
                  </a:moveTo>
                  <a:lnTo>
                    <a:pt x="0" y="117728"/>
                  </a:lnTo>
                </a:path>
                <a:path w="502920" h="118110" extrusionOk="0">
                  <a:moveTo>
                    <a:pt x="251460" y="0"/>
                  </a:moveTo>
                  <a:lnTo>
                    <a:pt x="251460" y="117728"/>
                  </a:lnTo>
                </a:path>
                <a:path w="502920" h="118110" extrusionOk="0">
                  <a:moveTo>
                    <a:pt x="502920" y="0"/>
                  </a:moveTo>
                  <a:lnTo>
                    <a:pt x="502920"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3" name="Google Shape;993;p47"/>
            <p:cNvSpPr/>
            <p:nvPr/>
          </p:nvSpPr>
          <p:spPr>
            <a:xfrm>
              <a:off x="9156954" y="4933950"/>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4" name="Google Shape;994;p47"/>
            <p:cNvSpPr/>
            <p:nvPr/>
          </p:nvSpPr>
          <p:spPr>
            <a:xfrm>
              <a:off x="9156954" y="4933950"/>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5" name="Google Shape;995;p47"/>
            <p:cNvSpPr/>
            <p:nvPr/>
          </p:nvSpPr>
          <p:spPr>
            <a:xfrm>
              <a:off x="9156954" y="5183886"/>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6" name="Google Shape;996;p47"/>
            <p:cNvSpPr/>
            <p:nvPr/>
          </p:nvSpPr>
          <p:spPr>
            <a:xfrm>
              <a:off x="9156954" y="5436870"/>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7" name="Google Shape;997;p47"/>
            <p:cNvSpPr/>
            <p:nvPr/>
          </p:nvSpPr>
          <p:spPr>
            <a:xfrm>
              <a:off x="9156954" y="5689854"/>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8" name="Google Shape;998;p47"/>
            <p:cNvSpPr/>
            <p:nvPr/>
          </p:nvSpPr>
          <p:spPr>
            <a:xfrm>
              <a:off x="9409938" y="493395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9" name="Google Shape;999;p47"/>
            <p:cNvSpPr/>
            <p:nvPr/>
          </p:nvSpPr>
          <p:spPr>
            <a:xfrm>
              <a:off x="9661398" y="493395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0" name="Google Shape;1000;p47"/>
            <p:cNvSpPr/>
            <p:nvPr/>
          </p:nvSpPr>
          <p:spPr>
            <a:xfrm>
              <a:off x="9912858" y="493395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001" name="Google Shape;1001;p47"/>
          <p:cNvGrpSpPr/>
          <p:nvPr/>
        </p:nvGrpSpPr>
        <p:grpSpPr>
          <a:xfrm>
            <a:off x="1730501" y="4421504"/>
            <a:ext cx="1810639" cy="1795653"/>
            <a:chOff x="1730501" y="4421504"/>
            <a:chExt cx="1810639" cy="1795653"/>
          </a:xfrm>
        </p:grpSpPr>
        <p:sp>
          <p:nvSpPr>
            <p:cNvPr id="1002" name="Google Shape;1002;p47"/>
            <p:cNvSpPr/>
            <p:nvPr/>
          </p:nvSpPr>
          <p:spPr>
            <a:xfrm>
              <a:off x="2006346" y="4431029"/>
              <a:ext cx="1524000" cy="1515110"/>
            </a:xfrm>
            <a:custGeom>
              <a:avLst/>
              <a:gdLst/>
              <a:ahLst/>
              <a:cxnLst/>
              <a:rect l="l" t="t" r="r" b="b"/>
              <a:pathLst>
                <a:path w="1524000" h="1515110" extrusionOk="0">
                  <a:moveTo>
                    <a:pt x="1524000" y="0"/>
                  </a:moveTo>
                  <a:lnTo>
                    <a:pt x="0" y="0"/>
                  </a:lnTo>
                  <a:lnTo>
                    <a:pt x="0" y="124968"/>
                  </a:lnTo>
                  <a:lnTo>
                    <a:pt x="0" y="269748"/>
                  </a:lnTo>
                  <a:lnTo>
                    <a:pt x="0" y="1514856"/>
                  </a:lnTo>
                  <a:lnTo>
                    <a:pt x="1524000" y="1514856"/>
                  </a:lnTo>
                  <a:lnTo>
                    <a:pt x="1524000" y="269748"/>
                  </a:lnTo>
                  <a:lnTo>
                    <a:pt x="1524000" y="124968"/>
                  </a:lnTo>
                  <a:lnTo>
                    <a:pt x="152400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3" name="Google Shape;1003;p47"/>
            <p:cNvSpPr/>
            <p:nvPr/>
          </p:nvSpPr>
          <p:spPr>
            <a:xfrm>
              <a:off x="2006345" y="4431029"/>
              <a:ext cx="1524000" cy="1515110"/>
            </a:xfrm>
            <a:custGeom>
              <a:avLst/>
              <a:gdLst/>
              <a:ahLst/>
              <a:cxnLst/>
              <a:rect l="l" t="t" r="r" b="b"/>
              <a:pathLst>
                <a:path w="1524000" h="1515110" extrusionOk="0">
                  <a:moveTo>
                    <a:pt x="0" y="1514856"/>
                  </a:moveTo>
                  <a:lnTo>
                    <a:pt x="1524000" y="1514856"/>
                  </a:lnTo>
                  <a:lnTo>
                    <a:pt x="1524000"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4" name="Google Shape;1004;p47"/>
            <p:cNvSpPr/>
            <p:nvPr/>
          </p:nvSpPr>
          <p:spPr>
            <a:xfrm>
              <a:off x="2262060" y="4421504"/>
              <a:ext cx="1019810" cy="134620"/>
            </a:xfrm>
            <a:custGeom>
              <a:avLst/>
              <a:gdLst/>
              <a:ahLst/>
              <a:cxnLst/>
              <a:rect l="l" t="t" r="r" b="b"/>
              <a:pathLst>
                <a:path w="1019810" h="134620" extrusionOk="0">
                  <a:moveTo>
                    <a:pt x="505968" y="0"/>
                  </a:moveTo>
                  <a:lnTo>
                    <a:pt x="505968" y="134493"/>
                  </a:lnTo>
                </a:path>
                <a:path w="1019810" h="134620" extrusionOk="0">
                  <a:moveTo>
                    <a:pt x="763524" y="0"/>
                  </a:moveTo>
                  <a:lnTo>
                    <a:pt x="763524" y="134493"/>
                  </a:lnTo>
                </a:path>
                <a:path w="1019810" h="134620" extrusionOk="0">
                  <a:moveTo>
                    <a:pt x="1019555" y="0"/>
                  </a:moveTo>
                  <a:lnTo>
                    <a:pt x="1019555" y="134493"/>
                  </a:lnTo>
                </a:path>
                <a:path w="1019810" h="134620" extrusionOk="0">
                  <a:moveTo>
                    <a:pt x="249936" y="0"/>
                  </a:moveTo>
                  <a:lnTo>
                    <a:pt x="249936" y="134493"/>
                  </a:lnTo>
                </a:path>
                <a:path w="1019810" h="134620" extrusionOk="0">
                  <a:moveTo>
                    <a:pt x="0" y="0"/>
                  </a:moveTo>
                  <a:lnTo>
                    <a:pt x="0" y="134493"/>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5" name="Google Shape;1005;p47"/>
            <p:cNvSpPr/>
            <p:nvPr/>
          </p:nvSpPr>
          <p:spPr>
            <a:xfrm>
              <a:off x="3408425" y="4685093"/>
              <a:ext cx="132715" cy="759460"/>
            </a:xfrm>
            <a:custGeom>
              <a:avLst/>
              <a:gdLst/>
              <a:ahLst/>
              <a:cxnLst/>
              <a:rect l="l" t="t" r="r" b="b"/>
              <a:pathLst>
                <a:path w="132714" h="759460" extrusionOk="0">
                  <a:moveTo>
                    <a:pt x="0" y="0"/>
                  </a:moveTo>
                  <a:lnTo>
                    <a:pt x="132333" y="0"/>
                  </a:lnTo>
                </a:path>
                <a:path w="132714" h="759460" extrusionOk="0">
                  <a:moveTo>
                    <a:pt x="0" y="252983"/>
                  </a:moveTo>
                  <a:lnTo>
                    <a:pt x="132333" y="252983"/>
                  </a:lnTo>
                </a:path>
                <a:path w="132714" h="759460" extrusionOk="0">
                  <a:moveTo>
                    <a:pt x="0" y="505967"/>
                  </a:moveTo>
                  <a:lnTo>
                    <a:pt x="132333" y="505967"/>
                  </a:lnTo>
                </a:path>
                <a:path w="132714" h="759460" extrusionOk="0">
                  <a:moveTo>
                    <a:pt x="0" y="758951"/>
                  </a:moveTo>
                  <a:lnTo>
                    <a:pt x="132333" y="758951"/>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6" name="Google Shape;1006;p47"/>
            <p:cNvSpPr/>
            <p:nvPr/>
          </p:nvSpPr>
          <p:spPr>
            <a:xfrm>
              <a:off x="3408425" y="5697048"/>
              <a:ext cx="132715" cy="0"/>
            </a:xfrm>
            <a:custGeom>
              <a:avLst/>
              <a:gdLst/>
              <a:ahLst/>
              <a:cxnLst/>
              <a:rect l="l" t="t" r="r" b="b"/>
              <a:pathLst>
                <a:path w="132714" h="120000" extrusionOk="0">
                  <a:moveTo>
                    <a:pt x="0" y="0"/>
                  </a:moveTo>
                  <a:lnTo>
                    <a:pt x="132333" y="0"/>
                  </a:lnTo>
                </a:path>
              </a:pathLst>
            </a:custGeom>
            <a:noFill/>
            <a:ln w="24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7" name="Google Shape;1007;p47"/>
            <p:cNvSpPr/>
            <p:nvPr/>
          </p:nvSpPr>
          <p:spPr>
            <a:xfrm>
              <a:off x="1884426" y="4555997"/>
              <a:ext cx="1524000" cy="1516380"/>
            </a:xfrm>
            <a:custGeom>
              <a:avLst/>
              <a:gdLst/>
              <a:ahLst/>
              <a:cxnLst/>
              <a:rect l="l" t="t" r="r" b="b"/>
              <a:pathLst>
                <a:path w="1524000" h="1516379" extrusionOk="0">
                  <a:moveTo>
                    <a:pt x="1524000" y="0"/>
                  </a:moveTo>
                  <a:lnTo>
                    <a:pt x="0" y="0"/>
                  </a:lnTo>
                  <a:lnTo>
                    <a:pt x="0" y="144780"/>
                  </a:lnTo>
                  <a:lnTo>
                    <a:pt x="0" y="1516380"/>
                  </a:lnTo>
                  <a:lnTo>
                    <a:pt x="1524000" y="1516380"/>
                  </a:lnTo>
                  <a:lnTo>
                    <a:pt x="1524000" y="144780"/>
                  </a:lnTo>
                  <a:lnTo>
                    <a:pt x="152400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8" name="Google Shape;1008;p47"/>
            <p:cNvSpPr/>
            <p:nvPr/>
          </p:nvSpPr>
          <p:spPr>
            <a:xfrm>
              <a:off x="1884425" y="4555997"/>
              <a:ext cx="1524000" cy="1516380"/>
            </a:xfrm>
            <a:custGeom>
              <a:avLst/>
              <a:gdLst/>
              <a:ahLst/>
              <a:cxnLst/>
              <a:rect l="l" t="t" r="r" b="b"/>
              <a:pathLst>
                <a:path w="1524000" h="1516379" extrusionOk="0">
                  <a:moveTo>
                    <a:pt x="0" y="1516380"/>
                  </a:moveTo>
                  <a:lnTo>
                    <a:pt x="1524000" y="1516380"/>
                  </a:lnTo>
                  <a:lnTo>
                    <a:pt x="1524000" y="0"/>
                  </a:lnTo>
                  <a:lnTo>
                    <a:pt x="0" y="0"/>
                  </a:lnTo>
                  <a:lnTo>
                    <a:pt x="0" y="151638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9" name="Google Shape;1009;p47"/>
            <p:cNvSpPr/>
            <p:nvPr/>
          </p:nvSpPr>
          <p:spPr>
            <a:xfrm>
              <a:off x="2141664" y="4546472"/>
              <a:ext cx="1018540" cy="154305"/>
            </a:xfrm>
            <a:custGeom>
              <a:avLst/>
              <a:gdLst/>
              <a:ahLst/>
              <a:cxnLst/>
              <a:rect l="l" t="t" r="r" b="b"/>
              <a:pathLst>
                <a:path w="1018539" h="154304" extrusionOk="0">
                  <a:moveTo>
                    <a:pt x="504444" y="0"/>
                  </a:moveTo>
                  <a:lnTo>
                    <a:pt x="504444" y="154304"/>
                  </a:lnTo>
                </a:path>
                <a:path w="1018539" h="154304" extrusionOk="0">
                  <a:moveTo>
                    <a:pt x="762000" y="0"/>
                  </a:moveTo>
                  <a:lnTo>
                    <a:pt x="762000" y="154304"/>
                  </a:lnTo>
                </a:path>
                <a:path w="1018539" h="154304" extrusionOk="0">
                  <a:moveTo>
                    <a:pt x="1018032" y="0"/>
                  </a:moveTo>
                  <a:lnTo>
                    <a:pt x="1018032" y="154304"/>
                  </a:lnTo>
                </a:path>
                <a:path w="1018539" h="154304" extrusionOk="0">
                  <a:moveTo>
                    <a:pt x="248412" y="0"/>
                  </a:moveTo>
                  <a:lnTo>
                    <a:pt x="248412" y="154304"/>
                  </a:lnTo>
                </a:path>
                <a:path w="1018539" h="154304" extrusionOk="0">
                  <a:moveTo>
                    <a:pt x="0" y="0"/>
                  </a:moveTo>
                  <a:lnTo>
                    <a:pt x="0" y="154304"/>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0" name="Google Shape;1010;p47"/>
            <p:cNvSpPr/>
            <p:nvPr/>
          </p:nvSpPr>
          <p:spPr>
            <a:xfrm>
              <a:off x="3254501" y="4811585"/>
              <a:ext cx="164465" cy="759460"/>
            </a:xfrm>
            <a:custGeom>
              <a:avLst/>
              <a:gdLst/>
              <a:ahLst/>
              <a:cxnLst/>
              <a:rect l="l" t="t" r="r" b="b"/>
              <a:pathLst>
                <a:path w="164464" h="759460" extrusionOk="0">
                  <a:moveTo>
                    <a:pt x="0" y="0"/>
                  </a:moveTo>
                  <a:lnTo>
                    <a:pt x="164337" y="0"/>
                  </a:lnTo>
                </a:path>
                <a:path w="164464" h="759460" extrusionOk="0">
                  <a:moveTo>
                    <a:pt x="0" y="252984"/>
                  </a:moveTo>
                  <a:lnTo>
                    <a:pt x="164337" y="252984"/>
                  </a:lnTo>
                </a:path>
                <a:path w="164464" h="759460" extrusionOk="0">
                  <a:moveTo>
                    <a:pt x="0" y="505967"/>
                  </a:moveTo>
                  <a:lnTo>
                    <a:pt x="164337" y="505967"/>
                  </a:lnTo>
                </a:path>
                <a:path w="164464" h="759460" extrusionOk="0">
                  <a:moveTo>
                    <a:pt x="0" y="758951"/>
                  </a:moveTo>
                  <a:lnTo>
                    <a:pt x="164337" y="758951"/>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1" name="Google Shape;1011;p47"/>
            <p:cNvSpPr/>
            <p:nvPr/>
          </p:nvSpPr>
          <p:spPr>
            <a:xfrm>
              <a:off x="3254501" y="5822016"/>
              <a:ext cx="164465" cy="0"/>
            </a:xfrm>
            <a:custGeom>
              <a:avLst/>
              <a:gdLst/>
              <a:ahLst/>
              <a:cxnLst/>
              <a:rect l="l" t="t" r="r" b="b"/>
              <a:pathLst>
                <a:path w="164464" h="120000" extrusionOk="0">
                  <a:moveTo>
                    <a:pt x="0" y="0"/>
                  </a:moveTo>
                  <a:lnTo>
                    <a:pt x="164337" y="0"/>
                  </a:lnTo>
                </a:path>
              </a:pathLst>
            </a:custGeom>
            <a:noFill/>
            <a:ln w="24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2" name="Google Shape;1012;p47"/>
            <p:cNvSpPr/>
            <p:nvPr/>
          </p:nvSpPr>
          <p:spPr>
            <a:xfrm>
              <a:off x="1730501" y="4700777"/>
              <a:ext cx="1524000" cy="1516380"/>
            </a:xfrm>
            <a:custGeom>
              <a:avLst/>
              <a:gdLst/>
              <a:ahLst/>
              <a:cxnLst/>
              <a:rect l="l" t="t" r="r" b="b"/>
              <a:pathLst>
                <a:path w="1524000" h="1516379" extrusionOk="0">
                  <a:moveTo>
                    <a:pt x="1524000" y="0"/>
                  </a:moveTo>
                  <a:lnTo>
                    <a:pt x="0" y="0"/>
                  </a:lnTo>
                  <a:lnTo>
                    <a:pt x="0" y="1516380"/>
                  </a:lnTo>
                  <a:lnTo>
                    <a:pt x="1524000" y="1516380"/>
                  </a:lnTo>
                  <a:lnTo>
                    <a:pt x="152400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3" name="Google Shape;1013;p47"/>
            <p:cNvSpPr/>
            <p:nvPr/>
          </p:nvSpPr>
          <p:spPr>
            <a:xfrm>
              <a:off x="1730501" y="4700777"/>
              <a:ext cx="1524000" cy="1516380"/>
            </a:xfrm>
            <a:custGeom>
              <a:avLst/>
              <a:gdLst/>
              <a:ahLst/>
              <a:cxnLst/>
              <a:rect l="l" t="t" r="r" b="b"/>
              <a:pathLst>
                <a:path w="1524000" h="1516379" extrusionOk="0">
                  <a:moveTo>
                    <a:pt x="0" y="1516380"/>
                  </a:moveTo>
                  <a:lnTo>
                    <a:pt x="1524000" y="1516380"/>
                  </a:lnTo>
                  <a:lnTo>
                    <a:pt x="1524000" y="0"/>
                  </a:lnTo>
                  <a:lnTo>
                    <a:pt x="0" y="0"/>
                  </a:lnTo>
                  <a:lnTo>
                    <a:pt x="0" y="151638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4" name="Google Shape;1014;p47"/>
            <p:cNvSpPr/>
            <p:nvPr/>
          </p:nvSpPr>
          <p:spPr>
            <a:xfrm>
              <a:off x="2489453"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5" name="Google Shape;1015;p47"/>
            <p:cNvSpPr/>
            <p:nvPr/>
          </p:nvSpPr>
          <p:spPr>
            <a:xfrm>
              <a:off x="2747009"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6" name="Google Shape;1016;p47"/>
            <p:cNvSpPr/>
            <p:nvPr/>
          </p:nvSpPr>
          <p:spPr>
            <a:xfrm>
              <a:off x="3003041"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7" name="Google Shape;1017;p47"/>
            <p:cNvSpPr/>
            <p:nvPr/>
          </p:nvSpPr>
          <p:spPr>
            <a:xfrm>
              <a:off x="2233421"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8" name="Google Shape;1018;p47"/>
            <p:cNvSpPr/>
            <p:nvPr/>
          </p:nvSpPr>
          <p:spPr>
            <a:xfrm>
              <a:off x="1983485"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9" name="Google Shape;1019;p47"/>
            <p:cNvSpPr/>
            <p:nvPr/>
          </p:nvSpPr>
          <p:spPr>
            <a:xfrm>
              <a:off x="1730501" y="4953761"/>
              <a:ext cx="1525270" cy="5715"/>
            </a:xfrm>
            <a:custGeom>
              <a:avLst/>
              <a:gdLst/>
              <a:ahLst/>
              <a:cxnLst/>
              <a:rect l="l" t="t" r="r" b="b"/>
              <a:pathLst>
                <a:path w="1525270" h="5714" extrusionOk="0">
                  <a:moveTo>
                    <a:pt x="0" y="5333"/>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20" name="Google Shape;1020;p47"/>
            <p:cNvSpPr/>
            <p:nvPr/>
          </p:nvSpPr>
          <p:spPr>
            <a:xfrm>
              <a:off x="1730501" y="5206745"/>
              <a:ext cx="1525270" cy="5715"/>
            </a:xfrm>
            <a:custGeom>
              <a:avLst/>
              <a:gdLst/>
              <a:ahLst/>
              <a:cxnLst/>
              <a:rect l="l" t="t" r="r" b="b"/>
              <a:pathLst>
                <a:path w="1525270" h="5714" extrusionOk="0">
                  <a:moveTo>
                    <a:pt x="0" y="5333"/>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21" name="Google Shape;1021;p47"/>
            <p:cNvSpPr/>
            <p:nvPr/>
          </p:nvSpPr>
          <p:spPr>
            <a:xfrm>
              <a:off x="1730501" y="5458205"/>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22" name="Google Shape;1022;p47"/>
            <p:cNvSpPr/>
            <p:nvPr/>
          </p:nvSpPr>
          <p:spPr>
            <a:xfrm>
              <a:off x="1730501" y="5711189"/>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23" name="Google Shape;1023;p47"/>
            <p:cNvSpPr/>
            <p:nvPr/>
          </p:nvSpPr>
          <p:spPr>
            <a:xfrm>
              <a:off x="1730501" y="5964173"/>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24" name="Google Shape;1024;p47"/>
          <p:cNvSpPr txBox="1"/>
          <p:nvPr/>
        </p:nvSpPr>
        <p:spPr>
          <a:xfrm>
            <a:off x="4074667" y="5036896"/>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25" name="Google Shape;1025;p47"/>
          <p:cNvSpPr txBox="1"/>
          <p:nvPr/>
        </p:nvSpPr>
        <p:spPr>
          <a:xfrm>
            <a:off x="8340343" y="4967985"/>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027" name="Google Shape;1027;p47"/>
          <p:cNvSpPr txBox="1"/>
          <p:nvPr/>
        </p:nvSpPr>
        <p:spPr>
          <a:xfrm>
            <a:off x="6329934" y="50570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28" name="Google Shape;1028;p47"/>
          <p:cNvSpPr txBox="1"/>
          <p:nvPr/>
        </p:nvSpPr>
        <p:spPr>
          <a:xfrm>
            <a:off x="955954" y="3911600"/>
            <a:ext cx="36169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Depthwise Separable Convolution</a:t>
            </a:r>
            <a:endParaRPr sz="1800" b="0" i="0" u="none" strike="noStrike" cap="none">
              <a:solidFill>
                <a:srgbClr val="000000"/>
              </a:solidFill>
              <a:latin typeface="Cambria"/>
              <a:ea typeface="Cambria"/>
              <a:cs typeface="Cambria"/>
              <a:sym typeface="Cambria"/>
            </a:endParaRPr>
          </a:p>
        </p:txBody>
      </p:sp>
      <p:sp>
        <p:nvSpPr>
          <p:cNvPr id="1029" name="Google Shape;1029;p47"/>
          <p:cNvSpPr txBox="1"/>
          <p:nvPr/>
        </p:nvSpPr>
        <p:spPr>
          <a:xfrm>
            <a:off x="4636389" y="5929071"/>
            <a:ext cx="114744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Depthwise</a:t>
            </a:r>
            <a:endParaRPr sz="1800" b="0" i="0" u="none" strike="noStrike" cap="none">
              <a:solidFill>
                <a:srgbClr val="000000"/>
              </a:solidFill>
              <a:latin typeface="Cambria"/>
              <a:ea typeface="Cambria"/>
              <a:cs typeface="Cambria"/>
              <a:sym typeface="Cambria"/>
            </a:endParaRPr>
          </a:p>
        </p:txBody>
      </p:sp>
      <p:sp>
        <p:nvSpPr>
          <p:cNvPr id="1030" name="Google Shape;1030;p47"/>
          <p:cNvSpPr txBox="1"/>
          <p:nvPr/>
        </p:nvSpPr>
        <p:spPr>
          <a:xfrm>
            <a:off x="6834378" y="5936081"/>
            <a:ext cx="10617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Pointwise</a:t>
            </a:r>
            <a:endParaRPr sz="1800" b="0" i="0" u="none" strike="noStrike" cap="none">
              <a:solidFill>
                <a:srgbClr val="000000"/>
              </a:solidFill>
              <a:latin typeface="Cambria"/>
              <a:ea typeface="Cambria"/>
              <a:cs typeface="Cambria"/>
              <a:sym typeface="Cambria"/>
            </a:endParaRPr>
          </a:p>
        </p:txBody>
      </p:sp>
      <p:grpSp>
        <p:nvGrpSpPr>
          <p:cNvPr id="1031" name="Google Shape;1031;p47"/>
          <p:cNvGrpSpPr/>
          <p:nvPr/>
        </p:nvGrpSpPr>
        <p:grpSpPr>
          <a:xfrm>
            <a:off x="7077456" y="4892040"/>
            <a:ext cx="587121" cy="622300"/>
            <a:chOff x="7077456" y="4892040"/>
            <a:chExt cx="587121" cy="622300"/>
          </a:xfrm>
        </p:grpSpPr>
        <p:sp>
          <p:nvSpPr>
            <p:cNvPr id="1032" name="Google Shape;1032;p47"/>
            <p:cNvSpPr/>
            <p:nvPr/>
          </p:nvSpPr>
          <p:spPr>
            <a:xfrm>
              <a:off x="7416546" y="4903470"/>
              <a:ext cx="239395" cy="260985"/>
            </a:xfrm>
            <a:custGeom>
              <a:avLst/>
              <a:gdLst/>
              <a:ahLst/>
              <a:cxnLst/>
              <a:rect l="l" t="t" r="r" b="b"/>
              <a:pathLst>
                <a:path w="239395" h="260985" extrusionOk="0">
                  <a:moveTo>
                    <a:pt x="239268" y="0"/>
                  </a:moveTo>
                  <a:lnTo>
                    <a:pt x="0" y="0"/>
                  </a:lnTo>
                  <a:lnTo>
                    <a:pt x="0" y="260603"/>
                  </a:lnTo>
                  <a:lnTo>
                    <a:pt x="239268" y="260603"/>
                  </a:lnTo>
                  <a:lnTo>
                    <a:pt x="23926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3" name="Google Shape;1033;p47"/>
            <p:cNvSpPr/>
            <p:nvPr/>
          </p:nvSpPr>
          <p:spPr>
            <a:xfrm>
              <a:off x="7416546" y="4903470"/>
              <a:ext cx="239395" cy="260985"/>
            </a:xfrm>
            <a:custGeom>
              <a:avLst/>
              <a:gdLst/>
              <a:ahLst/>
              <a:cxnLst/>
              <a:rect l="l" t="t" r="r" b="b"/>
              <a:pathLst>
                <a:path w="239395" h="260985" extrusionOk="0">
                  <a:moveTo>
                    <a:pt x="0" y="260603"/>
                  </a:moveTo>
                  <a:lnTo>
                    <a:pt x="239268" y="260603"/>
                  </a:lnTo>
                  <a:lnTo>
                    <a:pt x="239268" y="0"/>
                  </a:lnTo>
                  <a:lnTo>
                    <a:pt x="0" y="0"/>
                  </a:lnTo>
                  <a:lnTo>
                    <a:pt x="0" y="260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4" name="Google Shape;1034;p47"/>
            <p:cNvSpPr/>
            <p:nvPr/>
          </p:nvSpPr>
          <p:spPr>
            <a:xfrm>
              <a:off x="7259574" y="5068062"/>
              <a:ext cx="239395" cy="260985"/>
            </a:xfrm>
            <a:custGeom>
              <a:avLst/>
              <a:gdLst/>
              <a:ahLst/>
              <a:cxnLst/>
              <a:rect l="l" t="t" r="r" b="b"/>
              <a:pathLst>
                <a:path w="239395" h="260985" extrusionOk="0">
                  <a:moveTo>
                    <a:pt x="239268" y="0"/>
                  </a:moveTo>
                  <a:lnTo>
                    <a:pt x="0" y="0"/>
                  </a:lnTo>
                  <a:lnTo>
                    <a:pt x="0" y="260603"/>
                  </a:lnTo>
                  <a:lnTo>
                    <a:pt x="239268" y="260603"/>
                  </a:lnTo>
                  <a:lnTo>
                    <a:pt x="23926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5" name="Google Shape;1035;p47"/>
            <p:cNvSpPr/>
            <p:nvPr/>
          </p:nvSpPr>
          <p:spPr>
            <a:xfrm>
              <a:off x="7259574" y="5068062"/>
              <a:ext cx="239395" cy="260985"/>
            </a:xfrm>
            <a:custGeom>
              <a:avLst/>
              <a:gdLst/>
              <a:ahLst/>
              <a:cxnLst/>
              <a:rect l="l" t="t" r="r" b="b"/>
              <a:pathLst>
                <a:path w="239395" h="260985" extrusionOk="0">
                  <a:moveTo>
                    <a:pt x="0" y="260603"/>
                  </a:moveTo>
                  <a:lnTo>
                    <a:pt x="239268" y="260603"/>
                  </a:lnTo>
                  <a:lnTo>
                    <a:pt x="239268" y="0"/>
                  </a:lnTo>
                  <a:lnTo>
                    <a:pt x="0" y="0"/>
                  </a:lnTo>
                  <a:lnTo>
                    <a:pt x="0" y="260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6" name="Google Shape;1036;p47"/>
            <p:cNvSpPr/>
            <p:nvPr/>
          </p:nvSpPr>
          <p:spPr>
            <a:xfrm>
              <a:off x="7077456" y="5229479"/>
              <a:ext cx="249554" cy="284480"/>
            </a:xfrm>
            <a:custGeom>
              <a:avLst/>
              <a:gdLst/>
              <a:ahLst/>
              <a:cxnLst/>
              <a:rect l="l" t="t" r="r" b="b"/>
              <a:pathLst>
                <a:path w="249554" h="284479" extrusionOk="0">
                  <a:moveTo>
                    <a:pt x="249301" y="283591"/>
                  </a:moveTo>
                  <a:lnTo>
                    <a:pt x="0" y="283591"/>
                  </a:lnTo>
                  <a:lnTo>
                    <a:pt x="0" y="284353"/>
                  </a:lnTo>
                  <a:lnTo>
                    <a:pt x="249301" y="284353"/>
                  </a:lnTo>
                  <a:lnTo>
                    <a:pt x="249301" y="283591"/>
                  </a:lnTo>
                  <a:close/>
                </a:path>
                <a:path w="249554" h="284479" extrusionOk="0">
                  <a:moveTo>
                    <a:pt x="249301" y="0"/>
                  </a:moveTo>
                  <a:lnTo>
                    <a:pt x="0" y="0"/>
                  </a:lnTo>
                  <a:lnTo>
                    <a:pt x="0" y="12319"/>
                  </a:lnTo>
                  <a:lnTo>
                    <a:pt x="249301" y="12319"/>
                  </a:lnTo>
                  <a:lnTo>
                    <a:pt x="249301"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7" name="Google Shape;1037;p47"/>
            <p:cNvSpPr/>
            <p:nvPr/>
          </p:nvSpPr>
          <p:spPr>
            <a:xfrm>
              <a:off x="7326757" y="4892040"/>
              <a:ext cx="337820" cy="622300"/>
            </a:xfrm>
            <a:custGeom>
              <a:avLst/>
              <a:gdLst/>
              <a:ahLst/>
              <a:cxnLst/>
              <a:rect l="l" t="t" r="r" b="b"/>
              <a:pathLst>
                <a:path w="337820" h="622300" extrusionOk="0">
                  <a:moveTo>
                    <a:pt x="337439" y="0"/>
                  </a:moveTo>
                  <a:lnTo>
                    <a:pt x="0" y="337438"/>
                  </a:lnTo>
                  <a:lnTo>
                    <a:pt x="0" y="621791"/>
                  </a:lnTo>
                  <a:lnTo>
                    <a:pt x="337439" y="284352"/>
                  </a:lnTo>
                  <a:lnTo>
                    <a:pt x="337439"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8" name="Google Shape;1038;p47"/>
            <p:cNvSpPr/>
            <p:nvPr/>
          </p:nvSpPr>
          <p:spPr>
            <a:xfrm>
              <a:off x="7077456" y="4892040"/>
              <a:ext cx="586740" cy="337820"/>
            </a:xfrm>
            <a:custGeom>
              <a:avLst/>
              <a:gdLst/>
              <a:ahLst/>
              <a:cxnLst/>
              <a:rect l="l" t="t" r="r" b="b"/>
              <a:pathLst>
                <a:path w="586740" h="337820" extrusionOk="0">
                  <a:moveTo>
                    <a:pt x="586740" y="0"/>
                  </a:moveTo>
                  <a:lnTo>
                    <a:pt x="337439" y="0"/>
                  </a:lnTo>
                  <a:lnTo>
                    <a:pt x="0" y="337438"/>
                  </a:lnTo>
                  <a:lnTo>
                    <a:pt x="249301" y="337438"/>
                  </a:lnTo>
                  <a:lnTo>
                    <a:pt x="586740"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39" name="Google Shape;1039;p47"/>
            <p:cNvSpPr/>
            <p:nvPr/>
          </p:nvSpPr>
          <p:spPr>
            <a:xfrm>
              <a:off x="7078218" y="5241798"/>
              <a:ext cx="253365" cy="271780"/>
            </a:xfrm>
            <a:custGeom>
              <a:avLst/>
              <a:gdLst/>
              <a:ahLst/>
              <a:cxnLst/>
              <a:rect l="l" t="t" r="r" b="b"/>
              <a:pathLst>
                <a:path w="253365" h="271779" extrusionOk="0">
                  <a:moveTo>
                    <a:pt x="252983" y="0"/>
                  </a:moveTo>
                  <a:lnTo>
                    <a:pt x="0" y="0"/>
                  </a:lnTo>
                  <a:lnTo>
                    <a:pt x="0" y="271271"/>
                  </a:lnTo>
                  <a:lnTo>
                    <a:pt x="252983" y="271271"/>
                  </a:lnTo>
                  <a:lnTo>
                    <a:pt x="252983"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40" name="Google Shape;1040;p47"/>
            <p:cNvSpPr/>
            <p:nvPr/>
          </p:nvSpPr>
          <p:spPr>
            <a:xfrm>
              <a:off x="7078218" y="5241798"/>
              <a:ext cx="253365" cy="271780"/>
            </a:xfrm>
            <a:custGeom>
              <a:avLst/>
              <a:gdLst/>
              <a:ahLst/>
              <a:cxnLst/>
              <a:rect l="l" t="t" r="r" b="b"/>
              <a:pathLst>
                <a:path w="253365" h="271779" extrusionOk="0">
                  <a:moveTo>
                    <a:pt x="0" y="271271"/>
                  </a:moveTo>
                  <a:lnTo>
                    <a:pt x="252983" y="271271"/>
                  </a:lnTo>
                  <a:lnTo>
                    <a:pt x="252983" y="0"/>
                  </a:lnTo>
                  <a:lnTo>
                    <a:pt x="0" y="0"/>
                  </a:lnTo>
                  <a:lnTo>
                    <a:pt x="0" y="27127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1041" name="Google Shape;1041;p4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pic>
        <p:nvPicPr>
          <p:cNvPr id="3" name="Picture 2"/>
          <p:cNvPicPr>
            <a:picLocks noChangeAspect="1"/>
          </p:cNvPicPr>
          <p:nvPr/>
        </p:nvPicPr>
        <p:blipFill>
          <a:blip r:embed="rId4"/>
          <a:stretch>
            <a:fillRect/>
          </a:stretch>
        </p:blipFill>
        <p:spPr>
          <a:xfrm>
            <a:off x="4690106" y="4558995"/>
            <a:ext cx="1269685" cy="123740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grpSp>
        <p:nvGrpSpPr>
          <p:cNvPr id="1083" name="Google Shape;1083;p48"/>
          <p:cNvGrpSpPr/>
          <p:nvPr/>
        </p:nvGrpSpPr>
        <p:grpSpPr>
          <a:xfrm>
            <a:off x="5444490" y="2114169"/>
            <a:ext cx="1692910" cy="1653540"/>
            <a:chOff x="5444490" y="2114169"/>
            <a:chExt cx="1692910" cy="1653540"/>
          </a:xfrm>
        </p:grpSpPr>
        <p:sp>
          <p:nvSpPr>
            <p:cNvPr id="1084" name="Google Shape;1084;p48"/>
            <p:cNvSpPr/>
            <p:nvPr/>
          </p:nvSpPr>
          <p:spPr>
            <a:xfrm>
              <a:off x="6110478" y="2126741"/>
              <a:ext cx="1018540" cy="1016635"/>
            </a:xfrm>
            <a:custGeom>
              <a:avLst/>
              <a:gdLst/>
              <a:ahLst/>
              <a:cxnLst/>
              <a:rect l="l" t="t" r="r" b="b"/>
              <a:pathLst>
                <a:path w="1018540" h="1016635" extrusionOk="0">
                  <a:moveTo>
                    <a:pt x="1018032" y="0"/>
                  </a:moveTo>
                  <a:lnTo>
                    <a:pt x="0" y="0"/>
                  </a:lnTo>
                  <a:lnTo>
                    <a:pt x="0" y="320040"/>
                  </a:lnTo>
                  <a:lnTo>
                    <a:pt x="0" y="609612"/>
                  </a:lnTo>
                  <a:lnTo>
                    <a:pt x="0" y="1016508"/>
                  </a:lnTo>
                  <a:lnTo>
                    <a:pt x="1018032" y="1016508"/>
                  </a:lnTo>
                  <a:lnTo>
                    <a:pt x="1018032" y="609612"/>
                  </a:lnTo>
                  <a:lnTo>
                    <a:pt x="1018032" y="320040"/>
                  </a:lnTo>
                  <a:lnTo>
                    <a:pt x="1018032"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5" name="Google Shape;1085;p48"/>
            <p:cNvSpPr/>
            <p:nvPr/>
          </p:nvSpPr>
          <p:spPr>
            <a:xfrm>
              <a:off x="6110478" y="2126742"/>
              <a:ext cx="1018540" cy="1016635"/>
            </a:xfrm>
            <a:custGeom>
              <a:avLst/>
              <a:gdLst/>
              <a:ahLst/>
              <a:cxnLst/>
              <a:rect l="l" t="t" r="r" b="b"/>
              <a:pathLst>
                <a:path w="1018540" h="1016635" extrusionOk="0">
                  <a:moveTo>
                    <a:pt x="0" y="1016508"/>
                  </a:moveTo>
                  <a:lnTo>
                    <a:pt x="1018031" y="1016508"/>
                  </a:lnTo>
                  <a:lnTo>
                    <a:pt x="1018031" y="0"/>
                  </a:lnTo>
                  <a:lnTo>
                    <a:pt x="0" y="0"/>
                  </a:lnTo>
                  <a:lnTo>
                    <a:pt x="0" y="10165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6" name="Google Shape;1086;p48"/>
            <p:cNvSpPr/>
            <p:nvPr/>
          </p:nvSpPr>
          <p:spPr>
            <a:xfrm>
              <a:off x="6453822" y="2114169"/>
              <a:ext cx="0" cy="332740"/>
            </a:xfrm>
            <a:custGeom>
              <a:avLst/>
              <a:gdLst/>
              <a:ahLst/>
              <a:cxnLst/>
              <a:rect l="l" t="t" r="r" b="b"/>
              <a:pathLst>
                <a:path w="120000" h="332739" extrusionOk="0">
                  <a:moveTo>
                    <a:pt x="0" y="0"/>
                  </a:moveTo>
                  <a:lnTo>
                    <a:pt x="0" y="332613"/>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7" name="Google Shape;1087;p48"/>
            <p:cNvSpPr/>
            <p:nvPr/>
          </p:nvSpPr>
          <p:spPr>
            <a:xfrm>
              <a:off x="6786054" y="2114169"/>
              <a:ext cx="0" cy="332740"/>
            </a:xfrm>
            <a:custGeom>
              <a:avLst/>
              <a:gdLst/>
              <a:ahLst/>
              <a:cxnLst/>
              <a:rect l="l" t="t" r="r" b="b"/>
              <a:pathLst>
                <a:path w="120000" h="332739" extrusionOk="0">
                  <a:moveTo>
                    <a:pt x="0" y="0"/>
                  </a:moveTo>
                  <a:lnTo>
                    <a:pt x="0" y="332613"/>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8" name="Google Shape;1088;p48"/>
            <p:cNvSpPr/>
            <p:nvPr/>
          </p:nvSpPr>
          <p:spPr>
            <a:xfrm>
              <a:off x="6808470" y="2465578"/>
              <a:ext cx="328930" cy="304800"/>
            </a:xfrm>
            <a:custGeom>
              <a:avLst/>
              <a:gdLst/>
              <a:ahLst/>
              <a:cxnLst/>
              <a:rect l="l" t="t" r="r" b="b"/>
              <a:pathLst>
                <a:path w="328929" h="304800" extrusionOk="0">
                  <a:moveTo>
                    <a:pt x="0" y="0"/>
                  </a:moveTo>
                  <a:lnTo>
                    <a:pt x="328422" y="0"/>
                  </a:lnTo>
                </a:path>
                <a:path w="328929" h="304800" extrusionOk="0">
                  <a:moveTo>
                    <a:pt x="0" y="304800"/>
                  </a:moveTo>
                  <a:lnTo>
                    <a:pt x="328422" y="30480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9" name="Google Shape;1089;p48"/>
            <p:cNvSpPr/>
            <p:nvPr/>
          </p:nvSpPr>
          <p:spPr>
            <a:xfrm>
              <a:off x="5791962" y="2446781"/>
              <a:ext cx="1016635"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0" name="Google Shape;1090;p48"/>
            <p:cNvSpPr/>
            <p:nvPr/>
          </p:nvSpPr>
          <p:spPr>
            <a:xfrm>
              <a:off x="5791962" y="2446782"/>
              <a:ext cx="1016635" cy="1022985"/>
            </a:xfrm>
            <a:custGeom>
              <a:avLst/>
              <a:gdLst/>
              <a:ahLst/>
              <a:cxnLst/>
              <a:rect l="l" t="t" r="r" b="b"/>
              <a:pathLst>
                <a:path w="1016634" h="1022985" extrusionOk="0">
                  <a:moveTo>
                    <a:pt x="0" y="1022603"/>
                  </a:moveTo>
                  <a:lnTo>
                    <a:pt x="1016508" y="1022603"/>
                  </a:lnTo>
                  <a:lnTo>
                    <a:pt x="1016508" y="0"/>
                  </a:lnTo>
                  <a:lnTo>
                    <a:pt x="0" y="0"/>
                  </a:lnTo>
                  <a:lnTo>
                    <a:pt x="0" y="1022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1" name="Google Shape;1091;p48"/>
            <p:cNvSpPr/>
            <p:nvPr/>
          </p:nvSpPr>
          <p:spPr>
            <a:xfrm>
              <a:off x="6133782" y="2434209"/>
              <a:ext cx="332740" cy="302260"/>
            </a:xfrm>
            <a:custGeom>
              <a:avLst/>
              <a:gdLst/>
              <a:ahLst/>
              <a:cxnLst/>
              <a:rect l="l" t="t" r="r" b="b"/>
              <a:pathLst>
                <a:path w="332739" h="302260" extrusionOk="0">
                  <a:moveTo>
                    <a:pt x="0" y="0"/>
                  </a:moveTo>
                  <a:lnTo>
                    <a:pt x="0" y="302133"/>
                  </a:lnTo>
                </a:path>
                <a:path w="332739" h="302260" extrusionOk="0">
                  <a:moveTo>
                    <a:pt x="332231" y="0"/>
                  </a:moveTo>
                  <a:lnTo>
                    <a:pt x="332231" y="302133"/>
                  </a:lnTo>
                </a:path>
              </a:pathLst>
            </a:custGeom>
            <a:noFill/>
            <a:ln w="26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2" name="Google Shape;1092;p48"/>
            <p:cNvSpPr/>
            <p:nvPr/>
          </p:nvSpPr>
          <p:spPr>
            <a:xfrm>
              <a:off x="6485382" y="2787142"/>
              <a:ext cx="333375" cy="306705"/>
            </a:xfrm>
            <a:custGeom>
              <a:avLst/>
              <a:gdLst/>
              <a:ahLst/>
              <a:cxnLst/>
              <a:rect l="l" t="t" r="r" b="b"/>
              <a:pathLst>
                <a:path w="333375" h="306705" extrusionOk="0">
                  <a:moveTo>
                    <a:pt x="0" y="0"/>
                  </a:moveTo>
                  <a:lnTo>
                    <a:pt x="332994" y="0"/>
                  </a:lnTo>
                </a:path>
                <a:path w="333375" h="306705" extrusionOk="0">
                  <a:moveTo>
                    <a:pt x="0" y="306324"/>
                  </a:moveTo>
                  <a:lnTo>
                    <a:pt x="332994" y="306324"/>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3" name="Google Shape;1093;p48"/>
            <p:cNvSpPr/>
            <p:nvPr/>
          </p:nvSpPr>
          <p:spPr>
            <a:xfrm>
              <a:off x="5444490" y="273634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4" name="Google Shape;1094;p48"/>
            <p:cNvSpPr/>
            <p:nvPr/>
          </p:nvSpPr>
          <p:spPr>
            <a:xfrm>
              <a:off x="5444490" y="273634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5" name="Google Shape;1095;p48"/>
            <p:cNvSpPr/>
            <p:nvPr/>
          </p:nvSpPr>
          <p:spPr>
            <a:xfrm>
              <a:off x="5791962" y="273329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6" name="Google Shape;1096;p48"/>
            <p:cNvSpPr/>
            <p:nvPr/>
          </p:nvSpPr>
          <p:spPr>
            <a:xfrm>
              <a:off x="6131814" y="273329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7" name="Google Shape;1097;p48"/>
            <p:cNvSpPr/>
            <p:nvPr/>
          </p:nvSpPr>
          <p:spPr>
            <a:xfrm>
              <a:off x="5444490" y="307619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8" name="Google Shape;1098;p48"/>
            <p:cNvSpPr/>
            <p:nvPr/>
          </p:nvSpPr>
          <p:spPr>
            <a:xfrm>
              <a:off x="5444490" y="3384041"/>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grpSp>
        <p:nvGrpSpPr>
          <p:cNvPr id="65" name="Google Shape;976;p47"/>
          <p:cNvGrpSpPr/>
          <p:nvPr/>
        </p:nvGrpSpPr>
        <p:grpSpPr>
          <a:xfrm>
            <a:off x="8919019" y="1689672"/>
            <a:ext cx="1656080" cy="1462404"/>
            <a:chOff x="9156954" y="4482465"/>
            <a:chExt cx="1656080" cy="1462404"/>
          </a:xfrm>
        </p:grpSpPr>
        <p:sp>
          <p:nvSpPr>
            <p:cNvPr id="66" name="Google Shape;977;p47"/>
            <p:cNvSpPr/>
            <p:nvPr/>
          </p:nvSpPr>
          <p:spPr>
            <a:xfrm>
              <a:off x="9786366" y="4491990"/>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7" name="Google Shape;978;p47"/>
            <p:cNvSpPr/>
            <p:nvPr/>
          </p:nvSpPr>
          <p:spPr>
            <a:xfrm>
              <a:off x="10658094" y="4747069"/>
              <a:ext cx="154940" cy="504825"/>
            </a:xfrm>
            <a:custGeom>
              <a:avLst/>
              <a:gdLst/>
              <a:ahLst/>
              <a:cxnLst/>
              <a:rect l="l" t="t" r="r" b="b"/>
              <a:pathLst>
                <a:path w="154940" h="504825" extrusionOk="0">
                  <a:moveTo>
                    <a:pt x="0" y="0"/>
                  </a:moveTo>
                  <a:lnTo>
                    <a:pt x="154432" y="0"/>
                  </a:lnTo>
                </a:path>
                <a:path w="154940" h="504825" extrusionOk="0">
                  <a:moveTo>
                    <a:pt x="0" y="252984"/>
                  </a:moveTo>
                  <a:lnTo>
                    <a:pt x="154432" y="252984"/>
                  </a:lnTo>
                </a:path>
                <a:path w="154940" h="504825" extrusionOk="0">
                  <a:moveTo>
                    <a:pt x="0" y="504444"/>
                  </a:moveTo>
                  <a:lnTo>
                    <a:pt x="154432" y="50444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8" name="Google Shape;979;p47"/>
            <p:cNvSpPr/>
            <p:nvPr/>
          </p:nvSpPr>
          <p:spPr>
            <a:xfrm>
              <a:off x="10042969" y="4482465"/>
              <a:ext cx="502920" cy="110489"/>
            </a:xfrm>
            <a:custGeom>
              <a:avLst/>
              <a:gdLst/>
              <a:ahLst/>
              <a:cxnLst/>
              <a:rect l="l" t="t" r="r" b="b"/>
              <a:pathLst>
                <a:path w="502920" h="110489" extrusionOk="0">
                  <a:moveTo>
                    <a:pt x="0" y="0"/>
                  </a:moveTo>
                  <a:lnTo>
                    <a:pt x="0" y="110109"/>
                  </a:lnTo>
                </a:path>
                <a:path w="502920" h="110489" extrusionOk="0">
                  <a:moveTo>
                    <a:pt x="251459" y="0"/>
                  </a:moveTo>
                  <a:lnTo>
                    <a:pt x="251459" y="110109"/>
                  </a:lnTo>
                </a:path>
                <a:path w="502920" h="110489" extrusionOk="0">
                  <a:moveTo>
                    <a:pt x="502920" y="0"/>
                  </a:moveTo>
                  <a:lnTo>
                    <a:pt x="502920" y="11010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 name="Google Shape;980;p47"/>
            <p:cNvSpPr/>
            <p:nvPr/>
          </p:nvSpPr>
          <p:spPr>
            <a:xfrm>
              <a:off x="9641586" y="4592574"/>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0" name="Google Shape;981;p47"/>
            <p:cNvSpPr/>
            <p:nvPr/>
          </p:nvSpPr>
          <p:spPr>
            <a:xfrm>
              <a:off x="9641586" y="4592574"/>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 name="Google Shape;982;p47"/>
            <p:cNvSpPr/>
            <p:nvPr/>
          </p:nvSpPr>
          <p:spPr>
            <a:xfrm>
              <a:off x="10490454" y="4847653"/>
              <a:ext cx="177800" cy="506095"/>
            </a:xfrm>
            <a:custGeom>
              <a:avLst/>
              <a:gdLst/>
              <a:ahLst/>
              <a:cxnLst/>
              <a:rect l="l" t="t" r="r" b="b"/>
              <a:pathLst>
                <a:path w="177800" h="506095" extrusionOk="0">
                  <a:moveTo>
                    <a:pt x="0" y="0"/>
                  </a:moveTo>
                  <a:lnTo>
                    <a:pt x="177291" y="0"/>
                  </a:lnTo>
                </a:path>
                <a:path w="177800" h="506095" extrusionOk="0">
                  <a:moveTo>
                    <a:pt x="0" y="252983"/>
                  </a:moveTo>
                  <a:lnTo>
                    <a:pt x="177291" y="252983"/>
                  </a:lnTo>
                </a:path>
                <a:path w="177800" h="506095" extrusionOk="0">
                  <a:moveTo>
                    <a:pt x="0" y="505967"/>
                  </a:moveTo>
                  <a:lnTo>
                    <a:pt x="177291"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983;p47"/>
            <p:cNvSpPr/>
            <p:nvPr/>
          </p:nvSpPr>
          <p:spPr>
            <a:xfrm>
              <a:off x="9898189" y="4583049"/>
              <a:ext cx="502920" cy="127000"/>
            </a:xfrm>
            <a:custGeom>
              <a:avLst/>
              <a:gdLst/>
              <a:ahLst/>
              <a:cxnLst/>
              <a:rect l="l" t="t" r="r" b="b"/>
              <a:pathLst>
                <a:path w="502920" h="127000" extrusionOk="0">
                  <a:moveTo>
                    <a:pt x="0" y="0"/>
                  </a:moveTo>
                  <a:lnTo>
                    <a:pt x="0" y="126873"/>
                  </a:lnTo>
                </a:path>
                <a:path w="502920" h="127000" extrusionOk="0">
                  <a:moveTo>
                    <a:pt x="251459" y="0"/>
                  </a:moveTo>
                  <a:lnTo>
                    <a:pt x="251459" y="126873"/>
                  </a:lnTo>
                </a:path>
                <a:path w="502920" h="127000" extrusionOk="0">
                  <a:moveTo>
                    <a:pt x="502920" y="0"/>
                  </a:moveTo>
                  <a:lnTo>
                    <a:pt x="502920"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3" name="Google Shape;984;p47"/>
            <p:cNvSpPr/>
            <p:nvPr/>
          </p:nvSpPr>
          <p:spPr>
            <a:xfrm>
              <a:off x="9473946" y="4709922"/>
              <a:ext cx="1016635" cy="1010919"/>
            </a:xfrm>
            <a:custGeom>
              <a:avLst/>
              <a:gdLst/>
              <a:ahLst/>
              <a:cxnLst/>
              <a:rect l="l" t="t" r="r" b="b"/>
              <a:pathLst>
                <a:path w="1016634"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4" name="Google Shape;985;p47"/>
            <p:cNvSpPr/>
            <p:nvPr/>
          </p:nvSpPr>
          <p:spPr>
            <a:xfrm>
              <a:off x="9473946" y="4709922"/>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 name="Google Shape;986;p47"/>
            <p:cNvSpPr/>
            <p:nvPr/>
          </p:nvSpPr>
          <p:spPr>
            <a:xfrm>
              <a:off x="10328910" y="4965001"/>
              <a:ext cx="171450" cy="506095"/>
            </a:xfrm>
            <a:custGeom>
              <a:avLst/>
              <a:gdLst/>
              <a:ahLst/>
              <a:cxnLst/>
              <a:rect l="l" t="t" r="r" b="b"/>
              <a:pathLst>
                <a:path w="171450" h="506095" extrusionOk="0">
                  <a:moveTo>
                    <a:pt x="0" y="0"/>
                  </a:moveTo>
                  <a:lnTo>
                    <a:pt x="171196" y="0"/>
                  </a:lnTo>
                </a:path>
                <a:path w="171450" h="506095" extrusionOk="0">
                  <a:moveTo>
                    <a:pt x="0" y="252984"/>
                  </a:moveTo>
                  <a:lnTo>
                    <a:pt x="171196" y="252984"/>
                  </a:lnTo>
                </a:path>
                <a:path w="171450" h="506095" extrusionOk="0">
                  <a:moveTo>
                    <a:pt x="0" y="505968"/>
                  </a:moveTo>
                  <a:lnTo>
                    <a:pt x="171196"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6" name="Google Shape;987;p47"/>
            <p:cNvSpPr/>
            <p:nvPr/>
          </p:nvSpPr>
          <p:spPr>
            <a:xfrm>
              <a:off x="9730549" y="4700397"/>
              <a:ext cx="502920" cy="125730"/>
            </a:xfrm>
            <a:custGeom>
              <a:avLst/>
              <a:gdLst/>
              <a:ahLst/>
              <a:cxnLst/>
              <a:rect l="l" t="t" r="r" b="b"/>
              <a:pathLst>
                <a:path w="502920" h="125729" extrusionOk="0">
                  <a:moveTo>
                    <a:pt x="0" y="0"/>
                  </a:moveTo>
                  <a:lnTo>
                    <a:pt x="0" y="125349"/>
                  </a:lnTo>
                </a:path>
                <a:path w="502920" h="125729" extrusionOk="0">
                  <a:moveTo>
                    <a:pt x="251460" y="0"/>
                  </a:moveTo>
                  <a:lnTo>
                    <a:pt x="251460" y="125349"/>
                  </a:lnTo>
                </a:path>
                <a:path w="502920" h="125729" extrusionOk="0">
                  <a:moveTo>
                    <a:pt x="502920" y="0"/>
                  </a:moveTo>
                  <a:lnTo>
                    <a:pt x="502920"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7" name="Google Shape;988;p47"/>
            <p:cNvSpPr/>
            <p:nvPr/>
          </p:nvSpPr>
          <p:spPr>
            <a:xfrm>
              <a:off x="9312402" y="4825746"/>
              <a:ext cx="1016635" cy="1010919"/>
            </a:xfrm>
            <a:custGeom>
              <a:avLst/>
              <a:gdLst/>
              <a:ahLst/>
              <a:cxnLst/>
              <a:rect l="l" t="t" r="r" b="b"/>
              <a:pathLst>
                <a:path w="1016634"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8" name="Google Shape;989;p47"/>
            <p:cNvSpPr/>
            <p:nvPr/>
          </p:nvSpPr>
          <p:spPr>
            <a:xfrm>
              <a:off x="9312402" y="4825746"/>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9" name="Google Shape;990;p47"/>
            <p:cNvSpPr/>
            <p:nvPr/>
          </p:nvSpPr>
          <p:spPr>
            <a:xfrm>
              <a:off x="10173462" y="5080825"/>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0" name="Google Shape;991;p47"/>
            <p:cNvSpPr/>
            <p:nvPr/>
          </p:nvSpPr>
          <p:spPr>
            <a:xfrm>
              <a:off x="10173462" y="5586761"/>
              <a:ext cx="165100" cy="0"/>
            </a:xfrm>
            <a:custGeom>
              <a:avLst/>
              <a:gdLst/>
              <a:ahLst/>
              <a:cxnLst/>
              <a:rect l="l" t="t" r="r" b="b"/>
              <a:pathLst>
                <a:path w="165100" h="120000" extrusionOk="0">
                  <a:moveTo>
                    <a:pt x="0" y="0"/>
                  </a:moveTo>
                  <a:lnTo>
                    <a:pt x="165100" y="0"/>
                  </a:lnTo>
                </a:path>
              </a:pathLst>
            </a:custGeom>
            <a:noFill/>
            <a:ln w="29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 name="Google Shape;992;p47"/>
            <p:cNvSpPr/>
            <p:nvPr/>
          </p:nvSpPr>
          <p:spPr>
            <a:xfrm>
              <a:off x="9569005" y="4816221"/>
              <a:ext cx="502920" cy="118110"/>
            </a:xfrm>
            <a:custGeom>
              <a:avLst/>
              <a:gdLst/>
              <a:ahLst/>
              <a:cxnLst/>
              <a:rect l="l" t="t" r="r" b="b"/>
              <a:pathLst>
                <a:path w="502920" h="118110" extrusionOk="0">
                  <a:moveTo>
                    <a:pt x="0" y="0"/>
                  </a:moveTo>
                  <a:lnTo>
                    <a:pt x="0" y="117728"/>
                  </a:lnTo>
                </a:path>
                <a:path w="502920" h="118110" extrusionOk="0">
                  <a:moveTo>
                    <a:pt x="251460" y="0"/>
                  </a:moveTo>
                  <a:lnTo>
                    <a:pt x="251460" y="117728"/>
                  </a:lnTo>
                </a:path>
                <a:path w="502920" h="118110" extrusionOk="0">
                  <a:moveTo>
                    <a:pt x="502920" y="0"/>
                  </a:moveTo>
                  <a:lnTo>
                    <a:pt x="502920"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2" name="Google Shape;993;p47"/>
            <p:cNvSpPr/>
            <p:nvPr/>
          </p:nvSpPr>
          <p:spPr>
            <a:xfrm>
              <a:off x="9156954" y="4933950"/>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9156954" y="4933950"/>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 name="Google Shape;995;p47"/>
            <p:cNvSpPr/>
            <p:nvPr/>
          </p:nvSpPr>
          <p:spPr>
            <a:xfrm>
              <a:off x="9156954" y="5183886"/>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9156954" y="5436870"/>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9156954" y="5689854"/>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409938" y="493395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661398" y="493395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912858" y="493395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5422360" y="2227834"/>
            <a:ext cx="1041400" cy="1034415"/>
            <a:chOff x="5422360" y="2227834"/>
            <a:chExt cx="1041400" cy="1034415"/>
          </a:xfrm>
        </p:grpSpPr>
        <p:sp>
          <p:nvSpPr>
            <p:cNvPr id="1093" name="Google Shape;1093;p48"/>
            <p:cNvSpPr/>
            <p:nvPr/>
          </p:nvSpPr>
          <p:spPr>
            <a:xfrm>
              <a:off x="5422360" y="223088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4" name="Google Shape;1094;p48"/>
            <p:cNvSpPr/>
            <p:nvPr/>
          </p:nvSpPr>
          <p:spPr>
            <a:xfrm>
              <a:off x="5422360" y="223088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5" name="Google Shape;1095;p48"/>
            <p:cNvSpPr/>
            <p:nvPr/>
          </p:nvSpPr>
          <p:spPr>
            <a:xfrm>
              <a:off x="5769832"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6" name="Google Shape;1096;p48"/>
            <p:cNvSpPr/>
            <p:nvPr/>
          </p:nvSpPr>
          <p:spPr>
            <a:xfrm>
              <a:off x="6109684"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7" name="Google Shape;1097;p48"/>
            <p:cNvSpPr/>
            <p:nvPr/>
          </p:nvSpPr>
          <p:spPr>
            <a:xfrm>
              <a:off x="5422360" y="257073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8" name="Google Shape;1098;p48"/>
            <p:cNvSpPr/>
            <p:nvPr/>
          </p:nvSpPr>
          <p:spPr>
            <a:xfrm>
              <a:off x="5422360" y="2878581"/>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6" name="Group 5"/>
          <p:cNvGrpSpPr/>
          <p:nvPr/>
        </p:nvGrpSpPr>
        <p:grpSpPr>
          <a:xfrm>
            <a:off x="1368297" y="2082925"/>
            <a:ext cx="1042670" cy="1034415"/>
            <a:chOff x="4379690" y="4257664"/>
            <a:chExt cx="1042670" cy="1034415"/>
          </a:xfrm>
        </p:grpSpPr>
        <p:sp>
          <p:nvSpPr>
            <p:cNvPr id="91" name="Google Shape;1093;p48"/>
            <p:cNvSpPr/>
            <p:nvPr/>
          </p:nvSpPr>
          <p:spPr>
            <a:xfrm>
              <a:off x="4379690" y="426071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 name="Google Shape;1094;p48"/>
            <p:cNvSpPr/>
            <p:nvPr/>
          </p:nvSpPr>
          <p:spPr>
            <a:xfrm>
              <a:off x="4380960" y="426071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1095;p48"/>
            <p:cNvSpPr/>
            <p:nvPr/>
          </p:nvSpPr>
          <p:spPr>
            <a:xfrm>
              <a:off x="4728432"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 name="Google Shape;1096;p48"/>
            <p:cNvSpPr/>
            <p:nvPr/>
          </p:nvSpPr>
          <p:spPr>
            <a:xfrm>
              <a:off x="5068284"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 name="Google Shape;1097;p48"/>
            <p:cNvSpPr/>
            <p:nvPr/>
          </p:nvSpPr>
          <p:spPr>
            <a:xfrm>
              <a:off x="4380960" y="460056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 name="Google Shape;1098;p48"/>
            <p:cNvSpPr/>
            <p:nvPr/>
          </p:nvSpPr>
          <p:spPr>
            <a:xfrm>
              <a:off x="4380960" y="4949507"/>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Tree>
    <p:extLst>
      <p:ext uri="{BB962C8B-B14F-4D97-AF65-F5344CB8AC3E}">
        <p14:creationId xmlns:p14="http://schemas.microsoft.com/office/powerpoint/2010/main" val="20707335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5422360" y="2227834"/>
            <a:ext cx="1041400" cy="1034415"/>
            <a:chOff x="5422360" y="2227834"/>
            <a:chExt cx="1041400" cy="1034415"/>
          </a:xfrm>
        </p:grpSpPr>
        <p:sp>
          <p:nvSpPr>
            <p:cNvPr id="1093" name="Google Shape;1093;p48"/>
            <p:cNvSpPr/>
            <p:nvPr/>
          </p:nvSpPr>
          <p:spPr>
            <a:xfrm>
              <a:off x="5422360" y="223088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4" name="Google Shape;1094;p48"/>
            <p:cNvSpPr/>
            <p:nvPr/>
          </p:nvSpPr>
          <p:spPr>
            <a:xfrm>
              <a:off x="5422360" y="223088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5" name="Google Shape;1095;p48"/>
            <p:cNvSpPr/>
            <p:nvPr/>
          </p:nvSpPr>
          <p:spPr>
            <a:xfrm>
              <a:off x="5769832"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6" name="Google Shape;1096;p48"/>
            <p:cNvSpPr/>
            <p:nvPr/>
          </p:nvSpPr>
          <p:spPr>
            <a:xfrm>
              <a:off x="6109684"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7" name="Google Shape;1097;p48"/>
            <p:cNvSpPr/>
            <p:nvPr/>
          </p:nvSpPr>
          <p:spPr>
            <a:xfrm>
              <a:off x="5422360" y="257073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8" name="Google Shape;1098;p48"/>
            <p:cNvSpPr/>
            <p:nvPr/>
          </p:nvSpPr>
          <p:spPr>
            <a:xfrm>
              <a:off x="5422360" y="2878581"/>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6" name="Group 5"/>
          <p:cNvGrpSpPr/>
          <p:nvPr/>
        </p:nvGrpSpPr>
        <p:grpSpPr>
          <a:xfrm>
            <a:off x="1728725" y="2073021"/>
            <a:ext cx="1042670" cy="1034415"/>
            <a:chOff x="4379690" y="4257664"/>
            <a:chExt cx="1042670" cy="1034415"/>
          </a:xfrm>
        </p:grpSpPr>
        <p:sp>
          <p:nvSpPr>
            <p:cNvPr id="91" name="Google Shape;1093;p48"/>
            <p:cNvSpPr/>
            <p:nvPr/>
          </p:nvSpPr>
          <p:spPr>
            <a:xfrm>
              <a:off x="4379690" y="426071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 name="Google Shape;1094;p48"/>
            <p:cNvSpPr/>
            <p:nvPr/>
          </p:nvSpPr>
          <p:spPr>
            <a:xfrm>
              <a:off x="4380960" y="426071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1095;p48"/>
            <p:cNvSpPr/>
            <p:nvPr/>
          </p:nvSpPr>
          <p:spPr>
            <a:xfrm>
              <a:off x="4728432"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 name="Google Shape;1096;p48"/>
            <p:cNvSpPr/>
            <p:nvPr/>
          </p:nvSpPr>
          <p:spPr>
            <a:xfrm>
              <a:off x="5068284"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 name="Google Shape;1097;p48"/>
            <p:cNvSpPr/>
            <p:nvPr/>
          </p:nvSpPr>
          <p:spPr>
            <a:xfrm>
              <a:off x="4380960" y="460056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 name="Google Shape;1098;p48"/>
            <p:cNvSpPr/>
            <p:nvPr/>
          </p:nvSpPr>
          <p:spPr>
            <a:xfrm>
              <a:off x="4380960" y="4949507"/>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Tree>
    <p:extLst>
      <p:ext uri="{BB962C8B-B14F-4D97-AF65-F5344CB8AC3E}">
        <p14:creationId xmlns:p14="http://schemas.microsoft.com/office/powerpoint/2010/main" val="31519089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5422360" y="2227834"/>
            <a:ext cx="1041400" cy="1034415"/>
            <a:chOff x="5422360" y="2227834"/>
            <a:chExt cx="1041400" cy="1034415"/>
          </a:xfrm>
        </p:grpSpPr>
        <p:sp>
          <p:nvSpPr>
            <p:cNvPr id="1093" name="Google Shape;1093;p48"/>
            <p:cNvSpPr/>
            <p:nvPr/>
          </p:nvSpPr>
          <p:spPr>
            <a:xfrm>
              <a:off x="5422360" y="223088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4" name="Google Shape;1094;p48"/>
            <p:cNvSpPr/>
            <p:nvPr/>
          </p:nvSpPr>
          <p:spPr>
            <a:xfrm>
              <a:off x="5422360" y="223088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5" name="Google Shape;1095;p48"/>
            <p:cNvSpPr/>
            <p:nvPr/>
          </p:nvSpPr>
          <p:spPr>
            <a:xfrm>
              <a:off x="5769832"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6" name="Google Shape;1096;p48"/>
            <p:cNvSpPr/>
            <p:nvPr/>
          </p:nvSpPr>
          <p:spPr>
            <a:xfrm>
              <a:off x="6109684"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7" name="Google Shape;1097;p48"/>
            <p:cNvSpPr/>
            <p:nvPr/>
          </p:nvSpPr>
          <p:spPr>
            <a:xfrm>
              <a:off x="5422360" y="257073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8" name="Google Shape;1098;p48"/>
            <p:cNvSpPr/>
            <p:nvPr/>
          </p:nvSpPr>
          <p:spPr>
            <a:xfrm>
              <a:off x="5422360" y="2878581"/>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6" name="Group 5"/>
          <p:cNvGrpSpPr/>
          <p:nvPr/>
        </p:nvGrpSpPr>
        <p:grpSpPr>
          <a:xfrm>
            <a:off x="2058218" y="2072832"/>
            <a:ext cx="1042670" cy="1034415"/>
            <a:chOff x="4379690" y="4257664"/>
            <a:chExt cx="1042670" cy="1034415"/>
          </a:xfrm>
        </p:grpSpPr>
        <p:sp>
          <p:nvSpPr>
            <p:cNvPr id="91" name="Google Shape;1093;p48"/>
            <p:cNvSpPr/>
            <p:nvPr/>
          </p:nvSpPr>
          <p:spPr>
            <a:xfrm>
              <a:off x="4379690" y="426071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 name="Google Shape;1094;p48"/>
            <p:cNvSpPr/>
            <p:nvPr/>
          </p:nvSpPr>
          <p:spPr>
            <a:xfrm>
              <a:off x="4380960" y="426071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1095;p48"/>
            <p:cNvSpPr/>
            <p:nvPr/>
          </p:nvSpPr>
          <p:spPr>
            <a:xfrm>
              <a:off x="4728432"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 name="Google Shape;1096;p48"/>
            <p:cNvSpPr/>
            <p:nvPr/>
          </p:nvSpPr>
          <p:spPr>
            <a:xfrm>
              <a:off x="5068284"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 name="Google Shape;1097;p48"/>
            <p:cNvSpPr/>
            <p:nvPr/>
          </p:nvSpPr>
          <p:spPr>
            <a:xfrm>
              <a:off x="4380960" y="460056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 name="Google Shape;1098;p48"/>
            <p:cNvSpPr/>
            <p:nvPr/>
          </p:nvSpPr>
          <p:spPr>
            <a:xfrm>
              <a:off x="4380960" y="4949507"/>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Tree>
    <p:extLst>
      <p:ext uri="{BB962C8B-B14F-4D97-AF65-F5344CB8AC3E}">
        <p14:creationId xmlns:p14="http://schemas.microsoft.com/office/powerpoint/2010/main" val="18564165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5422360" y="2227834"/>
            <a:ext cx="1041400" cy="1034415"/>
            <a:chOff x="5422360" y="2227834"/>
            <a:chExt cx="1041400" cy="1034415"/>
          </a:xfrm>
        </p:grpSpPr>
        <p:sp>
          <p:nvSpPr>
            <p:cNvPr id="1093" name="Google Shape;1093;p48"/>
            <p:cNvSpPr/>
            <p:nvPr/>
          </p:nvSpPr>
          <p:spPr>
            <a:xfrm>
              <a:off x="5422360" y="223088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4" name="Google Shape;1094;p48"/>
            <p:cNvSpPr/>
            <p:nvPr/>
          </p:nvSpPr>
          <p:spPr>
            <a:xfrm>
              <a:off x="5422360" y="223088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5" name="Google Shape;1095;p48"/>
            <p:cNvSpPr/>
            <p:nvPr/>
          </p:nvSpPr>
          <p:spPr>
            <a:xfrm>
              <a:off x="5769832"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6" name="Google Shape;1096;p48"/>
            <p:cNvSpPr/>
            <p:nvPr/>
          </p:nvSpPr>
          <p:spPr>
            <a:xfrm>
              <a:off x="6109684"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7" name="Google Shape;1097;p48"/>
            <p:cNvSpPr/>
            <p:nvPr/>
          </p:nvSpPr>
          <p:spPr>
            <a:xfrm>
              <a:off x="5422360" y="257073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8" name="Google Shape;1098;p48"/>
            <p:cNvSpPr/>
            <p:nvPr/>
          </p:nvSpPr>
          <p:spPr>
            <a:xfrm>
              <a:off x="5422360" y="2878581"/>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65</a:t>
            </a:fld>
            <a:endParaRPr lang="en-US"/>
          </a:p>
        </p:txBody>
      </p:sp>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6" name="Group 5"/>
          <p:cNvGrpSpPr/>
          <p:nvPr/>
        </p:nvGrpSpPr>
        <p:grpSpPr>
          <a:xfrm>
            <a:off x="2407534" y="2072832"/>
            <a:ext cx="1042670" cy="1034415"/>
            <a:chOff x="4379690" y="4257664"/>
            <a:chExt cx="1042670" cy="1034415"/>
          </a:xfrm>
        </p:grpSpPr>
        <p:sp>
          <p:nvSpPr>
            <p:cNvPr id="91" name="Google Shape;1093;p48"/>
            <p:cNvSpPr/>
            <p:nvPr/>
          </p:nvSpPr>
          <p:spPr>
            <a:xfrm>
              <a:off x="4379690" y="426071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 name="Google Shape;1094;p48"/>
            <p:cNvSpPr/>
            <p:nvPr/>
          </p:nvSpPr>
          <p:spPr>
            <a:xfrm>
              <a:off x="4380960" y="426071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1095;p48"/>
            <p:cNvSpPr/>
            <p:nvPr/>
          </p:nvSpPr>
          <p:spPr>
            <a:xfrm>
              <a:off x="4728432"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 name="Google Shape;1096;p48"/>
            <p:cNvSpPr/>
            <p:nvPr/>
          </p:nvSpPr>
          <p:spPr>
            <a:xfrm>
              <a:off x="5068284"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 name="Google Shape;1097;p48"/>
            <p:cNvSpPr/>
            <p:nvPr/>
          </p:nvSpPr>
          <p:spPr>
            <a:xfrm>
              <a:off x="4380960" y="460056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 name="Google Shape;1098;p48"/>
            <p:cNvSpPr/>
            <p:nvPr/>
          </p:nvSpPr>
          <p:spPr>
            <a:xfrm>
              <a:off x="4380960" y="4949507"/>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59" name="TextBox 58"/>
          <p:cNvSpPr txBox="1"/>
          <p:nvPr/>
        </p:nvSpPr>
        <p:spPr>
          <a:xfrm>
            <a:off x="9661852" y="2109044"/>
            <a:ext cx="260964" cy="307777"/>
          </a:xfrm>
          <a:prstGeom prst="rect">
            <a:avLst/>
          </a:prstGeom>
          <a:noFill/>
        </p:spPr>
        <p:txBody>
          <a:bodyPr wrap="square" rtlCol="0">
            <a:spAutoFit/>
          </a:bodyPr>
          <a:lstStyle/>
          <a:p>
            <a:r>
              <a:rPr lang="en-US" dirty="0"/>
              <a:t>X</a:t>
            </a:r>
          </a:p>
        </p:txBody>
      </p:sp>
    </p:spTree>
    <p:extLst>
      <p:ext uri="{BB962C8B-B14F-4D97-AF65-F5344CB8AC3E}">
        <p14:creationId xmlns:p14="http://schemas.microsoft.com/office/powerpoint/2010/main" val="10212312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5422360" y="2227834"/>
            <a:ext cx="1041400" cy="1034415"/>
            <a:chOff x="5422360" y="2227834"/>
            <a:chExt cx="1041400" cy="1034415"/>
          </a:xfrm>
        </p:grpSpPr>
        <p:sp>
          <p:nvSpPr>
            <p:cNvPr id="1093" name="Google Shape;1093;p48"/>
            <p:cNvSpPr/>
            <p:nvPr/>
          </p:nvSpPr>
          <p:spPr>
            <a:xfrm>
              <a:off x="5422360" y="223088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4" name="Google Shape;1094;p48"/>
            <p:cNvSpPr/>
            <p:nvPr/>
          </p:nvSpPr>
          <p:spPr>
            <a:xfrm>
              <a:off x="5422360" y="223088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5" name="Google Shape;1095;p48"/>
            <p:cNvSpPr/>
            <p:nvPr/>
          </p:nvSpPr>
          <p:spPr>
            <a:xfrm>
              <a:off x="5769832"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6" name="Google Shape;1096;p48"/>
            <p:cNvSpPr/>
            <p:nvPr/>
          </p:nvSpPr>
          <p:spPr>
            <a:xfrm>
              <a:off x="6109684" y="222783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7" name="Google Shape;1097;p48"/>
            <p:cNvSpPr/>
            <p:nvPr/>
          </p:nvSpPr>
          <p:spPr>
            <a:xfrm>
              <a:off x="5422360" y="257073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98" name="Google Shape;1098;p48"/>
            <p:cNvSpPr/>
            <p:nvPr/>
          </p:nvSpPr>
          <p:spPr>
            <a:xfrm>
              <a:off x="5422360" y="2878581"/>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grpSp>
        <p:nvGrpSpPr>
          <p:cNvPr id="6" name="Group 5"/>
          <p:cNvGrpSpPr/>
          <p:nvPr/>
        </p:nvGrpSpPr>
        <p:grpSpPr>
          <a:xfrm>
            <a:off x="2407534" y="3100246"/>
            <a:ext cx="1042670" cy="1034415"/>
            <a:chOff x="4379690" y="4257664"/>
            <a:chExt cx="1042670" cy="1034415"/>
          </a:xfrm>
        </p:grpSpPr>
        <p:sp>
          <p:nvSpPr>
            <p:cNvPr id="91" name="Google Shape;1093;p48"/>
            <p:cNvSpPr/>
            <p:nvPr/>
          </p:nvSpPr>
          <p:spPr>
            <a:xfrm>
              <a:off x="4379690" y="4260712"/>
              <a:ext cx="1041400" cy="1028700"/>
            </a:xfrm>
            <a:custGeom>
              <a:avLst/>
              <a:gdLst/>
              <a:ahLst/>
              <a:cxnLst/>
              <a:rect l="l" t="t" r="r" b="b"/>
              <a:pathLst>
                <a:path w="1041400" h="1028700" extrusionOk="0">
                  <a:moveTo>
                    <a:pt x="1040891" y="0"/>
                  </a:moveTo>
                  <a:lnTo>
                    <a:pt x="0" y="0"/>
                  </a:lnTo>
                  <a:lnTo>
                    <a:pt x="0" y="1028699"/>
                  </a:lnTo>
                  <a:lnTo>
                    <a:pt x="1040891" y="1028699"/>
                  </a:lnTo>
                  <a:lnTo>
                    <a:pt x="1040891" y="0"/>
                  </a:lnTo>
                  <a:close/>
                </a:path>
              </a:pathLst>
            </a:custGeom>
            <a:solidFill>
              <a:srgbClr val="EB9999">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2" name="Google Shape;1094;p48"/>
            <p:cNvSpPr/>
            <p:nvPr/>
          </p:nvSpPr>
          <p:spPr>
            <a:xfrm>
              <a:off x="4380960" y="4260712"/>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1095;p48"/>
            <p:cNvSpPr/>
            <p:nvPr/>
          </p:nvSpPr>
          <p:spPr>
            <a:xfrm>
              <a:off x="4728432"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4" name="Google Shape;1096;p48"/>
            <p:cNvSpPr/>
            <p:nvPr/>
          </p:nvSpPr>
          <p:spPr>
            <a:xfrm>
              <a:off x="5068284" y="4257664"/>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5" name="Google Shape;1097;p48"/>
            <p:cNvSpPr/>
            <p:nvPr/>
          </p:nvSpPr>
          <p:spPr>
            <a:xfrm>
              <a:off x="4380960" y="4600564"/>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6" name="Google Shape;1098;p48"/>
            <p:cNvSpPr/>
            <p:nvPr/>
          </p:nvSpPr>
          <p:spPr>
            <a:xfrm>
              <a:off x="4380960" y="4949507"/>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5" name="Group 4"/>
          <p:cNvGrpSpPr/>
          <p:nvPr/>
        </p:nvGrpSpPr>
        <p:grpSpPr>
          <a:xfrm>
            <a:off x="8902063" y="2102190"/>
            <a:ext cx="1033591" cy="1076443"/>
            <a:chOff x="8902063" y="2102190"/>
            <a:chExt cx="1033591" cy="1076443"/>
          </a:xfrm>
        </p:grpSpPr>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 name="Group 3"/>
            <p:cNvGrpSpPr/>
            <p:nvPr/>
          </p:nvGrpSpPr>
          <p:grpSpPr>
            <a:xfrm>
              <a:off x="8903333" y="2102190"/>
              <a:ext cx="1032321" cy="316341"/>
              <a:chOff x="8903333" y="2102190"/>
              <a:chExt cx="1032321" cy="316341"/>
            </a:xfrm>
          </p:grpSpPr>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59" name="TextBox 58"/>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1" name="Group 60"/>
            <p:cNvGrpSpPr/>
            <p:nvPr/>
          </p:nvGrpSpPr>
          <p:grpSpPr>
            <a:xfrm>
              <a:off x="8902063" y="2366479"/>
              <a:ext cx="1032321" cy="316341"/>
              <a:chOff x="8903333" y="2102190"/>
              <a:chExt cx="1032321" cy="316341"/>
            </a:xfrm>
          </p:grpSpPr>
          <p:sp>
            <p:nvSpPr>
              <p:cNvPr id="62"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TextBox 62"/>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64" name="TextBox 63"/>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65" name="TextBox 64"/>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66" name="TextBox 65"/>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7" name="Group 66"/>
            <p:cNvGrpSpPr/>
            <p:nvPr/>
          </p:nvGrpSpPr>
          <p:grpSpPr>
            <a:xfrm>
              <a:off x="8902063" y="2614705"/>
              <a:ext cx="1032321" cy="316341"/>
              <a:chOff x="8903333" y="2102190"/>
              <a:chExt cx="1032321" cy="316341"/>
            </a:xfrm>
          </p:grpSpPr>
          <p:sp>
            <p:nvSpPr>
              <p:cNvPr id="68"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 name="TextBox 68"/>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0" name="TextBox 69"/>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1" name="TextBox 70"/>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2" name="TextBox 71"/>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73" name="Group 72"/>
            <p:cNvGrpSpPr/>
            <p:nvPr/>
          </p:nvGrpSpPr>
          <p:grpSpPr>
            <a:xfrm>
              <a:off x="8902063" y="2862292"/>
              <a:ext cx="1032321" cy="316341"/>
              <a:chOff x="8903333" y="2102190"/>
              <a:chExt cx="1032321" cy="316341"/>
            </a:xfrm>
          </p:grpSpPr>
          <p:sp>
            <p:nvSpPr>
              <p:cNvPr id="7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 name="TextBox 74"/>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6" name="TextBox 75"/>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7" name="TextBox 76"/>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8" name="TextBox 77"/>
              <p:cNvSpPr txBox="1"/>
              <p:nvPr/>
            </p:nvSpPr>
            <p:spPr>
              <a:xfrm>
                <a:off x="9661852" y="2109044"/>
                <a:ext cx="260964" cy="307777"/>
              </a:xfrm>
              <a:prstGeom prst="rect">
                <a:avLst/>
              </a:prstGeom>
              <a:noFill/>
            </p:spPr>
            <p:txBody>
              <a:bodyPr wrap="square" rtlCol="0">
                <a:spAutoFit/>
              </a:bodyPr>
              <a:lstStyle/>
              <a:p>
                <a:r>
                  <a:rPr lang="en-US" dirty="0"/>
                  <a:t>X</a:t>
                </a:r>
              </a:p>
            </p:txBody>
          </p:sp>
        </p:grpSp>
      </p:grpSp>
    </p:spTree>
    <p:extLst>
      <p:ext uri="{BB962C8B-B14F-4D97-AF65-F5344CB8AC3E}">
        <p14:creationId xmlns:p14="http://schemas.microsoft.com/office/powerpoint/2010/main" val="8622689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67</a:t>
            </a:fld>
            <a:endParaRPr lang="en-US"/>
          </a:p>
        </p:txBody>
      </p:sp>
      <p:grpSp>
        <p:nvGrpSpPr>
          <p:cNvPr id="79" name="Group 78"/>
          <p:cNvGrpSpPr/>
          <p:nvPr/>
        </p:nvGrpSpPr>
        <p:grpSpPr>
          <a:xfrm>
            <a:off x="5678200" y="2108932"/>
            <a:ext cx="1061720" cy="1041741"/>
            <a:chOff x="6442075" y="6319902"/>
            <a:chExt cx="1061720" cy="1041741"/>
          </a:xfrm>
        </p:grpSpPr>
        <p:sp>
          <p:nvSpPr>
            <p:cNvPr id="80" name="Google Shape;1089;p48"/>
            <p:cNvSpPr/>
            <p:nvPr/>
          </p:nvSpPr>
          <p:spPr>
            <a:xfrm>
              <a:off x="6457737" y="6338658"/>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81" name="Group 80"/>
            <p:cNvGrpSpPr/>
            <p:nvPr/>
          </p:nvGrpSpPr>
          <p:grpSpPr>
            <a:xfrm>
              <a:off x="6442075" y="6319902"/>
              <a:ext cx="1051560" cy="1034415"/>
              <a:chOff x="6442075" y="6319902"/>
              <a:chExt cx="1051560" cy="1034415"/>
            </a:xfrm>
          </p:grpSpPr>
          <p:sp>
            <p:nvSpPr>
              <p:cNvPr id="90"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07" name="Google Shape;906;p47"/>
          <p:cNvSpPr/>
          <p:nvPr/>
        </p:nvSpPr>
        <p:spPr>
          <a:xfrm>
            <a:off x="10000008" y="5032499"/>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0" name="Group 9"/>
          <p:cNvGrpSpPr/>
          <p:nvPr/>
        </p:nvGrpSpPr>
        <p:grpSpPr>
          <a:xfrm>
            <a:off x="1577955" y="1870870"/>
            <a:ext cx="1061720" cy="1041741"/>
            <a:chOff x="5502432" y="5336199"/>
            <a:chExt cx="1061720" cy="1041741"/>
          </a:xfrm>
        </p:grpSpPr>
        <p:sp>
          <p:nvSpPr>
            <p:cNvPr id="130" name="Google Shape;1089;p48"/>
            <p:cNvSpPr/>
            <p:nvPr/>
          </p:nvSpPr>
          <p:spPr>
            <a:xfrm>
              <a:off x="5518094" y="5354955"/>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31" name="Group 130"/>
            <p:cNvGrpSpPr/>
            <p:nvPr/>
          </p:nvGrpSpPr>
          <p:grpSpPr>
            <a:xfrm>
              <a:off x="5502432" y="5336199"/>
              <a:ext cx="1051560" cy="1034415"/>
              <a:chOff x="6442075" y="6319902"/>
              <a:chExt cx="1051560" cy="1034415"/>
            </a:xfrm>
          </p:grpSpPr>
          <p:sp>
            <p:nvSpPr>
              <p:cNvPr id="132"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37" name="TextBox 136"/>
          <p:cNvSpPr txBox="1"/>
          <p:nvPr/>
        </p:nvSpPr>
        <p:spPr>
          <a:xfrm>
            <a:off x="8797890" y="2012903"/>
            <a:ext cx="260964" cy="307777"/>
          </a:xfrm>
          <a:prstGeom prst="rect">
            <a:avLst/>
          </a:prstGeom>
          <a:noFill/>
        </p:spPr>
        <p:txBody>
          <a:bodyPr wrap="square" rtlCol="0">
            <a:spAutoFit/>
          </a:bodyPr>
          <a:lstStyle/>
          <a:p>
            <a:r>
              <a:rPr lang="en-US" dirty="0"/>
              <a:t>X</a:t>
            </a:r>
          </a:p>
        </p:txBody>
      </p:sp>
      <p:grpSp>
        <p:nvGrpSpPr>
          <p:cNvPr id="9" name="Group 8"/>
          <p:cNvGrpSpPr/>
          <p:nvPr/>
        </p:nvGrpSpPr>
        <p:grpSpPr>
          <a:xfrm>
            <a:off x="8645490" y="2053788"/>
            <a:ext cx="1201997" cy="1171008"/>
            <a:chOff x="9494987" y="5256146"/>
            <a:chExt cx="1201997" cy="1171008"/>
          </a:xfrm>
        </p:grpSpPr>
        <p:sp>
          <p:nvSpPr>
            <p:cNvPr id="117" name="Google Shape;916;p47"/>
            <p:cNvSpPr/>
            <p:nvPr/>
          </p:nvSpPr>
          <p:spPr>
            <a:xfrm>
              <a:off x="9670824" y="5265671"/>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 name="Google Shape;917;p47"/>
            <p:cNvSpPr/>
            <p:nvPr/>
          </p:nvSpPr>
          <p:spPr>
            <a:xfrm>
              <a:off x="10531884" y="5520687"/>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 name="Google Shape;918;p47"/>
            <p:cNvSpPr/>
            <p:nvPr/>
          </p:nvSpPr>
          <p:spPr>
            <a:xfrm>
              <a:off x="10531884" y="5773734"/>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 name="Google Shape;919;p47"/>
            <p:cNvSpPr/>
            <p:nvPr/>
          </p:nvSpPr>
          <p:spPr>
            <a:xfrm>
              <a:off x="9927427" y="5256146"/>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5" name="Group 4"/>
            <p:cNvGrpSpPr/>
            <p:nvPr/>
          </p:nvGrpSpPr>
          <p:grpSpPr>
            <a:xfrm>
              <a:off x="9494987" y="5350711"/>
              <a:ext cx="1033591" cy="1076443"/>
              <a:chOff x="8902063" y="2102190"/>
              <a:chExt cx="1033591" cy="1076443"/>
            </a:xfrm>
          </p:grpSpPr>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 name="Group 3"/>
              <p:cNvGrpSpPr/>
              <p:nvPr/>
            </p:nvGrpSpPr>
            <p:grpSpPr>
              <a:xfrm>
                <a:off x="8903333" y="2102190"/>
                <a:ext cx="1032321" cy="316341"/>
                <a:chOff x="8903333" y="2102190"/>
                <a:chExt cx="1032321" cy="316341"/>
              </a:xfrm>
            </p:grpSpPr>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59" name="TextBox 58"/>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1" name="Group 60"/>
              <p:cNvGrpSpPr/>
              <p:nvPr/>
            </p:nvGrpSpPr>
            <p:grpSpPr>
              <a:xfrm>
                <a:off x="8902063" y="2366479"/>
                <a:ext cx="1032321" cy="316341"/>
                <a:chOff x="8903333" y="2102190"/>
                <a:chExt cx="1032321" cy="316341"/>
              </a:xfrm>
            </p:grpSpPr>
            <p:sp>
              <p:nvSpPr>
                <p:cNvPr id="62"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TextBox 62"/>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64" name="TextBox 63"/>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65" name="TextBox 64"/>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66" name="TextBox 65"/>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7" name="Group 66"/>
              <p:cNvGrpSpPr/>
              <p:nvPr/>
            </p:nvGrpSpPr>
            <p:grpSpPr>
              <a:xfrm>
                <a:off x="8902063" y="2614705"/>
                <a:ext cx="1032321" cy="316341"/>
                <a:chOff x="8903333" y="2102190"/>
                <a:chExt cx="1032321" cy="316341"/>
              </a:xfrm>
            </p:grpSpPr>
            <p:sp>
              <p:nvSpPr>
                <p:cNvPr id="68"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 name="TextBox 68"/>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0" name="TextBox 69"/>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1" name="TextBox 70"/>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2" name="TextBox 71"/>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73" name="Group 72"/>
              <p:cNvGrpSpPr/>
              <p:nvPr/>
            </p:nvGrpSpPr>
            <p:grpSpPr>
              <a:xfrm>
                <a:off x="8902063" y="2862292"/>
                <a:ext cx="1032321" cy="316341"/>
                <a:chOff x="8903333" y="2102190"/>
                <a:chExt cx="1032321" cy="316341"/>
              </a:xfrm>
            </p:grpSpPr>
            <p:sp>
              <p:nvSpPr>
                <p:cNvPr id="7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 name="TextBox 74"/>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6" name="TextBox 75"/>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7" name="TextBox 76"/>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8" name="TextBox 77"/>
                <p:cNvSpPr txBox="1"/>
                <p:nvPr/>
              </p:nvSpPr>
              <p:spPr>
                <a:xfrm>
                  <a:off x="9661852" y="2109044"/>
                  <a:ext cx="260964" cy="307777"/>
                </a:xfrm>
                <a:prstGeom prst="rect">
                  <a:avLst/>
                </a:prstGeom>
                <a:noFill/>
              </p:spPr>
              <p:txBody>
                <a:bodyPr wrap="square" rtlCol="0">
                  <a:spAutoFit/>
                </a:bodyPr>
                <a:lstStyle/>
                <a:p>
                  <a:r>
                    <a:rPr lang="en-US" dirty="0"/>
                    <a:t>X</a:t>
                  </a:r>
                </a:p>
              </p:txBody>
            </p:sp>
          </p:grpSp>
        </p:grpSp>
      </p:grpSp>
    </p:spTree>
    <p:extLst>
      <p:ext uri="{BB962C8B-B14F-4D97-AF65-F5344CB8AC3E}">
        <p14:creationId xmlns:p14="http://schemas.microsoft.com/office/powerpoint/2010/main" val="13817164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68</a:t>
            </a:fld>
            <a:endParaRPr lang="en-US"/>
          </a:p>
        </p:txBody>
      </p:sp>
      <p:grpSp>
        <p:nvGrpSpPr>
          <p:cNvPr id="79" name="Group 78"/>
          <p:cNvGrpSpPr/>
          <p:nvPr/>
        </p:nvGrpSpPr>
        <p:grpSpPr>
          <a:xfrm>
            <a:off x="5678200" y="2108932"/>
            <a:ext cx="1061720" cy="1041741"/>
            <a:chOff x="6442075" y="6319902"/>
            <a:chExt cx="1061720" cy="1041741"/>
          </a:xfrm>
        </p:grpSpPr>
        <p:sp>
          <p:nvSpPr>
            <p:cNvPr id="80" name="Google Shape;1089;p48"/>
            <p:cNvSpPr/>
            <p:nvPr/>
          </p:nvSpPr>
          <p:spPr>
            <a:xfrm>
              <a:off x="6457737" y="6338658"/>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81" name="Group 80"/>
            <p:cNvGrpSpPr/>
            <p:nvPr/>
          </p:nvGrpSpPr>
          <p:grpSpPr>
            <a:xfrm>
              <a:off x="6442075" y="6319902"/>
              <a:ext cx="1051560" cy="1034415"/>
              <a:chOff x="6442075" y="6319902"/>
              <a:chExt cx="1051560" cy="1034415"/>
            </a:xfrm>
          </p:grpSpPr>
          <p:sp>
            <p:nvSpPr>
              <p:cNvPr id="90"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07" name="Google Shape;906;p47"/>
          <p:cNvSpPr/>
          <p:nvPr/>
        </p:nvSpPr>
        <p:spPr>
          <a:xfrm>
            <a:off x="10000008" y="5032499"/>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0" name="Group 9"/>
          <p:cNvGrpSpPr/>
          <p:nvPr/>
        </p:nvGrpSpPr>
        <p:grpSpPr>
          <a:xfrm>
            <a:off x="1927280" y="1870870"/>
            <a:ext cx="1061720" cy="1041741"/>
            <a:chOff x="5502432" y="5336199"/>
            <a:chExt cx="1061720" cy="1041741"/>
          </a:xfrm>
        </p:grpSpPr>
        <p:sp>
          <p:nvSpPr>
            <p:cNvPr id="130" name="Google Shape;1089;p48"/>
            <p:cNvSpPr/>
            <p:nvPr/>
          </p:nvSpPr>
          <p:spPr>
            <a:xfrm>
              <a:off x="5518094" y="5354955"/>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31" name="Group 130"/>
            <p:cNvGrpSpPr/>
            <p:nvPr/>
          </p:nvGrpSpPr>
          <p:grpSpPr>
            <a:xfrm>
              <a:off x="5502432" y="5336199"/>
              <a:ext cx="1051560" cy="1034415"/>
              <a:chOff x="6442075" y="6319902"/>
              <a:chExt cx="1051560" cy="1034415"/>
            </a:xfrm>
          </p:grpSpPr>
          <p:sp>
            <p:nvSpPr>
              <p:cNvPr id="132"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37" name="TextBox 136"/>
          <p:cNvSpPr txBox="1"/>
          <p:nvPr/>
        </p:nvSpPr>
        <p:spPr>
          <a:xfrm>
            <a:off x="8797890" y="2012903"/>
            <a:ext cx="260964" cy="307777"/>
          </a:xfrm>
          <a:prstGeom prst="rect">
            <a:avLst/>
          </a:prstGeom>
          <a:noFill/>
        </p:spPr>
        <p:txBody>
          <a:bodyPr wrap="square" rtlCol="0">
            <a:spAutoFit/>
          </a:bodyPr>
          <a:lstStyle/>
          <a:p>
            <a:r>
              <a:rPr lang="en-US" dirty="0"/>
              <a:t>X</a:t>
            </a:r>
          </a:p>
        </p:txBody>
      </p:sp>
      <p:sp>
        <p:nvSpPr>
          <p:cNvPr id="91" name="TextBox 90"/>
          <p:cNvSpPr txBox="1"/>
          <p:nvPr/>
        </p:nvSpPr>
        <p:spPr>
          <a:xfrm>
            <a:off x="9053030" y="2021467"/>
            <a:ext cx="260964" cy="307777"/>
          </a:xfrm>
          <a:prstGeom prst="rect">
            <a:avLst/>
          </a:prstGeom>
          <a:noFill/>
        </p:spPr>
        <p:txBody>
          <a:bodyPr wrap="square" rtlCol="0">
            <a:spAutoFit/>
          </a:bodyPr>
          <a:lstStyle/>
          <a:p>
            <a:r>
              <a:rPr lang="en-US" dirty="0"/>
              <a:t>X</a:t>
            </a:r>
          </a:p>
        </p:txBody>
      </p:sp>
      <p:grpSp>
        <p:nvGrpSpPr>
          <p:cNvPr id="9" name="Group 8"/>
          <p:cNvGrpSpPr/>
          <p:nvPr/>
        </p:nvGrpSpPr>
        <p:grpSpPr>
          <a:xfrm>
            <a:off x="8645490" y="2053788"/>
            <a:ext cx="1201997" cy="1171008"/>
            <a:chOff x="9494987" y="5256146"/>
            <a:chExt cx="1201997" cy="1171008"/>
          </a:xfrm>
        </p:grpSpPr>
        <p:sp>
          <p:nvSpPr>
            <p:cNvPr id="117" name="Google Shape;916;p47"/>
            <p:cNvSpPr/>
            <p:nvPr/>
          </p:nvSpPr>
          <p:spPr>
            <a:xfrm>
              <a:off x="9670824" y="5265671"/>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 name="Google Shape;917;p47"/>
            <p:cNvSpPr/>
            <p:nvPr/>
          </p:nvSpPr>
          <p:spPr>
            <a:xfrm>
              <a:off x="10531884" y="5520687"/>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 name="Google Shape;918;p47"/>
            <p:cNvSpPr/>
            <p:nvPr/>
          </p:nvSpPr>
          <p:spPr>
            <a:xfrm>
              <a:off x="10531884" y="5773734"/>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 name="Google Shape;919;p47"/>
            <p:cNvSpPr/>
            <p:nvPr/>
          </p:nvSpPr>
          <p:spPr>
            <a:xfrm>
              <a:off x="9927427" y="5256146"/>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5" name="Group 4"/>
            <p:cNvGrpSpPr/>
            <p:nvPr/>
          </p:nvGrpSpPr>
          <p:grpSpPr>
            <a:xfrm>
              <a:off x="9494987" y="5350711"/>
              <a:ext cx="1033591" cy="1076443"/>
              <a:chOff x="8902063" y="2102190"/>
              <a:chExt cx="1033591" cy="1076443"/>
            </a:xfrm>
          </p:grpSpPr>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 name="Group 3"/>
              <p:cNvGrpSpPr/>
              <p:nvPr/>
            </p:nvGrpSpPr>
            <p:grpSpPr>
              <a:xfrm>
                <a:off x="8903333" y="2102190"/>
                <a:ext cx="1032321" cy="316341"/>
                <a:chOff x="8903333" y="2102190"/>
                <a:chExt cx="1032321" cy="316341"/>
              </a:xfrm>
            </p:grpSpPr>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59" name="TextBox 58"/>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1" name="Group 60"/>
              <p:cNvGrpSpPr/>
              <p:nvPr/>
            </p:nvGrpSpPr>
            <p:grpSpPr>
              <a:xfrm>
                <a:off x="8902063" y="2366479"/>
                <a:ext cx="1032321" cy="316341"/>
                <a:chOff x="8903333" y="2102190"/>
                <a:chExt cx="1032321" cy="316341"/>
              </a:xfrm>
            </p:grpSpPr>
            <p:sp>
              <p:nvSpPr>
                <p:cNvPr id="62"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TextBox 62"/>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64" name="TextBox 63"/>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65" name="TextBox 64"/>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66" name="TextBox 65"/>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7" name="Group 66"/>
              <p:cNvGrpSpPr/>
              <p:nvPr/>
            </p:nvGrpSpPr>
            <p:grpSpPr>
              <a:xfrm>
                <a:off x="8902063" y="2614705"/>
                <a:ext cx="1032321" cy="316341"/>
                <a:chOff x="8903333" y="2102190"/>
                <a:chExt cx="1032321" cy="316341"/>
              </a:xfrm>
            </p:grpSpPr>
            <p:sp>
              <p:nvSpPr>
                <p:cNvPr id="68"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 name="TextBox 68"/>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0" name="TextBox 69"/>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1" name="TextBox 70"/>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2" name="TextBox 71"/>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73" name="Group 72"/>
              <p:cNvGrpSpPr/>
              <p:nvPr/>
            </p:nvGrpSpPr>
            <p:grpSpPr>
              <a:xfrm>
                <a:off x="8902063" y="2862292"/>
                <a:ext cx="1032321" cy="316341"/>
                <a:chOff x="8903333" y="2102190"/>
                <a:chExt cx="1032321" cy="316341"/>
              </a:xfrm>
            </p:grpSpPr>
            <p:sp>
              <p:nvSpPr>
                <p:cNvPr id="7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 name="TextBox 74"/>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6" name="TextBox 75"/>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7" name="TextBox 76"/>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8" name="TextBox 77"/>
                <p:cNvSpPr txBox="1"/>
                <p:nvPr/>
              </p:nvSpPr>
              <p:spPr>
                <a:xfrm>
                  <a:off x="9661852" y="2109044"/>
                  <a:ext cx="260964" cy="307777"/>
                </a:xfrm>
                <a:prstGeom prst="rect">
                  <a:avLst/>
                </a:prstGeom>
                <a:noFill/>
              </p:spPr>
              <p:txBody>
                <a:bodyPr wrap="square" rtlCol="0">
                  <a:spAutoFit/>
                </a:bodyPr>
                <a:lstStyle/>
                <a:p>
                  <a:r>
                    <a:rPr lang="en-US" dirty="0"/>
                    <a:t>X</a:t>
                  </a:r>
                </a:p>
              </p:txBody>
            </p:sp>
          </p:grpSp>
        </p:grpSp>
      </p:grpSp>
    </p:spTree>
    <p:extLst>
      <p:ext uri="{BB962C8B-B14F-4D97-AF65-F5344CB8AC3E}">
        <p14:creationId xmlns:p14="http://schemas.microsoft.com/office/powerpoint/2010/main" val="32321567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69</a:t>
            </a:fld>
            <a:endParaRPr lang="en-US"/>
          </a:p>
        </p:txBody>
      </p:sp>
      <p:grpSp>
        <p:nvGrpSpPr>
          <p:cNvPr id="79" name="Group 78"/>
          <p:cNvGrpSpPr/>
          <p:nvPr/>
        </p:nvGrpSpPr>
        <p:grpSpPr>
          <a:xfrm>
            <a:off x="5678200" y="2108932"/>
            <a:ext cx="1061720" cy="1041741"/>
            <a:chOff x="6442075" y="6319902"/>
            <a:chExt cx="1061720" cy="1041741"/>
          </a:xfrm>
        </p:grpSpPr>
        <p:sp>
          <p:nvSpPr>
            <p:cNvPr id="80" name="Google Shape;1089;p48"/>
            <p:cNvSpPr/>
            <p:nvPr/>
          </p:nvSpPr>
          <p:spPr>
            <a:xfrm>
              <a:off x="6457737" y="6338658"/>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81" name="Group 80"/>
            <p:cNvGrpSpPr/>
            <p:nvPr/>
          </p:nvGrpSpPr>
          <p:grpSpPr>
            <a:xfrm>
              <a:off x="6442075" y="6319902"/>
              <a:ext cx="1051560" cy="1034415"/>
              <a:chOff x="6442075" y="6319902"/>
              <a:chExt cx="1051560" cy="1034415"/>
            </a:xfrm>
          </p:grpSpPr>
          <p:sp>
            <p:nvSpPr>
              <p:cNvPr id="90"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07" name="Google Shape;906;p47"/>
          <p:cNvSpPr/>
          <p:nvPr/>
        </p:nvSpPr>
        <p:spPr>
          <a:xfrm>
            <a:off x="10000008" y="5032499"/>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0" name="Group 9"/>
          <p:cNvGrpSpPr/>
          <p:nvPr/>
        </p:nvGrpSpPr>
        <p:grpSpPr>
          <a:xfrm>
            <a:off x="2266322" y="1870870"/>
            <a:ext cx="1061720" cy="1041741"/>
            <a:chOff x="5502432" y="5336199"/>
            <a:chExt cx="1061720" cy="1041741"/>
          </a:xfrm>
        </p:grpSpPr>
        <p:sp>
          <p:nvSpPr>
            <p:cNvPr id="130" name="Google Shape;1089;p48"/>
            <p:cNvSpPr/>
            <p:nvPr/>
          </p:nvSpPr>
          <p:spPr>
            <a:xfrm>
              <a:off x="5518094" y="5354955"/>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31" name="Group 130"/>
            <p:cNvGrpSpPr/>
            <p:nvPr/>
          </p:nvGrpSpPr>
          <p:grpSpPr>
            <a:xfrm>
              <a:off x="5502432" y="5336199"/>
              <a:ext cx="1051560" cy="1034415"/>
              <a:chOff x="6442075" y="6319902"/>
              <a:chExt cx="1051560" cy="1034415"/>
            </a:xfrm>
          </p:grpSpPr>
          <p:sp>
            <p:nvSpPr>
              <p:cNvPr id="132"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37" name="TextBox 136"/>
          <p:cNvSpPr txBox="1"/>
          <p:nvPr/>
        </p:nvSpPr>
        <p:spPr>
          <a:xfrm>
            <a:off x="8797890" y="2012903"/>
            <a:ext cx="260964" cy="307777"/>
          </a:xfrm>
          <a:prstGeom prst="rect">
            <a:avLst/>
          </a:prstGeom>
          <a:noFill/>
        </p:spPr>
        <p:txBody>
          <a:bodyPr wrap="square" rtlCol="0">
            <a:spAutoFit/>
          </a:bodyPr>
          <a:lstStyle/>
          <a:p>
            <a:r>
              <a:rPr lang="en-US" dirty="0"/>
              <a:t>X</a:t>
            </a:r>
          </a:p>
        </p:txBody>
      </p:sp>
      <p:sp>
        <p:nvSpPr>
          <p:cNvPr id="91" name="TextBox 90"/>
          <p:cNvSpPr txBox="1"/>
          <p:nvPr/>
        </p:nvSpPr>
        <p:spPr>
          <a:xfrm>
            <a:off x="9053030" y="2021467"/>
            <a:ext cx="260964" cy="307777"/>
          </a:xfrm>
          <a:prstGeom prst="rect">
            <a:avLst/>
          </a:prstGeom>
          <a:noFill/>
        </p:spPr>
        <p:txBody>
          <a:bodyPr wrap="square" rtlCol="0">
            <a:spAutoFit/>
          </a:bodyPr>
          <a:lstStyle/>
          <a:p>
            <a:r>
              <a:rPr lang="en-US" dirty="0"/>
              <a:t>X</a:t>
            </a:r>
          </a:p>
        </p:txBody>
      </p:sp>
      <p:sp>
        <p:nvSpPr>
          <p:cNvPr id="92" name="TextBox 91"/>
          <p:cNvSpPr txBox="1"/>
          <p:nvPr/>
        </p:nvSpPr>
        <p:spPr>
          <a:xfrm>
            <a:off x="9318444" y="2019757"/>
            <a:ext cx="260964" cy="307777"/>
          </a:xfrm>
          <a:prstGeom prst="rect">
            <a:avLst/>
          </a:prstGeom>
          <a:noFill/>
        </p:spPr>
        <p:txBody>
          <a:bodyPr wrap="square" rtlCol="0">
            <a:spAutoFit/>
          </a:bodyPr>
          <a:lstStyle/>
          <a:p>
            <a:r>
              <a:rPr lang="en-US" dirty="0"/>
              <a:t>X</a:t>
            </a:r>
          </a:p>
        </p:txBody>
      </p:sp>
      <p:grpSp>
        <p:nvGrpSpPr>
          <p:cNvPr id="9" name="Group 8"/>
          <p:cNvGrpSpPr/>
          <p:nvPr/>
        </p:nvGrpSpPr>
        <p:grpSpPr>
          <a:xfrm>
            <a:off x="8645490" y="2053788"/>
            <a:ext cx="1201997" cy="1171008"/>
            <a:chOff x="9494987" y="5256146"/>
            <a:chExt cx="1201997" cy="1171008"/>
          </a:xfrm>
        </p:grpSpPr>
        <p:sp>
          <p:nvSpPr>
            <p:cNvPr id="117" name="Google Shape;916;p47"/>
            <p:cNvSpPr/>
            <p:nvPr/>
          </p:nvSpPr>
          <p:spPr>
            <a:xfrm>
              <a:off x="9670824" y="5265671"/>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 name="Google Shape;917;p47"/>
            <p:cNvSpPr/>
            <p:nvPr/>
          </p:nvSpPr>
          <p:spPr>
            <a:xfrm>
              <a:off x="10531884" y="5520687"/>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 name="Google Shape;918;p47"/>
            <p:cNvSpPr/>
            <p:nvPr/>
          </p:nvSpPr>
          <p:spPr>
            <a:xfrm>
              <a:off x="10531884" y="5773734"/>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 name="Google Shape;919;p47"/>
            <p:cNvSpPr/>
            <p:nvPr/>
          </p:nvSpPr>
          <p:spPr>
            <a:xfrm>
              <a:off x="9927427" y="5256146"/>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5" name="Group 4"/>
            <p:cNvGrpSpPr/>
            <p:nvPr/>
          </p:nvGrpSpPr>
          <p:grpSpPr>
            <a:xfrm>
              <a:off x="9494987" y="5350711"/>
              <a:ext cx="1033591" cy="1076443"/>
              <a:chOff x="8902063" y="2102190"/>
              <a:chExt cx="1033591" cy="1076443"/>
            </a:xfrm>
          </p:grpSpPr>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 name="Group 3"/>
              <p:cNvGrpSpPr/>
              <p:nvPr/>
            </p:nvGrpSpPr>
            <p:grpSpPr>
              <a:xfrm>
                <a:off x="8903333" y="2102190"/>
                <a:ext cx="1032321" cy="316341"/>
                <a:chOff x="8903333" y="2102190"/>
                <a:chExt cx="1032321" cy="316341"/>
              </a:xfrm>
            </p:grpSpPr>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59" name="TextBox 58"/>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1" name="Group 60"/>
              <p:cNvGrpSpPr/>
              <p:nvPr/>
            </p:nvGrpSpPr>
            <p:grpSpPr>
              <a:xfrm>
                <a:off x="8902063" y="2366479"/>
                <a:ext cx="1032321" cy="316341"/>
                <a:chOff x="8903333" y="2102190"/>
                <a:chExt cx="1032321" cy="316341"/>
              </a:xfrm>
            </p:grpSpPr>
            <p:sp>
              <p:nvSpPr>
                <p:cNvPr id="62"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TextBox 62"/>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64" name="TextBox 63"/>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65" name="TextBox 64"/>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66" name="TextBox 65"/>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7" name="Group 66"/>
              <p:cNvGrpSpPr/>
              <p:nvPr/>
            </p:nvGrpSpPr>
            <p:grpSpPr>
              <a:xfrm>
                <a:off x="8902063" y="2614705"/>
                <a:ext cx="1032321" cy="316341"/>
                <a:chOff x="8903333" y="2102190"/>
                <a:chExt cx="1032321" cy="316341"/>
              </a:xfrm>
            </p:grpSpPr>
            <p:sp>
              <p:nvSpPr>
                <p:cNvPr id="68"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 name="TextBox 68"/>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0" name="TextBox 69"/>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1" name="TextBox 70"/>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2" name="TextBox 71"/>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73" name="Group 72"/>
              <p:cNvGrpSpPr/>
              <p:nvPr/>
            </p:nvGrpSpPr>
            <p:grpSpPr>
              <a:xfrm>
                <a:off x="8902063" y="2862292"/>
                <a:ext cx="1032321" cy="316341"/>
                <a:chOff x="8903333" y="2102190"/>
                <a:chExt cx="1032321" cy="316341"/>
              </a:xfrm>
            </p:grpSpPr>
            <p:sp>
              <p:nvSpPr>
                <p:cNvPr id="7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 name="TextBox 74"/>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6" name="TextBox 75"/>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7" name="TextBox 76"/>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8" name="TextBox 77"/>
                <p:cNvSpPr txBox="1"/>
                <p:nvPr/>
              </p:nvSpPr>
              <p:spPr>
                <a:xfrm>
                  <a:off x="9661852" y="2109044"/>
                  <a:ext cx="260964" cy="307777"/>
                </a:xfrm>
                <a:prstGeom prst="rect">
                  <a:avLst/>
                </a:prstGeom>
                <a:noFill/>
              </p:spPr>
              <p:txBody>
                <a:bodyPr wrap="square" rtlCol="0">
                  <a:spAutoFit/>
                </a:bodyPr>
                <a:lstStyle/>
                <a:p>
                  <a:r>
                    <a:rPr lang="en-US" dirty="0"/>
                    <a:t>X</a:t>
                  </a:r>
                </a:p>
              </p:txBody>
            </p:sp>
          </p:grpSp>
        </p:grpSp>
      </p:grpSp>
    </p:spTree>
    <p:extLst>
      <p:ext uri="{BB962C8B-B14F-4D97-AF65-F5344CB8AC3E}">
        <p14:creationId xmlns:p14="http://schemas.microsoft.com/office/powerpoint/2010/main" val="35860838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grpSp>
        <p:nvGrpSpPr>
          <p:cNvPr id="79" name="Group 78"/>
          <p:cNvGrpSpPr/>
          <p:nvPr/>
        </p:nvGrpSpPr>
        <p:grpSpPr>
          <a:xfrm>
            <a:off x="5678200" y="2108932"/>
            <a:ext cx="1061720" cy="1041741"/>
            <a:chOff x="6442075" y="6319902"/>
            <a:chExt cx="1061720" cy="1041741"/>
          </a:xfrm>
        </p:grpSpPr>
        <p:sp>
          <p:nvSpPr>
            <p:cNvPr id="80" name="Google Shape;1089;p48"/>
            <p:cNvSpPr/>
            <p:nvPr/>
          </p:nvSpPr>
          <p:spPr>
            <a:xfrm>
              <a:off x="6457737" y="6338658"/>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81" name="Group 80"/>
            <p:cNvGrpSpPr/>
            <p:nvPr/>
          </p:nvGrpSpPr>
          <p:grpSpPr>
            <a:xfrm>
              <a:off x="6442075" y="6319902"/>
              <a:ext cx="1051560" cy="1034415"/>
              <a:chOff x="6442075" y="6319902"/>
              <a:chExt cx="1051560" cy="1034415"/>
            </a:xfrm>
          </p:grpSpPr>
          <p:sp>
            <p:nvSpPr>
              <p:cNvPr id="90"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07" name="Google Shape;906;p47"/>
          <p:cNvSpPr/>
          <p:nvPr/>
        </p:nvSpPr>
        <p:spPr>
          <a:xfrm>
            <a:off x="10000008" y="5032499"/>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2605367" y="1696593"/>
            <a:ext cx="1059453" cy="1208692"/>
            <a:chOff x="2605367" y="1696593"/>
            <a:chExt cx="1059453" cy="1208692"/>
          </a:xfrm>
        </p:grpSpPr>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 name="Google Shape;1089;p48"/>
            <p:cNvSpPr/>
            <p:nvPr/>
          </p:nvSpPr>
          <p:spPr>
            <a:xfrm>
              <a:off x="2618762" y="1872365"/>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31" name="Group 130"/>
            <p:cNvGrpSpPr/>
            <p:nvPr/>
          </p:nvGrpSpPr>
          <p:grpSpPr>
            <a:xfrm>
              <a:off x="2605367" y="1870870"/>
              <a:ext cx="1051560" cy="1034415"/>
              <a:chOff x="6442075" y="6319902"/>
              <a:chExt cx="1051560" cy="1034415"/>
            </a:xfrm>
          </p:grpSpPr>
          <p:sp>
            <p:nvSpPr>
              <p:cNvPr id="132"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 name="Google Shape;1095;p48"/>
              <p:cNvSpPr/>
              <p:nvPr/>
            </p:nvSpPr>
            <p:spPr>
              <a:xfrm>
                <a:off x="6810095"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 name="Google Shape;1096;p48"/>
              <p:cNvSpPr/>
              <p:nvPr/>
            </p:nvSpPr>
            <p:spPr>
              <a:xfrm>
                <a:off x="7160221"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37" name="TextBox 136"/>
          <p:cNvSpPr txBox="1"/>
          <p:nvPr/>
        </p:nvSpPr>
        <p:spPr>
          <a:xfrm>
            <a:off x="8797890" y="2012903"/>
            <a:ext cx="260964" cy="307777"/>
          </a:xfrm>
          <a:prstGeom prst="rect">
            <a:avLst/>
          </a:prstGeom>
          <a:noFill/>
        </p:spPr>
        <p:txBody>
          <a:bodyPr wrap="square" rtlCol="0">
            <a:spAutoFit/>
          </a:bodyPr>
          <a:lstStyle/>
          <a:p>
            <a:r>
              <a:rPr lang="en-US" dirty="0"/>
              <a:t>X</a:t>
            </a:r>
          </a:p>
        </p:txBody>
      </p:sp>
      <p:sp>
        <p:nvSpPr>
          <p:cNvPr id="91" name="TextBox 90"/>
          <p:cNvSpPr txBox="1"/>
          <p:nvPr/>
        </p:nvSpPr>
        <p:spPr>
          <a:xfrm>
            <a:off x="9053030" y="2021467"/>
            <a:ext cx="260964" cy="307777"/>
          </a:xfrm>
          <a:prstGeom prst="rect">
            <a:avLst/>
          </a:prstGeom>
          <a:noFill/>
        </p:spPr>
        <p:txBody>
          <a:bodyPr wrap="square" rtlCol="0">
            <a:spAutoFit/>
          </a:bodyPr>
          <a:lstStyle/>
          <a:p>
            <a:r>
              <a:rPr lang="en-US" dirty="0"/>
              <a:t>X</a:t>
            </a:r>
          </a:p>
        </p:txBody>
      </p:sp>
      <p:sp>
        <p:nvSpPr>
          <p:cNvPr id="92" name="TextBox 91"/>
          <p:cNvSpPr txBox="1"/>
          <p:nvPr/>
        </p:nvSpPr>
        <p:spPr>
          <a:xfrm>
            <a:off x="9318444" y="2019757"/>
            <a:ext cx="260964" cy="307777"/>
          </a:xfrm>
          <a:prstGeom prst="rect">
            <a:avLst/>
          </a:prstGeom>
          <a:noFill/>
        </p:spPr>
        <p:txBody>
          <a:bodyPr wrap="square" rtlCol="0">
            <a:spAutoFit/>
          </a:bodyPr>
          <a:lstStyle/>
          <a:p>
            <a:r>
              <a:rPr lang="en-US" dirty="0"/>
              <a:t>X</a:t>
            </a:r>
          </a:p>
        </p:txBody>
      </p:sp>
      <p:grpSp>
        <p:nvGrpSpPr>
          <p:cNvPr id="9" name="Group 8"/>
          <p:cNvGrpSpPr/>
          <p:nvPr/>
        </p:nvGrpSpPr>
        <p:grpSpPr>
          <a:xfrm>
            <a:off x="8645490" y="2053788"/>
            <a:ext cx="1201997" cy="1171008"/>
            <a:chOff x="9494987" y="5256146"/>
            <a:chExt cx="1201997" cy="1171008"/>
          </a:xfrm>
        </p:grpSpPr>
        <p:sp>
          <p:nvSpPr>
            <p:cNvPr id="117" name="Google Shape;916;p47"/>
            <p:cNvSpPr/>
            <p:nvPr/>
          </p:nvSpPr>
          <p:spPr>
            <a:xfrm>
              <a:off x="9670824" y="5265671"/>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 name="Google Shape;917;p47"/>
            <p:cNvSpPr/>
            <p:nvPr/>
          </p:nvSpPr>
          <p:spPr>
            <a:xfrm>
              <a:off x="10531884" y="5520687"/>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 name="Google Shape;918;p47"/>
            <p:cNvSpPr/>
            <p:nvPr/>
          </p:nvSpPr>
          <p:spPr>
            <a:xfrm>
              <a:off x="10531884" y="5773734"/>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 name="Google Shape;919;p47"/>
            <p:cNvSpPr/>
            <p:nvPr/>
          </p:nvSpPr>
          <p:spPr>
            <a:xfrm>
              <a:off x="9927427" y="5256146"/>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5" name="Group 4"/>
            <p:cNvGrpSpPr/>
            <p:nvPr/>
          </p:nvGrpSpPr>
          <p:grpSpPr>
            <a:xfrm>
              <a:off x="9494987" y="5350711"/>
              <a:ext cx="1033591" cy="1076443"/>
              <a:chOff x="8902063" y="2102190"/>
              <a:chExt cx="1033591" cy="1076443"/>
            </a:xfrm>
          </p:grpSpPr>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 name="Group 3"/>
              <p:cNvGrpSpPr/>
              <p:nvPr/>
            </p:nvGrpSpPr>
            <p:grpSpPr>
              <a:xfrm>
                <a:off x="8903333" y="2102190"/>
                <a:ext cx="1032321" cy="316341"/>
                <a:chOff x="8903333" y="2102190"/>
                <a:chExt cx="1032321" cy="316341"/>
              </a:xfrm>
            </p:grpSpPr>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59" name="TextBox 58"/>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1" name="Group 60"/>
              <p:cNvGrpSpPr/>
              <p:nvPr/>
            </p:nvGrpSpPr>
            <p:grpSpPr>
              <a:xfrm>
                <a:off x="8902063" y="2366479"/>
                <a:ext cx="1032321" cy="316341"/>
                <a:chOff x="8903333" y="2102190"/>
                <a:chExt cx="1032321" cy="316341"/>
              </a:xfrm>
            </p:grpSpPr>
            <p:sp>
              <p:nvSpPr>
                <p:cNvPr id="62"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TextBox 62"/>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64" name="TextBox 63"/>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65" name="TextBox 64"/>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66" name="TextBox 65"/>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7" name="Group 66"/>
              <p:cNvGrpSpPr/>
              <p:nvPr/>
            </p:nvGrpSpPr>
            <p:grpSpPr>
              <a:xfrm>
                <a:off x="8902063" y="2614705"/>
                <a:ext cx="1032321" cy="316341"/>
                <a:chOff x="8903333" y="2102190"/>
                <a:chExt cx="1032321" cy="316341"/>
              </a:xfrm>
            </p:grpSpPr>
            <p:sp>
              <p:nvSpPr>
                <p:cNvPr id="68"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 name="TextBox 68"/>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0" name="TextBox 69"/>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1" name="TextBox 70"/>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2" name="TextBox 71"/>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73" name="Group 72"/>
              <p:cNvGrpSpPr/>
              <p:nvPr/>
            </p:nvGrpSpPr>
            <p:grpSpPr>
              <a:xfrm>
                <a:off x="8902063" y="2862292"/>
                <a:ext cx="1032321" cy="316341"/>
                <a:chOff x="8903333" y="2102190"/>
                <a:chExt cx="1032321" cy="316341"/>
              </a:xfrm>
            </p:grpSpPr>
            <p:sp>
              <p:nvSpPr>
                <p:cNvPr id="7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 name="TextBox 74"/>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6" name="TextBox 75"/>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7" name="TextBox 76"/>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8" name="TextBox 77"/>
                <p:cNvSpPr txBox="1"/>
                <p:nvPr/>
              </p:nvSpPr>
              <p:spPr>
                <a:xfrm>
                  <a:off x="9661852" y="2109044"/>
                  <a:ext cx="260964" cy="307777"/>
                </a:xfrm>
                <a:prstGeom prst="rect">
                  <a:avLst/>
                </a:prstGeom>
                <a:noFill/>
              </p:spPr>
              <p:txBody>
                <a:bodyPr wrap="square" rtlCol="0">
                  <a:spAutoFit/>
                </a:bodyPr>
                <a:lstStyle/>
                <a:p>
                  <a:r>
                    <a:rPr lang="en-US" dirty="0"/>
                    <a:t>X</a:t>
                  </a:r>
                </a:p>
              </p:txBody>
            </p:sp>
          </p:grpSp>
        </p:grpSp>
      </p:grpSp>
      <p:sp>
        <p:nvSpPr>
          <p:cNvPr id="93" name="TextBox 92"/>
          <p:cNvSpPr txBox="1"/>
          <p:nvPr/>
        </p:nvSpPr>
        <p:spPr>
          <a:xfrm>
            <a:off x="9578227" y="2040483"/>
            <a:ext cx="260964" cy="307777"/>
          </a:xfrm>
          <a:prstGeom prst="rect">
            <a:avLst/>
          </a:prstGeom>
          <a:noFill/>
        </p:spPr>
        <p:txBody>
          <a:bodyPr wrap="square" rtlCol="0">
            <a:spAutoFit/>
          </a:bodyPr>
          <a:lstStyle/>
          <a:p>
            <a:r>
              <a:rPr lang="en-US" dirty="0"/>
              <a:t>X</a:t>
            </a:r>
          </a:p>
        </p:txBody>
      </p:sp>
    </p:spTree>
    <p:extLst>
      <p:ext uri="{BB962C8B-B14F-4D97-AF65-F5344CB8AC3E}">
        <p14:creationId xmlns:p14="http://schemas.microsoft.com/office/powerpoint/2010/main" val="28156218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71</a:t>
            </a:fld>
            <a:endParaRPr lang="en-US"/>
          </a:p>
        </p:txBody>
      </p:sp>
      <p:grpSp>
        <p:nvGrpSpPr>
          <p:cNvPr id="79" name="Group 78"/>
          <p:cNvGrpSpPr/>
          <p:nvPr/>
        </p:nvGrpSpPr>
        <p:grpSpPr>
          <a:xfrm>
            <a:off x="5678200" y="2108932"/>
            <a:ext cx="1061720" cy="1041741"/>
            <a:chOff x="6442075" y="6319902"/>
            <a:chExt cx="1061720" cy="1041741"/>
          </a:xfrm>
        </p:grpSpPr>
        <p:sp>
          <p:nvSpPr>
            <p:cNvPr id="80" name="Google Shape;1089;p48"/>
            <p:cNvSpPr/>
            <p:nvPr/>
          </p:nvSpPr>
          <p:spPr>
            <a:xfrm>
              <a:off x="6457737" y="6338658"/>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81" name="Group 80"/>
            <p:cNvGrpSpPr/>
            <p:nvPr/>
          </p:nvGrpSpPr>
          <p:grpSpPr>
            <a:xfrm>
              <a:off x="6442075" y="6319902"/>
              <a:ext cx="1051560" cy="1034415"/>
              <a:chOff x="6442075" y="6319902"/>
              <a:chExt cx="1051560" cy="1034415"/>
            </a:xfrm>
          </p:grpSpPr>
          <p:sp>
            <p:nvSpPr>
              <p:cNvPr id="90"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07" name="Google Shape;906;p47"/>
          <p:cNvSpPr/>
          <p:nvPr/>
        </p:nvSpPr>
        <p:spPr>
          <a:xfrm>
            <a:off x="10000008" y="5032499"/>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 name="Google Shape;1089;p48"/>
          <p:cNvSpPr/>
          <p:nvPr/>
        </p:nvSpPr>
        <p:spPr>
          <a:xfrm>
            <a:off x="2588233" y="2918729"/>
            <a:ext cx="1046058" cy="1022985"/>
          </a:xfrm>
          <a:custGeom>
            <a:avLst/>
            <a:gdLst/>
            <a:ahLst/>
            <a:cxnLst/>
            <a:rect l="l" t="t" r="r" b="b"/>
            <a:pathLst>
              <a:path w="1016634" h="1022985" extrusionOk="0">
                <a:moveTo>
                  <a:pt x="1016508" y="0"/>
                </a:moveTo>
                <a:lnTo>
                  <a:pt x="0" y="0"/>
                </a:lnTo>
                <a:lnTo>
                  <a:pt x="0" y="289572"/>
                </a:lnTo>
                <a:lnTo>
                  <a:pt x="0" y="1022604"/>
                </a:lnTo>
                <a:lnTo>
                  <a:pt x="1016508" y="1022604"/>
                </a:lnTo>
                <a:lnTo>
                  <a:pt x="1016508" y="289572"/>
                </a:lnTo>
                <a:lnTo>
                  <a:pt x="1016508" y="0"/>
                </a:lnTo>
                <a:close/>
              </a:path>
            </a:pathLst>
          </a:custGeom>
          <a:solidFill>
            <a:srgbClr val="B6D6A8">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31" name="Group 130"/>
          <p:cNvGrpSpPr/>
          <p:nvPr/>
        </p:nvGrpSpPr>
        <p:grpSpPr>
          <a:xfrm>
            <a:off x="2602482" y="2920365"/>
            <a:ext cx="1051560" cy="1034415"/>
            <a:chOff x="6442075" y="6319902"/>
            <a:chExt cx="1051560" cy="1034415"/>
          </a:xfrm>
        </p:grpSpPr>
        <p:sp>
          <p:nvSpPr>
            <p:cNvPr id="132"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 name="Google Shape;1095;p48"/>
            <p:cNvSpPr/>
            <p:nvPr/>
          </p:nvSpPr>
          <p:spPr>
            <a:xfrm>
              <a:off x="6810095"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 name="Google Shape;1096;p48"/>
            <p:cNvSpPr/>
            <p:nvPr/>
          </p:nvSpPr>
          <p:spPr>
            <a:xfrm>
              <a:off x="7160221"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7" name="TextBox 136"/>
          <p:cNvSpPr txBox="1"/>
          <p:nvPr/>
        </p:nvSpPr>
        <p:spPr>
          <a:xfrm>
            <a:off x="8797890" y="2012903"/>
            <a:ext cx="260964" cy="307777"/>
          </a:xfrm>
          <a:prstGeom prst="rect">
            <a:avLst/>
          </a:prstGeom>
          <a:noFill/>
        </p:spPr>
        <p:txBody>
          <a:bodyPr wrap="square" rtlCol="0">
            <a:spAutoFit/>
          </a:bodyPr>
          <a:lstStyle/>
          <a:p>
            <a:r>
              <a:rPr lang="en-US" dirty="0"/>
              <a:t>X</a:t>
            </a:r>
          </a:p>
        </p:txBody>
      </p:sp>
      <p:sp>
        <p:nvSpPr>
          <p:cNvPr id="91" name="TextBox 90"/>
          <p:cNvSpPr txBox="1"/>
          <p:nvPr/>
        </p:nvSpPr>
        <p:spPr>
          <a:xfrm>
            <a:off x="9053030" y="2021467"/>
            <a:ext cx="260964" cy="307777"/>
          </a:xfrm>
          <a:prstGeom prst="rect">
            <a:avLst/>
          </a:prstGeom>
          <a:noFill/>
        </p:spPr>
        <p:txBody>
          <a:bodyPr wrap="square" rtlCol="0">
            <a:spAutoFit/>
          </a:bodyPr>
          <a:lstStyle/>
          <a:p>
            <a:r>
              <a:rPr lang="en-US" dirty="0"/>
              <a:t>X</a:t>
            </a:r>
          </a:p>
        </p:txBody>
      </p:sp>
      <p:sp>
        <p:nvSpPr>
          <p:cNvPr id="92" name="TextBox 91"/>
          <p:cNvSpPr txBox="1"/>
          <p:nvPr/>
        </p:nvSpPr>
        <p:spPr>
          <a:xfrm>
            <a:off x="9318444" y="2019757"/>
            <a:ext cx="260964" cy="307777"/>
          </a:xfrm>
          <a:prstGeom prst="rect">
            <a:avLst/>
          </a:prstGeom>
          <a:noFill/>
        </p:spPr>
        <p:txBody>
          <a:bodyPr wrap="square" rtlCol="0">
            <a:spAutoFit/>
          </a:bodyPr>
          <a:lstStyle/>
          <a:p>
            <a:r>
              <a:rPr lang="en-US" dirty="0"/>
              <a:t>X</a:t>
            </a:r>
          </a:p>
        </p:txBody>
      </p:sp>
      <p:grpSp>
        <p:nvGrpSpPr>
          <p:cNvPr id="9" name="Group 8"/>
          <p:cNvGrpSpPr/>
          <p:nvPr/>
        </p:nvGrpSpPr>
        <p:grpSpPr>
          <a:xfrm>
            <a:off x="8645490" y="2053788"/>
            <a:ext cx="1201997" cy="1171008"/>
            <a:chOff x="9494987" y="5256146"/>
            <a:chExt cx="1201997" cy="1171008"/>
          </a:xfrm>
        </p:grpSpPr>
        <p:sp>
          <p:nvSpPr>
            <p:cNvPr id="117" name="Google Shape;916;p47"/>
            <p:cNvSpPr/>
            <p:nvPr/>
          </p:nvSpPr>
          <p:spPr>
            <a:xfrm>
              <a:off x="9670824" y="5265671"/>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 name="Google Shape;917;p47"/>
            <p:cNvSpPr/>
            <p:nvPr/>
          </p:nvSpPr>
          <p:spPr>
            <a:xfrm>
              <a:off x="10531884" y="5520687"/>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 name="Google Shape;918;p47"/>
            <p:cNvSpPr/>
            <p:nvPr/>
          </p:nvSpPr>
          <p:spPr>
            <a:xfrm>
              <a:off x="10531884" y="5773734"/>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 name="Google Shape;919;p47"/>
            <p:cNvSpPr/>
            <p:nvPr/>
          </p:nvSpPr>
          <p:spPr>
            <a:xfrm>
              <a:off x="9927427" y="5256146"/>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5" name="Group 4"/>
            <p:cNvGrpSpPr/>
            <p:nvPr/>
          </p:nvGrpSpPr>
          <p:grpSpPr>
            <a:xfrm>
              <a:off x="9494987" y="5350711"/>
              <a:ext cx="1033591" cy="1076443"/>
              <a:chOff x="8902063" y="2102190"/>
              <a:chExt cx="1033591" cy="1076443"/>
            </a:xfrm>
          </p:grpSpPr>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 name="Group 3"/>
              <p:cNvGrpSpPr/>
              <p:nvPr/>
            </p:nvGrpSpPr>
            <p:grpSpPr>
              <a:xfrm>
                <a:off x="8903333" y="2102190"/>
                <a:ext cx="1032321" cy="316341"/>
                <a:chOff x="8903333" y="2102190"/>
                <a:chExt cx="1032321" cy="316341"/>
              </a:xfrm>
            </p:grpSpPr>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59" name="TextBox 58"/>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1" name="Group 60"/>
              <p:cNvGrpSpPr/>
              <p:nvPr/>
            </p:nvGrpSpPr>
            <p:grpSpPr>
              <a:xfrm>
                <a:off x="8902063" y="2366479"/>
                <a:ext cx="1032321" cy="316341"/>
                <a:chOff x="8903333" y="2102190"/>
                <a:chExt cx="1032321" cy="316341"/>
              </a:xfrm>
            </p:grpSpPr>
            <p:sp>
              <p:nvSpPr>
                <p:cNvPr id="62"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TextBox 62"/>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64" name="TextBox 63"/>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65" name="TextBox 64"/>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66" name="TextBox 65"/>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7" name="Group 66"/>
              <p:cNvGrpSpPr/>
              <p:nvPr/>
            </p:nvGrpSpPr>
            <p:grpSpPr>
              <a:xfrm>
                <a:off x="8902063" y="2614705"/>
                <a:ext cx="1032321" cy="316341"/>
                <a:chOff x="8903333" y="2102190"/>
                <a:chExt cx="1032321" cy="316341"/>
              </a:xfrm>
            </p:grpSpPr>
            <p:sp>
              <p:nvSpPr>
                <p:cNvPr id="68"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 name="TextBox 68"/>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0" name="TextBox 69"/>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1" name="TextBox 70"/>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2" name="TextBox 71"/>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73" name="Group 72"/>
              <p:cNvGrpSpPr/>
              <p:nvPr/>
            </p:nvGrpSpPr>
            <p:grpSpPr>
              <a:xfrm>
                <a:off x="8902063" y="2862292"/>
                <a:ext cx="1032321" cy="316341"/>
                <a:chOff x="8903333" y="2102190"/>
                <a:chExt cx="1032321" cy="316341"/>
              </a:xfrm>
            </p:grpSpPr>
            <p:sp>
              <p:nvSpPr>
                <p:cNvPr id="7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 name="TextBox 74"/>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6" name="TextBox 75"/>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7" name="TextBox 76"/>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8" name="TextBox 77"/>
                <p:cNvSpPr txBox="1"/>
                <p:nvPr/>
              </p:nvSpPr>
              <p:spPr>
                <a:xfrm>
                  <a:off x="9661852" y="2109044"/>
                  <a:ext cx="260964" cy="307777"/>
                </a:xfrm>
                <a:prstGeom prst="rect">
                  <a:avLst/>
                </a:prstGeom>
                <a:noFill/>
              </p:spPr>
              <p:txBody>
                <a:bodyPr wrap="square" rtlCol="0">
                  <a:spAutoFit/>
                </a:bodyPr>
                <a:lstStyle/>
                <a:p>
                  <a:r>
                    <a:rPr lang="en-US" dirty="0"/>
                    <a:t>X</a:t>
                  </a:r>
                </a:p>
              </p:txBody>
            </p:sp>
          </p:grpSp>
        </p:grpSp>
      </p:grpSp>
      <p:sp>
        <p:nvSpPr>
          <p:cNvPr id="93" name="TextBox 92"/>
          <p:cNvSpPr txBox="1"/>
          <p:nvPr/>
        </p:nvSpPr>
        <p:spPr>
          <a:xfrm>
            <a:off x="9578227" y="2040483"/>
            <a:ext cx="260964" cy="307777"/>
          </a:xfrm>
          <a:prstGeom prst="rect">
            <a:avLst/>
          </a:prstGeom>
          <a:noFill/>
        </p:spPr>
        <p:txBody>
          <a:bodyPr wrap="square" rtlCol="0">
            <a:spAutoFit/>
          </a:bodyPr>
          <a:lstStyle/>
          <a:p>
            <a:r>
              <a:rPr lang="en-US" dirty="0"/>
              <a:t>X</a:t>
            </a:r>
          </a:p>
        </p:txBody>
      </p:sp>
      <p:sp>
        <p:nvSpPr>
          <p:cNvPr id="94" name="TextBox 93"/>
          <p:cNvSpPr txBox="1"/>
          <p:nvPr/>
        </p:nvSpPr>
        <p:spPr>
          <a:xfrm>
            <a:off x="9586791" y="2295623"/>
            <a:ext cx="260964" cy="307777"/>
          </a:xfrm>
          <a:prstGeom prst="rect">
            <a:avLst/>
          </a:prstGeom>
          <a:noFill/>
        </p:spPr>
        <p:txBody>
          <a:bodyPr wrap="square" rtlCol="0">
            <a:spAutoFit/>
          </a:bodyPr>
          <a:lstStyle/>
          <a:p>
            <a:r>
              <a:rPr lang="en-US" dirty="0"/>
              <a:t>X</a:t>
            </a:r>
          </a:p>
        </p:txBody>
      </p:sp>
      <p:sp>
        <p:nvSpPr>
          <p:cNvPr id="95" name="TextBox 94"/>
          <p:cNvSpPr txBox="1"/>
          <p:nvPr/>
        </p:nvSpPr>
        <p:spPr>
          <a:xfrm>
            <a:off x="9595355" y="2550763"/>
            <a:ext cx="260964" cy="307777"/>
          </a:xfrm>
          <a:prstGeom prst="rect">
            <a:avLst/>
          </a:prstGeom>
          <a:noFill/>
        </p:spPr>
        <p:txBody>
          <a:bodyPr wrap="square" rtlCol="0">
            <a:spAutoFit/>
          </a:bodyPr>
          <a:lstStyle/>
          <a:p>
            <a:r>
              <a:rPr lang="en-US" dirty="0"/>
              <a:t>X</a:t>
            </a:r>
          </a:p>
        </p:txBody>
      </p:sp>
      <p:sp>
        <p:nvSpPr>
          <p:cNvPr id="96" name="TextBox 95"/>
          <p:cNvSpPr txBox="1"/>
          <p:nvPr/>
        </p:nvSpPr>
        <p:spPr>
          <a:xfrm>
            <a:off x="9595355" y="2797339"/>
            <a:ext cx="260964" cy="307777"/>
          </a:xfrm>
          <a:prstGeom prst="rect">
            <a:avLst/>
          </a:prstGeom>
          <a:noFill/>
        </p:spPr>
        <p:txBody>
          <a:bodyPr wrap="square" rtlCol="0">
            <a:spAutoFit/>
          </a:bodyPr>
          <a:lstStyle/>
          <a:p>
            <a:r>
              <a:rPr lang="en-US" dirty="0"/>
              <a:t>X</a:t>
            </a:r>
          </a:p>
        </p:txBody>
      </p:sp>
    </p:spTree>
    <p:extLst>
      <p:ext uri="{BB962C8B-B14F-4D97-AF65-F5344CB8AC3E}">
        <p14:creationId xmlns:p14="http://schemas.microsoft.com/office/powerpoint/2010/main" val="25744789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723635" y="3870197"/>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3 x 3</a:t>
            </a:r>
            <a:endParaRPr sz="1800" b="0" i="0" u="none" strike="noStrike" cap="none">
              <a:solidFill>
                <a:srgbClr val="000000"/>
              </a:solidFill>
              <a:latin typeface="Arial"/>
              <a:ea typeface="Arial"/>
              <a:cs typeface="Arial"/>
              <a:sym typeface="Arial"/>
            </a:endParaRPr>
          </a:p>
        </p:txBody>
      </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9246489" y="3854653"/>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72</a:t>
            </a:fld>
            <a:endParaRPr lang="en-US"/>
          </a:p>
        </p:txBody>
      </p:sp>
      <p:sp>
        <p:nvSpPr>
          <p:cNvPr id="107" name="Google Shape;906;p47"/>
          <p:cNvSpPr/>
          <p:nvPr/>
        </p:nvSpPr>
        <p:spPr>
          <a:xfrm>
            <a:off x="10000008" y="5032499"/>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2" name="Group 11"/>
          <p:cNvGrpSpPr/>
          <p:nvPr/>
        </p:nvGrpSpPr>
        <p:grpSpPr>
          <a:xfrm>
            <a:off x="5678200" y="2107171"/>
            <a:ext cx="1052499" cy="1036176"/>
            <a:chOff x="5678200" y="2107171"/>
            <a:chExt cx="1052499" cy="1036176"/>
          </a:xfrm>
        </p:grpSpPr>
        <p:sp>
          <p:nvSpPr>
            <p:cNvPr id="102" name="Google Shape;1084;p48"/>
            <p:cNvSpPr/>
            <p:nvPr/>
          </p:nvSpPr>
          <p:spPr>
            <a:xfrm>
              <a:off x="5680420" y="2107171"/>
              <a:ext cx="1050279" cy="1036176"/>
            </a:xfrm>
            <a:custGeom>
              <a:avLst/>
              <a:gdLst/>
              <a:ahLst/>
              <a:cxnLst/>
              <a:rect l="l" t="t" r="r" b="b"/>
              <a:pathLst>
                <a:path w="1018540" h="1016635" extrusionOk="0">
                  <a:moveTo>
                    <a:pt x="1018032" y="0"/>
                  </a:moveTo>
                  <a:lnTo>
                    <a:pt x="0" y="0"/>
                  </a:lnTo>
                  <a:lnTo>
                    <a:pt x="0" y="320040"/>
                  </a:lnTo>
                  <a:lnTo>
                    <a:pt x="0" y="609612"/>
                  </a:lnTo>
                  <a:lnTo>
                    <a:pt x="0" y="1016508"/>
                  </a:lnTo>
                  <a:lnTo>
                    <a:pt x="1018032" y="1016508"/>
                  </a:lnTo>
                  <a:lnTo>
                    <a:pt x="1018032" y="609612"/>
                  </a:lnTo>
                  <a:lnTo>
                    <a:pt x="1018032" y="320040"/>
                  </a:lnTo>
                  <a:lnTo>
                    <a:pt x="1018032"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81" name="Group 80"/>
            <p:cNvGrpSpPr/>
            <p:nvPr/>
          </p:nvGrpSpPr>
          <p:grpSpPr>
            <a:xfrm>
              <a:off x="5678200" y="2108932"/>
              <a:ext cx="1051560" cy="1034415"/>
              <a:chOff x="6442075" y="6319902"/>
              <a:chExt cx="1051560" cy="1034415"/>
            </a:xfrm>
          </p:grpSpPr>
          <p:sp>
            <p:nvSpPr>
              <p:cNvPr id="90"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8"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9"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0"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1"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174" name="Group 173"/>
          <p:cNvGrpSpPr/>
          <p:nvPr/>
        </p:nvGrpSpPr>
        <p:grpSpPr>
          <a:xfrm>
            <a:off x="2759215" y="2721160"/>
            <a:ext cx="1052499" cy="1036176"/>
            <a:chOff x="5678200" y="2107171"/>
            <a:chExt cx="1052499" cy="1036176"/>
          </a:xfrm>
        </p:grpSpPr>
        <p:sp>
          <p:nvSpPr>
            <p:cNvPr id="175" name="Google Shape;1084;p48"/>
            <p:cNvSpPr/>
            <p:nvPr/>
          </p:nvSpPr>
          <p:spPr>
            <a:xfrm>
              <a:off x="5680420" y="2107171"/>
              <a:ext cx="1050279" cy="1036176"/>
            </a:xfrm>
            <a:custGeom>
              <a:avLst/>
              <a:gdLst/>
              <a:ahLst/>
              <a:cxnLst/>
              <a:rect l="l" t="t" r="r" b="b"/>
              <a:pathLst>
                <a:path w="1018540" h="1016635" extrusionOk="0">
                  <a:moveTo>
                    <a:pt x="1018032" y="0"/>
                  </a:moveTo>
                  <a:lnTo>
                    <a:pt x="0" y="0"/>
                  </a:lnTo>
                  <a:lnTo>
                    <a:pt x="0" y="320040"/>
                  </a:lnTo>
                  <a:lnTo>
                    <a:pt x="0" y="609612"/>
                  </a:lnTo>
                  <a:lnTo>
                    <a:pt x="0" y="1016508"/>
                  </a:lnTo>
                  <a:lnTo>
                    <a:pt x="1018032" y="1016508"/>
                  </a:lnTo>
                  <a:lnTo>
                    <a:pt x="1018032" y="609612"/>
                  </a:lnTo>
                  <a:lnTo>
                    <a:pt x="1018032" y="320040"/>
                  </a:lnTo>
                  <a:lnTo>
                    <a:pt x="1018032" y="0"/>
                  </a:lnTo>
                  <a:close/>
                </a:path>
              </a:pathLst>
            </a:custGeom>
            <a:solidFill>
              <a:srgbClr val="9FC5E8">
                <a:alpha val="60000"/>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76" name="Group 175"/>
            <p:cNvGrpSpPr/>
            <p:nvPr/>
          </p:nvGrpSpPr>
          <p:grpSpPr>
            <a:xfrm>
              <a:off x="5678200" y="2108932"/>
              <a:ext cx="1051560" cy="1034415"/>
              <a:chOff x="6442075" y="6319902"/>
              <a:chExt cx="1051560" cy="1034415"/>
            </a:xfrm>
          </p:grpSpPr>
          <p:sp>
            <p:nvSpPr>
              <p:cNvPr id="177"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0"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1"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grpSp>
        <p:nvGrpSpPr>
          <p:cNvPr id="13" name="Group 12"/>
          <p:cNvGrpSpPr/>
          <p:nvPr/>
        </p:nvGrpSpPr>
        <p:grpSpPr>
          <a:xfrm>
            <a:off x="8487126" y="1850118"/>
            <a:ext cx="1341233" cy="1368565"/>
            <a:chOff x="8487126" y="1850118"/>
            <a:chExt cx="1341233" cy="1368565"/>
          </a:xfrm>
        </p:grpSpPr>
        <p:grpSp>
          <p:nvGrpSpPr>
            <p:cNvPr id="160" name="Group 159"/>
            <p:cNvGrpSpPr/>
            <p:nvPr/>
          </p:nvGrpSpPr>
          <p:grpSpPr>
            <a:xfrm>
              <a:off x="8769930" y="1850118"/>
              <a:ext cx="1058429" cy="1092213"/>
              <a:chOff x="8797890" y="2012903"/>
              <a:chExt cx="1058429" cy="1092213"/>
            </a:xfrm>
          </p:grpSpPr>
          <p:sp>
            <p:nvSpPr>
              <p:cNvPr id="161" name="TextBox 160"/>
              <p:cNvSpPr txBox="1"/>
              <p:nvPr/>
            </p:nvSpPr>
            <p:spPr>
              <a:xfrm>
                <a:off x="8797890" y="2012903"/>
                <a:ext cx="260964" cy="307777"/>
              </a:xfrm>
              <a:prstGeom prst="rect">
                <a:avLst/>
              </a:prstGeom>
              <a:noFill/>
            </p:spPr>
            <p:txBody>
              <a:bodyPr wrap="square" rtlCol="0">
                <a:spAutoFit/>
              </a:bodyPr>
              <a:lstStyle/>
              <a:p>
                <a:endParaRPr lang="en-US" dirty="0"/>
              </a:p>
            </p:txBody>
          </p:sp>
          <p:grpSp>
            <p:nvGrpSpPr>
              <p:cNvPr id="164" name="Group 163"/>
              <p:cNvGrpSpPr/>
              <p:nvPr/>
            </p:nvGrpSpPr>
            <p:grpSpPr>
              <a:xfrm>
                <a:off x="8813031" y="2069794"/>
                <a:ext cx="1026160" cy="1020444"/>
                <a:chOff x="10591481" y="2449511"/>
                <a:chExt cx="1026160" cy="1020444"/>
              </a:xfrm>
            </p:grpSpPr>
            <p:sp>
              <p:nvSpPr>
                <p:cNvPr id="169" name="Google Shape;916;p47"/>
                <p:cNvSpPr/>
                <p:nvPr/>
              </p:nvSpPr>
              <p:spPr>
                <a:xfrm>
                  <a:off x="10591481" y="2459036"/>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 name="Google Shape;917;p47"/>
                <p:cNvSpPr/>
                <p:nvPr/>
              </p:nvSpPr>
              <p:spPr>
                <a:xfrm>
                  <a:off x="11452541" y="2714052"/>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 name="Google Shape;918;p47"/>
                <p:cNvSpPr/>
                <p:nvPr/>
              </p:nvSpPr>
              <p:spPr>
                <a:xfrm>
                  <a:off x="11452541" y="2967099"/>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 name="Google Shape;919;p47"/>
                <p:cNvSpPr/>
                <p:nvPr/>
              </p:nvSpPr>
              <p:spPr>
                <a:xfrm>
                  <a:off x="10848084" y="2449511"/>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65" name="TextBox 164"/>
              <p:cNvSpPr txBox="1"/>
              <p:nvPr/>
            </p:nvSpPr>
            <p:spPr>
              <a:xfrm>
                <a:off x="9578227" y="2040483"/>
                <a:ext cx="260964" cy="307777"/>
              </a:xfrm>
              <a:prstGeom prst="rect">
                <a:avLst/>
              </a:prstGeom>
              <a:noFill/>
            </p:spPr>
            <p:txBody>
              <a:bodyPr wrap="square" rtlCol="0">
                <a:spAutoFit/>
              </a:bodyPr>
              <a:lstStyle/>
              <a:p>
                <a:r>
                  <a:rPr lang="en-US" dirty="0"/>
                  <a:t>X</a:t>
                </a:r>
              </a:p>
            </p:txBody>
          </p:sp>
          <p:sp>
            <p:nvSpPr>
              <p:cNvPr id="166" name="TextBox 165"/>
              <p:cNvSpPr txBox="1"/>
              <p:nvPr/>
            </p:nvSpPr>
            <p:spPr>
              <a:xfrm>
                <a:off x="9586791" y="2295623"/>
                <a:ext cx="260964" cy="307777"/>
              </a:xfrm>
              <a:prstGeom prst="rect">
                <a:avLst/>
              </a:prstGeom>
              <a:noFill/>
            </p:spPr>
            <p:txBody>
              <a:bodyPr wrap="square" rtlCol="0">
                <a:spAutoFit/>
              </a:bodyPr>
              <a:lstStyle/>
              <a:p>
                <a:r>
                  <a:rPr lang="en-US" dirty="0"/>
                  <a:t>X</a:t>
                </a:r>
              </a:p>
            </p:txBody>
          </p:sp>
          <p:sp>
            <p:nvSpPr>
              <p:cNvPr id="167" name="TextBox 166"/>
              <p:cNvSpPr txBox="1"/>
              <p:nvPr/>
            </p:nvSpPr>
            <p:spPr>
              <a:xfrm>
                <a:off x="9595355" y="2550763"/>
                <a:ext cx="260964" cy="307777"/>
              </a:xfrm>
              <a:prstGeom prst="rect">
                <a:avLst/>
              </a:prstGeom>
              <a:noFill/>
            </p:spPr>
            <p:txBody>
              <a:bodyPr wrap="square" rtlCol="0">
                <a:spAutoFit/>
              </a:bodyPr>
              <a:lstStyle/>
              <a:p>
                <a:r>
                  <a:rPr lang="en-US" dirty="0"/>
                  <a:t>X</a:t>
                </a:r>
              </a:p>
            </p:txBody>
          </p:sp>
          <p:sp>
            <p:nvSpPr>
              <p:cNvPr id="168" name="TextBox 167"/>
              <p:cNvSpPr txBox="1"/>
              <p:nvPr/>
            </p:nvSpPr>
            <p:spPr>
              <a:xfrm>
                <a:off x="9595355" y="2797339"/>
                <a:ext cx="260964" cy="307777"/>
              </a:xfrm>
              <a:prstGeom prst="rect">
                <a:avLst/>
              </a:prstGeom>
              <a:noFill/>
            </p:spPr>
            <p:txBody>
              <a:bodyPr wrap="square" rtlCol="0">
                <a:spAutoFit/>
              </a:bodyPr>
              <a:lstStyle/>
              <a:p>
                <a:r>
                  <a:rPr lang="en-US" dirty="0"/>
                  <a:t>X</a:t>
                </a:r>
              </a:p>
            </p:txBody>
          </p:sp>
        </p:grpSp>
        <p:grpSp>
          <p:nvGrpSpPr>
            <p:cNvPr id="11" name="Group 10"/>
            <p:cNvGrpSpPr/>
            <p:nvPr/>
          </p:nvGrpSpPr>
          <p:grpSpPr>
            <a:xfrm>
              <a:off x="8487126" y="1980030"/>
              <a:ext cx="1186049" cy="1238653"/>
              <a:chOff x="8487126" y="1980030"/>
              <a:chExt cx="1186049" cy="1238653"/>
            </a:xfrm>
          </p:grpSpPr>
          <p:grpSp>
            <p:nvGrpSpPr>
              <p:cNvPr id="10" name="Group 9"/>
              <p:cNvGrpSpPr/>
              <p:nvPr/>
            </p:nvGrpSpPr>
            <p:grpSpPr>
              <a:xfrm>
                <a:off x="8614746" y="1980030"/>
                <a:ext cx="1058429" cy="1092213"/>
                <a:chOff x="8797890" y="2012903"/>
                <a:chExt cx="1058429" cy="1092213"/>
              </a:xfrm>
            </p:grpSpPr>
            <p:sp>
              <p:nvSpPr>
                <p:cNvPr id="137" name="TextBox 136"/>
                <p:cNvSpPr txBox="1"/>
                <p:nvPr/>
              </p:nvSpPr>
              <p:spPr>
                <a:xfrm>
                  <a:off x="8797890" y="2012903"/>
                  <a:ext cx="260964" cy="307777"/>
                </a:xfrm>
                <a:prstGeom prst="rect">
                  <a:avLst/>
                </a:prstGeom>
                <a:noFill/>
              </p:spPr>
              <p:txBody>
                <a:bodyPr wrap="square" rtlCol="0">
                  <a:spAutoFit/>
                </a:bodyPr>
                <a:lstStyle/>
                <a:p>
                  <a:r>
                    <a:rPr lang="en-US" dirty="0"/>
                    <a:t>X</a:t>
                  </a:r>
                </a:p>
              </p:txBody>
            </p:sp>
            <p:sp>
              <p:nvSpPr>
                <p:cNvPr id="91" name="TextBox 90"/>
                <p:cNvSpPr txBox="1"/>
                <p:nvPr/>
              </p:nvSpPr>
              <p:spPr>
                <a:xfrm>
                  <a:off x="9053030" y="2021467"/>
                  <a:ext cx="260964" cy="307777"/>
                </a:xfrm>
                <a:prstGeom prst="rect">
                  <a:avLst/>
                </a:prstGeom>
                <a:noFill/>
              </p:spPr>
              <p:txBody>
                <a:bodyPr wrap="square" rtlCol="0">
                  <a:spAutoFit/>
                </a:bodyPr>
                <a:lstStyle/>
                <a:p>
                  <a:r>
                    <a:rPr lang="en-US" dirty="0"/>
                    <a:t>X</a:t>
                  </a:r>
                </a:p>
              </p:txBody>
            </p:sp>
            <p:sp>
              <p:nvSpPr>
                <p:cNvPr id="92" name="TextBox 91"/>
                <p:cNvSpPr txBox="1"/>
                <p:nvPr/>
              </p:nvSpPr>
              <p:spPr>
                <a:xfrm>
                  <a:off x="9318444" y="2019757"/>
                  <a:ext cx="260964" cy="307777"/>
                </a:xfrm>
                <a:prstGeom prst="rect">
                  <a:avLst/>
                </a:prstGeom>
                <a:noFill/>
              </p:spPr>
              <p:txBody>
                <a:bodyPr wrap="square" rtlCol="0">
                  <a:spAutoFit/>
                </a:bodyPr>
                <a:lstStyle/>
                <a:p>
                  <a:r>
                    <a:rPr lang="en-US" dirty="0"/>
                    <a:t>X</a:t>
                  </a:r>
                </a:p>
              </p:txBody>
            </p:sp>
            <p:grpSp>
              <p:nvGrpSpPr>
                <p:cNvPr id="6" name="Group 5"/>
                <p:cNvGrpSpPr/>
                <p:nvPr/>
              </p:nvGrpSpPr>
              <p:grpSpPr>
                <a:xfrm>
                  <a:off x="8813031" y="2069794"/>
                  <a:ext cx="1026160" cy="1020444"/>
                  <a:chOff x="10591481" y="2449511"/>
                  <a:chExt cx="1026160" cy="1020444"/>
                </a:xfrm>
              </p:grpSpPr>
              <p:sp>
                <p:nvSpPr>
                  <p:cNvPr id="117" name="Google Shape;916;p47"/>
                  <p:cNvSpPr/>
                  <p:nvPr/>
                </p:nvSpPr>
                <p:spPr>
                  <a:xfrm>
                    <a:off x="10591481" y="2459036"/>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 name="Google Shape;917;p47"/>
                  <p:cNvSpPr/>
                  <p:nvPr/>
                </p:nvSpPr>
                <p:spPr>
                  <a:xfrm>
                    <a:off x="11452541" y="2714052"/>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 name="Google Shape;918;p47"/>
                  <p:cNvSpPr/>
                  <p:nvPr/>
                </p:nvSpPr>
                <p:spPr>
                  <a:xfrm>
                    <a:off x="11452541" y="2967099"/>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 name="Google Shape;919;p47"/>
                  <p:cNvSpPr/>
                  <p:nvPr/>
                </p:nvSpPr>
                <p:spPr>
                  <a:xfrm>
                    <a:off x="10848084" y="2449511"/>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93" name="TextBox 92"/>
                <p:cNvSpPr txBox="1"/>
                <p:nvPr/>
              </p:nvSpPr>
              <p:spPr>
                <a:xfrm>
                  <a:off x="9578227" y="2040483"/>
                  <a:ext cx="260964" cy="307777"/>
                </a:xfrm>
                <a:prstGeom prst="rect">
                  <a:avLst/>
                </a:prstGeom>
                <a:noFill/>
              </p:spPr>
              <p:txBody>
                <a:bodyPr wrap="square" rtlCol="0">
                  <a:spAutoFit/>
                </a:bodyPr>
                <a:lstStyle/>
                <a:p>
                  <a:r>
                    <a:rPr lang="en-US" dirty="0"/>
                    <a:t>X</a:t>
                  </a:r>
                </a:p>
              </p:txBody>
            </p:sp>
            <p:sp>
              <p:nvSpPr>
                <p:cNvPr id="94" name="TextBox 93"/>
                <p:cNvSpPr txBox="1"/>
                <p:nvPr/>
              </p:nvSpPr>
              <p:spPr>
                <a:xfrm>
                  <a:off x="9586791" y="2295623"/>
                  <a:ext cx="260964" cy="307777"/>
                </a:xfrm>
                <a:prstGeom prst="rect">
                  <a:avLst/>
                </a:prstGeom>
                <a:noFill/>
              </p:spPr>
              <p:txBody>
                <a:bodyPr wrap="square" rtlCol="0">
                  <a:spAutoFit/>
                </a:bodyPr>
                <a:lstStyle/>
                <a:p>
                  <a:r>
                    <a:rPr lang="en-US" dirty="0"/>
                    <a:t>X</a:t>
                  </a:r>
                </a:p>
              </p:txBody>
            </p:sp>
            <p:sp>
              <p:nvSpPr>
                <p:cNvPr id="95" name="TextBox 94"/>
                <p:cNvSpPr txBox="1"/>
                <p:nvPr/>
              </p:nvSpPr>
              <p:spPr>
                <a:xfrm>
                  <a:off x="9595355" y="2550763"/>
                  <a:ext cx="260964" cy="307777"/>
                </a:xfrm>
                <a:prstGeom prst="rect">
                  <a:avLst/>
                </a:prstGeom>
                <a:noFill/>
              </p:spPr>
              <p:txBody>
                <a:bodyPr wrap="square" rtlCol="0">
                  <a:spAutoFit/>
                </a:bodyPr>
                <a:lstStyle/>
                <a:p>
                  <a:r>
                    <a:rPr lang="en-US" dirty="0"/>
                    <a:t>X</a:t>
                  </a:r>
                </a:p>
              </p:txBody>
            </p:sp>
            <p:sp>
              <p:nvSpPr>
                <p:cNvPr id="96" name="TextBox 95"/>
                <p:cNvSpPr txBox="1"/>
                <p:nvPr/>
              </p:nvSpPr>
              <p:spPr>
                <a:xfrm>
                  <a:off x="9595355" y="2797339"/>
                  <a:ext cx="260964" cy="307777"/>
                </a:xfrm>
                <a:prstGeom prst="rect">
                  <a:avLst/>
                </a:prstGeom>
                <a:noFill/>
              </p:spPr>
              <p:txBody>
                <a:bodyPr wrap="square" rtlCol="0">
                  <a:spAutoFit/>
                </a:bodyPr>
                <a:lstStyle/>
                <a:p>
                  <a:r>
                    <a:rPr lang="en-US" dirty="0"/>
                    <a:t>X</a:t>
                  </a:r>
                </a:p>
              </p:txBody>
            </p:sp>
          </p:grpSp>
          <p:grpSp>
            <p:nvGrpSpPr>
              <p:cNvPr id="5" name="Group 4"/>
              <p:cNvGrpSpPr/>
              <p:nvPr/>
            </p:nvGrpSpPr>
            <p:grpSpPr>
              <a:xfrm>
                <a:off x="8487126" y="2142240"/>
                <a:ext cx="1033591" cy="1076443"/>
                <a:chOff x="8902063" y="2102190"/>
                <a:chExt cx="1033591" cy="1076443"/>
              </a:xfrm>
            </p:grpSpPr>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 name="Group 3"/>
                <p:cNvGrpSpPr/>
                <p:nvPr/>
              </p:nvGrpSpPr>
              <p:grpSpPr>
                <a:xfrm>
                  <a:off x="8903333" y="2102190"/>
                  <a:ext cx="1032321" cy="316341"/>
                  <a:chOff x="8903333" y="2102190"/>
                  <a:chExt cx="1032321" cy="316341"/>
                </a:xfrm>
              </p:grpSpPr>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59" name="TextBox 58"/>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1" name="Group 60"/>
                <p:cNvGrpSpPr/>
                <p:nvPr/>
              </p:nvGrpSpPr>
              <p:grpSpPr>
                <a:xfrm>
                  <a:off x="8902063" y="2366479"/>
                  <a:ext cx="1032321" cy="316341"/>
                  <a:chOff x="8903333" y="2102190"/>
                  <a:chExt cx="1032321" cy="316341"/>
                </a:xfrm>
              </p:grpSpPr>
              <p:sp>
                <p:nvSpPr>
                  <p:cNvPr id="62"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TextBox 62"/>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64" name="TextBox 63"/>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65" name="TextBox 64"/>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66" name="TextBox 65"/>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7" name="Group 66"/>
                <p:cNvGrpSpPr/>
                <p:nvPr/>
              </p:nvGrpSpPr>
              <p:grpSpPr>
                <a:xfrm>
                  <a:off x="8902063" y="2614705"/>
                  <a:ext cx="1032321" cy="316341"/>
                  <a:chOff x="8903333" y="2102190"/>
                  <a:chExt cx="1032321" cy="316341"/>
                </a:xfrm>
              </p:grpSpPr>
              <p:sp>
                <p:nvSpPr>
                  <p:cNvPr id="68"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 name="TextBox 68"/>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0" name="TextBox 69"/>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1" name="TextBox 70"/>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2" name="TextBox 71"/>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73" name="Group 72"/>
                <p:cNvGrpSpPr/>
                <p:nvPr/>
              </p:nvGrpSpPr>
              <p:grpSpPr>
                <a:xfrm>
                  <a:off x="8902063" y="2862292"/>
                  <a:ext cx="1032321" cy="316341"/>
                  <a:chOff x="8903333" y="2102190"/>
                  <a:chExt cx="1032321" cy="316341"/>
                </a:xfrm>
              </p:grpSpPr>
              <p:sp>
                <p:nvSpPr>
                  <p:cNvPr id="7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 name="TextBox 74"/>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6" name="TextBox 75"/>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7" name="TextBox 76"/>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8" name="TextBox 77"/>
                  <p:cNvSpPr txBox="1"/>
                  <p:nvPr/>
                </p:nvSpPr>
                <p:spPr>
                  <a:xfrm>
                    <a:off x="9661852" y="2109044"/>
                    <a:ext cx="260964" cy="307777"/>
                  </a:xfrm>
                  <a:prstGeom prst="rect">
                    <a:avLst/>
                  </a:prstGeom>
                  <a:noFill/>
                </p:spPr>
                <p:txBody>
                  <a:bodyPr wrap="square" rtlCol="0">
                    <a:spAutoFit/>
                  </a:bodyPr>
                  <a:lstStyle/>
                  <a:p>
                    <a:r>
                      <a:rPr lang="en-US" dirty="0"/>
                      <a:t>X</a:t>
                    </a:r>
                  </a:p>
                </p:txBody>
              </p:sp>
            </p:grpSp>
          </p:grpSp>
        </p:grpSp>
        <p:sp>
          <p:nvSpPr>
            <p:cNvPr id="182" name="TextBox 181"/>
            <p:cNvSpPr txBox="1"/>
            <p:nvPr/>
          </p:nvSpPr>
          <p:spPr>
            <a:xfrm>
              <a:off x="9278183" y="1862942"/>
              <a:ext cx="260964" cy="307777"/>
            </a:xfrm>
            <a:prstGeom prst="rect">
              <a:avLst/>
            </a:prstGeom>
            <a:noFill/>
          </p:spPr>
          <p:txBody>
            <a:bodyPr wrap="square" rtlCol="0">
              <a:spAutoFit/>
            </a:bodyPr>
            <a:lstStyle/>
            <a:p>
              <a:r>
                <a:rPr lang="en-US" dirty="0"/>
                <a:t>X</a:t>
              </a:r>
            </a:p>
          </p:txBody>
        </p:sp>
        <p:sp>
          <p:nvSpPr>
            <p:cNvPr id="183" name="TextBox 182"/>
            <p:cNvSpPr txBox="1"/>
            <p:nvPr/>
          </p:nvSpPr>
          <p:spPr>
            <a:xfrm>
              <a:off x="9011053" y="1873222"/>
              <a:ext cx="260964" cy="307777"/>
            </a:xfrm>
            <a:prstGeom prst="rect">
              <a:avLst/>
            </a:prstGeom>
            <a:noFill/>
          </p:spPr>
          <p:txBody>
            <a:bodyPr wrap="square" rtlCol="0">
              <a:spAutoFit/>
            </a:bodyPr>
            <a:lstStyle/>
            <a:p>
              <a:r>
                <a:rPr lang="en-US" dirty="0"/>
                <a:t>X</a:t>
              </a:r>
            </a:p>
          </p:txBody>
        </p:sp>
        <p:sp>
          <p:nvSpPr>
            <p:cNvPr id="184" name="TextBox 183"/>
            <p:cNvSpPr txBox="1"/>
            <p:nvPr/>
          </p:nvSpPr>
          <p:spPr>
            <a:xfrm>
              <a:off x="8754203" y="1883498"/>
              <a:ext cx="260964" cy="307777"/>
            </a:xfrm>
            <a:prstGeom prst="rect">
              <a:avLst/>
            </a:prstGeom>
            <a:noFill/>
          </p:spPr>
          <p:txBody>
            <a:bodyPr wrap="square" rtlCol="0">
              <a:spAutoFit/>
            </a:bodyPr>
            <a:lstStyle/>
            <a:p>
              <a:r>
                <a:rPr lang="en-US" dirty="0"/>
                <a:t>X</a:t>
              </a:r>
            </a:p>
          </p:txBody>
        </p:sp>
      </p:grpSp>
    </p:spTree>
    <p:extLst>
      <p:ext uri="{BB962C8B-B14F-4D97-AF65-F5344CB8AC3E}">
        <p14:creationId xmlns:p14="http://schemas.microsoft.com/office/powerpoint/2010/main" val="11631658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Shape 1045"/>
        <p:cNvGrpSpPr/>
        <p:nvPr/>
      </p:nvGrpSpPr>
      <p:grpSpPr>
        <a:xfrm>
          <a:off x="0" y="0"/>
          <a:ext cx="0" cy="0"/>
          <a:chOff x="0" y="0"/>
          <a:chExt cx="0" cy="0"/>
        </a:xfrm>
      </p:grpSpPr>
      <p:sp>
        <p:nvSpPr>
          <p:cNvPr id="1053" name="Google Shape;1053;p48"/>
          <p:cNvSpPr/>
          <p:nvPr/>
        </p:nvSpPr>
        <p:spPr>
          <a:xfrm>
            <a:off x="1745742" y="1706130"/>
            <a:ext cx="2080260" cy="2070100"/>
          </a:xfrm>
          <a:custGeom>
            <a:avLst/>
            <a:gdLst/>
            <a:ahLst/>
            <a:cxnLst/>
            <a:rect l="l" t="t" r="r" b="b"/>
            <a:pathLst>
              <a:path w="2080260" h="2070100" extrusionOk="0">
                <a:moveTo>
                  <a:pt x="2080260" y="0"/>
                </a:moveTo>
                <a:lnTo>
                  <a:pt x="0" y="0"/>
                </a:lnTo>
                <a:lnTo>
                  <a:pt x="0" y="173723"/>
                </a:lnTo>
                <a:lnTo>
                  <a:pt x="0" y="368795"/>
                </a:lnTo>
                <a:lnTo>
                  <a:pt x="0" y="2069579"/>
                </a:lnTo>
                <a:lnTo>
                  <a:pt x="2080260" y="2069579"/>
                </a:lnTo>
                <a:lnTo>
                  <a:pt x="2080260" y="368795"/>
                </a:lnTo>
                <a:lnTo>
                  <a:pt x="2080260" y="173723"/>
                </a:lnTo>
                <a:lnTo>
                  <a:pt x="208026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4" name="Google Shape;1054;p48"/>
          <p:cNvSpPr/>
          <p:nvPr/>
        </p:nvSpPr>
        <p:spPr>
          <a:xfrm>
            <a:off x="1745741" y="1706118"/>
            <a:ext cx="2080260" cy="2070100"/>
          </a:xfrm>
          <a:custGeom>
            <a:avLst/>
            <a:gdLst/>
            <a:ahLst/>
            <a:cxnLst/>
            <a:rect l="l" t="t" r="r" b="b"/>
            <a:pathLst>
              <a:path w="2080260" h="2070100" extrusionOk="0">
                <a:moveTo>
                  <a:pt x="0" y="2069591"/>
                </a:moveTo>
                <a:lnTo>
                  <a:pt x="2080259" y="2069591"/>
                </a:lnTo>
                <a:lnTo>
                  <a:pt x="2080259" y="0"/>
                </a:lnTo>
                <a:lnTo>
                  <a:pt x="0" y="0"/>
                </a:lnTo>
                <a:lnTo>
                  <a:pt x="0" y="2069591"/>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7" name="Google Shape;1057;p48"/>
          <p:cNvSpPr/>
          <p:nvPr/>
        </p:nvSpPr>
        <p:spPr>
          <a:xfrm>
            <a:off x="2095372" y="1696593"/>
            <a:ext cx="340360" cy="183515"/>
          </a:xfrm>
          <a:custGeom>
            <a:avLst/>
            <a:gdLst/>
            <a:ahLst/>
            <a:cxnLst/>
            <a:rect l="l" t="t" r="r" b="b"/>
            <a:pathLst>
              <a:path w="340360" h="183514" extrusionOk="0">
                <a:moveTo>
                  <a:pt x="339851" y="0"/>
                </a:moveTo>
                <a:lnTo>
                  <a:pt x="339851" y="183261"/>
                </a:lnTo>
              </a:path>
              <a:path w="34036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8" name="Google Shape;1058;p48"/>
          <p:cNvSpPr/>
          <p:nvPr/>
        </p:nvSpPr>
        <p:spPr>
          <a:xfrm>
            <a:off x="3659886" y="2055622"/>
            <a:ext cx="175895" cy="1377950"/>
          </a:xfrm>
          <a:custGeom>
            <a:avLst/>
            <a:gdLst/>
            <a:ahLst/>
            <a:cxnLst/>
            <a:rect l="l" t="t" r="r" b="b"/>
            <a:pathLst>
              <a:path w="175895" h="1377950" extrusionOk="0">
                <a:moveTo>
                  <a:pt x="0" y="0"/>
                </a:moveTo>
                <a:lnTo>
                  <a:pt x="175513" y="0"/>
                </a:lnTo>
              </a:path>
              <a:path w="175895" h="1377950" extrusionOk="0">
                <a:moveTo>
                  <a:pt x="0" y="344424"/>
                </a:moveTo>
                <a:lnTo>
                  <a:pt x="175513" y="344424"/>
                </a:lnTo>
              </a:path>
              <a:path w="175895" h="1377950" extrusionOk="0">
                <a:moveTo>
                  <a:pt x="0" y="688848"/>
                </a:moveTo>
                <a:lnTo>
                  <a:pt x="175513" y="688848"/>
                </a:lnTo>
              </a:path>
              <a:path w="175895" h="1377950" extrusionOk="0">
                <a:moveTo>
                  <a:pt x="0" y="1033272"/>
                </a:moveTo>
                <a:lnTo>
                  <a:pt x="175513" y="1033272"/>
                </a:lnTo>
              </a:path>
              <a:path w="175895" h="1377950" extrusionOk="0">
                <a:moveTo>
                  <a:pt x="0" y="1377696"/>
                </a:moveTo>
                <a:lnTo>
                  <a:pt x="175513" y="1377696"/>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9" name="Google Shape;1059;p48"/>
          <p:cNvSpPr/>
          <p:nvPr/>
        </p:nvSpPr>
        <p:spPr>
          <a:xfrm>
            <a:off x="1579626" y="1879853"/>
            <a:ext cx="2080260" cy="2068195"/>
          </a:xfrm>
          <a:custGeom>
            <a:avLst/>
            <a:gdLst/>
            <a:ahLst/>
            <a:cxnLst/>
            <a:rect l="l" t="t" r="r" b="b"/>
            <a:pathLst>
              <a:path w="2080260" h="2068195" extrusionOk="0">
                <a:moveTo>
                  <a:pt x="2080260" y="0"/>
                </a:moveTo>
                <a:lnTo>
                  <a:pt x="0" y="0"/>
                </a:lnTo>
                <a:lnTo>
                  <a:pt x="0" y="195072"/>
                </a:lnTo>
                <a:lnTo>
                  <a:pt x="0" y="2068068"/>
                </a:lnTo>
                <a:lnTo>
                  <a:pt x="2080260" y="2068068"/>
                </a:lnTo>
                <a:lnTo>
                  <a:pt x="2080260" y="195072"/>
                </a:lnTo>
                <a:lnTo>
                  <a:pt x="208026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0" name="Google Shape;1060;p48"/>
          <p:cNvSpPr/>
          <p:nvPr/>
        </p:nvSpPr>
        <p:spPr>
          <a:xfrm>
            <a:off x="1579625" y="1879854"/>
            <a:ext cx="2080260" cy="2068195"/>
          </a:xfrm>
          <a:custGeom>
            <a:avLst/>
            <a:gdLst/>
            <a:ahLst/>
            <a:cxnLst/>
            <a:rect l="l" t="t" r="r" b="b"/>
            <a:pathLst>
              <a:path w="2080260" h="2068195" extrusionOk="0">
                <a:moveTo>
                  <a:pt x="0" y="2068068"/>
                </a:moveTo>
                <a:lnTo>
                  <a:pt x="2080260" y="2068068"/>
                </a:lnTo>
                <a:lnTo>
                  <a:pt x="2080260" y="0"/>
                </a:lnTo>
                <a:lnTo>
                  <a:pt x="0" y="0"/>
                </a:lnTo>
                <a:lnTo>
                  <a:pt x="0" y="2068068"/>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3" name="Google Shape;1063;p48"/>
          <p:cNvSpPr/>
          <p:nvPr/>
        </p:nvSpPr>
        <p:spPr>
          <a:xfrm>
            <a:off x="1929256" y="1870329"/>
            <a:ext cx="340360" cy="205104"/>
          </a:xfrm>
          <a:custGeom>
            <a:avLst/>
            <a:gdLst/>
            <a:ahLst/>
            <a:cxnLst/>
            <a:rect l="l" t="t" r="r" b="b"/>
            <a:pathLst>
              <a:path w="340360" h="205105" extrusionOk="0">
                <a:moveTo>
                  <a:pt x="339851" y="0"/>
                </a:moveTo>
                <a:lnTo>
                  <a:pt x="339851" y="204597"/>
                </a:lnTo>
              </a:path>
              <a:path w="34036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4" name="Google Shape;1064;p48"/>
          <p:cNvSpPr/>
          <p:nvPr/>
        </p:nvSpPr>
        <p:spPr>
          <a:xfrm>
            <a:off x="3449574" y="2227834"/>
            <a:ext cx="219710" cy="1379220"/>
          </a:xfrm>
          <a:custGeom>
            <a:avLst/>
            <a:gdLst/>
            <a:ahLst/>
            <a:cxnLst/>
            <a:rect l="l" t="t" r="r" b="b"/>
            <a:pathLst>
              <a:path w="219710" h="1379220" extrusionOk="0">
                <a:moveTo>
                  <a:pt x="0" y="0"/>
                </a:moveTo>
                <a:lnTo>
                  <a:pt x="219709" y="0"/>
                </a:lnTo>
              </a:path>
              <a:path w="219710" h="1379220" extrusionOk="0">
                <a:moveTo>
                  <a:pt x="0" y="344424"/>
                </a:moveTo>
                <a:lnTo>
                  <a:pt x="219709" y="344424"/>
                </a:lnTo>
              </a:path>
              <a:path w="219710" h="1379220" extrusionOk="0">
                <a:moveTo>
                  <a:pt x="0" y="688848"/>
                </a:moveTo>
                <a:lnTo>
                  <a:pt x="219709" y="688848"/>
                </a:lnTo>
              </a:path>
              <a:path w="219710" h="1379220" extrusionOk="0">
                <a:moveTo>
                  <a:pt x="0" y="1033272"/>
                </a:moveTo>
                <a:lnTo>
                  <a:pt x="219709" y="1033272"/>
                </a:lnTo>
              </a:path>
              <a:path w="219710" h="1379220" extrusionOk="0">
                <a:moveTo>
                  <a:pt x="0" y="1379220"/>
                </a:moveTo>
                <a:lnTo>
                  <a:pt x="219709" y="1379220"/>
                </a:lnTo>
              </a:path>
            </a:pathLst>
          </a:custGeom>
          <a:noFill/>
          <a:ln w="261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5" name="Google Shape;1065;p48"/>
          <p:cNvSpPr/>
          <p:nvPr/>
        </p:nvSpPr>
        <p:spPr>
          <a:xfrm>
            <a:off x="1369313" y="2074926"/>
            <a:ext cx="2080260" cy="2070100"/>
          </a:xfrm>
          <a:custGeom>
            <a:avLst/>
            <a:gdLst/>
            <a:ahLst/>
            <a:cxnLst/>
            <a:rect l="l" t="t" r="r" b="b"/>
            <a:pathLst>
              <a:path w="2080260" h="2070100" extrusionOk="0">
                <a:moveTo>
                  <a:pt x="2080260" y="0"/>
                </a:moveTo>
                <a:lnTo>
                  <a:pt x="0" y="0"/>
                </a:lnTo>
                <a:lnTo>
                  <a:pt x="0" y="2069592"/>
                </a:lnTo>
                <a:lnTo>
                  <a:pt x="2080260" y="2069592"/>
                </a:lnTo>
                <a:lnTo>
                  <a:pt x="208026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6" name="Google Shape;1066;p48"/>
          <p:cNvSpPr/>
          <p:nvPr/>
        </p:nvSpPr>
        <p:spPr>
          <a:xfrm>
            <a:off x="1369313" y="2074926"/>
            <a:ext cx="2080260" cy="2070100"/>
          </a:xfrm>
          <a:custGeom>
            <a:avLst/>
            <a:gdLst/>
            <a:ahLst/>
            <a:cxnLst/>
            <a:rect l="l" t="t" r="r" b="b"/>
            <a:pathLst>
              <a:path w="2080260" h="2070100" extrusionOk="0">
                <a:moveTo>
                  <a:pt x="0" y="2069592"/>
                </a:moveTo>
                <a:lnTo>
                  <a:pt x="2080260" y="2069592"/>
                </a:lnTo>
                <a:lnTo>
                  <a:pt x="2080260" y="0"/>
                </a:lnTo>
                <a:lnTo>
                  <a:pt x="0" y="0"/>
                </a:lnTo>
                <a:lnTo>
                  <a:pt x="0" y="206959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7" name="Google Shape;1067;p48"/>
          <p:cNvSpPr/>
          <p:nvPr/>
        </p:nvSpPr>
        <p:spPr>
          <a:xfrm>
            <a:off x="240563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8" name="Google Shape;1068;p48"/>
          <p:cNvSpPr/>
          <p:nvPr/>
        </p:nvSpPr>
        <p:spPr>
          <a:xfrm>
            <a:off x="275615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9" name="Google Shape;1069;p48"/>
          <p:cNvSpPr/>
          <p:nvPr/>
        </p:nvSpPr>
        <p:spPr>
          <a:xfrm>
            <a:off x="3106674"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0" name="Google Shape;1070;p48"/>
          <p:cNvSpPr/>
          <p:nvPr/>
        </p:nvSpPr>
        <p:spPr>
          <a:xfrm>
            <a:off x="2055113"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1" name="Google Shape;1071;p48"/>
          <p:cNvSpPr/>
          <p:nvPr/>
        </p:nvSpPr>
        <p:spPr>
          <a:xfrm>
            <a:off x="1715261" y="2074926"/>
            <a:ext cx="7620" cy="2068195"/>
          </a:xfrm>
          <a:custGeom>
            <a:avLst/>
            <a:gdLst/>
            <a:ahLst/>
            <a:cxnLst/>
            <a:rect l="l" t="t" r="r" b="b"/>
            <a:pathLst>
              <a:path w="7619" h="2068195" extrusionOk="0">
                <a:moveTo>
                  <a:pt x="0" y="0"/>
                </a:moveTo>
                <a:lnTo>
                  <a:pt x="7365" y="206819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2" name="Google Shape;1072;p48"/>
          <p:cNvSpPr/>
          <p:nvPr/>
        </p:nvSpPr>
        <p:spPr>
          <a:xfrm>
            <a:off x="1369313" y="2420874"/>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3" name="Google Shape;1073;p48"/>
          <p:cNvSpPr/>
          <p:nvPr/>
        </p:nvSpPr>
        <p:spPr>
          <a:xfrm>
            <a:off x="1369313" y="2765298"/>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4" name="Google Shape;1074;p48"/>
          <p:cNvSpPr/>
          <p:nvPr/>
        </p:nvSpPr>
        <p:spPr>
          <a:xfrm>
            <a:off x="1369313" y="3109722"/>
            <a:ext cx="2080260" cy="7620"/>
          </a:xfrm>
          <a:custGeom>
            <a:avLst/>
            <a:gdLst/>
            <a:ahLst/>
            <a:cxnLst/>
            <a:rect l="l" t="t" r="r" b="b"/>
            <a:pathLst>
              <a:path w="2080260" h="7619"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5" name="Google Shape;1075;p48"/>
          <p:cNvSpPr/>
          <p:nvPr/>
        </p:nvSpPr>
        <p:spPr>
          <a:xfrm>
            <a:off x="1369313" y="3454145"/>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76" name="Google Shape;1076;p48"/>
          <p:cNvSpPr/>
          <p:nvPr/>
        </p:nvSpPr>
        <p:spPr>
          <a:xfrm>
            <a:off x="1369313" y="3798570"/>
            <a:ext cx="2080260" cy="7620"/>
          </a:xfrm>
          <a:custGeom>
            <a:avLst/>
            <a:gdLst/>
            <a:ahLst/>
            <a:cxnLst/>
            <a:rect l="l" t="t" r="r" b="b"/>
            <a:pathLst>
              <a:path w="2080260" h="7620" extrusionOk="0">
                <a:moveTo>
                  <a:pt x="0" y="7238"/>
                </a:moveTo>
                <a:lnTo>
                  <a:pt x="2080133"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80" name="Google Shape;1080;p48"/>
          <p:cNvSpPr txBox="1"/>
          <p:nvPr/>
        </p:nvSpPr>
        <p:spPr>
          <a:xfrm>
            <a:off x="1955038" y="425749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6 x 6 x 3</a:t>
            </a:r>
            <a:endParaRPr sz="1800" b="0" i="0" u="none" strike="noStrike" cap="none">
              <a:solidFill>
                <a:srgbClr val="000000"/>
              </a:solidFill>
              <a:latin typeface="Arial"/>
              <a:ea typeface="Arial"/>
              <a:cs typeface="Arial"/>
              <a:sym typeface="Arial"/>
            </a:endParaRPr>
          </a:p>
        </p:txBody>
      </p:sp>
      <p:sp>
        <p:nvSpPr>
          <p:cNvPr id="1081" name="Google Shape;1081;p48"/>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082" name="Google Shape;1082;p48"/>
          <p:cNvSpPr txBox="1"/>
          <p:nvPr/>
        </p:nvSpPr>
        <p:spPr>
          <a:xfrm>
            <a:off x="5640388" y="3468496"/>
            <a:ext cx="52133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3 x 3</a:t>
            </a:r>
            <a:endParaRPr sz="1800" b="0" i="0" u="none" strike="noStrike" cap="none" dirty="0">
              <a:solidFill>
                <a:srgbClr val="000000"/>
              </a:solidFill>
              <a:latin typeface="Arial"/>
              <a:ea typeface="Arial"/>
              <a:cs typeface="Arial"/>
              <a:sym typeface="Arial"/>
            </a:endParaRPr>
          </a:p>
        </p:txBody>
      </p:sp>
      <p:sp>
        <p:nvSpPr>
          <p:cNvPr id="1099" name="Google Shape;1099;p48"/>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sp>
        <p:nvSpPr>
          <p:cNvPr id="1100" name="Google Shape;1100;p48"/>
          <p:cNvSpPr txBox="1"/>
          <p:nvPr/>
        </p:nvSpPr>
        <p:spPr>
          <a:xfrm>
            <a:off x="8570984" y="3443400"/>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4 x 4 x 3</a:t>
            </a:r>
            <a:endParaRPr sz="1800" b="0" i="0" u="none" strike="noStrike" cap="none" dirty="0">
              <a:solidFill>
                <a:srgbClr val="000000"/>
              </a:solidFill>
              <a:latin typeface="Arial"/>
              <a:ea typeface="Arial"/>
              <a:cs typeface="Arial"/>
              <a:sym typeface="Arial"/>
            </a:endParaRPr>
          </a:p>
        </p:txBody>
      </p:sp>
      <p:sp>
        <p:nvSpPr>
          <p:cNvPr id="1101" name="Google Shape;1101;p48"/>
          <p:cNvSpPr txBox="1">
            <a:spLocks noGrp="1"/>
          </p:cNvSpPr>
          <p:nvPr>
            <p:ph type="title"/>
          </p:nvPr>
        </p:nvSpPr>
        <p:spPr>
          <a:xfrm>
            <a:off x="916939" y="637108"/>
            <a:ext cx="60636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Convolution</a:t>
            </a:r>
            <a:endParaRPr sz="4400">
              <a:latin typeface="Arial"/>
              <a:ea typeface="Arial"/>
              <a:cs typeface="Arial"/>
              <a:sym typeface="Arial"/>
            </a:endParaRPr>
          </a:p>
        </p:txBody>
      </p:sp>
      <p:pic>
        <p:nvPicPr>
          <p:cNvPr id="1107" name="Google Shape;1107;p4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73</a:t>
            </a:fld>
            <a:endParaRPr lang="en-US"/>
          </a:p>
        </p:txBody>
      </p:sp>
      <p:sp>
        <p:nvSpPr>
          <p:cNvPr id="107" name="Google Shape;906;p47"/>
          <p:cNvSpPr/>
          <p:nvPr/>
        </p:nvSpPr>
        <p:spPr>
          <a:xfrm>
            <a:off x="10000008" y="5032499"/>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5" name="Google Shape;1055;p48"/>
          <p:cNvSpPr/>
          <p:nvPr/>
        </p:nvSpPr>
        <p:spPr>
          <a:xfrm>
            <a:off x="2785744" y="1696593"/>
            <a:ext cx="350520" cy="183515"/>
          </a:xfrm>
          <a:custGeom>
            <a:avLst/>
            <a:gdLst/>
            <a:ahLst/>
            <a:cxnLst/>
            <a:rect l="l" t="t" r="r" b="b"/>
            <a:pathLst>
              <a:path w="350519" h="183514" extrusionOk="0">
                <a:moveTo>
                  <a:pt x="0" y="0"/>
                </a:moveTo>
                <a:lnTo>
                  <a:pt x="0" y="183261"/>
                </a:lnTo>
              </a:path>
              <a:path w="350519" h="183514" extrusionOk="0">
                <a:moveTo>
                  <a:pt x="350519" y="0"/>
                </a:moveTo>
                <a:lnTo>
                  <a:pt x="350519"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56" name="Google Shape;1056;p48"/>
          <p:cNvSpPr/>
          <p:nvPr/>
        </p:nvSpPr>
        <p:spPr>
          <a:xfrm>
            <a:off x="3486784" y="1696593"/>
            <a:ext cx="0" cy="183515"/>
          </a:xfrm>
          <a:custGeom>
            <a:avLst/>
            <a:gdLst/>
            <a:ahLst/>
            <a:cxnLst/>
            <a:rect l="l" t="t" r="r" b="b"/>
            <a:pathLst>
              <a:path w="120000" h="183514" extrusionOk="0">
                <a:moveTo>
                  <a:pt x="0" y="0"/>
                </a:moveTo>
                <a:lnTo>
                  <a:pt x="0" y="183261"/>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1" name="Google Shape;1061;p48"/>
          <p:cNvSpPr/>
          <p:nvPr/>
        </p:nvSpPr>
        <p:spPr>
          <a:xfrm>
            <a:off x="2619628" y="1870329"/>
            <a:ext cx="350520" cy="205104"/>
          </a:xfrm>
          <a:custGeom>
            <a:avLst/>
            <a:gdLst/>
            <a:ahLst/>
            <a:cxnLst/>
            <a:rect l="l" t="t" r="r" b="b"/>
            <a:pathLst>
              <a:path w="350519" h="205105" extrusionOk="0">
                <a:moveTo>
                  <a:pt x="0" y="0"/>
                </a:moveTo>
                <a:lnTo>
                  <a:pt x="0" y="204597"/>
                </a:lnTo>
              </a:path>
              <a:path w="350519" h="205105" extrusionOk="0">
                <a:moveTo>
                  <a:pt x="350520" y="0"/>
                </a:moveTo>
                <a:lnTo>
                  <a:pt x="35052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062" name="Google Shape;1062;p48"/>
          <p:cNvSpPr/>
          <p:nvPr/>
        </p:nvSpPr>
        <p:spPr>
          <a:xfrm>
            <a:off x="3320668" y="1870329"/>
            <a:ext cx="0" cy="205104"/>
          </a:xfrm>
          <a:custGeom>
            <a:avLst/>
            <a:gdLst/>
            <a:ahLst/>
            <a:cxnLst/>
            <a:rect l="l" t="t" r="r" b="b"/>
            <a:pathLst>
              <a:path w="120000" h="205105" extrusionOk="0">
                <a:moveTo>
                  <a:pt x="0" y="0"/>
                </a:moveTo>
                <a:lnTo>
                  <a:pt x="0" y="204597"/>
                </a:lnTo>
              </a:path>
            </a:pathLst>
          </a:custGeom>
          <a:noFill/>
          <a:ln w="26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60" name="Group 159"/>
          <p:cNvGrpSpPr/>
          <p:nvPr/>
        </p:nvGrpSpPr>
        <p:grpSpPr>
          <a:xfrm>
            <a:off x="8769930" y="1850118"/>
            <a:ext cx="1058429" cy="1092213"/>
            <a:chOff x="8797890" y="2012903"/>
            <a:chExt cx="1058429" cy="1092213"/>
          </a:xfrm>
        </p:grpSpPr>
        <p:sp>
          <p:nvSpPr>
            <p:cNvPr id="161" name="TextBox 160"/>
            <p:cNvSpPr txBox="1"/>
            <p:nvPr/>
          </p:nvSpPr>
          <p:spPr>
            <a:xfrm>
              <a:off x="8797890" y="2012903"/>
              <a:ext cx="260964" cy="307777"/>
            </a:xfrm>
            <a:prstGeom prst="rect">
              <a:avLst/>
            </a:prstGeom>
            <a:noFill/>
          </p:spPr>
          <p:txBody>
            <a:bodyPr wrap="square" rtlCol="0">
              <a:spAutoFit/>
            </a:bodyPr>
            <a:lstStyle/>
            <a:p>
              <a:endParaRPr lang="en-US" dirty="0"/>
            </a:p>
          </p:txBody>
        </p:sp>
        <p:grpSp>
          <p:nvGrpSpPr>
            <p:cNvPr id="164" name="Group 163"/>
            <p:cNvGrpSpPr/>
            <p:nvPr/>
          </p:nvGrpSpPr>
          <p:grpSpPr>
            <a:xfrm>
              <a:off x="8813031" y="2069794"/>
              <a:ext cx="1026160" cy="1020444"/>
              <a:chOff x="10591481" y="2449511"/>
              <a:chExt cx="1026160" cy="1020444"/>
            </a:xfrm>
          </p:grpSpPr>
          <p:sp>
            <p:nvSpPr>
              <p:cNvPr id="169" name="Google Shape;916;p47"/>
              <p:cNvSpPr/>
              <p:nvPr/>
            </p:nvSpPr>
            <p:spPr>
              <a:xfrm>
                <a:off x="10591481" y="2459036"/>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 name="Google Shape;917;p47"/>
              <p:cNvSpPr/>
              <p:nvPr/>
            </p:nvSpPr>
            <p:spPr>
              <a:xfrm>
                <a:off x="11452541" y="2714052"/>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 name="Google Shape;918;p47"/>
              <p:cNvSpPr/>
              <p:nvPr/>
            </p:nvSpPr>
            <p:spPr>
              <a:xfrm>
                <a:off x="11452541" y="2967099"/>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 name="Google Shape;919;p47"/>
              <p:cNvSpPr/>
              <p:nvPr/>
            </p:nvSpPr>
            <p:spPr>
              <a:xfrm>
                <a:off x="10848084" y="2449511"/>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65" name="TextBox 164"/>
            <p:cNvSpPr txBox="1"/>
            <p:nvPr/>
          </p:nvSpPr>
          <p:spPr>
            <a:xfrm>
              <a:off x="9578227" y="2040483"/>
              <a:ext cx="260964" cy="307777"/>
            </a:xfrm>
            <a:prstGeom prst="rect">
              <a:avLst/>
            </a:prstGeom>
            <a:noFill/>
          </p:spPr>
          <p:txBody>
            <a:bodyPr wrap="square" rtlCol="0">
              <a:spAutoFit/>
            </a:bodyPr>
            <a:lstStyle/>
            <a:p>
              <a:r>
                <a:rPr lang="en-US" dirty="0"/>
                <a:t>X</a:t>
              </a:r>
            </a:p>
          </p:txBody>
        </p:sp>
        <p:sp>
          <p:nvSpPr>
            <p:cNvPr id="166" name="TextBox 165"/>
            <p:cNvSpPr txBox="1"/>
            <p:nvPr/>
          </p:nvSpPr>
          <p:spPr>
            <a:xfrm>
              <a:off x="9586791" y="2295623"/>
              <a:ext cx="260964" cy="307777"/>
            </a:xfrm>
            <a:prstGeom prst="rect">
              <a:avLst/>
            </a:prstGeom>
            <a:noFill/>
          </p:spPr>
          <p:txBody>
            <a:bodyPr wrap="square" rtlCol="0">
              <a:spAutoFit/>
            </a:bodyPr>
            <a:lstStyle/>
            <a:p>
              <a:r>
                <a:rPr lang="en-US" dirty="0"/>
                <a:t>X</a:t>
              </a:r>
            </a:p>
          </p:txBody>
        </p:sp>
        <p:sp>
          <p:nvSpPr>
            <p:cNvPr id="167" name="TextBox 166"/>
            <p:cNvSpPr txBox="1"/>
            <p:nvPr/>
          </p:nvSpPr>
          <p:spPr>
            <a:xfrm>
              <a:off x="9595355" y="2550763"/>
              <a:ext cx="260964" cy="307777"/>
            </a:xfrm>
            <a:prstGeom prst="rect">
              <a:avLst/>
            </a:prstGeom>
            <a:noFill/>
          </p:spPr>
          <p:txBody>
            <a:bodyPr wrap="square" rtlCol="0">
              <a:spAutoFit/>
            </a:bodyPr>
            <a:lstStyle/>
            <a:p>
              <a:r>
                <a:rPr lang="en-US" dirty="0"/>
                <a:t>X</a:t>
              </a:r>
            </a:p>
          </p:txBody>
        </p:sp>
        <p:sp>
          <p:nvSpPr>
            <p:cNvPr id="168" name="TextBox 167"/>
            <p:cNvSpPr txBox="1"/>
            <p:nvPr/>
          </p:nvSpPr>
          <p:spPr>
            <a:xfrm>
              <a:off x="9595355" y="2797339"/>
              <a:ext cx="260964" cy="307777"/>
            </a:xfrm>
            <a:prstGeom prst="rect">
              <a:avLst/>
            </a:prstGeom>
            <a:noFill/>
          </p:spPr>
          <p:txBody>
            <a:bodyPr wrap="square" rtlCol="0">
              <a:spAutoFit/>
            </a:bodyPr>
            <a:lstStyle/>
            <a:p>
              <a:r>
                <a:rPr lang="en-US" dirty="0"/>
                <a:t>X</a:t>
              </a:r>
            </a:p>
          </p:txBody>
        </p:sp>
      </p:grpSp>
      <p:grpSp>
        <p:nvGrpSpPr>
          <p:cNvPr id="11" name="Group 10"/>
          <p:cNvGrpSpPr/>
          <p:nvPr/>
        </p:nvGrpSpPr>
        <p:grpSpPr>
          <a:xfrm>
            <a:off x="8487126" y="1980030"/>
            <a:ext cx="1186049" cy="1238653"/>
            <a:chOff x="8487126" y="1980030"/>
            <a:chExt cx="1186049" cy="1238653"/>
          </a:xfrm>
        </p:grpSpPr>
        <p:grpSp>
          <p:nvGrpSpPr>
            <p:cNvPr id="10" name="Group 9"/>
            <p:cNvGrpSpPr/>
            <p:nvPr/>
          </p:nvGrpSpPr>
          <p:grpSpPr>
            <a:xfrm>
              <a:off x="8614746" y="1980030"/>
              <a:ext cx="1058429" cy="1092213"/>
              <a:chOff x="8797890" y="2012903"/>
              <a:chExt cx="1058429" cy="1092213"/>
            </a:xfrm>
          </p:grpSpPr>
          <p:sp>
            <p:nvSpPr>
              <p:cNvPr id="137" name="TextBox 136"/>
              <p:cNvSpPr txBox="1"/>
              <p:nvPr/>
            </p:nvSpPr>
            <p:spPr>
              <a:xfrm>
                <a:off x="8797890" y="2012903"/>
                <a:ext cx="260964" cy="307777"/>
              </a:xfrm>
              <a:prstGeom prst="rect">
                <a:avLst/>
              </a:prstGeom>
              <a:noFill/>
            </p:spPr>
            <p:txBody>
              <a:bodyPr wrap="square" rtlCol="0">
                <a:spAutoFit/>
              </a:bodyPr>
              <a:lstStyle/>
              <a:p>
                <a:r>
                  <a:rPr lang="en-US" dirty="0"/>
                  <a:t>X</a:t>
                </a:r>
              </a:p>
            </p:txBody>
          </p:sp>
          <p:sp>
            <p:nvSpPr>
              <p:cNvPr id="91" name="TextBox 90"/>
              <p:cNvSpPr txBox="1"/>
              <p:nvPr/>
            </p:nvSpPr>
            <p:spPr>
              <a:xfrm>
                <a:off x="9053030" y="2021467"/>
                <a:ext cx="260964" cy="307777"/>
              </a:xfrm>
              <a:prstGeom prst="rect">
                <a:avLst/>
              </a:prstGeom>
              <a:noFill/>
            </p:spPr>
            <p:txBody>
              <a:bodyPr wrap="square" rtlCol="0">
                <a:spAutoFit/>
              </a:bodyPr>
              <a:lstStyle/>
              <a:p>
                <a:r>
                  <a:rPr lang="en-US" dirty="0"/>
                  <a:t>X</a:t>
                </a:r>
              </a:p>
            </p:txBody>
          </p:sp>
          <p:sp>
            <p:nvSpPr>
              <p:cNvPr id="92" name="TextBox 91"/>
              <p:cNvSpPr txBox="1"/>
              <p:nvPr/>
            </p:nvSpPr>
            <p:spPr>
              <a:xfrm>
                <a:off x="9318444" y="2019757"/>
                <a:ext cx="260964" cy="307777"/>
              </a:xfrm>
              <a:prstGeom prst="rect">
                <a:avLst/>
              </a:prstGeom>
              <a:noFill/>
            </p:spPr>
            <p:txBody>
              <a:bodyPr wrap="square" rtlCol="0">
                <a:spAutoFit/>
              </a:bodyPr>
              <a:lstStyle/>
              <a:p>
                <a:r>
                  <a:rPr lang="en-US" dirty="0"/>
                  <a:t>X</a:t>
                </a:r>
              </a:p>
            </p:txBody>
          </p:sp>
          <p:grpSp>
            <p:nvGrpSpPr>
              <p:cNvPr id="6" name="Group 5"/>
              <p:cNvGrpSpPr/>
              <p:nvPr/>
            </p:nvGrpSpPr>
            <p:grpSpPr>
              <a:xfrm>
                <a:off x="8813031" y="2069794"/>
                <a:ext cx="1026160" cy="1020444"/>
                <a:chOff x="10591481" y="2449511"/>
                <a:chExt cx="1026160" cy="1020444"/>
              </a:xfrm>
            </p:grpSpPr>
            <p:sp>
              <p:nvSpPr>
                <p:cNvPr id="117" name="Google Shape;916;p47"/>
                <p:cNvSpPr/>
                <p:nvPr/>
              </p:nvSpPr>
              <p:spPr>
                <a:xfrm>
                  <a:off x="10591481" y="2459036"/>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 name="Google Shape;917;p47"/>
                <p:cNvSpPr/>
                <p:nvPr/>
              </p:nvSpPr>
              <p:spPr>
                <a:xfrm>
                  <a:off x="11452541" y="2714052"/>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 name="Google Shape;918;p47"/>
                <p:cNvSpPr/>
                <p:nvPr/>
              </p:nvSpPr>
              <p:spPr>
                <a:xfrm>
                  <a:off x="11452541" y="2967099"/>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 name="Google Shape;919;p47"/>
                <p:cNvSpPr/>
                <p:nvPr/>
              </p:nvSpPr>
              <p:spPr>
                <a:xfrm>
                  <a:off x="10848084" y="2449511"/>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93" name="TextBox 92"/>
              <p:cNvSpPr txBox="1"/>
              <p:nvPr/>
            </p:nvSpPr>
            <p:spPr>
              <a:xfrm>
                <a:off x="9578227" y="2040483"/>
                <a:ext cx="260964" cy="307777"/>
              </a:xfrm>
              <a:prstGeom prst="rect">
                <a:avLst/>
              </a:prstGeom>
              <a:noFill/>
            </p:spPr>
            <p:txBody>
              <a:bodyPr wrap="square" rtlCol="0">
                <a:spAutoFit/>
              </a:bodyPr>
              <a:lstStyle/>
              <a:p>
                <a:r>
                  <a:rPr lang="en-US" dirty="0"/>
                  <a:t>X</a:t>
                </a:r>
              </a:p>
            </p:txBody>
          </p:sp>
          <p:sp>
            <p:nvSpPr>
              <p:cNvPr id="94" name="TextBox 93"/>
              <p:cNvSpPr txBox="1"/>
              <p:nvPr/>
            </p:nvSpPr>
            <p:spPr>
              <a:xfrm>
                <a:off x="9586791" y="2295623"/>
                <a:ext cx="260964" cy="307777"/>
              </a:xfrm>
              <a:prstGeom prst="rect">
                <a:avLst/>
              </a:prstGeom>
              <a:noFill/>
            </p:spPr>
            <p:txBody>
              <a:bodyPr wrap="square" rtlCol="0">
                <a:spAutoFit/>
              </a:bodyPr>
              <a:lstStyle/>
              <a:p>
                <a:r>
                  <a:rPr lang="en-US" dirty="0"/>
                  <a:t>X</a:t>
                </a:r>
              </a:p>
            </p:txBody>
          </p:sp>
          <p:sp>
            <p:nvSpPr>
              <p:cNvPr id="95" name="TextBox 94"/>
              <p:cNvSpPr txBox="1"/>
              <p:nvPr/>
            </p:nvSpPr>
            <p:spPr>
              <a:xfrm>
                <a:off x="9595355" y="2550763"/>
                <a:ext cx="260964" cy="307777"/>
              </a:xfrm>
              <a:prstGeom prst="rect">
                <a:avLst/>
              </a:prstGeom>
              <a:noFill/>
            </p:spPr>
            <p:txBody>
              <a:bodyPr wrap="square" rtlCol="0">
                <a:spAutoFit/>
              </a:bodyPr>
              <a:lstStyle/>
              <a:p>
                <a:r>
                  <a:rPr lang="en-US" dirty="0"/>
                  <a:t>X</a:t>
                </a:r>
              </a:p>
            </p:txBody>
          </p:sp>
          <p:sp>
            <p:nvSpPr>
              <p:cNvPr id="96" name="TextBox 95"/>
              <p:cNvSpPr txBox="1"/>
              <p:nvPr/>
            </p:nvSpPr>
            <p:spPr>
              <a:xfrm>
                <a:off x="9595355" y="2797339"/>
                <a:ext cx="260964" cy="307777"/>
              </a:xfrm>
              <a:prstGeom prst="rect">
                <a:avLst/>
              </a:prstGeom>
              <a:noFill/>
            </p:spPr>
            <p:txBody>
              <a:bodyPr wrap="square" rtlCol="0">
                <a:spAutoFit/>
              </a:bodyPr>
              <a:lstStyle/>
              <a:p>
                <a:r>
                  <a:rPr lang="en-US" dirty="0"/>
                  <a:t>X</a:t>
                </a:r>
              </a:p>
            </p:txBody>
          </p:sp>
        </p:grpSp>
        <p:grpSp>
          <p:nvGrpSpPr>
            <p:cNvPr id="5" name="Group 4"/>
            <p:cNvGrpSpPr/>
            <p:nvPr/>
          </p:nvGrpSpPr>
          <p:grpSpPr>
            <a:xfrm>
              <a:off x="8487126" y="2142240"/>
              <a:ext cx="1033591" cy="1076443"/>
              <a:chOff x="8902063" y="2102190"/>
              <a:chExt cx="1033591" cy="1076443"/>
            </a:xfrm>
          </p:grpSpPr>
          <p:sp>
            <p:nvSpPr>
              <p:cNvPr id="82" name="Google Shape;993;p47"/>
              <p:cNvSpPr/>
              <p:nvPr/>
            </p:nvSpPr>
            <p:spPr>
              <a:xfrm>
                <a:off x="8919019" y="2141157"/>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3" name="Google Shape;994;p47"/>
              <p:cNvSpPr/>
              <p:nvPr/>
            </p:nvSpPr>
            <p:spPr>
              <a:xfrm>
                <a:off x="8919019" y="2141157"/>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5" name="Google Shape;996;p47"/>
              <p:cNvSpPr/>
              <p:nvPr/>
            </p:nvSpPr>
            <p:spPr>
              <a:xfrm>
                <a:off x="8919019" y="2644077"/>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6" name="Google Shape;997;p47"/>
              <p:cNvSpPr/>
              <p:nvPr/>
            </p:nvSpPr>
            <p:spPr>
              <a:xfrm>
                <a:off x="8919019" y="2897061"/>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7" name="Google Shape;998;p47"/>
              <p:cNvSpPr/>
              <p:nvPr/>
            </p:nvSpPr>
            <p:spPr>
              <a:xfrm>
                <a:off x="917200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8" name="Google Shape;999;p47"/>
              <p:cNvSpPr/>
              <p:nvPr/>
            </p:nvSpPr>
            <p:spPr>
              <a:xfrm>
                <a:off x="942346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9" name="Google Shape;1000;p47"/>
              <p:cNvSpPr/>
              <p:nvPr/>
            </p:nvSpPr>
            <p:spPr>
              <a:xfrm>
                <a:off x="9674923" y="2141157"/>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4" name="Group 3"/>
              <p:cNvGrpSpPr/>
              <p:nvPr/>
            </p:nvGrpSpPr>
            <p:grpSpPr>
              <a:xfrm>
                <a:off x="8903333" y="2102190"/>
                <a:ext cx="1032321" cy="316341"/>
                <a:chOff x="8903333" y="2102190"/>
                <a:chExt cx="1032321" cy="316341"/>
              </a:xfrm>
            </p:grpSpPr>
            <p:sp>
              <p:nvSpPr>
                <p:cNvPr id="8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TextBox 7"/>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58" name="TextBox 57"/>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59" name="TextBox 58"/>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1" name="Group 60"/>
              <p:cNvGrpSpPr/>
              <p:nvPr/>
            </p:nvGrpSpPr>
            <p:grpSpPr>
              <a:xfrm>
                <a:off x="8902063" y="2366479"/>
                <a:ext cx="1032321" cy="316341"/>
                <a:chOff x="8903333" y="2102190"/>
                <a:chExt cx="1032321" cy="316341"/>
              </a:xfrm>
            </p:grpSpPr>
            <p:sp>
              <p:nvSpPr>
                <p:cNvPr id="62"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TextBox 62"/>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64" name="TextBox 63"/>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65" name="TextBox 64"/>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66" name="TextBox 65"/>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67" name="Group 66"/>
              <p:cNvGrpSpPr/>
              <p:nvPr/>
            </p:nvGrpSpPr>
            <p:grpSpPr>
              <a:xfrm>
                <a:off x="8902063" y="2614705"/>
                <a:ext cx="1032321" cy="316341"/>
                <a:chOff x="8903333" y="2102190"/>
                <a:chExt cx="1032321" cy="316341"/>
              </a:xfrm>
            </p:grpSpPr>
            <p:sp>
              <p:nvSpPr>
                <p:cNvPr id="68"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9" name="TextBox 68"/>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0" name="TextBox 69"/>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1" name="TextBox 70"/>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2" name="TextBox 71"/>
                <p:cNvSpPr txBox="1"/>
                <p:nvPr/>
              </p:nvSpPr>
              <p:spPr>
                <a:xfrm>
                  <a:off x="9661852" y="2109044"/>
                  <a:ext cx="260964" cy="307777"/>
                </a:xfrm>
                <a:prstGeom prst="rect">
                  <a:avLst/>
                </a:prstGeom>
                <a:noFill/>
              </p:spPr>
              <p:txBody>
                <a:bodyPr wrap="square" rtlCol="0">
                  <a:spAutoFit/>
                </a:bodyPr>
                <a:lstStyle/>
                <a:p>
                  <a:r>
                    <a:rPr lang="en-US" dirty="0"/>
                    <a:t>X</a:t>
                  </a:r>
                </a:p>
              </p:txBody>
            </p:sp>
          </p:grpSp>
          <p:grpSp>
            <p:nvGrpSpPr>
              <p:cNvPr id="73" name="Group 72"/>
              <p:cNvGrpSpPr/>
              <p:nvPr/>
            </p:nvGrpSpPr>
            <p:grpSpPr>
              <a:xfrm>
                <a:off x="8902063" y="2862292"/>
                <a:ext cx="1032321" cy="316341"/>
                <a:chOff x="8903333" y="2102190"/>
                <a:chExt cx="1032321" cy="316341"/>
              </a:xfrm>
            </p:grpSpPr>
            <p:sp>
              <p:nvSpPr>
                <p:cNvPr id="74" name="Google Shape;995;p47"/>
                <p:cNvSpPr/>
                <p:nvPr/>
              </p:nvSpPr>
              <p:spPr>
                <a:xfrm>
                  <a:off x="8919019" y="2391093"/>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5" name="TextBox 74"/>
                <p:cNvSpPr txBox="1"/>
                <p:nvPr/>
              </p:nvSpPr>
              <p:spPr>
                <a:xfrm>
                  <a:off x="8903333" y="2102191"/>
                  <a:ext cx="260964" cy="307777"/>
                </a:xfrm>
                <a:prstGeom prst="rect">
                  <a:avLst/>
                </a:prstGeom>
                <a:noFill/>
              </p:spPr>
              <p:txBody>
                <a:bodyPr wrap="square" rtlCol="0">
                  <a:spAutoFit/>
                </a:bodyPr>
                <a:lstStyle/>
                <a:p>
                  <a:r>
                    <a:rPr lang="en-US" dirty="0"/>
                    <a:t>X</a:t>
                  </a:r>
                </a:p>
              </p:txBody>
            </p:sp>
            <p:sp>
              <p:nvSpPr>
                <p:cNvPr id="76" name="TextBox 75"/>
                <p:cNvSpPr txBox="1"/>
                <p:nvPr/>
              </p:nvSpPr>
              <p:spPr>
                <a:xfrm>
                  <a:off x="9151572" y="2102190"/>
                  <a:ext cx="260964" cy="307777"/>
                </a:xfrm>
                <a:prstGeom prst="rect">
                  <a:avLst/>
                </a:prstGeom>
                <a:noFill/>
              </p:spPr>
              <p:txBody>
                <a:bodyPr wrap="square" rtlCol="0">
                  <a:spAutoFit/>
                </a:bodyPr>
                <a:lstStyle/>
                <a:p>
                  <a:r>
                    <a:rPr lang="en-US" dirty="0"/>
                    <a:t>X</a:t>
                  </a:r>
                </a:p>
              </p:txBody>
            </p:sp>
            <p:sp>
              <p:nvSpPr>
                <p:cNvPr id="77" name="TextBox 76"/>
                <p:cNvSpPr txBox="1"/>
                <p:nvPr/>
              </p:nvSpPr>
              <p:spPr>
                <a:xfrm>
                  <a:off x="9386164" y="2110754"/>
                  <a:ext cx="260964" cy="307777"/>
                </a:xfrm>
                <a:prstGeom prst="rect">
                  <a:avLst/>
                </a:prstGeom>
                <a:noFill/>
              </p:spPr>
              <p:txBody>
                <a:bodyPr wrap="square" rtlCol="0">
                  <a:spAutoFit/>
                </a:bodyPr>
                <a:lstStyle/>
                <a:p>
                  <a:r>
                    <a:rPr lang="en-US" dirty="0"/>
                    <a:t>X</a:t>
                  </a:r>
                </a:p>
              </p:txBody>
            </p:sp>
            <p:sp>
              <p:nvSpPr>
                <p:cNvPr id="78" name="TextBox 77"/>
                <p:cNvSpPr txBox="1"/>
                <p:nvPr/>
              </p:nvSpPr>
              <p:spPr>
                <a:xfrm>
                  <a:off x="9661852" y="2109044"/>
                  <a:ext cx="260964" cy="307777"/>
                </a:xfrm>
                <a:prstGeom prst="rect">
                  <a:avLst/>
                </a:prstGeom>
                <a:noFill/>
              </p:spPr>
              <p:txBody>
                <a:bodyPr wrap="square" rtlCol="0">
                  <a:spAutoFit/>
                </a:bodyPr>
                <a:lstStyle/>
                <a:p>
                  <a:r>
                    <a:rPr lang="en-US" dirty="0"/>
                    <a:t>X</a:t>
                  </a:r>
                </a:p>
              </p:txBody>
            </p:sp>
          </p:grpSp>
        </p:grpSp>
      </p:grpSp>
      <p:sp>
        <p:nvSpPr>
          <p:cNvPr id="182" name="TextBox 181"/>
          <p:cNvSpPr txBox="1"/>
          <p:nvPr/>
        </p:nvSpPr>
        <p:spPr>
          <a:xfrm>
            <a:off x="9278183" y="1862942"/>
            <a:ext cx="260964" cy="307777"/>
          </a:xfrm>
          <a:prstGeom prst="rect">
            <a:avLst/>
          </a:prstGeom>
          <a:noFill/>
        </p:spPr>
        <p:txBody>
          <a:bodyPr wrap="square" rtlCol="0">
            <a:spAutoFit/>
          </a:bodyPr>
          <a:lstStyle/>
          <a:p>
            <a:r>
              <a:rPr lang="en-US" dirty="0"/>
              <a:t>X</a:t>
            </a:r>
          </a:p>
        </p:txBody>
      </p:sp>
      <p:sp>
        <p:nvSpPr>
          <p:cNvPr id="183" name="TextBox 182"/>
          <p:cNvSpPr txBox="1"/>
          <p:nvPr/>
        </p:nvSpPr>
        <p:spPr>
          <a:xfrm>
            <a:off x="9011053" y="1873222"/>
            <a:ext cx="260964" cy="307777"/>
          </a:xfrm>
          <a:prstGeom prst="rect">
            <a:avLst/>
          </a:prstGeom>
          <a:noFill/>
        </p:spPr>
        <p:txBody>
          <a:bodyPr wrap="square" rtlCol="0">
            <a:spAutoFit/>
          </a:bodyPr>
          <a:lstStyle/>
          <a:p>
            <a:r>
              <a:rPr lang="en-US" dirty="0"/>
              <a:t>X</a:t>
            </a:r>
          </a:p>
        </p:txBody>
      </p:sp>
      <p:sp>
        <p:nvSpPr>
          <p:cNvPr id="184" name="TextBox 183"/>
          <p:cNvSpPr txBox="1"/>
          <p:nvPr/>
        </p:nvSpPr>
        <p:spPr>
          <a:xfrm>
            <a:off x="8754203" y="1883498"/>
            <a:ext cx="260964" cy="307777"/>
          </a:xfrm>
          <a:prstGeom prst="rect">
            <a:avLst/>
          </a:prstGeom>
          <a:noFill/>
        </p:spPr>
        <p:txBody>
          <a:bodyPr wrap="square" rtlCol="0">
            <a:spAutoFit/>
          </a:bodyPr>
          <a:lstStyle/>
          <a:p>
            <a:r>
              <a:rPr lang="en-US" dirty="0"/>
              <a:t>X</a:t>
            </a:r>
          </a:p>
        </p:txBody>
      </p:sp>
      <p:sp>
        <p:nvSpPr>
          <p:cNvPr id="130" name="Google Shape;852;p45"/>
          <p:cNvSpPr txBox="1"/>
          <p:nvPr/>
        </p:nvSpPr>
        <p:spPr>
          <a:xfrm>
            <a:off x="1909738" y="4572877"/>
            <a:ext cx="106041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dirty="0"/>
              <a:t>n</a:t>
            </a:r>
            <a:r>
              <a:rPr lang="en-US" sz="1800" b="0" i="0" u="none" strike="noStrike" cap="none" dirty="0">
                <a:solidFill>
                  <a:srgbClr val="000000"/>
                </a:solidFill>
                <a:latin typeface="Arial"/>
                <a:ea typeface="Arial"/>
                <a:cs typeface="Arial"/>
                <a:sym typeface="Arial"/>
              </a:rPr>
              <a:t> x n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131" name="Google Shape;803;p45"/>
          <p:cNvSpPr txBox="1"/>
          <p:nvPr/>
        </p:nvSpPr>
        <p:spPr>
          <a:xfrm>
            <a:off x="1165890" y="5459933"/>
            <a:ext cx="208216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Computational cost</a:t>
            </a:r>
            <a:endParaRPr sz="1800" b="0" i="0" u="none" strike="noStrike" cap="none" dirty="0">
              <a:solidFill>
                <a:srgbClr val="000000"/>
              </a:solidFill>
              <a:latin typeface="Cambria"/>
              <a:ea typeface="Cambria"/>
              <a:cs typeface="Cambria"/>
              <a:sym typeface="Cambria"/>
            </a:endParaRPr>
          </a:p>
        </p:txBody>
      </p:sp>
      <p:sp>
        <p:nvSpPr>
          <p:cNvPr id="132" name="Google Shape;804;p45"/>
          <p:cNvSpPr txBox="1"/>
          <p:nvPr/>
        </p:nvSpPr>
        <p:spPr>
          <a:xfrm>
            <a:off x="3793453" y="5459933"/>
            <a:ext cx="1644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a:t>
            </a:r>
            <a:endParaRPr sz="1800" b="0" i="0" u="none" strike="noStrike" cap="none">
              <a:solidFill>
                <a:srgbClr val="000000"/>
              </a:solidFill>
              <a:latin typeface="Cambria"/>
              <a:ea typeface="Cambria"/>
              <a:cs typeface="Cambria"/>
              <a:sym typeface="Cambria"/>
            </a:endParaRPr>
          </a:p>
        </p:txBody>
      </p:sp>
      <p:sp>
        <p:nvSpPr>
          <p:cNvPr id="133" name="Google Shape;805;p45"/>
          <p:cNvSpPr txBox="1"/>
          <p:nvPr/>
        </p:nvSpPr>
        <p:spPr>
          <a:xfrm>
            <a:off x="4629911" y="5459933"/>
            <a:ext cx="15354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#filter params</a:t>
            </a:r>
            <a:endParaRPr sz="1800" b="0" i="0" u="none" strike="noStrike" cap="none">
              <a:solidFill>
                <a:srgbClr val="000000"/>
              </a:solidFill>
              <a:latin typeface="Cambria"/>
              <a:ea typeface="Cambria"/>
              <a:cs typeface="Cambria"/>
              <a:sym typeface="Cambria"/>
            </a:endParaRPr>
          </a:p>
        </p:txBody>
      </p:sp>
      <p:sp>
        <p:nvSpPr>
          <p:cNvPr id="134" name="Google Shape;806;p45"/>
          <p:cNvSpPr txBox="1"/>
          <p:nvPr/>
        </p:nvSpPr>
        <p:spPr>
          <a:xfrm>
            <a:off x="6334123" y="5459933"/>
            <a:ext cx="2611852"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x	# filter positions</a:t>
            </a:r>
            <a:endParaRPr sz="1800" b="0" i="0" u="none" strike="noStrike" cap="none" dirty="0">
              <a:solidFill>
                <a:srgbClr val="000000"/>
              </a:solidFill>
              <a:latin typeface="Cambria"/>
              <a:ea typeface="Cambria"/>
              <a:cs typeface="Cambria"/>
              <a:sym typeface="Cambria"/>
            </a:endParaRPr>
          </a:p>
        </p:txBody>
      </p:sp>
      <p:sp>
        <p:nvSpPr>
          <p:cNvPr id="135" name="Google Shape;807;p45"/>
          <p:cNvSpPr txBox="1"/>
          <p:nvPr/>
        </p:nvSpPr>
        <p:spPr>
          <a:xfrm>
            <a:off x="9190336" y="5459933"/>
            <a:ext cx="14859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x</a:t>
            </a:r>
            <a:endParaRPr sz="1800" b="0" i="0" u="none" strike="noStrike" cap="none">
              <a:solidFill>
                <a:srgbClr val="000000"/>
              </a:solidFill>
              <a:latin typeface="Cambria"/>
              <a:ea typeface="Cambria"/>
              <a:cs typeface="Cambria"/>
              <a:sym typeface="Cambria"/>
            </a:endParaRPr>
          </a:p>
        </p:txBody>
      </p:sp>
      <p:sp>
        <p:nvSpPr>
          <p:cNvPr id="136" name="Google Shape;808;p45"/>
          <p:cNvSpPr txBox="1"/>
          <p:nvPr/>
        </p:nvSpPr>
        <p:spPr>
          <a:xfrm>
            <a:off x="9681217" y="5459933"/>
            <a:ext cx="109918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 of filters</a:t>
            </a:r>
            <a:endParaRPr sz="1800" b="0" i="0" u="none" strike="noStrike" cap="none" dirty="0">
              <a:solidFill>
                <a:srgbClr val="000000"/>
              </a:solidFill>
              <a:latin typeface="Cambria"/>
              <a:ea typeface="Cambria"/>
              <a:cs typeface="Cambria"/>
              <a:sym typeface="Cambria"/>
            </a:endParaRPr>
          </a:p>
        </p:txBody>
      </p:sp>
      <p:sp>
        <p:nvSpPr>
          <p:cNvPr id="138" name="TextBox 137"/>
          <p:cNvSpPr txBox="1"/>
          <p:nvPr/>
        </p:nvSpPr>
        <p:spPr>
          <a:xfrm>
            <a:off x="1545583" y="5924856"/>
            <a:ext cx="1099577" cy="400110"/>
          </a:xfrm>
          <a:prstGeom prst="rect">
            <a:avLst/>
          </a:prstGeom>
          <a:noFill/>
        </p:spPr>
        <p:txBody>
          <a:bodyPr wrap="square" rtlCol="0">
            <a:spAutoFit/>
          </a:bodyPr>
          <a:lstStyle/>
          <a:p>
            <a:pPr algn="ctr"/>
            <a:r>
              <a:rPr lang="en-US" sz="2000" b="1" dirty="0"/>
              <a:t>432</a:t>
            </a:r>
          </a:p>
        </p:txBody>
      </p:sp>
      <p:sp>
        <p:nvSpPr>
          <p:cNvPr id="139" name="TextBox 138"/>
          <p:cNvSpPr txBox="1"/>
          <p:nvPr/>
        </p:nvSpPr>
        <p:spPr>
          <a:xfrm>
            <a:off x="4565485" y="5876586"/>
            <a:ext cx="1353435" cy="400110"/>
          </a:xfrm>
          <a:prstGeom prst="rect">
            <a:avLst/>
          </a:prstGeom>
          <a:noFill/>
        </p:spPr>
        <p:txBody>
          <a:bodyPr wrap="square" rtlCol="0">
            <a:spAutoFit/>
          </a:bodyPr>
          <a:lstStyle/>
          <a:p>
            <a:pPr algn="ctr"/>
            <a:r>
              <a:rPr lang="en-US" sz="2000" b="1" dirty="0"/>
              <a:t>3 x 3</a:t>
            </a:r>
          </a:p>
        </p:txBody>
      </p:sp>
      <p:sp>
        <p:nvSpPr>
          <p:cNvPr id="140" name="TextBox 139"/>
          <p:cNvSpPr txBox="1"/>
          <p:nvPr/>
        </p:nvSpPr>
        <p:spPr>
          <a:xfrm>
            <a:off x="7420292" y="5924856"/>
            <a:ext cx="1353435" cy="400110"/>
          </a:xfrm>
          <a:prstGeom prst="rect">
            <a:avLst/>
          </a:prstGeom>
          <a:noFill/>
        </p:spPr>
        <p:txBody>
          <a:bodyPr wrap="square" rtlCol="0">
            <a:spAutoFit/>
          </a:bodyPr>
          <a:lstStyle/>
          <a:p>
            <a:pPr algn="ctr"/>
            <a:r>
              <a:rPr lang="en-US" sz="2000" b="1" dirty="0"/>
              <a:t>4 x 4</a:t>
            </a:r>
          </a:p>
        </p:txBody>
      </p:sp>
      <p:sp>
        <p:nvSpPr>
          <p:cNvPr id="141" name="TextBox 140"/>
          <p:cNvSpPr txBox="1"/>
          <p:nvPr/>
        </p:nvSpPr>
        <p:spPr>
          <a:xfrm>
            <a:off x="9859580" y="5924856"/>
            <a:ext cx="700528" cy="400110"/>
          </a:xfrm>
          <a:prstGeom prst="rect">
            <a:avLst/>
          </a:prstGeom>
          <a:noFill/>
        </p:spPr>
        <p:txBody>
          <a:bodyPr wrap="square" rtlCol="0">
            <a:spAutoFit/>
          </a:bodyPr>
          <a:lstStyle/>
          <a:p>
            <a:pPr algn="ctr"/>
            <a:r>
              <a:rPr lang="en-US" sz="2000" b="1" dirty="0"/>
              <a:t>3</a:t>
            </a:r>
          </a:p>
        </p:txBody>
      </p:sp>
      <p:sp>
        <p:nvSpPr>
          <p:cNvPr id="142" name="TextBox 141"/>
          <p:cNvSpPr txBox="1"/>
          <p:nvPr/>
        </p:nvSpPr>
        <p:spPr>
          <a:xfrm>
            <a:off x="8950756" y="5910306"/>
            <a:ext cx="629855" cy="400110"/>
          </a:xfrm>
          <a:prstGeom prst="rect">
            <a:avLst/>
          </a:prstGeom>
          <a:noFill/>
        </p:spPr>
        <p:txBody>
          <a:bodyPr wrap="square" rtlCol="0">
            <a:spAutoFit/>
          </a:bodyPr>
          <a:lstStyle/>
          <a:p>
            <a:pPr algn="ctr"/>
            <a:r>
              <a:rPr lang="en-US" sz="2000" b="1" dirty="0"/>
              <a:t>x</a:t>
            </a:r>
          </a:p>
        </p:txBody>
      </p:sp>
      <p:sp>
        <p:nvSpPr>
          <p:cNvPr id="143" name="Google Shape;882;p45"/>
          <p:cNvSpPr txBox="1"/>
          <p:nvPr/>
        </p:nvSpPr>
        <p:spPr>
          <a:xfrm>
            <a:off x="8391046" y="3745065"/>
            <a:ext cx="1598579" cy="289823"/>
          </a:xfrm>
          <a:prstGeom prst="rect">
            <a:avLst/>
          </a:prstGeom>
          <a:noFill/>
          <a:ln>
            <a:noFill/>
          </a:ln>
        </p:spPr>
        <p:txBody>
          <a:bodyPr spcFirstLastPara="1" wrap="square" lIns="0" tIns="12700" rIns="0" bIns="0" anchor="t" anchorCtr="0">
            <a:spAutoFit/>
          </a:bodyPr>
          <a:lstStyle/>
          <a:p>
            <a:pPr marL="12700" lvl="0">
              <a:buSzPts val="1800"/>
            </a:pPr>
            <a:r>
              <a:rPr lang="en-US" sz="1800" dirty="0" err="1"/>
              <a:t>n</a:t>
            </a:r>
            <a:r>
              <a:rPr lang="en-US" sz="1800" b="0" i="0" u="none" strike="noStrike" cap="none" baseline="-25000" dirty="0" err="1">
                <a:solidFill>
                  <a:srgbClr val="000000"/>
                </a:solidFill>
                <a:latin typeface="Arial"/>
                <a:ea typeface="Arial"/>
                <a:cs typeface="Arial"/>
                <a:sym typeface="Arial"/>
              </a:rPr>
              <a:t>out</a:t>
            </a:r>
            <a:r>
              <a:rPr lang="en-US" sz="1800" baseline="-25000" dirty="0"/>
              <a:t> </a:t>
            </a:r>
            <a:r>
              <a:rPr lang="en-US" sz="1800" dirty="0"/>
              <a:t> x </a:t>
            </a:r>
            <a:r>
              <a:rPr lang="en-US" sz="1800" dirty="0" err="1"/>
              <a:t>n</a:t>
            </a:r>
            <a:r>
              <a:rPr lang="en-US" sz="1800" baseline="-25000" dirty="0" err="1"/>
              <a:t>out</a:t>
            </a:r>
            <a:r>
              <a:rPr lang="en-US" sz="1800" dirty="0"/>
              <a:t> x </a:t>
            </a:r>
            <a:r>
              <a:rPr lang="en-US" sz="1800" dirty="0" err="1"/>
              <a:t>n</a:t>
            </a:r>
            <a:r>
              <a:rPr lang="en-US" sz="1800" baseline="-25000" dirty="0" err="1"/>
              <a:t>c</a:t>
            </a:r>
            <a:endParaRPr sz="1800" b="0" i="0" u="none" strike="noStrike" cap="none" dirty="0">
              <a:solidFill>
                <a:srgbClr val="000000"/>
              </a:solidFill>
              <a:latin typeface="Arial"/>
              <a:ea typeface="Arial"/>
              <a:cs typeface="Arial"/>
              <a:sym typeface="Arial"/>
            </a:endParaRPr>
          </a:p>
        </p:txBody>
      </p:sp>
      <p:grpSp>
        <p:nvGrpSpPr>
          <p:cNvPr id="150" name="Group 149"/>
          <p:cNvGrpSpPr/>
          <p:nvPr/>
        </p:nvGrpSpPr>
        <p:grpSpPr>
          <a:xfrm>
            <a:off x="5678200" y="2107171"/>
            <a:ext cx="1052499" cy="1036176"/>
            <a:chOff x="5678200" y="2107171"/>
            <a:chExt cx="1052499" cy="1036176"/>
          </a:xfrm>
        </p:grpSpPr>
        <p:sp>
          <p:nvSpPr>
            <p:cNvPr id="151" name="Google Shape;1084;p48"/>
            <p:cNvSpPr/>
            <p:nvPr/>
          </p:nvSpPr>
          <p:spPr>
            <a:xfrm>
              <a:off x="5680420" y="2107171"/>
              <a:ext cx="1050279" cy="1036176"/>
            </a:xfrm>
            <a:custGeom>
              <a:avLst/>
              <a:gdLst/>
              <a:ahLst/>
              <a:cxnLst/>
              <a:rect l="l" t="t" r="r" b="b"/>
              <a:pathLst>
                <a:path w="1018540" h="1016635" extrusionOk="0">
                  <a:moveTo>
                    <a:pt x="1018032" y="0"/>
                  </a:moveTo>
                  <a:lnTo>
                    <a:pt x="0" y="0"/>
                  </a:lnTo>
                  <a:lnTo>
                    <a:pt x="0" y="320040"/>
                  </a:lnTo>
                  <a:lnTo>
                    <a:pt x="0" y="609612"/>
                  </a:lnTo>
                  <a:lnTo>
                    <a:pt x="0" y="1016508"/>
                  </a:lnTo>
                  <a:lnTo>
                    <a:pt x="1018032" y="1016508"/>
                  </a:lnTo>
                  <a:lnTo>
                    <a:pt x="1018032" y="609612"/>
                  </a:lnTo>
                  <a:lnTo>
                    <a:pt x="1018032" y="320040"/>
                  </a:lnTo>
                  <a:lnTo>
                    <a:pt x="1018032"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52" name="Group 151"/>
            <p:cNvGrpSpPr/>
            <p:nvPr/>
          </p:nvGrpSpPr>
          <p:grpSpPr>
            <a:xfrm>
              <a:off x="5678200" y="2108932"/>
              <a:ext cx="1051560" cy="1034415"/>
              <a:chOff x="6442075" y="6319902"/>
              <a:chExt cx="1051560" cy="1034415"/>
            </a:xfrm>
          </p:grpSpPr>
          <p:sp>
            <p:nvSpPr>
              <p:cNvPr id="153" name="Google Shape;1094;p48"/>
              <p:cNvSpPr/>
              <p:nvPr/>
            </p:nvSpPr>
            <p:spPr>
              <a:xfrm>
                <a:off x="6452235" y="6325617"/>
                <a:ext cx="1041400" cy="1028700"/>
              </a:xfrm>
              <a:custGeom>
                <a:avLst/>
                <a:gdLst/>
                <a:ahLst/>
                <a:cxnLst/>
                <a:rect l="l" t="t" r="r" b="b"/>
                <a:pathLst>
                  <a:path w="1041400" h="1028700" extrusionOk="0">
                    <a:moveTo>
                      <a:pt x="0" y="1028699"/>
                    </a:moveTo>
                    <a:lnTo>
                      <a:pt x="1040891" y="1028699"/>
                    </a:lnTo>
                    <a:lnTo>
                      <a:pt x="1040891" y="0"/>
                    </a:lnTo>
                    <a:lnTo>
                      <a:pt x="0" y="0"/>
                    </a:lnTo>
                    <a:lnTo>
                      <a:pt x="0" y="102869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 name="Google Shape;1095;p48"/>
              <p:cNvSpPr/>
              <p:nvPr/>
            </p:nvSpPr>
            <p:spPr>
              <a:xfrm>
                <a:off x="6789547"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5" name="Google Shape;1096;p48"/>
              <p:cNvSpPr/>
              <p:nvPr/>
            </p:nvSpPr>
            <p:spPr>
              <a:xfrm>
                <a:off x="7129399" y="6319902"/>
                <a:ext cx="7620" cy="1034415"/>
              </a:xfrm>
              <a:custGeom>
                <a:avLst/>
                <a:gdLst/>
                <a:ahLst/>
                <a:cxnLst/>
                <a:rect l="l" t="t" r="r" b="b"/>
                <a:pathLst>
                  <a:path w="7620" h="1034414" extrusionOk="0">
                    <a:moveTo>
                      <a:pt x="0" y="0"/>
                    </a:moveTo>
                    <a:lnTo>
                      <a:pt x="7238" y="1034034"/>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6" name="Google Shape;1097;p48"/>
              <p:cNvSpPr/>
              <p:nvPr/>
            </p:nvSpPr>
            <p:spPr>
              <a:xfrm>
                <a:off x="6442075" y="6662802"/>
                <a:ext cx="1040130" cy="7620"/>
              </a:xfrm>
              <a:custGeom>
                <a:avLst/>
                <a:gdLst/>
                <a:ahLst/>
                <a:cxnLst/>
                <a:rect l="l" t="t" r="r" b="b"/>
                <a:pathLst>
                  <a:path w="1040129" h="7619"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7" name="Google Shape;1098;p48"/>
              <p:cNvSpPr/>
              <p:nvPr/>
            </p:nvSpPr>
            <p:spPr>
              <a:xfrm>
                <a:off x="6442075" y="7022019"/>
                <a:ext cx="1040130" cy="7620"/>
              </a:xfrm>
              <a:custGeom>
                <a:avLst/>
                <a:gdLst/>
                <a:ahLst/>
                <a:cxnLst/>
                <a:rect l="l" t="t" r="r" b="b"/>
                <a:pathLst>
                  <a:path w="1040129" h="7620" extrusionOk="0">
                    <a:moveTo>
                      <a:pt x="0" y="7112"/>
                    </a:moveTo>
                    <a:lnTo>
                      <a:pt x="104000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sp>
        <p:nvSpPr>
          <p:cNvPr id="158" name="Google Shape;852;p45"/>
          <p:cNvSpPr txBox="1"/>
          <p:nvPr/>
        </p:nvSpPr>
        <p:spPr>
          <a:xfrm>
            <a:off x="5468028" y="3827713"/>
            <a:ext cx="842361" cy="300355"/>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n-US" sz="1800" dirty="0"/>
              <a:t>f x f</a:t>
            </a: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5559461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1111"/>
        <p:cNvGrpSpPr/>
        <p:nvPr/>
      </p:nvGrpSpPr>
      <p:grpSpPr>
        <a:xfrm>
          <a:off x="0" y="0"/>
          <a:ext cx="0" cy="0"/>
          <a:chOff x="0" y="0"/>
          <a:chExt cx="0" cy="0"/>
        </a:xfrm>
      </p:grpSpPr>
      <p:sp>
        <p:nvSpPr>
          <p:cNvPr id="1112" name="Google Shape;1112;p49"/>
          <p:cNvSpPr txBox="1">
            <a:spLocks noGrp="1"/>
          </p:cNvSpPr>
          <p:nvPr>
            <p:ph type="title"/>
          </p:nvPr>
        </p:nvSpPr>
        <p:spPr>
          <a:xfrm>
            <a:off x="916939" y="431382"/>
            <a:ext cx="8810100" cy="1260900"/>
          </a:xfrm>
          <a:prstGeom prst="rect">
            <a:avLst/>
          </a:prstGeom>
          <a:noFill/>
          <a:ln>
            <a:noFill/>
          </a:ln>
        </p:spPr>
        <p:txBody>
          <a:bodyPr spcFirstLastPara="1" wrap="square" lIns="0" tIns="21907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Separable Convolution</a:t>
            </a:r>
            <a:endParaRPr sz="4400">
              <a:latin typeface="Arial"/>
              <a:ea typeface="Arial"/>
              <a:cs typeface="Arial"/>
              <a:sym typeface="Arial"/>
            </a:endParaRPr>
          </a:p>
          <a:p>
            <a:pPr marL="51435" lvl="0" indent="0" algn="l" rtl="0">
              <a:lnSpc>
                <a:spcPct val="100000"/>
              </a:lnSpc>
              <a:spcBef>
                <a:spcPts val="665"/>
              </a:spcBef>
              <a:spcAft>
                <a:spcPts val="0"/>
              </a:spcAft>
              <a:buSzPts val="1400"/>
              <a:buNone/>
            </a:pPr>
            <a:r>
              <a:rPr lang="en-US" sz="1800">
                <a:latin typeface="Arial"/>
                <a:ea typeface="Arial"/>
                <a:cs typeface="Arial"/>
                <a:sym typeface="Arial"/>
              </a:rPr>
              <a:t>Depthwise Convolution</a:t>
            </a:r>
            <a:endParaRPr sz="1800">
              <a:latin typeface="Arial"/>
              <a:ea typeface="Arial"/>
              <a:cs typeface="Arial"/>
              <a:sym typeface="Arial"/>
            </a:endParaRPr>
          </a:p>
        </p:txBody>
      </p:sp>
      <p:grpSp>
        <p:nvGrpSpPr>
          <p:cNvPr id="1113" name="Google Shape;1113;p49"/>
          <p:cNvGrpSpPr/>
          <p:nvPr/>
        </p:nvGrpSpPr>
        <p:grpSpPr>
          <a:xfrm>
            <a:off x="8126730" y="2057780"/>
            <a:ext cx="1343406" cy="1244472"/>
            <a:chOff x="8126730" y="2057780"/>
            <a:chExt cx="1343406" cy="1244472"/>
          </a:xfrm>
        </p:grpSpPr>
        <p:sp>
          <p:nvSpPr>
            <p:cNvPr id="1114" name="Google Shape;1114;p49"/>
            <p:cNvSpPr/>
            <p:nvPr/>
          </p:nvSpPr>
          <p:spPr>
            <a:xfrm>
              <a:off x="8443722" y="2067305"/>
              <a:ext cx="1016635" cy="1012190"/>
            </a:xfrm>
            <a:custGeom>
              <a:avLst/>
              <a:gdLst/>
              <a:ahLst/>
              <a:cxnLst/>
              <a:rect l="l" t="t" r="r" b="b"/>
              <a:pathLst>
                <a:path w="1016634" h="1012189" extrusionOk="0">
                  <a:moveTo>
                    <a:pt x="0" y="1011936"/>
                  </a:moveTo>
                  <a:lnTo>
                    <a:pt x="1016507" y="1011936"/>
                  </a:lnTo>
                  <a:lnTo>
                    <a:pt x="1016507" y="0"/>
                  </a:lnTo>
                  <a:lnTo>
                    <a:pt x="0" y="0"/>
                  </a:lnTo>
                  <a:lnTo>
                    <a:pt x="0" y="101193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5" name="Google Shape;1115;p49"/>
            <p:cNvSpPr/>
            <p:nvPr/>
          </p:nvSpPr>
          <p:spPr>
            <a:xfrm>
              <a:off x="9298686" y="2323909"/>
              <a:ext cx="171450" cy="504825"/>
            </a:xfrm>
            <a:custGeom>
              <a:avLst/>
              <a:gdLst/>
              <a:ahLst/>
              <a:cxnLst/>
              <a:rect l="l" t="t" r="r" b="b"/>
              <a:pathLst>
                <a:path w="171450" h="504825" extrusionOk="0">
                  <a:moveTo>
                    <a:pt x="0" y="0"/>
                  </a:moveTo>
                  <a:lnTo>
                    <a:pt x="171196" y="0"/>
                  </a:lnTo>
                </a:path>
                <a:path w="171450" h="504825" extrusionOk="0">
                  <a:moveTo>
                    <a:pt x="0" y="251459"/>
                  </a:moveTo>
                  <a:lnTo>
                    <a:pt x="171196" y="251459"/>
                  </a:lnTo>
                </a:path>
                <a:path w="171450" h="504825" extrusionOk="0">
                  <a:moveTo>
                    <a:pt x="0" y="504444"/>
                  </a:moveTo>
                  <a:lnTo>
                    <a:pt x="171196" y="50444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6" name="Google Shape;1116;p49"/>
            <p:cNvSpPr/>
            <p:nvPr/>
          </p:nvSpPr>
          <p:spPr>
            <a:xfrm>
              <a:off x="8700325" y="2057780"/>
              <a:ext cx="502920" cy="125730"/>
            </a:xfrm>
            <a:custGeom>
              <a:avLst/>
              <a:gdLst/>
              <a:ahLst/>
              <a:cxnLst/>
              <a:rect l="l" t="t" r="r" b="b"/>
              <a:pathLst>
                <a:path w="502920" h="125730" extrusionOk="0">
                  <a:moveTo>
                    <a:pt x="0" y="0"/>
                  </a:moveTo>
                  <a:lnTo>
                    <a:pt x="0" y="125349"/>
                  </a:lnTo>
                </a:path>
                <a:path w="502920" h="125730" extrusionOk="0">
                  <a:moveTo>
                    <a:pt x="251460" y="0"/>
                  </a:moveTo>
                  <a:lnTo>
                    <a:pt x="251460" y="125349"/>
                  </a:lnTo>
                </a:path>
                <a:path w="502920" h="125730" extrusionOk="0">
                  <a:moveTo>
                    <a:pt x="502920" y="0"/>
                  </a:moveTo>
                  <a:lnTo>
                    <a:pt x="502920"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7" name="Google Shape;1117;p49"/>
            <p:cNvSpPr/>
            <p:nvPr/>
          </p:nvSpPr>
          <p:spPr>
            <a:xfrm>
              <a:off x="8282178" y="2183129"/>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8" name="Google Shape;1118;p49"/>
            <p:cNvSpPr/>
            <p:nvPr/>
          </p:nvSpPr>
          <p:spPr>
            <a:xfrm>
              <a:off x="8282178" y="2183129"/>
              <a:ext cx="1016635" cy="1010919"/>
            </a:xfrm>
            <a:custGeom>
              <a:avLst/>
              <a:gdLst/>
              <a:ahLst/>
              <a:cxnLst/>
              <a:rect l="l" t="t" r="r" b="b"/>
              <a:pathLst>
                <a:path w="1016634" h="1010919"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9" name="Google Shape;1119;p49"/>
            <p:cNvSpPr/>
            <p:nvPr/>
          </p:nvSpPr>
          <p:spPr>
            <a:xfrm>
              <a:off x="9143238" y="2438209"/>
              <a:ext cx="165100" cy="506095"/>
            </a:xfrm>
            <a:custGeom>
              <a:avLst/>
              <a:gdLst/>
              <a:ahLst/>
              <a:cxnLst/>
              <a:rect l="l" t="t" r="r" b="b"/>
              <a:pathLst>
                <a:path w="165100" h="506094" extrusionOk="0">
                  <a:moveTo>
                    <a:pt x="0" y="0"/>
                  </a:moveTo>
                  <a:lnTo>
                    <a:pt x="165100" y="0"/>
                  </a:lnTo>
                </a:path>
                <a:path w="165100" h="506094" extrusionOk="0">
                  <a:moveTo>
                    <a:pt x="0" y="252983"/>
                  </a:moveTo>
                  <a:lnTo>
                    <a:pt x="165100" y="252983"/>
                  </a:lnTo>
                </a:path>
                <a:path w="165100" h="506094" extrusionOk="0">
                  <a:moveTo>
                    <a:pt x="0" y="505968"/>
                  </a:moveTo>
                  <a:lnTo>
                    <a:pt x="165100"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0" name="Google Shape;1120;p49"/>
            <p:cNvSpPr/>
            <p:nvPr/>
          </p:nvSpPr>
          <p:spPr>
            <a:xfrm>
              <a:off x="8538781" y="2173604"/>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19" y="0"/>
                  </a:moveTo>
                  <a:lnTo>
                    <a:pt x="502919"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1" name="Google Shape;1121;p49"/>
            <p:cNvSpPr/>
            <p:nvPr/>
          </p:nvSpPr>
          <p:spPr>
            <a:xfrm>
              <a:off x="8126730" y="2291333"/>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2" name="Google Shape;1122;p49"/>
            <p:cNvSpPr/>
            <p:nvPr/>
          </p:nvSpPr>
          <p:spPr>
            <a:xfrm>
              <a:off x="8126730" y="2291333"/>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3" name="Google Shape;1123;p49"/>
            <p:cNvSpPr/>
            <p:nvPr/>
          </p:nvSpPr>
          <p:spPr>
            <a:xfrm>
              <a:off x="8126730" y="2541269"/>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4" name="Google Shape;1124;p49"/>
            <p:cNvSpPr/>
            <p:nvPr/>
          </p:nvSpPr>
          <p:spPr>
            <a:xfrm>
              <a:off x="8126730" y="2794254"/>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5" name="Google Shape;1125;p49"/>
            <p:cNvSpPr/>
            <p:nvPr/>
          </p:nvSpPr>
          <p:spPr>
            <a:xfrm>
              <a:off x="8126730" y="3047238"/>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6" name="Google Shape;1126;p49"/>
            <p:cNvSpPr/>
            <p:nvPr/>
          </p:nvSpPr>
          <p:spPr>
            <a:xfrm>
              <a:off x="8378190" y="2291333"/>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7" name="Google Shape;1127;p49"/>
            <p:cNvSpPr/>
            <p:nvPr/>
          </p:nvSpPr>
          <p:spPr>
            <a:xfrm>
              <a:off x="8629650" y="2291333"/>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8" name="Google Shape;1128;p49"/>
            <p:cNvSpPr/>
            <p:nvPr/>
          </p:nvSpPr>
          <p:spPr>
            <a:xfrm>
              <a:off x="8881110" y="2291333"/>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29" name="Google Shape;1129;p49"/>
          <p:cNvGrpSpPr/>
          <p:nvPr/>
        </p:nvGrpSpPr>
        <p:grpSpPr>
          <a:xfrm>
            <a:off x="2474214" y="1896236"/>
            <a:ext cx="1812163" cy="1795653"/>
            <a:chOff x="2474214" y="1896236"/>
            <a:chExt cx="1812163" cy="1795653"/>
          </a:xfrm>
        </p:grpSpPr>
        <p:sp>
          <p:nvSpPr>
            <p:cNvPr id="1130" name="Google Shape;1130;p49"/>
            <p:cNvSpPr/>
            <p:nvPr/>
          </p:nvSpPr>
          <p:spPr>
            <a:xfrm>
              <a:off x="2751582" y="1905761"/>
              <a:ext cx="1524000" cy="1515110"/>
            </a:xfrm>
            <a:custGeom>
              <a:avLst/>
              <a:gdLst/>
              <a:ahLst/>
              <a:cxnLst/>
              <a:rect l="l" t="t" r="r" b="b"/>
              <a:pathLst>
                <a:path w="1524000" h="1515110" extrusionOk="0">
                  <a:moveTo>
                    <a:pt x="1523987" y="0"/>
                  </a:moveTo>
                  <a:lnTo>
                    <a:pt x="0" y="0"/>
                  </a:lnTo>
                  <a:lnTo>
                    <a:pt x="0" y="126492"/>
                  </a:lnTo>
                  <a:lnTo>
                    <a:pt x="0" y="269748"/>
                  </a:lnTo>
                  <a:lnTo>
                    <a:pt x="0" y="1514856"/>
                  </a:lnTo>
                  <a:lnTo>
                    <a:pt x="1523987" y="1514856"/>
                  </a:lnTo>
                  <a:lnTo>
                    <a:pt x="1523987" y="269748"/>
                  </a:lnTo>
                  <a:lnTo>
                    <a:pt x="1523987" y="126492"/>
                  </a:lnTo>
                  <a:lnTo>
                    <a:pt x="1523987"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1" name="Google Shape;1131;p49"/>
            <p:cNvSpPr/>
            <p:nvPr/>
          </p:nvSpPr>
          <p:spPr>
            <a:xfrm>
              <a:off x="2751582" y="1905761"/>
              <a:ext cx="1524000" cy="1515110"/>
            </a:xfrm>
            <a:custGeom>
              <a:avLst/>
              <a:gdLst/>
              <a:ahLst/>
              <a:cxnLst/>
              <a:rect l="l" t="t" r="r" b="b"/>
              <a:pathLst>
                <a:path w="1524000" h="1515110" extrusionOk="0">
                  <a:moveTo>
                    <a:pt x="0" y="1514856"/>
                  </a:moveTo>
                  <a:lnTo>
                    <a:pt x="1523999" y="1514856"/>
                  </a:lnTo>
                  <a:lnTo>
                    <a:pt x="1523999"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2" name="Google Shape;1132;p49"/>
            <p:cNvSpPr/>
            <p:nvPr/>
          </p:nvSpPr>
          <p:spPr>
            <a:xfrm>
              <a:off x="3007296" y="1896236"/>
              <a:ext cx="1019810" cy="136525"/>
            </a:xfrm>
            <a:custGeom>
              <a:avLst/>
              <a:gdLst/>
              <a:ahLst/>
              <a:cxnLst/>
              <a:rect l="l" t="t" r="r" b="b"/>
              <a:pathLst>
                <a:path w="1019810" h="136525" extrusionOk="0">
                  <a:moveTo>
                    <a:pt x="505967" y="0"/>
                  </a:moveTo>
                  <a:lnTo>
                    <a:pt x="505967" y="136016"/>
                  </a:lnTo>
                </a:path>
                <a:path w="1019810" h="136525" extrusionOk="0">
                  <a:moveTo>
                    <a:pt x="763523" y="0"/>
                  </a:moveTo>
                  <a:lnTo>
                    <a:pt x="763523" y="136016"/>
                  </a:lnTo>
                </a:path>
                <a:path w="1019810" h="136525" extrusionOk="0">
                  <a:moveTo>
                    <a:pt x="1019556" y="0"/>
                  </a:moveTo>
                  <a:lnTo>
                    <a:pt x="1019556" y="136016"/>
                  </a:lnTo>
                </a:path>
                <a:path w="1019810" h="136525" extrusionOk="0">
                  <a:moveTo>
                    <a:pt x="249936" y="0"/>
                  </a:moveTo>
                  <a:lnTo>
                    <a:pt x="249936" y="136016"/>
                  </a:lnTo>
                </a:path>
                <a:path w="1019810" h="136525" extrusionOk="0">
                  <a:moveTo>
                    <a:pt x="0" y="0"/>
                  </a:moveTo>
                  <a:lnTo>
                    <a:pt x="0" y="136016"/>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3" name="Google Shape;1133;p49"/>
            <p:cNvSpPr/>
            <p:nvPr/>
          </p:nvSpPr>
          <p:spPr>
            <a:xfrm>
              <a:off x="4153662" y="2159825"/>
              <a:ext cx="132715" cy="1012190"/>
            </a:xfrm>
            <a:custGeom>
              <a:avLst/>
              <a:gdLst/>
              <a:ahLst/>
              <a:cxnLst/>
              <a:rect l="l" t="t" r="r" b="b"/>
              <a:pathLst>
                <a:path w="132714" h="1012189" extrusionOk="0">
                  <a:moveTo>
                    <a:pt x="0" y="0"/>
                  </a:moveTo>
                  <a:lnTo>
                    <a:pt x="132334" y="0"/>
                  </a:lnTo>
                </a:path>
                <a:path w="132714" h="1012189" extrusionOk="0">
                  <a:moveTo>
                    <a:pt x="0" y="252984"/>
                  </a:moveTo>
                  <a:lnTo>
                    <a:pt x="132334" y="252984"/>
                  </a:lnTo>
                </a:path>
                <a:path w="132714" h="1012189" extrusionOk="0">
                  <a:moveTo>
                    <a:pt x="0" y="505968"/>
                  </a:moveTo>
                  <a:lnTo>
                    <a:pt x="132334" y="505968"/>
                  </a:lnTo>
                </a:path>
                <a:path w="132714" h="1012189" extrusionOk="0">
                  <a:moveTo>
                    <a:pt x="0" y="758951"/>
                  </a:moveTo>
                  <a:lnTo>
                    <a:pt x="132334" y="758951"/>
                  </a:lnTo>
                </a:path>
                <a:path w="132714" h="1012189" extrusionOk="0">
                  <a:moveTo>
                    <a:pt x="0" y="1011936"/>
                  </a:moveTo>
                  <a:lnTo>
                    <a:pt x="132334" y="1011936"/>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4" name="Google Shape;1134;p49"/>
            <p:cNvSpPr/>
            <p:nvPr/>
          </p:nvSpPr>
          <p:spPr>
            <a:xfrm>
              <a:off x="2629662" y="2032253"/>
              <a:ext cx="1524000" cy="1515110"/>
            </a:xfrm>
            <a:custGeom>
              <a:avLst/>
              <a:gdLst/>
              <a:ahLst/>
              <a:cxnLst/>
              <a:rect l="l" t="t" r="r" b="b"/>
              <a:pathLst>
                <a:path w="1524000" h="1515110" extrusionOk="0">
                  <a:moveTo>
                    <a:pt x="1524000" y="0"/>
                  </a:moveTo>
                  <a:lnTo>
                    <a:pt x="0" y="0"/>
                  </a:lnTo>
                  <a:lnTo>
                    <a:pt x="0" y="143256"/>
                  </a:lnTo>
                  <a:lnTo>
                    <a:pt x="0" y="1514856"/>
                  </a:lnTo>
                  <a:lnTo>
                    <a:pt x="1524000" y="1514856"/>
                  </a:lnTo>
                  <a:lnTo>
                    <a:pt x="1524000" y="143256"/>
                  </a:lnTo>
                  <a:lnTo>
                    <a:pt x="152400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5" name="Google Shape;1135;p49"/>
            <p:cNvSpPr/>
            <p:nvPr/>
          </p:nvSpPr>
          <p:spPr>
            <a:xfrm>
              <a:off x="2629662" y="2032253"/>
              <a:ext cx="1524000" cy="1515110"/>
            </a:xfrm>
            <a:custGeom>
              <a:avLst/>
              <a:gdLst/>
              <a:ahLst/>
              <a:cxnLst/>
              <a:rect l="l" t="t" r="r" b="b"/>
              <a:pathLst>
                <a:path w="1524000" h="1515110" extrusionOk="0">
                  <a:moveTo>
                    <a:pt x="0" y="1514856"/>
                  </a:moveTo>
                  <a:lnTo>
                    <a:pt x="1524000" y="1514856"/>
                  </a:lnTo>
                  <a:lnTo>
                    <a:pt x="1524000"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6" name="Google Shape;1136;p49"/>
            <p:cNvSpPr/>
            <p:nvPr/>
          </p:nvSpPr>
          <p:spPr>
            <a:xfrm>
              <a:off x="2885376" y="2022728"/>
              <a:ext cx="1019810" cy="153035"/>
            </a:xfrm>
            <a:custGeom>
              <a:avLst/>
              <a:gdLst/>
              <a:ahLst/>
              <a:cxnLst/>
              <a:rect l="l" t="t" r="r" b="b"/>
              <a:pathLst>
                <a:path w="1019810" h="153035" extrusionOk="0">
                  <a:moveTo>
                    <a:pt x="505967" y="0"/>
                  </a:moveTo>
                  <a:lnTo>
                    <a:pt x="505967" y="152780"/>
                  </a:lnTo>
                </a:path>
                <a:path w="1019810" h="153035" extrusionOk="0">
                  <a:moveTo>
                    <a:pt x="763524" y="0"/>
                  </a:moveTo>
                  <a:lnTo>
                    <a:pt x="763524" y="152780"/>
                  </a:lnTo>
                </a:path>
                <a:path w="1019810" h="153035" extrusionOk="0">
                  <a:moveTo>
                    <a:pt x="1019556" y="0"/>
                  </a:moveTo>
                  <a:lnTo>
                    <a:pt x="1019556" y="152780"/>
                  </a:lnTo>
                </a:path>
                <a:path w="1019810" h="153035" extrusionOk="0">
                  <a:moveTo>
                    <a:pt x="249936" y="0"/>
                  </a:moveTo>
                  <a:lnTo>
                    <a:pt x="249936" y="152780"/>
                  </a:lnTo>
                </a:path>
                <a:path w="1019810" h="153035" extrusionOk="0">
                  <a:moveTo>
                    <a:pt x="0" y="0"/>
                  </a:moveTo>
                  <a:lnTo>
                    <a:pt x="0" y="152780"/>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7" name="Google Shape;1137;p49"/>
            <p:cNvSpPr/>
            <p:nvPr/>
          </p:nvSpPr>
          <p:spPr>
            <a:xfrm>
              <a:off x="3999738" y="2286317"/>
              <a:ext cx="164465" cy="1012190"/>
            </a:xfrm>
            <a:custGeom>
              <a:avLst/>
              <a:gdLst/>
              <a:ahLst/>
              <a:cxnLst/>
              <a:rect l="l" t="t" r="r" b="b"/>
              <a:pathLst>
                <a:path w="164464" h="1012189" extrusionOk="0">
                  <a:moveTo>
                    <a:pt x="0" y="0"/>
                  </a:moveTo>
                  <a:lnTo>
                    <a:pt x="164337" y="0"/>
                  </a:lnTo>
                </a:path>
                <a:path w="164464" h="1012189" extrusionOk="0">
                  <a:moveTo>
                    <a:pt x="0" y="252983"/>
                  </a:moveTo>
                  <a:lnTo>
                    <a:pt x="164337" y="252983"/>
                  </a:lnTo>
                </a:path>
                <a:path w="164464" h="1012189" extrusionOk="0">
                  <a:moveTo>
                    <a:pt x="0" y="505968"/>
                  </a:moveTo>
                  <a:lnTo>
                    <a:pt x="164337" y="505968"/>
                  </a:lnTo>
                </a:path>
                <a:path w="164464" h="1012189" extrusionOk="0">
                  <a:moveTo>
                    <a:pt x="0" y="758951"/>
                  </a:moveTo>
                  <a:lnTo>
                    <a:pt x="164337" y="758951"/>
                  </a:lnTo>
                </a:path>
                <a:path w="164464" h="1012189" extrusionOk="0">
                  <a:moveTo>
                    <a:pt x="0" y="1011936"/>
                  </a:moveTo>
                  <a:lnTo>
                    <a:pt x="164337" y="1011936"/>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8" name="Google Shape;1138;p49"/>
            <p:cNvSpPr/>
            <p:nvPr/>
          </p:nvSpPr>
          <p:spPr>
            <a:xfrm>
              <a:off x="2474214" y="2175509"/>
              <a:ext cx="1525905" cy="1516380"/>
            </a:xfrm>
            <a:custGeom>
              <a:avLst/>
              <a:gdLst/>
              <a:ahLst/>
              <a:cxnLst/>
              <a:rect l="l" t="t" r="r" b="b"/>
              <a:pathLst>
                <a:path w="1525904" h="1516379" extrusionOk="0">
                  <a:moveTo>
                    <a:pt x="1525524" y="0"/>
                  </a:moveTo>
                  <a:lnTo>
                    <a:pt x="0" y="0"/>
                  </a:lnTo>
                  <a:lnTo>
                    <a:pt x="0" y="1516380"/>
                  </a:lnTo>
                  <a:lnTo>
                    <a:pt x="1525524" y="1516380"/>
                  </a:lnTo>
                  <a:lnTo>
                    <a:pt x="1525524"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9" name="Google Shape;1139;p49"/>
            <p:cNvSpPr/>
            <p:nvPr/>
          </p:nvSpPr>
          <p:spPr>
            <a:xfrm>
              <a:off x="2474214" y="2175509"/>
              <a:ext cx="1525905" cy="1516380"/>
            </a:xfrm>
            <a:custGeom>
              <a:avLst/>
              <a:gdLst/>
              <a:ahLst/>
              <a:cxnLst/>
              <a:rect l="l" t="t" r="r" b="b"/>
              <a:pathLst>
                <a:path w="1525904" h="1516379" extrusionOk="0">
                  <a:moveTo>
                    <a:pt x="0" y="1516380"/>
                  </a:moveTo>
                  <a:lnTo>
                    <a:pt x="1525524" y="1516380"/>
                  </a:lnTo>
                  <a:lnTo>
                    <a:pt x="1525524" y="0"/>
                  </a:lnTo>
                  <a:lnTo>
                    <a:pt x="0" y="0"/>
                  </a:lnTo>
                  <a:lnTo>
                    <a:pt x="0" y="151638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0" name="Google Shape;1140;p49"/>
            <p:cNvSpPr/>
            <p:nvPr/>
          </p:nvSpPr>
          <p:spPr>
            <a:xfrm>
              <a:off x="3234690"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1" name="Google Shape;1141;p49"/>
            <p:cNvSpPr/>
            <p:nvPr/>
          </p:nvSpPr>
          <p:spPr>
            <a:xfrm>
              <a:off x="3490722"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2" name="Google Shape;1142;p49"/>
            <p:cNvSpPr/>
            <p:nvPr/>
          </p:nvSpPr>
          <p:spPr>
            <a:xfrm>
              <a:off x="3748278"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3" name="Google Shape;1143;p49"/>
            <p:cNvSpPr/>
            <p:nvPr/>
          </p:nvSpPr>
          <p:spPr>
            <a:xfrm>
              <a:off x="2977134"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4" name="Google Shape;1144;p49"/>
            <p:cNvSpPr/>
            <p:nvPr/>
          </p:nvSpPr>
          <p:spPr>
            <a:xfrm>
              <a:off x="2728722"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5" name="Google Shape;1145;p49"/>
            <p:cNvSpPr/>
            <p:nvPr/>
          </p:nvSpPr>
          <p:spPr>
            <a:xfrm>
              <a:off x="2474214" y="2428493"/>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6" name="Google Shape;1146;p49"/>
            <p:cNvSpPr/>
            <p:nvPr/>
          </p:nvSpPr>
          <p:spPr>
            <a:xfrm>
              <a:off x="2474214" y="2681477"/>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7" name="Google Shape;1147;p49"/>
            <p:cNvSpPr/>
            <p:nvPr/>
          </p:nvSpPr>
          <p:spPr>
            <a:xfrm>
              <a:off x="2474214" y="2932937"/>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8" name="Google Shape;1148;p49"/>
            <p:cNvSpPr/>
            <p:nvPr/>
          </p:nvSpPr>
          <p:spPr>
            <a:xfrm>
              <a:off x="2474214" y="3185922"/>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9" name="Google Shape;1149;p49"/>
            <p:cNvSpPr/>
            <p:nvPr/>
          </p:nvSpPr>
          <p:spPr>
            <a:xfrm>
              <a:off x="2474214" y="3438905"/>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50" name="Google Shape;1150;p49"/>
          <p:cNvSpPr txBox="1"/>
          <p:nvPr/>
        </p:nvSpPr>
        <p:spPr>
          <a:xfrm>
            <a:off x="4836667" y="2494914"/>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151" name="Google Shape;1151;p49"/>
          <p:cNvSpPr txBox="1"/>
          <p:nvPr/>
        </p:nvSpPr>
        <p:spPr>
          <a:xfrm>
            <a:off x="7256526" y="2442464"/>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grpSp>
        <p:nvGrpSpPr>
          <p:cNvPr id="1152" name="Google Shape;1152;p49"/>
          <p:cNvGrpSpPr/>
          <p:nvPr/>
        </p:nvGrpSpPr>
        <p:grpSpPr>
          <a:xfrm>
            <a:off x="5532882" y="2074545"/>
            <a:ext cx="1246632" cy="1223264"/>
            <a:chOff x="5532882" y="2074545"/>
            <a:chExt cx="1246632" cy="1223264"/>
          </a:xfrm>
        </p:grpSpPr>
        <p:sp>
          <p:nvSpPr>
            <p:cNvPr id="1153" name="Google Shape;1153;p49"/>
            <p:cNvSpPr/>
            <p:nvPr/>
          </p:nvSpPr>
          <p:spPr>
            <a:xfrm>
              <a:off x="6022086" y="2087117"/>
              <a:ext cx="748665" cy="749935"/>
            </a:xfrm>
            <a:custGeom>
              <a:avLst/>
              <a:gdLst/>
              <a:ahLst/>
              <a:cxnLst/>
              <a:rect l="l" t="t" r="r" b="b"/>
              <a:pathLst>
                <a:path w="748665" h="749935" extrusionOk="0">
                  <a:moveTo>
                    <a:pt x="748284" y="0"/>
                  </a:moveTo>
                  <a:lnTo>
                    <a:pt x="0" y="0"/>
                  </a:lnTo>
                  <a:lnTo>
                    <a:pt x="0" y="236232"/>
                  </a:lnTo>
                  <a:lnTo>
                    <a:pt x="0" y="449580"/>
                  </a:lnTo>
                  <a:lnTo>
                    <a:pt x="0" y="749808"/>
                  </a:lnTo>
                  <a:lnTo>
                    <a:pt x="748284" y="749808"/>
                  </a:lnTo>
                  <a:lnTo>
                    <a:pt x="748284" y="449580"/>
                  </a:lnTo>
                  <a:lnTo>
                    <a:pt x="748284" y="236232"/>
                  </a:lnTo>
                  <a:lnTo>
                    <a:pt x="748284"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4" name="Google Shape;1154;p49"/>
            <p:cNvSpPr/>
            <p:nvPr/>
          </p:nvSpPr>
          <p:spPr>
            <a:xfrm>
              <a:off x="6022086" y="2087118"/>
              <a:ext cx="748665" cy="749935"/>
            </a:xfrm>
            <a:custGeom>
              <a:avLst/>
              <a:gdLst/>
              <a:ahLst/>
              <a:cxnLst/>
              <a:rect l="l" t="t" r="r" b="b"/>
              <a:pathLst>
                <a:path w="748665" h="749935" extrusionOk="0">
                  <a:moveTo>
                    <a:pt x="0" y="749808"/>
                  </a:moveTo>
                  <a:lnTo>
                    <a:pt x="748284" y="749808"/>
                  </a:lnTo>
                  <a:lnTo>
                    <a:pt x="748284" y="0"/>
                  </a:lnTo>
                  <a:lnTo>
                    <a:pt x="0" y="0"/>
                  </a:lnTo>
                  <a:lnTo>
                    <a:pt x="0" y="7498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5" name="Google Shape;1155;p49"/>
            <p:cNvSpPr/>
            <p:nvPr/>
          </p:nvSpPr>
          <p:spPr>
            <a:xfrm>
              <a:off x="6274625" y="2074545"/>
              <a:ext cx="0" cy="248920"/>
            </a:xfrm>
            <a:custGeom>
              <a:avLst/>
              <a:gdLst/>
              <a:ahLst/>
              <a:cxnLst/>
              <a:rect l="l" t="t" r="r" b="b"/>
              <a:pathLst>
                <a:path w="120000" h="248919" extrusionOk="0">
                  <a:moveTo>
                    <a:pt x="0" y="0"/>
                  </a:moveTo>
                  <a:lnTo>
                    <a:pt x="0" y="248793"/>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6" name="Google Shape;1156;p49"/>
            <p:cNvSpPr/>
            <p:nvPr/>
          </p:nvSpPr>
          <p:spPr>
            <a:xfrm>
              <a:off x="6518465" y="2074545"/>
              <a:ext cx="0" cy="248920"/>
            </a:xfrm>
            <a:custGeom>
              <a:avLst/>
              <a:gdLst/>
              <a:ahLst/>
              <a:cxnLst/>
              <a:rect l="l" t="t" r="r" b="b"/>
              <a:pathLst>
                <a:path w="120000" h="248919" extrusionOk="0">
                  <a:moveTo>
                    <a:pt x="0" y="0"/>
                  </a:moveTo>
                  <a:lnTo>
                    <a:pt x="0" y="248793"/>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7" name="Google Shape;1157;p49"/>
            <p:cNvSpPr/>
            <p:nvPr/>
          </p:nvSpPr>
          <p:spPr>
            <a:xfrm>
              <a:off x="6535674" y="2336609"/>
              <a:ext cx="243840" cy="224154"/>
            </a:xfrm>
            <a:custGeom>
              <a:avLst/>
              <a:gdLst/>
              <a:ahLst/>
              <a:cxnLst/>
              <a:rect l="l" t="t" r="r" b="b"/>
              <a:pathLst>
                <a:path w="243840" h="224155" extrusionOk="0">
                  <a:moveTo>
                    <a:pt x="0" y="0"/>
                  </a:moveTo>
                  <a:lnTo>
                    <a:pt x="243713" y="0"/>
                  </a:lnTo>
                </a:path>
                <a:path w="243840" h="224155" extrusionOk="0">
                  <a:moveTo>
                    <a:pt x="0" y="224027"/>
                  </a:moveTo>
                  <a:lnTo>
                    <a:pt x="243713" y="224027"/>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8" name="Google Shape;1158;p49"/>
            <p:cNvSpPr/>
            <p:nvPr/>
          </p:nvSpPr>
          <p:spPr>
            <a:xfrm>
              <a:off x="5787390" y="2323350"/>
              <a:ext cx="748665" cy="753110"/>
            </a:xfrm>
            <a:custGeom>
              <a:avLst/>
              <a:gdLst/>
              <a:ahLst/>
              <a:cxnLst/>
              <a:rect l="l" t="t" r="r" b="b"/>
              <a:pathLst>
                <a:path w="748665" h="753110" extrusionOk="0">
                  <a:moveTo>
                    <a:pt x="748284" y="0"/>
                  </a:moveTo>
                  <a:lnTo>
                    <a:pt x="0" y="0"/>
                  </a:lnTo>
                  <a:lnTo>
                    <a:pt x="0" y="213347"/>
                  </a:lnTo>
                  <a:lnTo>
                    <a:pt x="0" y="752843"/>
                  </a:lnTo>
                  <a:lnTo>
                    <a:pt x="748284" y="752843"/>
                  </a:lnTo>
                  <a:lnTo>
                    <a:pt x="748284" y="213347"/>
                  </a:lnTo>
                  <a:lnTo>
                    <a:pt x="748284"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9" name="Google Shape;1159;p49"/>
            <p:cNvSpPr/>
            <p:nvPr/>
          </p:nvSpPr>
          <p:spPr>
            <a:xfrm>
              <a:off x="5787390" y="2323338"/>
              <a:ext cx="748665" cy="753110"/>
            </a:xfrm>
            <a:custGeom>
              <a:avLst/>
              <a:gdLst/>
              <a:ahLst/>
              <a:cxnLst/>
              <a:rect l="l" t="t" r="r" b="b"/>
              <a:pathLst>
                <a:path w="748665" h="753110" extrusionOk="0">
                  <a:moveTo>
                    <a:pt x="0" y="752855"/>
                  </a:moveTo>
                  <a:lnTo>
                    <a:pt x="748284" y="752855"/>
                  </a:lnTo>
                  <a:lnTo>
                    <a:pt x="748284" y="0"/>
                  </a:lnTo>
                  <a:lnTo>
                    <a:pt x="0" y="0"/>
                  </a:lnTo>
                  <a:lnTo>
                    <a:pt x="0" y="752855"/>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0" name="Google Shape;1160;p49"/>
            <p:cNvSpPr/>
            <p:nvPr/>
          </p:nvSpPr>
          <p:spPr>
            <a:xfrm>
              <a:off x="6039929" y="2310765"/>
              <a:ext cx="504825" cy="489584"/>
            </a:xfrm>
            <a:custGeom>
              <a:avLst/>
              <a:gdLst/>
              <a:ahLst/>
              <a:cxnLst/>
              <a:rect l="l" t="t" r="r" b="b"/>
              <a:pathLst>
                <a:path w="504825" h="489585" extrusionOk="0">
                  <a:moveTo>
                    <a:pt x="0" y="0"/>
                  </a:moveTo>
                  <a:lnTo>
                    <a:pt x="0" y="225933"/>
                  </a:lnTo>
                </a:path>
                <a:path w="504825" h="489585" extrusionOk="0">
                  <a:moveTo>
                    <a:pt x="243839" y="0"/>
                  </a:moveTo>
                  <a:lnTo>
                    <a:pt x="243839" y="225933"/>
                  </a:lnTo>
                </a:path>
                <a:path w="504825" h="489585" extrusionOk="0">
                  <a:moveTo>
                    <a:pt x="258000" y="263588"/>
                  </a:moveTo>
                  <a:lnTo>
                    <a:pt x="504761" y="263588"/>
                  </a:lnTo>
                </a:path>
                <a:path w="504825" h="489585" extrusionOk="0">
                  <a:moveTo>
                    <a:pt x="258000" y="489140"/>
                  </a:moveTo>
                  <a:lnTo>
                    <a:pt x="504761" y="489140"/>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1" name="Google Shape;1161;p49"/>
            <p:cNvSpPr/>
            <p:nvPr/>
          </p:nvSpPr>
          <p:spPr>
            <a:xfrm>
              <a:off x="5532882" y="2536698"/>
              <a:ext cx="765175" cy="757555"/>
            </a:xfrm>
            <a:custGeom>
              <a:avLst/>
              <a:gdLst/>
              <a:ahLst/>
              <a:cxnLst/>
              <a:rect l="l" t="t" r="r" b="b"/>
              <a:pathLst>
                <a:path w="765175" h="757554" extrusionOk="0">
                  <a:moveTo>
                    <a:pt x="765048" y="0"/>
                  </a:moveTo>
                  <a:lnTo>
                    <a:pt x="0" y="0"/>
                  </a:lnTo>
                  <a:lnTo>
                    <a:pt x="0" y="757427"/>
                  </a:lnTo>
                  <a:lnTo>
                    <a:pt x="765048" y="757427"/>
                  </a:lnTo>
                  <a:lnTo>
                    <a:pt x="765048"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2" name="Google Shape;1162;p49"/>
            <p:cNvSpPr/>
            <p:nvPr/>
          </p:nvSpPr>
          <p:spPr>
            <a:xfrm>
              <a:off x="5532882" y="2536698"/>
              <a:ext cx="765175" cy="757555"/>
            </a:xfrm>
            <a:custGeom>
              <a:avLst/>
              <a:gdLst/>
              <a:ahLst/>
              <a:cxnLst/>
              <a:rect l="l" t="t" r="r" b="b"/>
              <a:pathLst>
                <a:path w="765175" h="757554" extrusionOk="0">
                  <a:moveTo>
                    <a:pt x="0" y="757427"/>
                  </a:moveTo>
                  <a:lnTo>
                    <a:pt x="765048" y="757427"/>
                  </a:lnTo>
                  <a:lnTo>
                    <a:pt x="765048" y="0"/>
                  </a:lnTo>
                  <a:lnTo>
                    <a:pt x="0" y="0"/>
                  </a:lnTo>
                  <a:lnTo>
                    <a:pt x="0" y="757427"/>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3" name="Google Shape;1163;p49"/>
            <p:cNvSpPr/>
            <p:nvPr/>
          </p:nvSpPr>
          <p:spPr>
            <a:xfrm>
              <a:off x="5787390" y="2535174"/>
              <a:ext cx="5715" cy="762635"/>
            </a:xfrm>
            <a:custGeom>
              <a:avLst/>
              <a:gdLst/>
              <a:ahLst/>
              <a:cxnLst/>
              <a:rect l="l" t="t" r="r" b="b"/>
              <a:pathLst>
                <a:path w="5714" h="762635" extrusionOk="0">
                  <a:moveTo>
                    <a:pt x="0" y="0"/>
                  </a:moveTo>
                  <a:lnTo>
                    <a:pt x="5334" y="762127"/>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4" name="Google Shape;1164;p49"/>
            <p:cNvSpPr/>
            <p:nvPr/>
          </p:nvSpPr>
          <p:spPr>
            <a:xfrm>
              <a:off x="6037326" y="2535174"/>
              <a:ext cx="5715" cy="762635"/>
            </a:xfrm>
            <a:custGeom>
              <a:avLst/>
              <a:gdLst/>
              <a:ahLst/>
              <a:cxnLst/>
              <a:rect l="l" t="t" r="r" b="b"/>
              <a:pathLst>
                <a:path w="5714" h="762635" extrusionOk="0">
                  <a:moveTo>
                    <a:pt x="0" y="0"/>
                  </a:moveTo>
                  <a:lnTo>
                    <a:pt x="5334" y="762127"/>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5" name="Google Shape;1165;p49"/>
            <p:cNvSpPr/>
            <p:nvPr/>
          </p:nvSpPr>
          <p:spPr>
            <a:xfrm>
              <a:off x="5532882" y="2786634"/>
              <a:ext cx="765175" cy="5715"/>
            </a:xfrm>
            <a:custGeom>
              <a:avLst/>
              <a:gdLst/>
              <a:ahLst/>
              <a:cxnLst/>
              <a:rect l="l" t="t" r="r" b="b"/>
              <a:pathLst>
                <a:path w="765175" h="5714" extrusionOk="0">
                  <a:moveTo>
                    <a:pt x="0" y="5334"/>
                  </a:moveTo>
                  <a:lnTo>
                    <a:pt x="764794"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6" name="Google Shape;1166;p49"/>
            <p:cNvSpPr/>
            <p:nvPr/>
          </p:nvSpPr>
          <p:spPr>
            <a:xfrm>
              <a:off x="5532882" y="3013710"/>
              <a:ext cx="765175" cy="5715"/>
            </a:xfrm>
            <a:custGeom>
              <a:avLst/>
              <a:gdLst/>
              <a:ahLst/>
              <a:cxnLst/>
              <a:rect l="l" t="t" r="r" b="b"/>
              <a:pathLst>
                <a:path w="765175" h="5714" extrusionOk="0">
                  <a:moveTo>
                    <a:pt x="0" y="5334"/>
                  </a:moveTo>
                  <a:lnTo>
                    <a:pt x="764794"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67" name="Google Shape;1167;p49"/>
          <p:cNvSpPr txBox="1"/>
          <p:nvPr/>
        </p:nvSpPr>
        <p:spPr>
          <a:xfrm>
            <a:off x="955954" y="3911600"/>
            <a:ext cx="24079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Pointwise Convolution</a:t>
            </a:r>
            <a:endParaRPr sz="1800" b="0" i="0" u="none" strike="noStrike" cap="none">
              <a:solidFill>
                <a:srgbClr val="000000"/>
              </a:solidFill>
              <a:latin typeface="Cambria"/>
              <a:ea typeface="Cambria"/>
              <a:cs typeface="Cambria"/>
              <a:sym typeface="Cambria"/>
            </a:endParaRPr>
          </a:p>
        </p:txBody>
      </p:sp>
      <p:grpSp>
        <p:nvGrpSpPr>
          <p:cNvPr id="1168" name="Google Shape;1168;p49"/>
          <p:cNvGrpSpPr/>
          <p:nvPr/>
        </p:nvGrpSpPr>
        <p:grpSpPr>
          <a:xfrm>
            <a:off x="8073390" y="4398645"/>
            <a:ext cx="1656080" cy="1462404"/>
            <a:chOff x="8073390" y="4398645"/>
            <a:chExt cx="1656080" cy="1462404"/>
          </a:xfrm>
        </p:grpSpPr>
        <p:sp>
          <p:nvSpPr>
            <p:cNvPr id="1169" name="Google Shape;1169;p49"/>
            <p:cNvSpPr/>
            <p:nvPr/>
          </p:nvSpPr>
          <p:spPr>
            <a:xfrm>
              <a:off x="8702802" y="4408170"/>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0" name="Google Shape;1170;p49"/>
            <p:cNvSpPr/>
            <p:nvPr/>
          </p:nvSpPr>
          <p:spPr>
            <a:xfrm>
              <a:off x="9574530" y="4663249"/>
              <a:ext cx="154940" cy="506095"/>
            </a:xfrm>
            <a:custGeom>
              <a:avLst/>
              <a:gdLst/>
              <a:ahLst/>
              <a:cxnLst/>
              <a:rect l="l" t="t" r="r" b="b"/>
              <a:pathLst>
                <a:path w="154940" h="506095" extrusionOk="0">
                  <a:moveTo>
                    <a:pt x="0" y="0"/>
                  </a:moveTo>
                  <a:lnTo>
                    <a:pt x="154431" y="0"/>
                  </a:lnTo>
                </a:path>
                <a:path w="154940" h="506095" extrusionOk="0">
                  <a:moveTo>
                    <a:pt x="0" y="252983"/>
                  </a:moveTo>
                  <a:lnTo>
                    <a:pt x="154431" y="252983"/>
                  </a:lnTo>
                </a:path>
                <a:path w="154940" h="506095" extrusionOk="0">
                  <a:moveTo>
                    <a:pt x="0" y="505968"/>
                  </a:moveTo>
                  <a:lnTo>
                    <a:pt x="154431"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1" name="Google Shape;1171;p49"/>
            <p:cNvSpPr/>
            <p:nvPr/>
          </p:nvSpPr>
          <p:spPr>
            <a:xfrm>
              <a:off x="8959405" y="4398645"/>
              <a:ext cx="502920" cy="110489"/>
            </a:xfrm>
            <a:custGeom>
              <a:avLst/>
              <a:gdLst/>
              <a:ahLst/>
              <a:cxnLst/>
              <a:rect l="l" t="t" r="r" b="b"/>
              <a:pathLst>
                <a:path w="502920" h="110489" extrusionOk="0">
                  <a:moveTo>
                    <a:pt x="0" y="0"/>
                  </a:moveTo>
                  <a:lnTo>
                    <a:pt x="0" y="110108"/>
                  </a:lnTo>
                </a:path>
                <a:path w="502920" h="110489" extrusionOk="0">
                  <a:moveTo>
                    <a:pt x="251460" y="0"/>
                  </a:moveTo>
                  <a:lnTo>
                    <a:pt x="251460" y="110108"/>
                  </a:lnTo>
                </a:path>
                <a:path w="502920" h="110489" extrusionOk="0">
                  <a:moveTo>
                    <a:pt x="502920" y="0"/>
                  </a:moveTo>
                  <a:lnTo>
                    <a:pt x="502920" y="11010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2" name="Google Shape;1172;p49"/>
            <p:cNvSpPr/>
            <p:nvPr/>
          </p:nvSpPr>
          <p:spPr>
            <a:xfrm>
              <a:off x="8558022" y="4508754"/>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3" name="Google Shape;1173;p49"/>
            <p:cNvSpPr/>
            <p:nvPr/>
          </p:nvSpPr>
          <p:spPr>
            <a:xfrm>
              <a:off x="8558022" y="4508754"/>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4" name="Google Shape;1174;p49"/>
            <p:cNvSpPr/>
            <p:nvPr/>
          </p:nvSpPr>
          <p:spPr>
            <a:xfrm>
              <a:off x="9406890" y="4763833"/>
              <a:ext cx="177800" cy="506095"/>
            </a:xfrm>
            <a:custGeom>
              <a:avLst/>
              <a:gdLst/>
              <a:ahLst/>
              <a:cxnLst/>
              <a:rect l="l" t="t" r="r" b="b"/>
              <a:pathLst>
                <a:path w="177800" h="506095" extrusionOk="0">
                  <a:moveTo>
                    <a:pt x="0" y="0"/>
                  </a:moveTo>
                  <a:lnTo>
                    <a:pt x="177292" y="0"/>
                  </a:lnTo>
                </a:path>
                <a:path w="177800" h="506095" extrusionOk="0">
                  <a:moveTo>
                    <a:pt x="0" y="252983"/>
                  </a:moveTo>
                  <a:lnTo>
                    <a:pt x="177292" y="252983"/>
                  </a:lnTo>
                </a:path>
                <a:path w="177800" h="506095" extrusionOk="0">
                  <a:moveTo>
                    <a:pt x="0" y="505967"/>
                  </a:moveTo>
                  <a:lnTo>
                    <a:pt x="177292"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5" name="Google Shape;1175;p49"/>
            <p:cNvSpPr/>
            <p:nvPr/>
          </p:nvSpPr>
          <p:spPr>
            <a:xfrm>
              <a:off x="8814625" y="4499229"/>
              <a:ext cx="502920" cy="127000"/>
            </a:xfrm>
            <a:custGeom>
              <a:avLst/>
              <a:gdLst/>
              <a:ahLst/>
              <a:cxnLst/>
              <a:rect l="l" t="t" r="r" b="b"/>
              <a:pathLst>
                <a:path w="502920" h="127000" extrusionOk="0">
                  <a:moveTo>
                    <a:pt x="0" y="0"/>
                  </a:moveTo>
                  <a:lnTo>
                    <a:pt x="0" y="126873"/>
                  </a:lnTo>
                </a:path>
                <a:path w="502920" h="127000" extrusionOk="0">
                  <a:moveTo>
                    <a:pt x="251460" y="0"/>
                  </a:moveTo>
                  <a:lnTo>
                    <a:pt x="251460" y="126873"/>
                  </a:lnTo>
                </a:path>
                <a:path w="502920" h="127000" extrusionOk="0">
                  <a:moveTo>
                    <a:pt x="502920" y="0"/>
                  </a:moveTo>
                  <a:lnTo>
                    <a:pt x="502920"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6" name="Google Shape;1176;p49"/>
            <p:cNvSpPr/>
            <p:nvPr/>
          </p:nvSpPr>
          <p:spPr>
            <a:xfrm>
              <a:off x="8390382" y="4626102"/>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7" name="Google Shape;1177;p49"/>
            <p:cNvSpPr/>
            <p:nvPr/>
          </p:nvSpPr>
          <p:spPr>
            <a:xfrm>
              <a:off x="8390382" y="4626102"/>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8" name="Google Shape;1178;p49"/>
            <p:cNvSpPr/>
            <p:nvPr/>
          </p:nvSpPr>
          <p:spPr>
            <a:xfrm>
              <a:off x="9245346" y="4881181"/>
              <a:ext cx="171450" cy="506095"/>
            </a:xfrm>
            <a:custGeom>
              <a:avLst/>
              <a:gdLst/>
              <a:ahLst/>
              <a:cxnLst/>
              <a:rect l="l" t="t" r="r" b="b"/>
              <a:pathLst>
                <a:path w="171450" h="506095" extrusionOk="0">
                  <a:moveTo>
                    <a:pt x="0" y="0"/>
                  </a:moveTo>
                  <a:lnTo>
                    <a:pt x="171195" y="0"/>
                  </a:lnTo>
                </a:path>
                <a:path w="171450" h="506095" extrusionOk="0">
                  <a:moveTo>
                    <a:pt x="0" y="252983"/>
                  </a:moveTo>
                  <a:lnTo>
                    <a:pt x="171195" y="252983"/>
                  </a:lnTo>
                </a:path>
                <a:path w="171450" h="506095" extrusionOk="0">
                  <a:moveTo>
                    <a:pt x="0" y="505967"/>
                  </a:moveTo>
                  <a:lnTo>
                    <a:pt x="171195"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9" name="Google Shape;1179;p49"/>
            <p:cNvSpPr/>
            <p:nvPr/>
          </p:nvSpPr>
          <p:spPr>
            <a:xfrm>
              <a:off x="8646985" y="4616577"/>
              <a:ext cx="502920" cy="125730"/>
            </a:xfrm>
            <a:custGeom>
              <a:avLst/>
              <a:gdLst/>
              <a:ahLst/>
              <a:cxnLst/>
              <a:rect l="l" t="t" r="r" b="b"/>
              <a:pathLst>
                <a:path w="502920" h="125729" extrusionOk="0">
                  <a:moveTo>
                    <a:pt x="0" y="0"/>
                  </a:moveTo>
                  <a:lnTo>
                    <a:pt x="0" y="125349"/>
                  </a:lnTo>
                </a:path>
                <a:path w="502920" h="125729" extrusionOk="0">
                  <a:moveTo>
                    <a:pt x="251459" y="0"/>
                  </a:moveTo>
                  <a:lnTo>
                    <a:pt x="251459" y="125349"/>
                  </a:lnTo>
                </a:path>
                <a:path w="502920" h="125729" extrusionOk="0">
                  <a:moveTo>
                    <a:pt x="502919" y="0"/>
                  </a:moveTo>
                  <a:lnTo>
                    <a:pt x="502919"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0" name="Google Shape;1180;p49"/>
            <p:cNvSpPr/>
            <p:nvPr/>
          </p:nvSpPr>
          <p:spPr>
            <a:xfrm>
              <a:off x="8228838" y="4741926"/>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1" name="Google Shape;1181;p49"/>
            <p:cNvSpPr/>
            <p:nvPr/>
          </p:nvSpPr>
          <p:spPr>
            <a:xfrm>
              <a:off x="8228838" y="4741926"/>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2" name="Google Shape;1182;p49"/>
            <p:cNvSpPr/>
            <p:nvPr/>
          </p:nvSpPr>
          <p:spPr>
            <a:xfrm>
              <a:off x="9091422" y="4997005"/>
              <a:ext cx="163830" cy="506095"/>
            </a:xfrm>
            <a:custGeom>
              <a:avLst/>
              <a:gdLst/>
              <a:ahLst/>
              <a:cxnLst/>
              <a:rect l="l" t="t" r="r" b="b"/>
              <a:pathLst>
                <a:path w="163829" h="506095" extrusionOk="0">
                  <a:moveTo>
                    <a:pt x="0" y="0"/>
                  </a:moveTo>
                  <a:lnTo>
                    <a:pt x="163575" y="0"/>
                  </a:lnTo>
                </a:path>
                <a:path w="163829" h="506095" extrusionOk="0">
                  <a:moveTo>
                    <a:pt x="0" y="252983"/>
                  </a:moveTo>
                  <a:lnTo>
                    <a:pt x="163575" y="252983"/>
                  </a:lnTo>
                </a:path>
                <a:path w="163829" h="506095" extrusionOk="0">
                  <a:moveTo>
                    <a:pt x="0" y="505967"/>
                  </a:moveTo>
                  <a:lnTo>
                    <a:pt x="163575"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3" name="Google Shape;1183;p49"/>
            <p:cNvSpPr/>
            <p:nvPr/>
          </p:nvSpPr>
          <p:spPr>
            <a:xfrm>
              <a:off x="8485441" y="4732401"/>
              <a:ext cx="502920" cy="118110"/>
            </a:xfrm>
            <a:custGeom>
              <a:avLst/>
              <a:gdLst/>
              <a:ahLst/>
              <a:cxnLst/>
              <a:rect l="l" t="t" r="r" b="b"/>
              <a:pathLst>
                <a:path w="502920" h="118110" extrusionOk="0">
                  <a:moveTo>
                    <a:pt x="0" y="0"/>
                  </a:moveTo>
                  <a:lnTo>
                    <a:pt x="0" y="117728"/>
                  </a:lnTo>
                </a:path>
                <a:path w="502920" h="118110" extrusionOk="0">
                  <a:moveTo>
                    <a:pt x="251459" y="0"/>
                  </a:moveTo>
                  <a:lnTo>
                    <a:pt x="251459" y="117728"/>
                  </a:lnTo>
                </a:path>
                <a:path w="502920" h="118110" extrusionOk="0">
                  <a:moveTo>
                    <a:pt x="502920" y="0"/>
                  </a:moveTo>
                  <a:lnTo>
                    <a:pt x="502920"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4" name="Google Shape;1184;p49"/>
            <p:cNvSpPr/>
            <p:nvPr/>
          </p:nvSpPr>
          <p:spPr>
            <a:xfrm>
              <a:off x="8073390" y="4850130"/>
              <a:ext cx="1018540" cy="1010919"/>
            </a:xfrm>
            <a:custGeom>
              <a:avLst/>
              <a:gdLst/>
              <a:ahLst/>
              <a:cxnLst/>
              <a:rect l="l" t="t" r="r" b="b"/>
              <a:pathLst>
                <a:path w="1018540" h="1010920" extrusionOk="0">
                  <a:moveTo>
                    <a:pt x="1018031" y="0"/>
                  </a:moveTo>
                  <a:lnTo>
                    <a:pt x="0" y="0"/>
                  </a:lnTo>
                  <a:lnTo>
                    <a:pt x="0" y="1010412"/>
                  </a:lnTo>
                  <a:lnTo>
                    <a:pt x="1018031" y="1010412"/>
                  </a:lnTo>
                  <a:lnTo>
                    <a:pt x="1018031"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5" name="Google Shape;1185;p49"/>
            <p:cNvSpPr/>
            <p:nvPr/>
          </p:nvSpPr>
          <p:spPr>
            <a:xfrm>
              <a:off x="8073390" y="4850130"/>
              <a:ext cx="1018540" cy="1010919"/>
            </a:xfrm>
            <a:custGeom>
              <a:avLst/>
              <a:gdLst/>
              <a:ahLst/>
              <a:cxnLst/>
              <a:rect l="l" t="t" r="r" b="b"/>
              <a:pathLst>
                <a:path w="1018540" h="1010920" extrusionOk="0">
                  <a:moveTo>
                    <a:pt x="0" y="1010412"/>
                  </a:moveTo>
                  <a:lnTo>
                    <a:pt x="1018031" y="1010412"/>
                  </a:lnTo>
                  <a:lnTo>
                    <a:pt x="1018031"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6" name="Google Shape;1186;p49"/>
            <p:cNvSpPr/>
            <p:nvPr/>
          </p:nvSpPr>
          <p:spPr>
            <a:xfrm>
              <a:off x="8073390" y="5100066"/>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7" name="Google Shape;1187;p49"/>
            <p:cNvSpPr/>
            <p:nvPr/>
          </p:nvSpPr>
          <p:spPr>
            <a:xfrm>
              <a:off x="8074914" y="5353050"/>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8" name="Google Shape;1188;p49"/>
            <p:cNvSpPr/>
            <p:nvPr/>
          </p:nvSpPr>
          <p:spPr>
            <a:xfrm>
              <a:off x="8073390" y="5606034"/>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9" name="Google Shape;1189;p49"/>
            <p:cNvSpPr/>
            <p:nvPr/>
          </p:nvSpPr>
          <p:spPr>
            <a:xfrm>
              <a:off x="8326374" y="485013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0" name="Google Shape;1190;p49"/>
            <p:cNvSpPr/>
            <p:nvPr/>
          </p:nvSpPr>
          <p:spPr>
            <a:xfrm>
              <a:off x="8577834" y="485013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1" name="Google Shape;1191;p49"/>
            <p:cNvSpPr/>
            <p:nvPr/>
          </p:nvSpPr>
          <p:spPr>
            <a:xfrm>
              <a:off x="8829294" y="485013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92" name="Google Shape;1192;p49"/>
          <p:cNvSpPr txBox="1"/>
          <p:nvPr/>
        </p:nvSpPr>
        <p:spPr>
          <a:xfrm>
            <a:off x="4836921" y="4936312"/>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193" name="Google Shape;1193;p49"/>
          <p:cNvSpPr txBox="1"/>
          <p:nvPr/>
        </p:nvSpPr>
        <p:spPr>
          <a:xfrm>
            <a:off x="7257033" y="4884546"/>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grpSp>
        <p:nvGrpSpPr>
          <p:cNvPr id="1194" name="Google Shape;1194;p49"/>
          <p:cNvGrpSpPr/>
          <p:nvPr/>
        </p:nvGrpSpPr>
        <p:grpSpPr>
          <a:xfrm>
            <a:off x="2696717" y="4564760"/>
            <a:ext cx="1343216" cy="1244472"/>
            <a:chOff x="2696717" y="4564760"/>
            <a:chExt cx="1343216" cy="1244472"/>
          </a:xfrm>
        </p:grpSpPr>
        <p:sp>
          <p:nvSpPr>
            <p:cNvPr id="1195" name="Google Shape;1195;p49"/>
            <p:cNvSpPr/>
            <p:nvPr/>
          </p:nvSpPr>
          <p:spPr>
            <a:xfrm>
              <a:off x="3013709" y="4574285"/>
              <a:ext cx="1016635" cy="1010919"/>
            </a:xfrm>
            <a:custGeom>
              <a:avLst/>
              <a:gdLst/>
              <a:ahLst/>
              <a:cxnLst/>
              <a:rect l="l" t="t" r="r" b="b"/>
              <a:pathLst>
                <a:path w="1016635" h="1010920" extrusionOk="0">
                  <a:moveTo>
                    <a:pt x="0" y="1010411"/>
                  </a:moveTo>
                  <a:lnTo>
                    <a:pt x="1016508" y="1010411"/>
                  </a:lnTo>
                  <a:lnTo>
                    <a:pt x="1016508" y="0"/>
                  </a:lnTo>
                  <a:lnTo>
                    <a:pt x="0" y="0"/>
                  </a:lnTo>
                  <a:lnTo>
                    <a:pt x="0" y="1010411"/>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6" name="Google Shape;1196;p49"/>
            <p:cNvSpPr/>
            <p:nvPr/>
          </p:nvSpPr>
          <p:spPr>
            <a:xfrm>
              <a:off x="3270313" y="4564760"/>
              <a:ext cx="769620" cy="770890"/>
            </a:xfrm>
            <a:custGeom>
              <a:avLst/>
              <a:gdLst/>
              <a:ahLst/>
              <a:cxnLst/>
              <a:rect l="l" t="t" r="r" b="b"/>
              <a:pathLst>
                <a:path w="769620" h="770889" extrusionOk="0">
                  <a:moveTo>
                    <a:pt x="598360" y="264604"/>
                  </a:moveTo>
                  <a:lnTo>
                    <a:pt x="769556" y="264604"/>
                  </a:lnTo>
                </a:path>
                <a:path w="769620" h="770889" extrusionOk="0">
                  <a:moveTo>
                    <a:pt x="598360" y="517588"/>
                  </a:moveTo>
                  <a:lnTo>
                    <a:pt x="769556" y="517588"/>
                  </a:lnTo>
                </a:path>
                <a:path w="769620" h="770889" extrusionOk="0">
                  <a:moveTo>
                    <a:pt x="598360" y="770572"/>
                  </a:moveTo>
                  <a:lnTo>
                    <a:pt x="769556" y="770572"/>
                  </a:lnTo>
                </a:path>
                <a:path w="769620" h="770889" extrusionOk="0">
                  <a:moveTo>
                    <a:pt x="0" y="0"/>
                  </a:moveTo>
                  <a:lnTo>
                    <a:pt x="0" y="125349"/>
                  </a:lnTo>
                </a:path>
                <a:path w="769620" h="770889" extrusionOk="0">
                  <a:moveTo>
                    <a:pt x="251459" y="0"/>
                  </a:moveTo>
                  <a:lnTo>
                    <a:pt x="251459" y="125349"/>
                  </a:lnTo>
                </a:path>
                <a:path w="769620" h="770889" extrusionOk="0">
                  <a:moveTo>
                    <a:pt x="502920" y="0"/>
                  </a:moveTo>
                  <a:lnTo>
                    <a:pt x="502920"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7" name="Google Shape;1197;p49"/>
            <p:cNvSpPr/>
            <p:nvPr/>
          </p:nvSpPr>
          <p:spPr>
            <a:xfrm>
              <a:off x="2852165" y="4690109"/>
              <a:ext cx="1016635" cy="1010919"/>
            </a:xfrm>
            <a:custGeom>
              <a:avLst/>
              <a:gdLst/>
              <a:ahLst/>
              <a:cxnLst/>
              <a:rect l="l" t="t" r="r" b="b"/>
              <a:pathLst>
                <a:path w="1016635"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8" name="Google Shape;1198;p49"/>
            <p:cNvSpPr/>
            <p:nvPr/>
          </p:nvSpPr>
          <p:spPr>
            <a:xfrm>
              <a:off x="2852165" y="4690109"/>
              <a:ext cx="1016635" cy="1010919"/>
            </a:xfrm>
            <a:custGeom>
              <a:avLst/>
              <a:gdLst/>
              <a:ahLst/>
              <a:cxnLst/>
              <a:rect l="l" t="t" r="r" b="b"/>
              <a:pathLst>
                <a:path w="1016635"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9" name="Google Shape;1199;p49"/>
            <p:cNvSpPr/>
            <p:nvPr/>
          </p:nvSpPr>
          <p:spPr>
            <a:xfrm>
              <a:off x="3108769" y="4680584"/>
              <a:ext cx="769620" cy="770890"/>
            </a:xfrm>
            <a:custGeom>
              <a:avLst/>
              <a:gdLst/>
              <a:ahLst/>
              <a:cxnLst/>
              <a:rect l="l" t="t" r="r" b="b"/>
              <a:pathLst>
                <a:path w="769620" h="770889" extrusionOk="0">
                  <a:moveTo>
                    <a:pt x="604456" y="264604"/>
                  </a:moveTo>
                  <a:lnTo>
                    <a:pt x="769556" y="264604"/>
                  </a:lnTo>
                </a:path>
                <a:path w="769620" h="770889" extrusionOk="0">
                  <a:moveTo>
                    <a:pt x="604456" y="517588"/>
                  </a:moveTo>
                  <a:lnTo>
                    <a:pt x="769556" y="517588"/>
                  </a:lnTo>
                </a:path>
                <a:path w="769620" h="770889" extrusionOk="0">
                  <a:moveTo>
                    <a:pt x="604456" y="770572"/>
                  </a:moveTo>
                  <a:lnTo>
                    <a:pt x="769556" y="770572"/>
                  </a:lnTo>
                </a:path>
                <a:path w="769620" h="770889" extrusionOk="0">
                  <a:moveTo>
                    <a:pt x="0" y="0"/>
                  </a:moveTo>
                  <a:lnTo>
                    <a:pt x="0" y="117728"/>
                  </a:lnTo>
                </a:path>
                <a:path w="769620" h="770889" extrusionOk="0">
                  <a:moveTo>
                    <a:pt x="251460" y="0"/>
                  </a:moveTo>
                  <a:lnTo>
                    <a:pt x="251460" y="117728"/>
                  </a:lnTo>
                </a:path>
                <a:path w="769620" h="770889" extrusionOk="0">
                  <a:moveTo>
                    <a:pt x="502919" y="0"/>
                  </a:moveTo>
                  <a:lnTo>
                    <a:pt x="502919"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0" name="Google Shape;1200;p49"/>
            <p:cNvSpPr/>
            <p:nvPr/>
          </p:nvSpPr>
          <p:spPr>
            <a:xfrm>
              <a:off x="2696717" y="4798313"/>
              <a:ext cx="1016635" cy="1010919"/>
            </a:xfrm>
            <a:custGeom>
              <a:avLst/>
              <a:gdLst/>
              <a:ahLst/>
              <a:cxnLst/>
              <a:rect l="l" t="t" r="r" b="b"/>
              <a:pathLst>
                <a:path w="1016635"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1" name="Google Shape;1201;p49"/>
            <p:cNvSpPr/>
            <p:nvPr/>
          </p:nvSpPr>
          <p:spPr>
            <a:xfrm>
              <a:off x="2696717" y="4798313"/>
              <a:ext cx="1016635" cy="1010919"/>
            </a:xfrm>
            <a:custGeom>
              <a:avLst/>
              <a:gdLst/>
              <a:ahLst/>
              <a:cxnLst/>
              <a:rect l="l" t="t" r="r" b="b"/>
              <a:pathLst>
                <a:path w="1016635"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2" name="Google Shape;1202;p49"/>
            <p:cNvSpPr/>
            <p:nvPr/>
          </p:nvSpPr>
          <p:spPr>
            <a:xfrm>
              <a:off x="2696717" y="5048249"/>
              <a:ext cx="1016635" cy="10795"/>
            </a:xfrm>
            <a:custGeom>
              <a:avLst/>
              <a:gdLst/>
              <a:ahLst/>
              <a:cxnLst/>
              <a:rect l="l" t="t" r="r" b="b"/>
              <a:pathLst>
                <a:path w="1016635"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3" name="Google Shape;1203;p49"/>
            <p:cNvSpPr/>
            <p:nvPr/>
          </p:nvSpPr>
          <p:spPr>
            <a:xfrm>
              <a:off x="2696717" y="5301233"/>
              <a:ext cx="1016635" cy="10795"/>
            </a:xfrm>
            <a:custGeom>
              <a:avLst/>
              <a:gdLst/>
              <a:ahLst/>
              <a:cxnLst/>
              <a:rect l="l" t="t" r="r" b="b"/>
              <a:pathLst>
                <a:path w="1016635"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4" name="Google Shape;1204;p49"/>
            <p:cNvSpPr/>
            <p:nvPr/>
          </p:nvSpPr>
          <p:spPr>
            <a:xfrm>
              <a:off x="2696717" y="5554217"/>
              <a:ext cx="1016635" cy="10795"/>
            </a:xfrm>
            <a:custGeom>
              <a:avLst/>
              <a:gdLst/>
              <a:ahLst/>
              <a:cxnLst/>
              <a:rect l="l" t="t" r="r" b="b"/>
              <a:pathLst>
                <a:path w="1016635"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5" name="Google Shape;1205;p49"/>
            <p:cNvSpPr/>
            <p:nvPr/>
          </p:nvSpPr>
          <p:spPr>
            <a:xfrm>
              <a:off x="2948177" y="4798313"/>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6" name="Google Shape;1206;p49"/>
            <p:cNvSpPr/>
            <p:nvPr/>
          </p:nvSpPr>
          <p:spPr>
            <a:xfrm>
              <a:off x="3199637" y="4798313"/>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7" name="Google Shape;1207;p49"/>
            <p:cNvSpPr/>
            <p:nvPr/>
          </p:nvSpPr>
          <p:spPr>
            <a:xfrm>
              <a:off x="3451097" y="4798313"/>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08" name="Google Shape;1208;p49"/>
          <p:cNvGrpSpPr/>
          <p:nvPr/>
        </p:nvGrpSpPr>
        <p:grpSpPr>
          <a:xfrm>
            <a:off x="5743955" y="4809744"/>
            <a:ext cx="587121" cy="622300"/>
            <a:chOff x="5743955" y="4809744"/>
            <a:chExt cx="587121" cy="622300"/>
          </a:xfrm>
        </p:grpSpPr>
        <p:sp>
          <p:nvSpPr>
            <p:cNvPr id="1209" name="Google Shape;1209;p49"/>
            <p:cNvSpPr/>
            <p:nvPr/>
          </p:nvSpPr>
          <p:spPr>
            <a:xfrm>
              <a:off x="6083045" y="4821174"/>
              <a:ext cx="239395" cy="260985"/>
            </a:xfrm>
            <a:custGeom>
              <a:avLst/>
              <a:gdLst/>
              <a:ahLst/>
              <a:cxnLst/>
              <a:rect l="l" t="t" r="r" b="b"/>
              <a:pathLst>
                <a:path w="239395" h="260985" extrusionOk="0">
                  <a:moveTo>
                    <a:pt x="239267" y="0"/>
                  </a:moveTo>
                  <a:lnTo>
                    <a:pt x="0" y="0"/>
                  </a:lnTo>
                  <a:lnTo>
                    <a:pt x="0" y="260603"/>
                  </a:lnTo>
                  <a:lnTo>
                    <a:pt x="239267" y="260603"/>
                  </a:lnTo>
                  <a:lnTo>
                    <a:pt x="239267"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0" name="Google Shape;1210;p49"/>
            <p:cNvSpPr/>
            <p:nvPr/>
          </p:nvSpPr>
          <p:spPr>
            <a:xfrm>
              <a:off x="6083045" y="4821174"/>
              <a:ext cx="239395" cy="260985"/>
            </a:xfrm>
            <a:custGeom>
              <a:avLst/>
              <a:gdLst/>
              <a:ahLst/>
              <a:cxnLst/>
              <a:rect l="l" t="t" r="r" b="b"/>
              <a:pathLst>
                <a:path w="239395" h="260985" extrusionOk="0">
                  <a:moveTo>
                    <a:pt x="0" y="260603"/>
                  </a:moveTo>
                  <a:lnTo>
                    <a:pt x="239267" y="260603"/>
                  </a:lnTo>
                  <a:lnTo>
                    <a:pt x="239267" y="0"/>
                  </a:lnTo>
                  <a:lnTo>
                    <a:pt x="0" y="0"/>
                  </a:lnTo>
                  <a:lnTo>
                    <a:pt x="0" y="260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1" name="Google Shape;1211;p49"/>
            <p:cNvSpPr/>
            <p:nvPr/>
          </p:nvSpPr>
          <p:spPr>
            <a:xfrm>
              <a:off x="5927597" y="4984242"/>
              <a:ext cx="239395" cy="260985"/>
            </a:xfrm>
            <a:custGeom>
              <a:avLst/>
              <a:gdLst/>
              <a:ahLst/>
              <a:cxnLst/>
              <a:rect l="l" t="t" r="r" b="b"/>
              <a:pathLst>
                <a:path w="239395" h="260985" extrusionOk="0">
                  <a:moveTo>
                    <a:pt x="239267" y="0"/>
                  </a:moveTo>
                  <a:lnTo>
                    <a:pt x="0" y="0"/>
                  </a:lnTo>
                  <a:lnTo>
                    <a:pt x="0" y="260603"/>
                  </a:lnTo>
                  <a:lnTo>
                    <a:pt x="239267" y="260603"/>
                  </a:lnTo>
                  <a:lnTo>
                    <a:pt x="239267"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2" name="Google Shape;1212;p49"/>
            <p:cNvSpPr/>
            <p:nvPr/>
          </p:nvSpPr>
          <p:spPr>
            <a:xfrm>
              <a:off x="5927597" y="4984242"/>
              <a:ext cx="239395" cy="260985"/>
            </a:xfrm>
            <a:custGeom>
              <a:avLst/>
              <a:gdLst/>
              <a:ahLst/>
              <a:cxnLst/>
              <a:rect l="l" t="t" r="r" b="b"/>
              <a:pathLst>
                <a:path w="239395" h="260985" extrusionOk="0">
                  <a:moveTo>
                    <a:pt x="0" y="260603"/>
                  </a:moveTo>
                  <a:lnTo>
                    <a:pt x="239267" y="260603"/>
                  </a:lnTo>
                  <a:lnTo>
                    <a:pt x="239267" y="0"/>
                  </a:lnTo>
                  <a:lnTo>
                    <a:pt x="0" y="0"/>
                  </a:lnTo>
                  <a:lnTo>
                    <a:pt x="0" y="260603"/>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3" name="Google Shape;1213;p49"/>
            <p:cNvSpPr/>
            <p:nvPr/>
          </p:nvSpPr>
          <p:spPr>
            <a:xfrm>
              <a:off x="5743956" y="5147195"/>
              <a:ext cx="249554" cy="284480"/>
            </a:xfrm>
            <a:custGeom>
              <a:avLst/>
              <a:gdLst/>
              <a:ahLst/>
              <a:cxnLst/>
              <a:rect l="l" t="t" r="r" b="b"/>
              <a:pathLst>
                <a:path w="249554" h="284479" extrusionOk="0">
                  <a:moveTo>
                    <a:pt x="249288" y="283578"/>
                  </a:moveTo>
                  <a:lnTo>
                    <a:pt x="0" y="283578"/>
                  </a:lnTo>
                  <a:lnTo>
                    <a:pt x="0" y="284340"/>
                  </a:lnTo>
                  <a:lnTo>
                    <a:pt x="249288" y="284340"/>
                  </a:lnTo>
                  <a:lnTo>
                    <a:pt x="249288" y="283578"/>
                  </a:lnTo>
                  <a:close/>
                </a:path>
                <a:path w="249554" h="284479" extrusionOk="0">
                  <a:moveTo>
                    <a:pt x="249288" y="0"/>
                  </a:moveTo>
                  <a:lnTo>
                    <a:pt x="0" y="0"/>
                  </a:lnTo>
                  <a:lnTo>
                    <a:pt x="0" y="10795"/>
                  </a:lnTo>
                  <a:lnTo>
                    <a:pt x="249288" y="10795"/>
                  </a:lnTo>
                  <a:lnTo>
                    <a:pt x="249288"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4" name="Google Shape;1214;p49"/>
            <p:cNvSpPr/>
            <p:nvPr/>
          </p:nvSpPr>
          <p:spPr>
            <a:xfrm>
              <a:off x="5993256" y="4809744"/>
              <a:ext cx="337820" cy="622300"/>
            </a:xfrm>
            <a:custGeom>
              <a:avLst/>
              <a:gdLst/>
              <a:ahLst/>
              <a:cxnLst/>
              <a:rect l="l" t="t" r="r" b="b"/>
              <a:pathLst>
                <a:path w="337820" h="622300" extrusionOk="0">
                  <a:moveTo>
                    <a:pt x="337439" y="0"/>
                  </a:moveTo>
                  <a:lnTo>
                    <a:pt x="0" y="337438"/>
                  </a:lnTo>
                  <a:lnTo>
                    <a:pt x="0" y="621791"/>
                  </a:lnTo>
                  <a:lnTo>
                    <a:pt x="337439" y="284352"/>
                  </a:lnTo>
                  <a:lnTo>
                    <a:pt x="337439"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5" name="Google Shape;1215;p49"/>
            <p:cNvSpPr/>
            <p:nvPr/>
          </p:nvSpPr>
          <p:spPr>
            <a:xfrm>
              <a:off x="5743955" y="4809744"/>
              <a:ext cx="586740" cy="337820"/>
            </a:xfrm>
            <a:custGeom>
              <a:avLst/>
              <a:gdLst/>
              <a:ahLst/>
              <a:cxnLst/>
              <a:rect l="l" t="t" r="r" b="b"/>
              <a:pathLst>
                <a:path w="586739" h="337820" extrusionOk="0">
                  <a:moveTo>
                    <a:pt x="586740" y="0"/>
                  </a:moveTo>
                  <a:lnTo>
                    <a:pt x="337439" y="0"/>
                  </a:lnTo>
                  <a:lnTo>
                    <a:pt x="0" y="337438"/>
                  </a:lnTo>
                  <a:lnTo>
                    <a:pt x="249301" y="337438"/>
                  </a:lnTo>
                  <a:lnTo>
                    <a:pt x="586740"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6" name="Google Shape;1216;p49"/>
            <p:cNvSpPr/>
            <p:nvPr/>
          </p:nvSpPr>
          <p:spPr>
            <a:xfrm>
              <a:off x="5744717" y="5157978"/>
              <a:ext cx="254635" cy="273050"/>
            </a:xfrm>
            <a:custGeom>
              <a:avLst/>
              <a:gdLst/>
              <a:ahLst/>
              <a:cxnLst/>
              <a:rect l="l" t="t" r="r" b="b"/>
              <a:pathLst>
                <a:path w="254635" h="273050" extrusionOk="0">
                  <a:moveTo>
                    <a:pt x="254508" y="0"/>
                  </a:moveTo>
                  <a:lnTo>
                    <a:pt x="0" y="0"/>
                  </a:lnTo>
                  <a:lnTo>
                    <a:pt x="0" y="272796"/>
                  </a:lnTo>
                  <a:lnTo>
                    <a:pt x="254508" y="272796"/>
                  </a:lnTo>
                  <a:lnTo>
                    <a:pt x="25450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7" name="Google Shape;1217;p49"/>
            <p:cNvSpPr/>
            <p:nvPr/>
          </p:nvSpPr>
          <p:spPr>
            <a:xfrm>
              <a:off x="5744717" y="5157978"/>
              <a:ext cx="254635" cy="273050"/>
            </a:xfrm>
            <a:custGeom>
              <a:avLst/>
              <a:gdLst/>
              <a:ahLst/>
              <a:cxnLst/>
              <a:rect l="l" t="t" r="r" b="b"/>
              <a:pathLst>
                <a:path w="254635" h="273050" extrusionOk="0">
                  <a:moveTo>
                    <a:pt x="0" y="272796"/>
                  </a:moveTo>
                  <a:lnTo>
                    <a:pt x="254508" y="272796"/>
                  </a:lnTo>
                  <a:lnTo>
                    <a:pt x="254508" y="0"/>
                  </a:lnTo>
                  <a:lnTo>
                    <a:pt x="0" y="0"/>
                  </a:lnTo>
                  <a:lnTo>
                    <a:pt x="0" y="27279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1218" name="Google Shape;1218;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74</a:t>
            </a:fld>
            <a:endParaRPr lang="en-US"/>
          </a:p>
        </p:txBody>
      </p:sp>
      <p:sp>
        <p:nvSpPr>
          <p:cNvPr id="110" name="TextBox 109"/>
          <p:cNvSpPr txBox="1"/>
          <p:nvPr/>
        </p:nvSpPr>
        <p:spPr>
          <a:xfrm>
            <a:off x="9394698" y="2346611"/>
            <a:ext cx="1099577" cy="400110"/>
          </a:xfrm>
          <a:prstGeom prst="rect">
            <a:avLst/>
          </a:prstGeom>
          <a:noFill/>
        </p:spPr>
        <p:txBody>
          <a:bodyPr wrap="square" rtlCol="0">
            <a:spAutoFit/>
          </a:bodyPr>
          <a:lstStyle/>
          <a:p>
            <a:pPr algn="ctr"/>
            <a:r>
              <a:rPr lang="en-US" sz="2000" b="1" dirty="0"/>
              <a:t>432</a:t>
            </a:r>
          </a:p>
        </p:txBody>
      </p:sp>
      <p:sp>
        <p:nvSpPr>
          <p:cNvPr id="111" name="Google Shape;1082;p48"/>
          <p:cNvSpPr txBox="1"/>
          <p:nvPr/>
        </p:nvSpPr>
        <p:spPr>
          <a:xfrm>
            <a:off x="2728722" y="5901561"/>
            <a:ext cx="984630" cy="29972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n-US" sz="1800" dirty="0"/>
              <a:t>4 x 4</a:t>
            </a:r>
            <a:r>
              <a:rPr lang="en-US" sz="1800" b="0" i="0" u="none" strike="noStrike" cap="none" dirty="0">
                <a:solidFill>
                  <a:srgbClr val="000000"/>
                </a:solidFill>
                <a:latin typeface="Arial"/>
                <a:ea typeface="Arial"/>
                <a:cs typeface="Arial"/>
                <a:sym typeface="Arial"/>
              </a:rPr>
              <a:t> x 3</a:t>
            </a:r>
            <a:endParaRPr sz="1800" b="0" i="0" u="none" strike="noStrike" cap="none" dirty="0">
              <a:solidFill>
                <a:srgbClr val="000000"/>
              </a:solidFill>
              <a:latin typeface="Arial"/>
              <a:ea typeface="Arial"/>
              <a:cs typeface="Arial"/>
              <a:sym typeface="Arial"/>
            </a:endParaRPr>
          </a:p>
        </p:txBody>
      </p:sp>
      <p:sp>
        <p:nvSpPr>
          <p:cNvPr id="113" name="Google Shape;1082;p48"/>
          <p:cNvSpPr txBox="1"/>
          <p:nvPr/>
        </p:nvSpPr>
        <p:spPr>
          <a:xfrm>
            <a:off x="8081455" y="5935980"/>
            <a:ext cx="984630" cy="29972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n-US" sz="1800" dirty="0"/>
              <a:t>4 x 4</a:t>
            </a:r>
            <a:r>
              <a:rPr lang="en-US" sz="1800" b="0" i="0" u="none" strike="noStrike" cap="none" dirty="0">
                <a:solidFill>
                  <a:srgbClr val="000000"/>
                </a:solidFill>
                <a:latin typeface="Arial"/>
                <a:ea typeface="Arial"/>
                <a:cs typeface="Arial"/>
                <a:sym typeface="Arial"/>
              </a:rPr>
              <a:t> x 5</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Shape 1222"/>
        <p:cNvGrpSpPr/>
        <p:nvPr/>
      </p:nvGrpSpPr>
      <p:grpSpPr>
        <a:xfrm>
          <a:off x="0" y="0"/>
          <a:ext cx="0" cy="0"/>
          <a:chOff x="0" y="0"/>
          <a:chExt cx="0" cy="0"/>
        </a:xfrm>
      </p:grpSpPr>
      <p:sp>
        <p:nvSpPr>
          <p:cNvPr id="1223" name="Google Shape;1223;p50"/>
          <p:cNvSpPr txBox="1">
            <a:spLocks noGrp="1"/>
          </p:cNvSpPr>
          <p:nvPr>
            <p:ph type="title"/>
          </p:nvPr>
        </p:nvSpPr>
        <p:spPr>
          <a:xfrm>
            <a:off x="466364" y="274133"/>
            <a:ext cx="6840900" cy="17067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Pointwise Convolution</a:t>
            </a:r>
            <a:endParaRPr sz="4400">
              <a:latin typeface="Arial"/>
              <a:ea typeface="Arial"/>
              <a:cs typeface="Arial"/>
              <a:sym typeface="Arial"/>
            </a:endParaRPr>
          </a:p>
          <a:p>
            <a:pPr marL="12700" lvl="0" indent="0" algn="l" rtl="0">
              <a:lnSpc>
                <a:spcPct val="100000"/>
              </a:lnSpc>
              <a:spcBef>
                <a:spcPts val="0"/>
              </a:spcBef>
              <a:spcAft>
                <a:spcPts val="0"/>
              </a:spcAft>
              <a:buClr>
                <a:schemeClr val="dk1"/>
              </a:buClr>
              <a:buSzPts val="6600"/>
              <a:buFont typeface="Arial"/>
              <a:buNone/>
            </a:pPr>
            <a:endParaRPr>
              <a:latin typeface="Arial"/>
              <a:ea typeface="Arial"/>
              <a:cs typeface="Arial"/>
              <a:sym typeface="Arial"/>
            </a:endParaRPr>
          </a:p>
        </p:txBody>
      </p:sp>
      <p:pic>
        <p:nvPicPr>
          <p:cNvPr id="1224" name="Google Shape;1224;p50"/>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225" name="Google Shape;1225;p50"/>
          <p:cNvSpPr txBox="1"/>
          <p:nvPr/>
        </p:nvSpPr>
        <p:spPr>
          <a:xfrm>
            <a:off x="571375" y="1605550"/>
            <a:ext cx="11109348" cy="20312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dirty="0"/>
              <a:t>T</a:t>
            </a:r>
            <a:r>
              <a:rPr lang="en-US" sz="2400" b="0" i="0" u="none" strike="noStrike" cap="none" dirty="0">
                <a:solidFill>
                  <a:srgbClr val="000000"/>
                </a:solidFill>
                <a:latin typeface="Arial"/>
                <a:ea typeface="Arial"/>
                <a:cs typeface="Arial"/>
                <a:sym typeface="Arial"/>
              </a:rPr>
              <a:t>he pointwise convolution step involves convolving the intermediate feature maps with a set of 1x1 filters. The computational cost of this operation is proportional to the number of filter parameters, the number of filter positions, and the number of output channels.</a:t>
            </a:r>
            <a:endParaRPr sz="2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Shape 1229"/>
        <p:cNvGrpSpPr/>
        <p:nvPr/>
      </p:nvGrpSpPr>
      <p:grpSpPr>
        <a:xfrm>
          <a:off x="0" y="0"/>
          <a:ext cx="0" cy="0"/>
          <a:chOff x="0" y="0"/>
          <a:chExt cx="0" cy="0"/>
        </a:xfrm>
      </p:grpSpPr>
      <p:sp>
        <p:nvSpPr>
          <p:cNvPr id="1230" name="Google Shape;1230;p51"/>
          <p:cNvSpPr txBox="1">
            <a:spLocks noGrp="1"/>
          </p:cNvSpPr>
          <p:nvPr>
            <p:ph type="title"/>
          </p:nvPr>
        </p:nvSpPr>
        <p:spPr>
          <a:xfrm>
            <a:off x="916939" y="637108"/>
            <a:ext cx="58611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Pointwise Convolution</a:t>
            </a:r>
            <a:endParaRPr sz="4400">
              <a:latin typeface="Arial"/>
              <a:ea typeface="Arial"/>
              <a:cs typeface="Arial"/>
              <a:sym typeface="Arial"/>
            </a:endParaRPr>
          </a:p>
        </p:txBody>
      </p:sp>
      <p:pic>
        <p:nvPicPr>
          <p:cNvPr id="1309" name="Google Shape;1309;p5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76</a:t>
            </a:fld>
            <a:endParaRPr lang="en-US"/>
          </a:p>
        </p:txBody>
      </p:sp>
      <p:grpSp>
        <p:nvGrpSpPr>
          <p:cNvPr id="5" name="Group 4"/>
          <p:cNvGrpSpPr/>
          <p:nvPr/>
        </p:nvGrpSpPr>
        <p:grpSpPr>
          <a:xfrm>
            <a:off x="1873040" y="2500409"/>
            <a:ext cx="8637440" cy="2372203"/>
            <a:chOff x="1739476" y="1894234"/>
            <a:chExt cx="8637440" cy="2372203"/>
          </a:xfrm>
        </p:grpSpPr>
        <p:sp>
          <p:nvSpPr>
            <p:cNvPr id="1237" name="Google Shape;1237;p51"/>
            <p:cNvSpPr/>
            <p:nvPr/>
          </p:nvSpPr>
          <p:spPr>
            <a:xfrm>
              <a:off x="2161794" y="2038349"/>
              <a:ext cx="1386840" cy="1379220"/>
            </a:xfrm>
            <a:custGeom>
              <a:avLst/>
              <a:gdLst/>
              <a:ahLst/>
              <a:cxnLst/>
              <a:rect l="l" t="t" r="r" b="b"/>
              <a:pathLst>
                <a:path w="1386839" h="1379220" extrusionOk="0">
                  <a:moveTo>
                    <a:pt x="0" y="1379220"/>
                  </a:moveTo>
                  <a:lnTo>
                    <a:pt x="1386840" y="1379220"/>
                  </a:lnTo>
                  <a:lnTo>
                    <a:pt x="1386840" y="0"/>
                  </a:lnTo>
                  <a:lnTo>
                    <a:pt x="0" y="0"/>
                  </a:lnTo>
                  <a:lnTo>
                    <a:pt x="0" y="13792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38" name="Google Shape;1238;p51"/>
            <p:cNvSpPr/>
            <p:nvPr/>
          </p:nvSpPr>
          <p:spPr>
            <a:xfrm>
              <a:off x="3377945" y="2386711"/>
              <a:ext cx="180340" cy="688975"/>
            </a:xfrm>
            <a:custGeom>
              <a:avLst/>
              <a:gdLst/>
              <a:ahLst/>
              <a:cxnLst/>
              <a:rect l="l" t="t" r="r" b="b"/>
              <a:pathLst>
                <a:path w="180339" h="688975" extrusionOk="0">
                  <a:moveTo>
                    <a:pt x="0" y="0"/>
                  </a:moveTo>
                  <a:lnTo>
                    <a:pt x="180212" y="0"/>
                  </a:lnTo>
                </a:path>
                <a:path w="180339" h="688975" extrusionOk="0">
                  <a:moveTo>
                    <a:pt x="0" y="344424"/>
                  </a:moveTo>
                  <a:lnTo>
                    <a:pt x="180212" y="344424"/>
                  </a:lnTo>
                </a:path>
                <a:path w="180339" h="688975" extrusionOk="0">
                  <a:moveTo>
                    <a:pt x="0" y="688848"/>
                  </a:moveTo>
                  <a:lnTo>
                    <a:pt x="180212" y="688848"/>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39" name="Google Shape;1239;p51"/>
            <p:cNvSpPr/>
            <p:nvPr/>
          </p:nvSpPr>
          <p:spPr>
            <a:xfrm>
              <a:off x="2501405" y="2028824"/>
              <a:ext cx="685800" cy="192405"/>
            </a:xfrm>
            <a:custGeom>
              <a:avLst/>
              <a:gdLst/>
              <a:ahLst/>
              <a:cxnLst/>
              <a:rect l="l" t="t" r="r" b="b"/>
              <a:pathLst>
                <a:path w="685800" h="192405" extrusionOk="0">
                  <a:moveTo>
                    <a:pt x="0" y="0"/>
                  </a:moveTo>
                  <a:lnTo>
                    <a:pt x="0" y="192404"/>
                  </a:lnTo>
                </a:path>
                <a:path w="685800" h="192405" extrusionOk="0">
                  <a:moveTo>
                    <a:pt x="342900" y="0"/>
                  </a:moveTo>
                  <a:lnTo>
                    <a:pt x="342900" y="192404"/>
                  </a:lnTo>
                </a:path>
                <a:path w="685800" h="192405" extrusionOk="0">
                  <a:moveTo>
                    <a:pt x="685800" y="0"/>
                  </a:moveTo>
                  <a:lnTo>
                    <a:pt x="685800" y="192404"/>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0" name="Google Shape;1240;p51"/>
            <p:cNvSpPr/>
            <p:nvPr/>
          </p:nvSpPr>
          <p:spPr>
            <a:xfrm>
              <a:off x="1991106" y="2221229"/>
              <a:ext cx="1386840" cy="1377950"/>
            </a:xfrm>
            <a:custGeom>
              <a:avLst/>
              <a:gdLst/>
              <a:ahLst/>
              <a:cxnLst/>
              <a:rect l="l" t="t" r="r" b="b"/>
              <a:pathLst>
                <a:path w="1386839" h="1377950" extrusionOk="0">
                  <a:moveTo>
                    <a:pt x="1386840" y="0"/>
                  </a:moveTo>
                  <a:lnTo>
                    <a:pt x="0" y="0"/>
                  </a:lnTo>
                  <a:lnTo>
                    <a:pt x="0" y="1377696"/>
                  </a:lnTo>
                  <a:lnTo>
                    <a:pt x="1386840" y="1377696"/>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1" name="Google Shape;1241;p51"/>
            <p:cNvSpPr/>
            <p:nvPr/>
          </p:nvSpPr>
          <p:spPr>
            <a:xfrm>
              <a:off x="1991106" y="2221229"/>
              <a:ext cx="1386840" cy="1377950"/>
            </a:xfrm>
            <a:custGeom>
              <a:avLst/>
              <a:gdLst/>
              <a:ahLst/>
              <a:cxnLst/>
              <a:rect l="l" t="t" r="r" b="b"/>
              <a:pathLst>
                <a:path w="1386839" h="1377950" extrusionOk="0">
                  <a:moveTo>
                    <a:pt x="0" y="1377696"/>
                  </a:moveTo>
                  <a:lnTo>
                    <a:pt x="1386840" y="1377696"/>
                  </a:lnTo>
                  <a:lnTo>
                    <a:pt x="1386840" y="0"/>
                  </a:lnTo>
                  <a:lnTo>
                    <a:pt x="0" y="0"/>
                  </a:lnTo>
                  <a:lnTo>
                    <a:pt x="0" y="137769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2" name="Google Shape;1242;p51"/>
            <p:cNvSpPr/>
            <p:nvPr/>
          </p:nvSpPr>
          <p:spPr>
            <a:xfrm>
              <a:off x="3134105" y="2569590"/>
              <a:ext cx="253365" cy="688975"/>
            </a:xfrm>
            <a:custGeom>
              <a:avLst/>
              <a:gdLst/>
              <a:ahLst/>
              <a:cxnLst/>
              <a:rect l="l" t="t" r="r" b="b"/>
              <a:pathLst>
                <a:path w="253364" h="688975" extrusionOk="0">
                  <a:moveTo>
                    <a:pt x="0" y="0"/>
                  </a:moveTo>
                  <a:lnTo>
                    <a:pt x="253364" y="0"/>
                  </a:lnTo>
                </a:path>
                <a:path w="253364" h="688975" extrusionOk="0">
                  <a:moveTo>
                    <a:pt x="0" y="344424"/>
                  </a:moveTo>
                  <a:lnTo>
                    <a:pt x="253364" y="344424"/>
                  </a:lnTo>
                </a:path>
                <a:path w="253364" h="688975" extrusionOk="0">
                  <a:moveTo>
                    <a:pt x="0" y="688848"/>
                  </a:moveTo>
                  <a:lnTo>
                    <a:pt x="253364" y="688848"/>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3" name="Google Shape;1243;p51"/>
            <p:cNvSpPr/>
            <p:nvPr/>
          </p:nvSpPr>
          <p:spPr>
            <a:xfrm>
              <a:off x="2342515" y="2211704"/>
              <a:ext cx="685800" cy="229235"/>
            </a:xfrm>
            <a:custGeom>
              <a:avLst/>
              <a:gdLst/>
              <a:ahLst/>
              <a:cxnLst/>
              <a:rect l="l" t="t" r="r" b="b"/>
              <a:pathLst>
                <a:path w="685800" h="229235" extrusionOk="0">
                  <a:moveTo>
                    <a:pt x="0" y="0"/>
                  </a:moveTo>
                  <a:lnTo>
                    <a:pt x="0" y="228981"/>
                  </a:lnTo>
                </a:path>
                <a:path w="685800" h="229235" extrusionOk="0">
                  <a:moveTo>
                    <a:pt x="342900" y="0"/>
                  </a:moveTo>
                  <a:lnTo>
                    <a:pt x="342900" y="228981"/>
                  </a:lnTo>
                </a:path>
                <a:path w="685800" h="229235" extrusionOk="0">
                  <a:moveTo>
                    <a:pt x="685800" y="0"/>
                  </a:moveTo>
                  <a:lnTo>
                    <a:pt x="685800" y="228981"/>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4" name="Google Shape;1244;p51"/>
            <p:cNvSpPr/>
            <p:nvPr/>
          </p:nvSpPr>
          <p:spPr>
            <a:xfrm>
              <a:off x="1747266" y="2440686"/>
              <a:ext cx="1386840" cy="1379220"/>
            </a:xfrm>
            <a:custGeom>
              <a:avLst/>
              <a:gdLst/>
              <a:ahLst/>
              <a:cxnLst/>
              <a:rect l="l" t="t" r="r" b="b"/>
              <a:pathLst>
                <a:path w="1386839"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5" name="Google Shape;1245;p51"/>
            <p:cNvSpPr/>
            <p:nvPr/>
          </p:nvSpPr>
          <p:spPr>
            <a:xfrm>
              <a:off x="1747266" y="2440686"/>
              <a:ext cx="1386840" cy="1379220"/>
            </a:xfrm>
            <a:custGeom>
              <a:avLst/>
              <a:gdLst/>
              <a:ahLst/>
              <a:cxnLst/>
              <a:rect l="l" t="t" r="r" b="b"/>
              <a:pathLst>
                <a:path w="1386839" h="1379220" extrusionOk="0">
                  <a:moveTo>
                    <a:pt x="0" y="1379220"/>
                  </a:moveTo>
                  <a:lnTo>
                    <a:pt x="1386840" y="1379220"/>
                  </a:lnTo>
                  <a:lnTo>
                    <a:pt x="1386840" y="0"/>
                  </a:lnTo>
                  <a:lnTo>
                    <a:pt x="0" y="0"/>
                  </a:lnTo>
                  <a:lnTo>
                    <a:pt x="0" y="13792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6" name="Google Shape;1246;p51"/>
            <p:cNvSpPr/>
            <p:nvPr/>
          </p:nvSpPr>
          <p:spPr>
            <a:xfrm>
              <a:off x="1747266" y="2782061"/>
              <a:ext cx="1386840" cy="13970"/>
            </a:xfrm>
            <a:custGeom>
              <a:avLst/>
              <a:gdLst/>
              <a:ahLst/>
              <a:cxnLst/>
              <a:rect l="l" t="t" r="r" b="b"/>
              <a:pathLst>
                <a:path w="1386839"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7" name="Google Shape;1247;p51"/>
            <p:cNvSpPr/>
            <p:nvPr/>
          </p:nvSpPr>
          <p:spPr>
            <a:xfrm>
              <a:off x="1747266" y="3126486"/>
              <a:ext cx="1386840" cy="13970"/>
            </a:xfrm>
            <a:custGeom>
              <a:avLst/>
              <a:gdLst/>
              <a:ahLst/>
              <a:cxnLst/>
              <a:rect l="l" t="t" r="r" b="b"/>
              <a:pathLst>
                <a:path w="1386839"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8" name="Google Shape;1248;p51"/>
            <p:cNvSpPr/>
            <p:nvPr/>
          </p:nvSpPr>
          <p:spPr>
            <a:xfrm>
              <a:off x="1747266" y="3470910"/>
              <a:ext cx="1386840" cy="13970"/>
            </a:xfrm>
            <a:custGeom>
              <a:avLst/>
              <a:gdLst/>
              <a:ahLst/>
              <a:cxnLst/>
              <a:rect l="l" t="t" r="r" b="b"/>
              <a:pathLst>
                <a:path w="1386839"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9" name="Google Shape;1249;p51"/>
            <p:cNvSpPr/>
            <p:nvPr/>
          </p:nvSpPr>
          <p:spPr>
            <a:xfrm>
              <a:off x="2090166" y="2440686"/>
              <a:ext cx="13970" cy="1379220"/>
            </a:xfrm>
            <a:custGeom>
              <a:avLst/>
              <a:gdLst/>
              <a:ahLst/>
              <a:cxnLst/>
              <a:rect l="l" t="t" r="r" b="b"/>
              <a:pathLst>
                <a:path w="13969"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0" name="Google Shape;1250;p51"/>
            <p:cNvSpPr/>
            <p:nvPr/>
          </p:nvSpPr>
          <p:spPr>
            <a:xfrm>
              <a:off x="2433066" y="2440686"/>
              <a:ext cx="13970" cy="1379220"/>
            </a:xfrm>
            <a:custGeom>
              <a:avLst/>
              <a:gdLst/>
              <a:ahLst/>
              <a:cxnLst/>
              <a:rect l="l" t="t" r="r" b="b"/>
              <a:pathLst>
                <a:path w="13969"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1" name="Google Shape;1251;p51"/>
            <p:cNvSpPr/>
            <p:nvPr/>
          </p:nvSpPr>
          <p:spPr>
            <a:xfrm>
              <a:off x="2777490" y="2440686"/>
              <a:ext cx="13970" cy="1379220"/>
            </a:xfrm>
            <a:custGeom>
              <a:avLst/>
              <a:gdLst/>
              <a:ahLst/>
              <a:cxnLst/>
              <a:rect l="l" t="t" r="r" b="b"/>
              <a:pathLst>
                <a:path w="13969"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1739476" y="2004832"/>
              <a:ext cx="763705" cy="783590"/>
              <a:chOff x="5096550" y="5007051"/>
              <a:chExt cx="763705" cy="783590"/>
            </a:xfrm>
          </p:grpSpPr>
          <p:sp>
            <p:nvSpPr>
              <p:cNvPr id="1267" name="Google Shape;1267;p51"/>
              <p:cNvSpPr/>
              <p:nvPr/>
            </p:nvSpPr>
            <p:spPr>
              <a:xfrm>
                <a:off x="5096550" y="5426151"/>
                <a:ext cx="337185" cy="364490"/>
              </a:xfrm>
              <a:custGeom>
                <a:avLst/>
                <a:gdLst/>
                <a:ahLst/>
                <a:cxnLst/>
                <a:rect l="l" t="t" r="r" b="b"/>
                <a:pathLst>
                  <a:path w="337185" h="364489" extrusionOk="0">
                    <a:moveTo>
                      <a:pt x="336765" y="0"/>
                    </a:moveTo>
                    <a:lnTo>
                      <a:pt x="0" y="0"/>
                    </a:lnTo>
                    <a:lnTo>
                      <a:pt x="0" y="364197"/>
                    </a:lnTo>
                    <a:lnTo>
                      <a:pt x="336765" y="364197"/>
                    </a:lnTo>
                    <a:lnTo>
                      <a:pt x="336765"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8" name="Google Shape;1268;p51"/>
              <p:cNvSpPr/>
              <p:nvPr/>
            </p:nvSpPr>
            <p:spPr>
              <a:xfrm>
                <a:off x="5433735" y="5007051"/>
                <a:ext cx="419100" cy="783590"/>
              </a:xfrm>
              <a:custGeom>
                <a:avLst/>
                <a:gdLst/>
                <a:ahLst/>
                <a:cxnLst/>
                <a:rect l="l" t="t" r="r" b="b"/>
                <a:pathLst>
                  <a:path w="419100" h="783589" extrusionOk="0">
                    <a:moveTo>
                      <a:pt x="419100" y="0"/>
                    </a:moveTo>
                    <a:lnTo>
                      <a:pt x="0" y="419100"/>
                    </a:lnTo>
                    <a:lnTo>
                      <a:pt x="0" y="783336"/>
                    </a:lnTo>
                    <a:lnTo>
                      <a:pt x="419100" y="364236"/>
                    </a:lnTo>
                    <a:lnTo>
                      <a:pt x="419100"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9" name="Google Shape;1269;p51"/>
              <p:cNvSpPr/>
              <p:nvPr/>
            </p:nvSpPr>
            <p:spPr>
              <a:xfrm>
                <a:off x="5103970" y="5007051"/>
                <a:ext cx="756285" cy="419100"/>
              </a:xfrm>
              <a:custGeom>
                <a:avLst/>
                <a:gdLst/>
                <a:ahLst/>
                <a:cxnLst/>
                <a:rect l="l" t="t" r="r" b="b"/>
                <a:pathLst>
                  <a:path w="756285" h="419100" extrusionOk="0">
                    <a:moveTo>
                      <a:pt x="755904" y="0"/>
                    </a:moveTo>
                    <a:lnTo>
                      <a:pt x="419100" y="0"/>
                    </a:lnTo>
                    <a:lnTo>
                      <a:pt x="0" y="419100"/>
                    </a:lnTo>
                    <a:lnTo>
                      <a:pt x="336804" y="419100"/>
                    </a:lnTo>
                    <a:lnTo>
                      <a:pt x="755904"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70" name="Google Shape;1270;p51"/>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271" name="Google Shape;1271;p51"/>
            <p:cNvSpPr txBox="1"/>
            <p:nvPr/>
          </p:nvSpPr>
          <p:spPr>
            <a:xfrm>
              <a:off x="7638868" y="2531555"/>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dirty="0">
                  <a:solidFill>
                    <a:srgbClr val="000000"/>
                  </a:solidFill>
                  <a:latin typeface="Cambria"/>
                  <a:ea typeface="Cambria"/>
                  <a:cs typeface="Cambria"/>
                  <a:sym typeface="Cambria"/>
                </a:rPr>
                <a:t>=</a:t>
              </a:r>
              <a:endParaRPr sz="2700" b="0" i="0" u="none" strike="noStrike" cap="none" dirty="0">
                <a:solidFill>
                  <a:srgbClr val="000000"/>
                </a:solidFill>
                <a:latin typeface="Cambria"/>
                <a:ea typeface="Cambria"/>
                <a:cs typeface="Cambria"/>
                <a:sym typeface="Cambria"/>
              </a:endParaRPr>
            </a:p>
          </p:txBody>
        </p:sp>
        <p:grpSp>
          <p:nvGrpSpPr>
            <p:cNvPr id="1272" name="Google Shape;1272;p51"/>
            <p:cNvGrpSpPr/>
            <p:nvPr/>
          </p:nvGrpSpPr>
          <p:grpSpPr>
            <a:xfrm>
              <a:off x="5718048" y="2395727"/>
              <a:ext cx="756285" cy="800481"/>
              <a:chOff x="5718048" y="2395727"/>
              <a:chExt cx="756285" cy="800481"/>
            </a:xfrm>
          </p:grpSpPr>
          <p:sp>
            <p:nvSpPr>
              <p:cNvPr id="1273" name="Google Shape;1273;p51"/>
              <p:cNvSpPr/>
              <p:nvPr/>
            </p:nvSpPr>
            <p:spPr>
              <a:xfrm>
                <a:off x="6154674" y="2408681"/>
                <a:ext cx="307975" cy="337185"/>
              </a:xfrm>
              <a:custGeom>
                <a:avLst/>
                <a:gdLst/>
                <a:ahLst/>
                <a:cxnLst/>
                <a:rect l="l" t="t" r="r" b="b"/>
                <a:pathLst>
                  <a:path w="307975" h="337185" extrusionOk="0">
                    <a:moveTo>
                      <a:pt x="307848" y="0"/>
                    </a:moveTo>
                    <a:lnTo>
                      <a:pt x="0" y="0"/>
                    </a:lnTo>
                    <a:lnTo>
                      <a:pt x="0" y="336803"/>
                    </a:lnTo>
                    <a:lnTo>
                      <a:pt x="307848" y="336803"/>
                    </a:lnTo>
                    <a:lnTo>
                      <a:pt x="30784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4" name="Google Shape;1274;p51"/>
              <p:cNvSpPr/>
              <p:nvPr/>
            </p:nvSpPr>
            <p:spPr>
              <a:xfrm>
                <a:off x="6154674" y="2408681"/>
                <a:ext cx="307975" cy="337185"/>
              </a:xfrm>
              <a:custGeom>
                <a:avLst/>
                <a:gdLst/>
                <a:ahLst/>
                <a:cxnLst/>
                <a:rect l="l" t="t" r="r" b="b"/>
                <a:pathLst>
                  <a:path w="307975" h="337185" extrusionOk="0">
                    <a:moveTo>
                      <a:pt x="0" y="336803"/>
                    </a:moveTo>
                    <a:lnTo>
                      <a:pt x="307848" y="336803"/>
                    </a:lnTo>
                    <a:lnTo>
                      <a:pt x="307848" y="0"/>
                    </a:lnTo>
                    <a:lnTo>
                      <a:pt x="0" y="0"/>
                    </a:lnTo>
                    <a:lnTo>
                      <a:pt x="0" y="3368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5" name="Google Shape;1275;p51"/>
              <p:cNvSpPr/>
              <p:nvPr/>
            </p:nvSpPr>
            <p:spPr>
              <a:xfrm>
                <a:off x="5953506" y="2618993"/>
                <a:ext cx="307975" cy="337185"/>
              </a:xfrm>
              <a:custGeom>
                <a:avLst/>
                <a:gdLst/>
                <a:ahLst/>
                <a:cxnLst/>
                <a:rect l="l" t="t" r="r" b="b"/>
                <a:pathLst>
                  <a:path w="307975" h="337185" extrusionOk="0">
                    <a:moveTo>
                      <a:pt x="307848" y="0"/>
                    </a:moveTo>
                    <a:lnTo>
                      <a:pt x="0" y="0"/>
                    </a:lnTo>
                    <a:lnTo>
                      <a:pt x="0" y="336803"/>
                    </a:lnTo>
                    <a:lnTo>
                      <a:pt x="307848" y="336803"/>
                    </a:lnTo>
                    <a:lnTo>
                      <a:pt x="30784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6" name="Google Shape;1276;p51"/>
              <p:cNvSpPr/>
              <p:nvPr/>
            </p:nvSpPr>
            <p:spPr>
              <a:xfrm>
                <a:off x="5953506" y="2618993"/>
                <a:ext cx="307975" cy="337185"/>
              </a:xfrm>
              <a:custGeom>
                <a:avLst/>
                <a:gdLst/>
                <a:ahLst/>
                <a:cxnLst/>
                <a:rect l="l" t="t" r="r" b="b"/>
                <a:pathLst>
                  <a:path w="307975" h="337185" extrusionOk="0">
                    <a:moveTo>
                      <a:pt x="0" y="336803"/>
                    </a:moveTo>
                    <a:lnTo>
                      <a:pt x="307848" y="336803"/>
                    </a:lnTo>
                    <a:lnTo>
                      <a:pt x="307848" y="0"/>
                    </a:lnTo>
                    <a:lnTo>
                      <a:pt x="0" y="0"/>
                    </a:lnTo>
                    <a:lnTo>
                      <a:pt x="0" y="3368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7" name="Google Shape;1277;p51"/>
              <p:cNvSpPr/>
              <p:nvPr/>
            </p:nvSpPr>
            <p:spPr>
              <a:xfrm>
                <a:off x="5718048" y="2830448"/>
                <a:ext cx="321310" cy="365760"/>
              </a:xfrm>
              <a:custGeom>
                <a:avLst/>
                <a:gdLst/>
                <a:ahLst/>
                <a:cxnLst/>
                <a:rect l="l" t="t" r="r" b="b"/>
                <a:pathLst>
                  <a:path w="321310" h="365760" extrusionOk="0">
                    <a:moveTo>
                      <a:pt x="321183" y="363093"/>
                    </a:moveTo>
                    <a:lnTo>
                      <a:pt x="0" y="363093"/>
                    </a:lnTo>
                    <a:lnTo>
                      <a:pt x="0" y="365379"/>
                    </a:lnTo>
                    <a:lnTo>
                      <a:pt x="321183" y="365379"/>
                    </a:lnTo>
                    <a:lnTo>
                      <a:pt x="321183" y="363093"/>
                    </a:lnTo>
                    <a:close/>
                  </a:path>
                  <a:path w="321310" h="365760" extrusionOk="0">
                    <a:moveTo>
                      <a:pt x="321183" y="0"/>
                    </a:moveTo>
                    <a:lnTo>
                      <a:pt x="0" y="0"/>
                    </a:lnTo>
                    <a:lnTo>
                      <a:pt x="0" y="12573"/>
                    </a:lnTo>
                    <a:lnTo>
                      <a:pt x="321183" y="12573"/>
                    </a:lnTo>
                    <a:lnTo>
                      <a:pt x="321183"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8" name="Google Shape;1278;p51"/>
              <p:cNvSpPr/>
              <p:nvPr/>
            </p:nvSpPr>
            <p:spPr>
              <a:xfrm>
                <a:off x="6039231" y="2395727"/>
                <a:ext cx="434975" cy="800100"/>
              </a:xfrm>
              <a:custGeom>
                <a:avLst/>
                <a:gdLst/>
                <a:ahLst/>
                <a:cxnLst/>
                <a:rect l="l" t="t" r="r" b="b"/>
                <a:pathLst>
                  <a:path w="434975" h="800100" extrusionOk="0">
                    <a:moveTo>
                      <a:pt x="434720" y="0"/>
                    </a:moveTo>
                    <a:lnTo>
                      <a:pt x="0" y="434721"/>
                    </a:lnTo>
                    <a:lnTo>
                      <a:pt x="0" y="800100"/>
                    </a:lnTo>
                    <a:lnTo>
                      <a:pt x="434720" y="365379"/>
                    </a:lnTo>
                    <a:lnTo>
                      <a:pt x="434720"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9" name="Google Shape;1279;p51"/>
              <p:cNvSpPr/>
              <p:nvPr/>
            </p:nvSpPr>
            <p:spPr>
              <a:xfrm>
                <a:off x="5718048" y="2395727"/>
                <a:ext cx="756285" cy="434975"/>
              </a:xfrm>
              <a:custGeom>
                <a:avLst/>
                <a:gdLst/>
                <a:ahLst/>
                <a:cxnLst/>
                <a:rect l="l" t="t" r="r" b="b"/>
                <a:pathLst>
                  <a:path w="756285" h="434975" extrusionOk="0">
                    <a:moveTo>
                      <a:pt x="755904" y="0"/>
                    </a:moveTo>
                    <a:lnTo>
                      <a:pt x="434720" y="0"/>
                    </a:lnTo>
                    <a:lnTo>
                      <a:pt x="0" y="434721"/>
                    </a:lnTo>
                    <a:lnTo>
                      <a:pt x="321183" y="434721"/>
                    </a:lnTo>
                    <a:lnTo>
                      <a:pt x="755904"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0" name="Google Shape;1280;p51"/>
              <p:cNvSpPr/>
              <p:nvPr/>
            </p:nvSpPr>
            <p:spPr>
              <a:xfrm>
                <a:off x="5720334" y="2843022"/>
                <a:ext cx="326390" cy="350520"/>
              </a:xfrm>
              <a:custGeom>
                <a:avLst/>
                <a:gdLst/>
                <a:ahLst/>
                <a:cxnLst/>
                <a:rect l="l" t="t" r="r" b="b"/>
                <a:pathLst>
                  <a:path w="326389" h="350519" extrusionOk="0">
                    <a:moveTo>
                      <a:pt x="326136" y="0"/>
                    </a:moveTo>
                    <a:lnTo>
                      <a:pt x="0" y="0"/>
                    </a:lnTo>
                    <a:lnTo>
                      <a:pt x="0" y="350520"/>
                    </a:lnTo>
                    <a:lnTo>
                      <a:pt x="326136" y="350520"/>
                    </a:lnTo>
                    <a:lnTo>
                      <a:pt x="326136"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1" name="Google Shape;1281;p51"/>
              <p:cNvSpPr/>
              <p:nvPr/>
            </p:nvSpPr>
            <p:spPr>
              <a:xfrm>
                <a:off x="5720334" y="2843022"/>
                <a:ext cx="326390" cy="350520"/>
              </a:xfrm>
              <a:custGeom>
                <a:avLst/>
                <a:gdLst/>
                <a:ahLst/>
                <a:cxnLst/>
                <a:rect l="l" t="t" r="r" b="b"/>
                <a:pathLst>
                  <a:path w="326389" h="350519" extrusionOk="0">
                    <a:moveTo>
                      <a:pt x="0" y="350520"/>
                    </a:moveTo>
                    <a:lnTo>
                      <a:pt x="326136" y="350520"/>
                    </a:lnTo>
                    <a:lnTo>
                      <a:pt x="326136" y="0"/>
                    </a:lnTo>
                    <a:lnTo>
                      <a:pt x="0" y="0"/>
                    </a:lnTo>
                    <a:lnTo>
                      <a:pt x="0" y="3505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4" name="Group 3"/>
            <p:cNvGrpSpPr/>
            <p:nvPr/>
          </p:nvGrpSpPr>
          <p:grpSpPr>
            <a:xfrm>
              <a:off x="8778240" y="1894234"/>
              <a:ext cx="1598676" cy="1527048"/>
              <a:chOff x="9006078" y="2245614"/>
              <a:chExt cx="1598676" cy="1527048"/>
            </a:xfrm>
          </p:grpSpPr>
          <p:sp>
            <p:nvSpPr>
              <p:cNvPr id="1291" name="Google Shape;1291;p51"/>
              <p:cNvSpPr/>
              <p:nvPr/>
            </p:nvSpPr>
            <p:spPr>
              <a:xfrm>
                <a:off x="9217914" y="2245614"/>
                <a:ext cx="1386840" cy="1379220"/>
              </a:xfrm>
              <a:custGeom>
                <a:avLst/>
                <a:gdLst/>
                <a:ahLst/>
                <a:cxnLst/>
                <a:rect l="l" t="t" r="r" b="b"/>
                <a:pathLst>
                  <a:path w="1386840"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4" name="Google Shape;1294;p51"/>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5" name="Google Shape;1295;p51"/>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6" name="Google Shape;1296;p51"/>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7" name="Google Shape;1297;p51"/>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8" name="Google Shape;1298;p51"/>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9" name="Google Shape;1299;p51"/>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0" name="Google Shape;1300;p51"/>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1" name="Google Shape;1301;p51"/>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02" name="Google Shape;1302;p51"/>
            <p:cNvSpPr txBox="1"/>
            <p:nvPr/>
          </p:nvSpPr>
          <p:spPr>
            <a:xfrm>
              <a:off x="2027935" y="3966717"/>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303" name="Google Shape;1303;p51"/>
            <p:cNvSpPr txBox="1"/>
            <p:nvPr/>
          </p:nvSpPr>
          <p:spPr>
            <a:xfrm>
              <a:off x="5471540" y="3504057"/>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 x 1 x 3</a:t>
              </a:r>
              <a:endParaRPr sz="1800" b="0" i="0" u="none" strike="noStrike" cap="none">
                <a:solidFill>
                  <a:srgbClr val="000000"/>
                </a:solidFill>
                <a:latin typeface="Arial"/>
                <a:ea typeface="Arial"/>
                <a:cs typeface="Arial"/>
                <a:sym typeface="Arial"/>
              </a:endParaRPr>
            </a:p>
          </p:txBody>
        </p:sp>
        <p:sp>
          <p:nvSpPr>
            <p:cNvPr id="1304" name="Google Shape;1304;p51"/>
            <p:cNvSpPr txBox="1"/>
            <p:nvPr/>
          </p:nvSpPr>
          <p:spPr>
            <a:xfrm>
              <a:off x="9239313" y="3644854"/>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baseline="30000" dirty="0">
                  <a:solidFill>
                    <a:srgbClr val="000000"/>
                  </a:solidFill>
                  <a:latin typeface="Arial"/>
                  <a:ea typeface="Arial"/>
                  <a:cs typeface="Arial"/>
                  <a:sym typeface="Arial"/>
                </a:rPr>
                <a:t>4 x 4</a:t>
              </a:r>
              <a:endParaRPr sz="2700" b="0" i="0" u="none" strike="noStrike" cap="none" baseline="30000" dirty="0">
                <a:solidFill>
                  <a:srgbClr val="000000"/>
                </a:solidFill>
                <a:latin typeface="Arial"/>
                <a:ea typeface="Arial"/>
                <a:cs typeface="Arial"/>
                <a:sym typeface="Arial"/>
              </a:endParaRPr>
            </a:p>
          </p:txBody>
        </p:sp>
        <p:sp>
          <p:nvSpPr>
            <p:cNvPr id="85" name="TextBox 84"/>
            <p:cNvSpPr txBox="1"/>
            <p:nvPr/>
          </p:nvSpPr>
          <p:spPr>
            <a:xfrm>
              <a:off x="8806890" y="2080597"/>
              <a:ext cx="260964" cy="307777"/>
            </a:xfrm>
            <a:prstGeom prst="rect">
              <a:avLst/>
            </a:prstGeom>
            <a:noFill/>
          </p:spPr>
          <p:txBody>
            <a:bodyPr wrap="square" rtlCol="0">
              <a:spAutoFit/>
            </a:bodyPr>
            <a:lstStyle/>
            <a:p>
              <a:r>
                <a:rPr lang="en-US" dirty="0"/>
                <a:t>X</a:t>
              </a: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Shape 1229"/>
        <p:cNvGrpSpPr/>
        <p:nvPr/>
      </p:nvGrpSpPr>
      <p:grpSpPr>
        <a:xfrm>
          <a:off x="0" y="0"/>
          <a:ext cx="0" cy="0"/>
          <a:chOff x="0" y="0"/>
          <a:chExt cx="0" cy="0"/>
        </a:xfrm>
      </p:grpSpPr>
      <p:sp>
        <p:nvSpPr>
          <p:cNvPr id="1230" name="Google Shape;1230;p51"/>
          <p:cNvSpPr txBox="1">
            <a:spLocks noGrp="1"/>
          </p:cNvSpPr>
          <p:nvPr>
            <p:ph type="title"/>
          </p:nvPr>
        </p:nvSpPr>
        <p:spPr>
          <a:xfrm>
            <a:off x="916939" y="637108"/>
            <a:ext cx="58611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Pointwise Convolution</a:t>
            </a:r>
            <a:endParaRPr sz="4400">
              <a:latin typeface="Arial"/>
              <a:ea typeface="Arial"/>
              <a:cs typeface="Arial"/>
              <a:sym typeface="Arial"/>
            </a:endParaRPr>
          </a:p>
        </p:txBody>
      </p:sp>
      <p:pic>
        <p:nvPicPr>
          <p:cNvPr id="1309" name="Google Shape;1309;p5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77</a:t>
            </a:fld>
            <a:endParaRPr lang="en-US"/>
          </a:p>
        </p:txBody>
      </p:sp>
      <p:grpSp>
        <p:nvGrpSpPr>
          <p:cNvPr id="6" name="Group 5"/>
          <p:cNvGrpSpPr/>
          <p:nvPr/>
        </p:nvGrpSpPr>
        <p:grpSpPr>
          <a:xfrm>
            <a:off x="1835308" y="2443155"/>
            <a:ext cx="8675172" cy="2835852"/>
            <a:chOff x="1701744" y="1765061"/>
            <a:chExt cx="8675172" cy="2835852"/>
          </a:xfrm>
        </p:grpSpPr>
        <p:sp>
          <p:nvSpPr>
            <p:cNvPr id="1237" name="Google Shape;1237;p51"/>
            <p:cNvSpPr/>
            <p:nvPr/>
          </p:nvSpPr>
          <p:spPr>
            <a:xfrm>
              <a:off x="2161794" y="2038349"/>
              <a:ext cx="1386840" cy="1379220"/>
            </a:xfrm>
            <a:custGeom>
              <a:avLst/>
              <a:gdLst/>
              <a:ahLst/>
              <a:cxnLst/>
              <a:rect l="l" t="t" r="r" b="b"/>
              <a:pathLst>
                <a:path w="1386839" h="1379220" extrusionOk="0">
                  <a:moveTo>
                    <a:pt x="0" y="1379220"/>
                  </a:moveTo>
                  <a:lnTo>
                    <a:pt x="1386840" y="1379220"/>
                  </a:lnTo>
                  <a:lnTo>
                    <a:pt x="1386840" y="0"/>
                  </a:lnTo>
                  <a:lnTo>
                    <a:pt x="0" y="0"/>
                  </a:lnTo>
                  <a:lnTo>
                    <a:pt x="0" y="13792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38" name="Google Shape;1238;p51"/>
            <p:cNvSpPr/>
            <p:nvPr/>
          </p:nvSpPr>
          <p:spPr>
            <a:xfrm>
              <a:off x="3377945" y="2386711"/>
              <a:ext cx="180340" cy="688975"/>
            </a:xfrm>
            <a:custGeom>
              <a:avLst/>
              <a:gdLst/>
              <a:ahLst/>
              <a:cxnLst/>
              <a:rect l="l" t="t" r="r" b="b"/>
              <a:pathLst>
                <a:path w="180339" h="688975" extrusionOk="0">
                  <a:moveTo>
                    <a:pt x="0" y="0"/>
                  </a:moveTo>
                  <a:lnTo>
                    <a:pt x="180212" y="0"/>
                  </a:lnTo>
                </a:path>
                <a:path w="180339" h="688975" extrusionOk="0">
                  <a:moveTo>
                    <a:pt x="0" y="344424"/>
                  </a:moveTo>
                  <a:lnTo>
                    <a:pt x="180212" y="344424"/>
                  </a:lnTo>
                </a:path>
                <a:path w="180339" h="688975" extrusionOk="0">
                  <a:moveTo>
                    <a:pt x="0" y="688848"/>
                  </a:moveTo>
                  <a:lnTo>
                    <a:pt x="180212" y="688848"/>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39" name="Google Shape;1239;p51"/>
            <p:cNvSpPr/>
            <p:nvPr/>
          </p:nvSpPr>
          <p:spPr>
            <a:xfrm>
              <a:off x="2501405" y="2028824"/>
              <a:ext cx="685800" cy="192405"/>
            </a:xfrm>
            <a:custGeom>
              <a:avLst/>
              <a:gdLst/>
              <a:ahLst/>
              <a:cxnLst/>
              <a:rect l="l" t="t" r="r" b="b"/>
              <a:pathLst>
                <a:path w="685800" h="192405" extrusionOk="0">
                  <a:moveTo>
                    <a:pt x="0" y="0"/>
                  </a:moveTo>
                  <a:lnTo>
                    <a:pt x="0" y="192404"/>
                  </a:lnTo>
                </a:path>
                <a:path w="685800" h="192405" extrusionOk="0">
                  <a:moveTo>
                    <a:pt x="342900" y="0"/>
                  </a:moveTo>
                  <a:lnTo>
                    <a:pt x="342900" y="192404"/>
                  </a:lnTo>
                </a:path>
                <a:path w="685800" h="192405" extrusionOk="0">
                  <a:moveTo>
                    <a:pt x="685800" y="0"/>
                  </a:moveTo>
                  <a:lnTo>
                    <a:pt x="685800" y="192404"/>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0" name="Google Shape;1240;p51"/>
            <p:cNvSpPr/>
            <p:nvPr/>
          </p:nvSpPr>
          <p:spPr>
            <a:xfrm>
              <a:off x="1991106" y="2221229"/>
              <a:ext cx="1386840" cy="1377950"/>
            </a:xfrm>
            <a:custGeom>
              <a:avLst/>
              <a:gdLst/>
              <a:ahLst/>
              <a:cxnLst/>
              <a:rect l="l" t="t" r="r" b="b"/>
              <a:pathLst>
                <a:path w="1386839" h="1377950" extrusionOk="0">
                  <a:moveTo>
                    <a:pt x="1386840" y="0"/>
                  </a:moveTo>
                  <a:lnTo>
                    <a:pt x="0" y="0"/>
                  </a:lnTo>
                  <a:lnTo>
                    <a:pt x="0" y="1377696"/>
                  </a:lnTo>
                  <a:lnTo>
                    <a:pt x="1386840" y="1377696"/>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1" name="Google Shape;1241;p51"/>
            <p:cNvSpPr/>
            <p:nvPr/>
          </p:nvSpPr>
          <p:spPr>
            <a:xfrm>
              <a:off x="1991106" y="2221229"/>
              <a:ext cx="1386840" cy="1377950"/>
            </a:xfrm>
            <a:custGeom>
              <a:avLst/>
              <a:gdLst/>
              <a:ahLst/>
              <a:cxnLst/>
              <a:rect l="l" t="t" r="r" b="b"/>
              <a:pathLst>
                <a:path w="1386839" h="1377950" extrusionOk="0">
                  <a:moveTo>
                    <a:pt x="0" y="1377696"/>
                  </a:moveTo>
                  <a:lnTo>
                    <a:pt x="1386840" y="1377696"/>
                  </a:lnTo>
                  <a:lnTo>
                    <a:pt x="1386840" y="0"/>
                  </a:lnTo>
                  <a:lnTo>
                    <a:pt x="0" y="0"/>
                  </a:lnTo>
                  <a:lnTo>
                    <a:pt x="0" y="137769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2" name="Google Shape;1242;p51"/>
            <p:cNvSpPr/>
            <p:nvPr/>
          </p:nvSpPr>
          <p:spPr>
            <a:xfrm>
              <a:off x="3134105" y="2569590"/>
              <a:ext cx="253365" cy="688975"/>
            </a:xfrm>
            <a:custGeom>
              <a:avLst/>
              <a:gdLst/>
              <a:ahLst/>
              <a:cxnLst/>
              <a:rect l="l" t="t" r="r" b="b"/>
              <a:pathLst>
                <a:path w="253364" h="688975" extrusionOk="0">
                  <a:moveTo>
                    <a:pt x="0" y="0"/>
                  </a:moveTo>
                  <a:lnTo>
                    <a:pt x="253364" y="0"/>
                  </a:lnTo>
                </a:path>
                <a:path w="253364" h="688975" extrusionOk="0">
                  <a:moveTo>
                    <a:pt x="0" y="344424"/>
                  </a:moveTo>
                  <a:lnTo>
                    <a:pt x="253364" y="344424"/>
                  </a:lnTo>
                </a:path>
                <a:path w="253364" h="688975" extrusionOk="0">
                  <a:moveTo>
                    <a:pt x="0" y="688848"/>
                  </a:moveTo>
                  <a:lnTo>
                    <a:pt x="253364" y="688848"/>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3" name="Google Shape;1243;p51"/>
            <p:cNvSpPr/>
            <p:nvPr/>
          </p:nvSpPr>
          <p:spPr>
            <a:xfrm>
              <a:off x="2342515" y="2211704"/>
              <a:ext cx="685800" cy="229235"/>
            </a:xfrm>
            <a:custGeom>
              <a:avLst/>
              <a:gdLst/>
              <a:ahLst/>
              <a:cxnLst/>
              <a:rect l="l" t="t" r="r" b="b"/>
              <a:pathLst>
                <a:path w="685800" h="229235" extrusionOk="0">
                  <a:moveTo>
                    <a:pt x="0" y="0"/>
                  </a:moveTo>
                  <a:lnTo>
                    <a:pt x="0" y="228981"/>
                  </a:lnTo>
                </a:path>
                <a:path w="685800" h="229235" extrusionOk="0">
                  <a:moveTo>
                    <a:pt x="342900" y="0"/>
                  </a:moveTo>
                  <a:lnTo>
                    <a:pt x="342900" y="228981"/>
                  </a:lnTo>
                </a:path>
                <a:path w="685800" h="229235" extrusionOk="0">
                  <a:moveTo>
                    <a:pt x="685800" y="0"/>
                  </a:moveTo>
                  <a:lnTo>
                    <a:pt x="685800" y="228981"/>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4" name="Google Shape;1244;p51"/>
            <p:cNvSpPr/>
            <p:nvPr/>
          </p:nvSpPr>
          <p:spPr>
            <a:xfrm>
              <a:off x="1747266" y="2440686"/>
              <a:ext cx="1386840" cy="1379220"/>
            </a:xfrm>
            <a:custGeom>
              <a:avLst/>
              <a:gdLst/>
              <a:ahLst/>
              <a:cxnLst/>
              <a:rect l="l" t="t" r="r" b="b"/>
              <a:pathLst>
                <a:path w="1386839"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5" name="Google Shape;1245;p51"/>
            <p:cNvSpPr/>
            <p:nvPr/>
          </p:nvSpPr>
          <p:spPr>
            <a:xfrm>
              <a:off x="1747266" y="2440686"/>
              <a:ext cx="1386840" cy="1379220"/>
            </a:xfrm>
            <a:custGeom>
              <a:avLst/>
              <a:gdLst/>
              <a:ahLst/>
              <a:cxnLst/>
              <a:rect l="l" t="t" r="r" b="b"/>
              <a:pathLst>
                <a:path w="1386839" h="1379220" extrusionOk="0">
                  <a:moveTo>
                    <a:pt x="0" y="1379220"/>
                  </a:moveTo>
                  <a:lnTo>
                    <a:pt x="1386840" y="1379220"/>
                  </a:lnTo>
                  <a:lnTo>
                    <a:pt x="1386840" y="0"/>
                  </a:lnTo>
                  <a:lnTo>
                    <a:pt x="0" y="0"/>
                  </a:lnTo>
                  <a:lnTo>
                    <a:pt x="0" y="13792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6" name="Google Shape;1246;p51"/>
            <p:cNvSpPr/>
            <p:nvPr/>
          </p:nvSpPr>
          <p:spPr>
            <a:xfrm>
              <a:off x="1747266" y="2782061"/>
              <a:ext cx="1386840" cy="13970"/>
            </a:xfrm>
            <a:custGeom>
              <a:avLst/>
              <a:gdLst/>
              <a:ahLst/>
              <a:cxnLst/>
              <a:rect l="l" t="t" r="r" b="b"/>
              <a:pathLst>
                <a:path w="1386839"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7" name="Google Shape;1247;p51"/>
            <p:cNvSpPr/>
            <p:nvPr/>
          </p:nvSpPr>
          <p:spPr>
            <a:xfrm>
              <a:off x="1747266" y="3126486"/>
              <a:ext cx="1386840" cy="13970"/>
            </a:xfrm>
            <a:custGeom>
              <a:avLst/>
              <a:gdLst/>
              <a:ahLst/>
              <a:cxnLst/>
              <a:rect l="l" t="t" r="r" b="b"/>
              <a:pathLst>
                <a:path w="1386839"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8" name="Google Shape;1248;p51"/>
            <p:cNvSpPr/>
            <p:nvPr/>
          </p:nvSpPr>
          <p:spPr>
            <a:xfrm>
              <a:off x="1747266" y="3470910"/>
              <a:ext cx="1386840" cy="13970"/>
            </a:xfrm>
            <a:custGeom>
              <a:avLst/>
              <a:gdLst/>
              <a:ahLst/>
              <a:cxnLst/>
              <a:rect l="l" t="t" r="r" b="b"/>
              <a:pathLst>
                <a:path w="1386839"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9" name="Google Shape;1249;p51"/>
            <p:cNvSpPr/>
            <p:nvPr/>
          </p:nvSpPr>
          <p:spPr>
            <a:xfrm>
              <a:off x="2090166" y="2440686"/>
              <a:ext cx="13970" cy="1379220"/>
            </a:xfrm>
            <a:custGeom>
              <a:avLst/>
              <a:gdLst/>
              <a:ahLst/>
              <a:cxnLst/>
              <a:rect l="l" t="t" r="r" b="b"/>
              <a:pathLst>
                <a:path w="13969"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0" name="Google Shape;1250;p51"/>
            <p:cNvSpPr/>
            <p:nvPr/>
          </p:nvSpPr>
          <p:spPr>
            <a:xfrm>
              <a:off x="2433066" y="2440686"/>
              <a:ext cx="13970" cy="1379220"/>
            </a:xfrm>
            <a:custGeom>
              <a:avLst/>
              <a:gdLst/>
              <a:ahLst/>
              <a:cxnLst/>
              <a:rect l="l" t="t" r="r" b="b"/>
              <a:pathLst>
                <a:path w="13969"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1" name="Google Shape;1251;p51"/>
            <p:cNvSpPr/>
            <p:nvPr/>
          </p:nvSpPr>
          <p:spPr>
            <a:xfrm>
              <a:off x="2777490" y="2440686"/>
              <a:ext cx="13970" cy="1379220"/>
            </a:xfrm>
            <a:custGeom>
              <a:avLst/>
              <a:gdLst/>
              <a:ahLst/>
              <a:cxnLst/>
              <a:rect l="l" t="t" r="r" b="b"/>
              <a:pathLst>
                <a:path w="13969"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3" name="Group 2"/>
            <p:cNvGrpSpPr/>
            <p:nvPr/>
          </p:nvGrpSpPr>
          <p:grpSpPr>
            <a:xfrm>
              <a:off x="2799092" y="3037607"/>
              <a:ext cx="763705" cy="783590"/>
              <a:chOff x="5096550" y="5007051"/>
              <a:chExt cx="763705" cy="783590"/>
            </a:xfrm>
          </p:grpSpPr>
          <p:sp>
            <p:nvSpPr>
              <p:cNvPr id="1267" name="Google Shape;1267;p51"/>
              <p:cNvSpPr/>
              <p:nvPr/>
            </p:nvSpPr>
            <p:spPr>
              <a:xfrm>
                <a:off x="5096550" y="5426151"/>
                <a:ext cx="337185" cy="364490"/>
              </a:xfrm>
              <a:custGeom>
                <a:avLst/>
                <a:gdLst/>
                <a:ahLst/>
                <a:cxnLst/>
                <a:rect l="l" t="t" r="r" b="b"/>
                <a:pathLst>
                  <a:path w="337185" h="364489" extrusionOk="0">
                    <a:moveTo>
                      <a:pt x="336765" y="0"/>
                    </a:moveTo>
                    <a:lnTo>
                      <a:pt x="0" y="0"/>
                    </a:lnTo>
                    <a:lnTo>
                      <a:pt x="0" y="364197"/>
                    </a:lnTo>
                    <a:lnTo>
                      <a:pt x="336765" y="364197"/>
                    </a:lnTo>
                    <a:lnTo>
                      <a:pt x="336765"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8" name="Google Shape;1268;p51"/>
              <p:cNvSpPr/>
              <p:nvPr/>
            </p:nvSpPr>
            <p:spPr>
              <a:xfrm>
                <a:off x="5433735" y="5007051"/>
                <a:ext cx="419100" cy="783590"/>
              </a:xfrm>
              <a:custGeom>
                <a:avLst/>
                <a:gdLst/>
                <a:ahLst/>
                <a:cxnLst/>
                <a:rect l="l" t="t" r="r" b="b"/>
                <a:pathLst>
                  <a:path w="419100" h="783589" extrusionOk="0">
                    <a:moveTo>
                      <a:pt x="419100" y="0"/>
                    </a:moveTo>
                    <a:lnTo>
                      <a:pt x="0" y="419100"/>
                    </a:lnTo>
                    <a:lnTo>
                      <a:pt x="0" y="783336"/>
                    </a:lnTo>
                    <a:lnTo>
                      <a:pt x="419100" y="364236"/>
                    </a:lnTo>
                    <a:lnTo>
                      <a:pt x="419100"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9" name="Google Shape;1269;p51"/>
              <p:cNvSpPr/>
              <p:nvPr/>
            </p:nvSpPr>
            <p:spPr>
              <a:xfrm>
                <a:off x="5103970" y="5007051"/>
                <a:ext cx="756285" cy="419100"/>
              </a:xfrm>
              <a:custGeom>
                <a:avLst/>
                <a:gdLst/>
                <a:ahLst/>
                <a:cxnLst/>
                <a:rect l="l" t="t" r="r" b="b"/>
                <a:pathLst>
                  <a:path w="756285" h="419100" extrusionOk="0">
                    <a:moveTo>
                      <a:pt x="755904" y="0"/>
                    </a:moveTo>
                    <a:lnTo>
                      <a:pt x="419100" y="0"/>
                    </a:lnTo>
                    <a:lnTo>
                      <a:pt x="0" y="419100"/>
                    </a:lnTo>
                    <a:lnTo>
                      <a:pt x="336804" y="419100"/>
                    </a:lnTo>
                    <a:lnTo>
                      <a:pt x="755904"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270" name="Google Shape;1270;p51"/>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271" name="Google Shape;1271;p51"/>
            <p:cNvSpPr txBox="1"/>
            <p:nvPr/>
          </p:nvSpPr>
          <p:spPr>
            <a:xfrm>
              <a:off x="7638868" y="2531555"/>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dirty="0">
                  <a:solidFill>
                    <a:srgbClr val="000000"/>
                  </a:solidFill>
                  <a:latin typeface="Cambria"/>
                  <a:ea typeface="Cambria"/>
                  <a:cs typeface="Cambria"/>
                  <a:sym typeface="Cambria"/>
                </a:rPr>
                <a:t>=</a:t>
              </a:r>
              <a:endParaRPr sz="2700" b="0" i="0" u="none" strike="noStrike" cap="none" dirty="0">
                <a:solidFill>
                  <a:srgbClr val="000000"/>
                </a:solidFill>
                <a:latin typeface="Cambria"/>
                <a:ea typeface="Cambria"/>
                <a:cs typeface="Cambria"/>
                <a:sym typeface="Cambria"/>
              </a:endParaRPr>
            </a:p>
          </p:txBody>
        </p:sp>
        <p:grpSp>
          <p:nvGrpSpPr>
            <p:cNvPr id="1272" name="Google Shape;1272;p51"/>
            <p:cNvGrpSpPr/>
            <p:nvPr/>
          </p:nvGrpSpPr>
          <p:grpSpPr>
            <a:xfrm>
              <a:off x="5718048" y="2395727"/>
              <a:ext cx="756285" cy="800481"/>
              <a:chOff x="5718048" y="2395727"/>
              <a:chExt cx="756285" cy="800481"/>
            </a:xfrm>
          </p:grpSpPr>
          <p:sp>
            <p:nvSpPr>
              <p:cNvPr id="1273" name="Google Shape;1273;p51"/>
              <p:cNvSpPr/>
              <p:nvPr/>
            </p:nvSpPr>
            <p:spPr>
              <a:xfrm>
                <a:off x="6154674" y="2408681"/>
                <a:ext cx="307975" cy="337185"/>
              </a:xfrm>
              <a:custGeom>
                <a:avLst/>
                <a:gdLst/>
                <a:ahLst/>
                <a:cxnLst/>
                <a:rect l="l" t="t" r="r" b="b"/>
                <a:pathLst>
                  <a:path w="307975" h="337185" extrusionOk="0">
                    <a:moveTo>
                      <a:pt x="307848" y="0"/>
                    </a:moveTo>
                    <a:lnTo>
                      <a:pt x="0" y="0"/>
                    </a:lnTo>
                    <a:lnTo>
                      <a:pt x="0" y="336803"/>
                    </a:lnTo>
                    <a:lnTo>
                      <a:pt x="307848" y="336803"/>
                    </a:lnTo>
                    <a:lnTo>
                      <a:pt x="30784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4" name="Google Shape;1274;p51"/>
              <p:cNvSpPr/>
              <p:nvPr/>
            </p:nvSpPr>
            <p:spPr>
              <a:xfrm>
                <a:off x="6154674" y="2408681"/>
                <a:ext cx="307975" cy="337185"/>
              </a:xfrm>
              <a:custGeom>
                <a:avLst/>
                <a:gdLst/>
                <a:ahLst/>
                <a:cxnLst/>
                <a:rect l="l" t="t" r="r" b="b"/>
                <a:pathLst>
                  <a:path w="307975" h="337185" extrusionOk="0">
                    <a:moveTo>
                      <a:pt x="0" y="336803"/>
                    </a:moveTo>
                    <a:lnTo>
                      <a:pt x="307848" y="336803"/>
                    </a:lnTo>
                    <a:lnTo>
                      <a:pt x="307848" y="0"/>
                    </a:lnTo>
                    <a:lnTo>
                      <a:pt x="0" y="0"/>
                    </a:lnTo>
                    <a:lnTo>
                      <a:pt x="0" y="3368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5" name="Google Shape;1275;p51"/>
              <p:cNvSpPr/>
              <p:nvPr/>
            </p:nvSpPr>
            <p:spPr>
              <a:xfrm>
                <a:off x="5953506" y="2618993"/>
                <a:ext cx="307975" cy="337185"/>
              </a:xfrm>
              <a:custGeom>
                <a:avLst/>
                <a:gdLst/>
                <a:ahLst/>
                <a:cxnLst/>
                <a:rect l="l" t="t" r="r" b="b"/>
                <a:pathLst>
                  <a:path w="307975" h="337185" extrusionOk="0">
                    <a:moveTo>
                      <a:pt x="307848" y="0"/>
                    </a:moveTo>
                    <a:lnTo>
                      <a:pt x="0" y="0"/>
                    </a:lnTo>
                    <a:lnTo>
                      <a:pt x="0" y="336803"/>
                    </a:lnTo>
                    <a:lnTo>
                      <a:pt x="307848" y="336803"/>
                    </a:lnTo>
                    <a:lnTo>
                      <a:pt x="30784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6" name="Google Shape;1276;p51"/>
              <p:cNvSpPr/>
              <p:nvPr/>
            </p:nvSpPr>
            <p:spPr>
              <a:xfrm>
                <a:off x="5953506" y="2618993"/>
                <a:ext cx="307975" cy="337185"/>
              </a:xfrm>
              <a:custGeom>
                <a:avLst/>
                <a:gdLst/>
                <a:ahLst/>
                <a:cxnLst/>
                <a:rect l="l" t="t" r="r" b="b"/>
                <a:pathLst>
                  <a:path w="307975" h="337185" extrusionOk="0">
                    <a:moveTo>
                      <a:pt x="0" y="336803"/>
                    </a:moveTo>
                    <a:lnTo>
                      <a:pt x="307848" y="336803"/>
                    </a:lnTo>
                    <a:lnTo>
                      <a:pt x="307848" y="0"/>
                    </a:lnTo>
                    <a:lnTo>
                      <a:pt x="0" y="0"/>
                    </a:lnTo>
                    <a:lnTo>
                      <a:pt x="0" y="3368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7" name="Google Shape;1277;p51"/>
              <p:cNvSpPr/>
              <p:nvPr/>
            </p:nvSpPr>
            <p:spPr>
              <a:xfrm>
                <a:off x="5718048" y="2830448"/>
                <a:ext cx="321310" cy="365760"/>
              </a:xfrm>
              <a:custGeom>
                <a:avLst/>
                <a:gdLst/>
                <a:ahLst/>
                <a:cxnLst/>
                <a:rect l="l" t="t" r="r" b="b"/>
                <a:pathLst>
                  <a:path w="321310" h="365760" extrusionOk="0">
                    <a:moveTo>
                      <a:pt x="321183" y="363093"/>
                    </a:moveTo>
                    <a:lnTo>
                      <a:pt x="0" y="363093"/>
                    </a:lnTo>
                    <a:lnTo>
                      <a:pt x="0" y="365379"/>
                    </a:lnTo>
                    <a:lnTo>
                      <a:pt x="321183" y="365379"/>
                    </a:lnTo>
                    <a:lnTo>
                      <a:pt x="321183" y="363093"/>
                    </a:lnTo>
                    <a:close/>
                  </a:path>
                  <a:path w="321310" h="365760" extrusionOk="0">
                    <a:moveTo>
                      <a:pt x="321183" y="0"/>
                    </a:moveTo>
                    <a:lnTo>
                      <a:pt x="0" y="0"/>
                    </a:lnTo>
                    <a:lnTo>
                      <a:pt x="0" y="12573"/>
                    </a:lnTo>
                    <a:lnTo>
                      <a:pt x="321183" y="12573"/>
                    </a:lnTo>
                    <a:lnTo>
                      <a:pt x="321183"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8" name="Google Shape;1278;p51"/>
              <p:cNvSpPr/>
              <p:nvPr/>
            </p:nvSpPr>
            <p:spPr>
              <a:xfrm>
                <a:off x="6039231" y="2395727"/>
                <a:ext cx="434975" cy="800100"/>
              </a:xfrm>
              <a:custGeom>
                <a:avLst/>
                <a:gdLst/>
                <a:ahLst/>
                <a:cxnLst/>
                <a:rect l="l" t="t" r="r" b="b"/>
                <a:pathLst>
                  <a:path w="434975" h="800100" extrusionOk="0">
                    <a:moveTo>
                      <a:pt x="434720" y="0"/>
                    </a:moveTo>
                    <a:lnTo>
                      <a:pt x="0" y="434721"/>
                    </a:lnTo>
                    <a:lnTo>
                      <a:pt x="0" y="800100"/>
                    </a:lnTo>
                    <a:lnTo>
                      <a:pt x="434720" y="365379"/>
                    </a:lnTo>
                    <a:lnTo>
                      <a:pt x="434720"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9" name="Google Shape;1279;p51"/>
              <p:cNvSpPr/>
              <p:nvPr/>
            </p:nvSpPr>
            <p:spPr>
              <a:xfrm>
                <a:off x="5718048" y="2395727"/>
                <a:ext cx="756285" cy="434975"/>
              </a:xfrm>
              <a:custGeom>
                <a:avLst/>
                <a:gdLst/>
                <a:ahLst/>
                <a:cxnLst/>
                <a:rect l="l" t="t" r="r" b="b"/>
                <a:pathLst>
                  <a:path w="756285" h="434975" extrusionOk="0">
                    <a:moveTo>
                      <a:pt x="755904" y="0"/>
                    </a:moveTo>
                    <a:lnTo>
                      <a:pt x="434720" y="0"/>
                    </a:lnTo>
                    <a:lnTo>
                      <a:pt x="0" y="434721"/>
                    </a:lnTo>
                    <a:lnTo>
                      <a:pt x="321183" y="434721"/>
                    </a:lnTo>
                    <a:lnTo>
                      <a:pt x="755904"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0" name="Google Shape;1280;p51"/>
              <p:cNvSpPr/>
              <p:nvPr/>
            </p:nvSpPr>
            <p:spPr>
              <a:xfrm>
                <a:off x="5720334" y="2843022"/>
                <a:ext cx="326390" cy="350520"/>
              </a:xfrm>
              <a:custGeom>
                <a:avLst/>
                <a:gdLst/>
                <a:ahLst/>
                <a:cxnLst/>
                <a:rect l="l" t="t" r="r" b="b"/>
                <a:pathLst>
                  <a:path w="326389" h="350519" extrusionOk="0">
                    <a:moveTo>
                      <a:pt x="326136" y="0"/>
                    </a:moveTo>
                    <a:lnTo>
                      <a:pt x="0" y="0"/>
                    </a:lnTo>
                    <a:lnTo>
                      <a:pt x="0" y="350520"/>
                    </a:lnTo>
                    <a:lnTo>
                      <a:pt x="326136" y="350520"/>
                    </a:lnTo>
                    <a:lnTo>
                      <a:pt x="326136"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1" name="Google Shape;1281;p51"/>
              <p:cNvSpPr/>
              <p:nvPr/>
            </p:nvSpPr>
            <p:spPr>
              <a:xfrm>
                <a:off x="5720334" y="2843022"/>
                <a:ext cx="326390" cy="350520"/>
              </a:xfrm>
              <a:custGeom>
                <a:avLst/>
                <a:gdLst/>
                <a:ahLst/>
                <a:cxnLst/>
                <a:rect l="l" t="t" r="r" b="b"/>
                <a:pathLst>
                  <a:path w="326389" h="350519" extrusionOk="0">
                    <a:moveTo>
                      <a:pt x="0" y="350520"/>
                    </a:moveTo>
                    <a:lnTo>
                      <a:pt x="326136" y="350520"/>
                    </a:lnTo>
                    <a:lnTo>
                      <a:pt x="326136" y="0"/>
                    </a:lnTo>
                    <a:lnTo>
                      <a:pt x="0" y="0"/>
                    </a:lnTo>
                    <a:lnTo>
                      <a:pt x="0" y="3505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02" name="Google Shape;1302;p51"/>
            <p:cNvSpPr txBox="1"/>
            <p:nvPr/>
          </p:nvSpPr>
          <p:spPr>
            <a:xfrm>
              <a:off x="2027935" y="3966717"/>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303" name="Google Shape;1303;p51"/>
            <p:cNvSpPr txBox="1"/>
            <p:nvPr/>
          </p:nvSpPr>
          <p:spPr>
            <a:xfrm>
              <a:off x="5471540" y="3504057"/>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 x 1 x 3</a:t>
              </a:r>
              <a:endParaRPr sz="1800" b="0" i="0" u="none" strike="noStrike" cap="none">
                <a:solidFill>
                  <a:srgbClr val="000000"/>
                </a:solidFill>
                <a:latin typeface="Arial"/>
                <a:ea typeface="Arial"/>
                <a:cs typeface="Arial"/>
                <a:sym typeface="Arial"/>
              </a:endParaRPr>
            </a:p>
          </p:txBody>
        </p:sp>
        <p:sp>
          <p:nvSpPr>
            <p:cNvPr id="1304" name="Google Shape;1304;p51"/>
            <p:cNvSpPr txBox="1"/>
            <p:nvPr/>
          </p:nvSpPr>
          <p:spPr>
            <a:xfrm>
              <a:off x="9224031" y="3619762"/>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baseline="30000" dirty="0">
                  <a:solidFill>
                    <a:srgbClr val="000000"/>
                  </a:solidFill>
                  <a:latin typeface="Arial"/>
                  <a:ea typeface="Arial"/>
                  <a:cs typeface="Arial"/>
                  <a:sym typeface="Arial"/>
                </a:rPr>
                <a:t>4 x </a:t>
              </a:r>
              <a:r>
                <a:rPr lang="en-US" sz="2700" baseline="30000" dirty="0"/>
                <a:t>4</a:t>
              </a:r>
              <a:endParaRPr sz="2700" b="0" i="0" u="none" strike="noStrike" cap="none" baseline="30000" dirty="0">
                <a:solidFill>
                  <a:srgbClr val="000000"/>
                </a:solidFill>
                <a:latin typeface="Arial"/>
                <a:ea typeface="Arial"/>
                <a:cs typeface="Arial"/>
                <a:sym typeface="Arial"/>
              </a:endParaRPr>
            </a:p>
          </p:txBody>
        </p:sp>
        <p:grpSp>
          <p:nvGrpSpPr>
            <p:cNvPr id="4" name="Group 3"/>
            <p:cNvGrpSpPr/>
            <p:nvPr/>
          </p:nvGrpSpPr>
          <p:grpSpPr>
            <a:xfrm>
              <a:off x="8778240" y="1894234"/>
              <a:ext cx="1598676" cy="1527048"/>
              <a:chOff x="9006078" y="2245614"/>
              <a:chExt cx="1598676" cy="1527048"/>
            </a:xfrm>
          </p:grpSpPr>
          <p:sp>
            <p:nvSpPr>
              <p:cNvPr id="1291" name="Google Shape;1291;p51"/>
              <p:cNvSpPr/>
              <p:nvPr/>
            </p:nvSpPr>
            <p:spPr>
              <a:xfrm>
                <a:off x="9217914" y="2245614"/>
                <a:ext cx="1386840" cy="1379220"/>
              </a:xfrm>
              <a:custGeom>
                <a:avLst/>
                <a:gdLst/>
                <a:ahLst/>
                <a:cxnLst/>
                <a:rect l="l" t="t" r="r" b="b"/>
                <a:pathLst>
                  <a:path w="1386840"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4" name="Google Shape;1294;p51"/>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5" name="Google Shape;1295;p51"/>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6" name="Google Shape;1296;p51"/>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7" name="Google Shape;1297;p51"/>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8" name="Google Shape;1298;p51"/>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9" name="Google Shape;1299;p51"/>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0" name="Google Shape;1300;p51"/>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1" name="Google Shape;1301;p51"/>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85" name="TextBox 84"/>
            <p:cNvSpPr txBox="1"/>
            <p:nvPr/>
          </p:nvSpPr>
          <p:spPr>
            <a:xfrm>
              <a:off x="8806890" y="2080597"/>
              <a:ext cx="260964" cy="307777"/>
            </a:xfrm>
            <a:prstGeom prst="rect">
              <a:avLst/>
            </a:prstGeom>
            <a:noFill/>
          </p:spPr>
          <p:txBody>
            <a:bodyPr wrap="square" rtlCol="0">
              <a:spAutoFit/>
            </a:bodyPr>
            <a:lstStyle/>
            <a:p>
              <a:r>
                <a:rPr lang="en-US" dirty="0"/>
                <a:t>X</a:t>
              </a:r>
            </a:p>
          </p:txBody>
        </p:sp>
        <p:sp>
          <p:nvSpPr>
            <p:cNvPr id="82" name="TextBox 81"/>
            <p:cNvSpPr txBox="1"/>
            <p:nvPr/>
          </p:nvSpPr>
          <p:spPr>
            <a:xfrm>
              <a:off x="9144222" y="2068612"/>
              <a:ext cx="260964" cy="307777"/>
            </a:xfrm>
            <a:prstGeom prst="rect">
              <a:avLst/>
            </a:prstGeom>
            <a:noFill/>
          </p:spPr>
          <p:txBody>
            <a:bodyPr wrap="square" rtlCol="0">
              <a:spAutoFit/>
            </a:bodyPr>
            <a:lstStyle/>
            <a:p>
              <a:r>
                <a:rPr lang="en-US" dirty="0"/>
                <a:t>X</a:t>
              </a:r>
            </a:p>
          </p:txBody>
        </p:sp>
        <p:sp>
          <p:nvSpPr>
            <p:cNvPr id="83" name="TextBox 82"/>
            <p:cNvSpPr txBox="1"/>
            <p:nvPr/>
          </p:nvSpPr>
          <p:spPr>
            <a:xfrm>
              <a:off x="9483273" y="2068613"/>
              <a:ext cx="260964" cy="307777"/>
            </a:xfrm>
            <a:prstGeom prst="rect">
              <a:avLst/>
            </a:prstGeom>
            <a:noFill/>
          </p:spPr>
          <p:txBody>
            <a:bodyPr wrap="square" rtlCol="0">
              <a:spAutoFit/>
            </a:bodyPr>
            <a:lstStyle/>
            <a:p>
              <a:r>
                <a:rPr lang="en-US" dirty="0"/>
                <a:t>X</a:t>
              </a:r>
            </a:p>
          </p:txBody>
        </p:sp>
        <p:sp>
          <p:nvSpPr>
            <p:cNvPr id="84" name="TextBox 83"/>
            <p:cNvSpPr txBox="1"/>
            <p:nvPr/>
          </p:nvSpPr>
          <p:spPr>
            <a:xfrm>
              <a:off x="9853142" y="2068612"/>
              <a:ext cx="260964" cy="307777"/>
            </a:xfrm>
            <a:prstGeom prst="rect">
              <a:avLst/>
            </a:prstGeom>
            <a:noFill/>
          </p:spPr>
          <p:txBody>
            <a:bodyPr wrap="square" rtlCol="0">
              <a:spAutoFit/>
            </a:bodyPr>
            <a:lstStyle/>
            <a:p>
              <a:r>
                <a:rPr lang="en-US" dirty="0"/>
                <a:t>X</a:t>
              </a:r>
            </a:p>
          </p:txBody>
        </p:sp>
        <p:sp>
          <p:nvSpPr>
            <p:cNvPr id="86" name="TextBox 85"/>
            <p:cNvSpPr txBox="1"/>
            <p:nvPr/>
          </p:nvSpPr>
          <p:spPr>
            <a:xfrm>
              <a:off x="8805180" y="2397381"/>
              <a:ext cx="260964" cy="307777"/>
            </a:xfrm>
            <a:prstGeom prst="rect">
              <a:avLst/>
            </a:prstGeom>
            <a:noFill/>
          </p:spPr>
          <p:txBody>
            <a:bodyPr wrap="square" rtlCol="0">
              <a:spAutoFit/>
            </a:bodyPr>
            <a:lstStyle/>
            <a:p>
              <a:r>
                <a:rPr lang="en-US" dirty="0"/>
                <a:t>X</a:t>
              </a:r>
            </a:p>
          </p:txBody>
        </p:sp>
        <p:sp>
          <p:nvSpPr>
            <p:cNvPr id="87" name="TextBox 86"/>
            <p:cNvSpPr txBox="1"/>
            <p:nvPr/>
          </p:nvSpPr>
          <p:spPr>
            <a:xfrm>
              <a:off x="9142512" y="2385396"/>
              <a:ext cx="260964" cy="307777"/>
            </a:xfrm>
            <a:prstGeom prst="rect">
              <a:avLst/>
            </a:prstGeom>
            <a:noFill/>
          </p:spPr>
          <p:txBody>
            <a:bodyPr wrap="square" rtlCol="0">
              <a:spAutoFit/>
            </a:bodyPr>
            <a:lstStyle/>
            <a:p>
              <a:r>
                <a:rPr lang="en-US" dirty="0"/>
                <a:t>X</a:t>
              </a:r>
            </a:p>
          </p:txBody>
        </p:sp>
        <p:sp>
          <p:nvSpPr>
            <p:cNvPr id="88" name="TextBox 87"/>
            <p:cNvSpPr txBox="1"/>
            <p:nvPr/>
          </p:nvSpPr>
          <p:spPr>
            <a:xfrm>
              <a:off x="9481563" y="2385397"/>
              <a:ext cx="260964" cy="307777"/>
            </a:xfrm>
            <a:prstGeom prst="rect">
              <a:avLst/>
            </a:prstGeom>
            <a:noFill/>
          </p:spPr>
          <p:txBody>
            <a:bodyPr wrap="square" rtlCol="0">
              <a:spAutoFit/>
            </a:bodyPr>
            <a:lstStyle/>
            <a:p>
              <a:r>
                <a:rPr lang="en-US" dirty="0"/>
                <a:t>X</a:t>
              </a:r>
            </a:p>
          </p:txBody>
        </p:sp>
        <p:sp>
          <p:nvSpPr>
            <p:cNvPr id="89" name="TextBox 88"/>
            <p:cNvSpPr txBox="1"/>
            <p:nvPr/>
          </p:nvSpPr>
          <p:spPr>
            <a:xfrm>
              <a:off x="9851432" y="2385396"/>
              <a:ext cx="260964" cy="307777"/>
            </a:xfrm>
            <a:prstGeom prst="rect">
              <a:avLst/>
            </a:prstGeom>
            <a:noFill/>
          </p:spPr>
          <p:txBody>
            <a:bodyPr wrap="square" rtlCol="0">
              <a:spAutoFit/>
            </a:bodyPr>
            <a:lstStyle/>
            <a:p>
              <a:r>
                <a:rPr lang="en-US" dirty="0"/>
                <a:t>X</a:t>
              </a:r>
            </a:p>
          </p:txBody>
        </p:sp>
        <p:sp>
          <p:nvSpPr>
            <p:cNvPr id="90" name="TextBox 89"/>
            <p:cNvSpPr txBox="1"/>
            <p:nvPr/>
          </p:nvSpPr>
          <p:spPr>
            <a:xfrm>
              <a:off x="8824018" y="2775811"/>
              <a:ext cx="260964" cy="307777"/>
            </a:xfrm>
            <a:prstGeom prst="rect">
              <a:avLst/>
            </a:prstGeom>
            <a:noFill/>
          </p:spPr>
          <p:txBody>
            <a:bodyPr wrap="square" rtlCol="0">
              <a:spAutoFit/>
            </a:bodyPr>
            <a:lstStyle/>
            <a:p>
              <a:r>
                <a:rPr lang="en-US" dirty="0"/>
                <a:t>X</a:t>
              </a:r>
            </a:p>
          </p:txBody>
        </p:sp>
        <p:sp>
          <p:nvSpPr>
            <p:cNvPr id="91" name="TextBox 90"/>
            <p:cNvSpPr txBox="1"/>
            <p:nvPr/>
          </p:nvSpPr>
          <p:spPr>
            <a:xfrm>
              <a:off x="9161350" y="2763826"/>
              <a:ext cx="260964" cy="307777"/>
            </a:xfrm>
            <a:prstGeom prst="rect">
              <a:avLst/>
            </a:prstGeom>
            <a:noFill/>
          </p:spPr>
          <p:txBody>
            <a:bodyPr wrap="square" rtlCol="0">
              <a:spAutoFit/>
            </a:bodyPr>
            <a:lstStyle/>
            <a:p>
              <a:r>
                <a:rPr lang="en-US" dirty="0"/>
                <a:t>X</a:t>
              </a:r>
            </a:p>
          </p:txBody>
        </p:sp>
        <p:sp>
          <p:nvSpPr>
            <p:cNvPr id="92" name="TextBox 91"/>
            <p:cNvSpPr txBox="1"/>
            <p:nvPr/>
          </p:nvSpPr>
          <p:spPr>
            <a:xfrm>
              <a:off x="9500401" y="2763827"/>
              <a:ext cx="260964" cy="307777"/>
            </a:xfrm>
            <a:prstGeom prst="rect">
              <a:avLst/>
            </a:prstGeom>
            <a:noFill/>
          </p:spPr>
          <p:txBody>
            <a:bodyPr wrap="square" rtlCol="0">
              <a:spAutoFit/>
            </a:bodyPr>
            <a:lstStyle/>
            <a:p>
              <a:r>
                <a:rPr lang="en-US" dirty="0"/>
                <a:t>X</a:t>
              </a:r>
            </a:p>
          </p:txBody>
        </p:sp>
        <p:sp>
          <p:nvSpPr>
            <p:cNvPr id="93" name="TextBox 92"/>
            <p:cNvSpPr txBox="1"/>
            <p:nvPr/>
          </p:nvSpPr>
          <p:spPr>
            <a:xfrm>
              <a:off x="9870270" y="2763826"/>
              <a:ext cx="260964" cy="307777"/>
            </a:xfrm>
            <a:prstGeom prst="rect">
              <a:avLst/>
            </a:prstGeom>
            <a:noFill/>
          </p:spPr>
          <p:txBody>
            <a:bodyPr wrap="square" rtlCol="0">
              <a:spAutoFit/>
            </a:bodyPr>
            <a:lstStyle/>
            <a:p>
              <a:r>
                <a:rPr lang="en-US" dirty="0"/>
                <a:t>X</a:t>
              </a:r>
            </a:p>
          </p:txBody>
        </p:sp>
        <p:sp>
          <p:nvSpPr>
            <p:cNvPr id="94" name="TextBox 93"/>
            <p:cNvSpPr txBox="1"/>
            <p:nvPr/>
          </p:nvSpPr>
          <p:spPr>
            <a:xfrm>
              <a:off x="8812034" y="3102869"/>
              <a:ext cx="260964" cy="307777"/>
            </a:xfrm>
            <a:prstGeom prst="rect">
              <a:avLst/>
            </a:prstGeom>
            <a:noFill/>
          </p:spPr>
          <p:txBody>
            <a:bodyPr wrap="square" rtlCol="0">
              <a:spAutoFit/>
            </a:bodyPr>
            <a:lstStyle/>
            <a:p>
              <a:r>
                <a:rPr lang="en-US" dirty="0"/>
                <a:t>X</a:t>
              </a:r>
            </a:p>
          </p:txBody>
        </p:sp>
        <p:sp>
          <p:nvSpPr>
            <p:cNvPr id="95" name="TextBox 94"/>
            <p:cNvSpPr txBox="1"/>
            <p:nvPr/>
          </p:nvSpPr>
          <p:spPr>
            <a:xfrm>
              <a:off x="9149366" y="3090884"/>
              <a:ext cx="260964" cy="307777"/>
            </a:xfrm>
            <a:prstGeom prst="rect">
              <a:avLst/>
            </a:prstGeom>
            <a:noFill/>
          </p:spPr>
          <p:txBody>
            <a:bodyPr wrap="square" rtlCol="0">
              <a:spAutoFit/>
            </a:bodyPr>
            <a:lstStyle/>
            <a:p>
              <a:r>
                <a:rPr lang="en-US" dirty="0"/>
                <a:t>X</a:t>
              </a:r>
            </a:p>
          </p:txBody>
        </p:sp>
        <p:sp>
          <p:nvSpPr>
            <p:cNvPr id="96" name="TextBox 95"/>
            <p:cNvSpPr txBox="1"/>
            <p:nvPr/>
          </p:nvSpPr>
          <p:spPr>
            <a:xfrm>
              <a:off x="9488417" y="3090885"/>
              <a:ext cx="260964" cy="307777"/>
            </a:xfrm>
            <a:prstGeom prst="rect">
              <a:avLst/>
            </a:prstGeom>
            <a:noFill/>
          </p:spPr>
          <p:txBody>
            <a:bodyPr wrap="square" rtlCol="0">
              <a:spAutoFit/>
            </a:bodyPr>
            <a:lstStyle/>
            <a:p>
              <a:r>
                <a:rPr lang="en-US" dirty="0"/>
                <a:t>X</a:t>
              </a:r>
            </a:p>
          </p:txBody>
        </p:sp>
        <p:sp>
          <p:nvSpPr>
            <p:cNvPr id="97" name="TextBox 96"/>
            <p:cNvSpPr txBox="1"/>
            <p:nvPr/>
          </p:nvSpPr>
          <p:spPr>
            <a:xfrm>
              <a:off x="9858286" y="3090884"/>
              <a:ext cx="260964" cy="307777"/>
            </a:xfrm>
            <a:prstGeom prst="rect">
              <a:avLst/>
            </a:prstGeom>
            <a:noFill/>
          </p:spPr>
          <p:txBody>
            <a:bodyPr wrap="square" rtlCol="0">
              <a:spAutoFit/>
            </a:bodyPr>
            <a:lstStyle/>
            <a:p>
              <a:r>
                <a:rPr lang="en-US" dirty="0"/>
                <a:t>X</a:t>
              </a:r>
            </a:p>
          </p:txBody>
        </p:sp>
        <p:sp>
          <p:nvSpPr>
            <p:cNvPr id="98" name="Google Shape;882;p45"/>
            <p:cNvSpPr txBox="1"/>
            <p:nvPr/>
          </p:nvSpPr>
          <p:spPr>
            <a:xfrm>
              <a:off x="1701744" y="4311090"/>
              <a:ext cx="1598579" cy="289823"/>
            </a:xfrm>
            <a:prstGeom prst="rect">
              <a:avLst/>
            </a:prstGeom>
            <a:noFill/>
            <a:ln>
              <a:noFill/>
            </a:ln>
          </p:spPr>
          <p:txBody>
            <a:bodyPr spcFirstLastPara="1" wrap="square" lIns="0" tIns="12700" rIns="0" bIns="0" anchor="t" anchorCtr="0">
              <a:spAutoFit/>
            </a:bodyPr>
            <a:lstStyle/>
            <a:p>
              <a:pPr marL="12700" lvl="0">
                <a:buSzPts val="1800"/>
              </a:pPr>
              <a:r>
                <a:rPr lang="en-US" sz="1800" dirty="0" err="1"/>
                <a:t>n</a:t>
              </a:r>
              <a:r>
                <a:rPr lang="en-US" sz="1800" b="0" i="0" u="none" strike="noStrike" cap="none" baseline="-25000" dirty="0" err="1">
                  <a:solidFill>
                    <a:srgbClr val="000000"/>
                  </a:solidFill>
                  <a:latin typeface="Arial"/>
                  <a:ea typeface="Arial"/>
                  <a:cs typeface="Arial"/>
                  <a:sym typeface="Arial"/>
                </a:rPr>
                <a:t>out</a:t>
              </a:r>
              <a:r>
                <a:rPr lang="en-US" sz="1800" baseline="-25000" dirty="0"/>
                <a:t> </a:t>
              </a:r>
              <a:r>
                <a:rPr lang="en-US" sz="1800" dirty="0"/>
                <a:t> x </a:t>
              </a:r>
              <a:r>
                <a:rPr lang="en-US" sz="1800" dirty="0" err="1"/>
                <a:t>n</a:t>
              </a:r>
              <a:r>
                <a:rPr lang="en-US" sz="1800" baseline="-25000" dirty="0" err="1"/>
                <a:t>out</a:t>
              </a:r>
              <a:r>
                <a:rPr lang="en-US" sz="1800" dirty="0"/>
                <a:t> x </a:t>
              </a:r>
              <a:r>
                <a:rPr lang="en-US" sz="1800" dirty="0" err="1"/>
                <a:t>n</a:t>
              </a:r>
              <a:r>
                <a:rPr lang="en-US" sz="1800" baseline="-25000" dirty="0" err="1"/>
                <a:t>c</a:t>
              </a:r>
              <a:endParaRPr sz="1800" b="0" i="0" u="none" strike="noStrike" cap="none" dirty="0">
                <a:solidFill>
                  <a:srgbClr val="000000"/>
                </a:solidFill>
                <a:latin typeface="Arial"/>
                <a:ea typeface="Arial"/>
                <a:cs typeface="Arial"/>
                <a:sym typeface="Arial"/>
              </a:endParaRPr>
            </a:p>
          </p:txBody>
        </p:sp>
        <p:sp>
          <p:nvSpPr>
            <p:cNvPr id="67" name="Google Shape;882;p45"/>
            <p:cNvSpPr txBox="1"/>
            <p:nvPr/>
          </p:nvSpPr>
          <p:spPr>
            <a:xfrm>
              <a:off x="5210769" y="3821805"/>
              <a:ext cx="1598579" cy="289823"/>
            </a:xfrm>
            <a:prstGeom prst="rect">
              <a:avLst/>
            </a:prstGeom>
            <a:noFill/>
            <a:ln>
              <a:noFill/>
            </a:ln>
          </p:spPr>
          <p:txBody>
            <a:bodyPr spcFirstLastPara="1" wrap="square" lIns="0" tIns="12700" rIns="0" bIns="0" anchor="t" anchorCtr="0">
              <a:spAutoFit/>
            </a:bodyPr>
            <a:lstStyle/>
            <a:p>
              <a:pPr marL="12700" lvl="0" algn="ctr">
                <a:buSzPts val="1800"/>
              </a:pPr>
              <a:r>
                <a:rPr lang="en-US" sz="1800" dirty="0"/>
                <a:t>1</a:t>
              </a:r>
              <a:r>
                <a:rPr lang="en-US" sz="1800" baseline="-25000" dirty="0"/>
                <a:t> </a:t>
              </a:r>
              <a:r>
                <a:rPr lang="en-US" sz="1800" dirty="0"/>
                <a:t> x 1 x </a:t>
              </a:r>
              <a:r>
                <a:rPr lang="en-US" sz="1800" dirty="0" err="1"/>
                <a:t>n</a:t>
              </a:r>
              <a:r>
                <a:rPr lang="en-US" sz="1800" baseline="-25000" dirty="0" err="1"/>
                <a:t>c</a:t>
              </a:r>
              <a:endParaRPr sz="18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68" name="Google Shape;882;p45"/>
                <p:cNvSpPr txBox="1"/>
                <p:nvPr/>
              </p:nvSpPr>
              <p:spPr>
                <a:xfrm>
                  <a:off x="5852541" y="1765061"/>
                  <a:ext cx="1598579" cy="566822"/>
                </a:xfrm>
                <a:prstGeom prst="rect">
                  <a:avLst/>
                </a:prstGeom>
                <a:noFill/>
                <a:ln>
                  <a:noFill/>
                </a:ln>
              </p:spPr>
              <p:txBody>
                <a:bodyPr spcFirstLastPara="1" wrap="square" lIns="0" tIns="12700" rIns="0" bIns="0" anchor="t" anchorCtr="0">
                  <a:spAutoFit/>
                </a:bodyPr>
                <a:lstStyle/>
                <a:p>
                  <a:pPr marL="12700" lvl="0" algn="ctr">
                    <a:buSzPts val="1800"/>
                  </a:pPr>
                  <a14:m>
                    <m:oMath xmlns:m="http://schemas.openxmlformats.org/officeDocument/2006/math">
                      <m:sSubSup>
                        <m:sSubSupPr>
                          <m:ctrlPr>
                            <a:rPr lang="en-US" sz="1800" b="0" i="1" u="none" strike="noStrike" cap="none" smtClean="0">
                              <a:solidFill>
                                <a:srgbClr val="000000"/>
                              </a:solidFill>
                              <a:latin typeface="Cambria Math" panose="02040503050406030204" pitchFamily="18" charset="0"/>
                              <a:cs typeface="Arial"/>
                              <a:sym typeface="Arial"/>
                            </a:rPr>
                          </m:ctrlPr>
                        </m:sSubSupPr>
                        <m:e>
                          <m:r>
                            <a:rPr lang="en-US" sz="1800" b="0" i="1" u="none" strike="noStrike" cap="none" smtClean="0">
                              <a:solidFill>
                                <a:srgbClr val="000000"/>
                              </a:solidFill>
                              <a:latin typeface="Cambria Math" panose="02040503050406030204" pitchFamily="18" charset="0"/>
                              <a:cs typeface="Arial"/>
                              <a:sym typeface="Arial"/>
                            </a:rPr>
                            <m:t>𝑛</m:t>
                          </m:r>
                        </m:e>
                        <m:sub>
                          <m:r>
                            <a:rPr lang="en-US" sz="1800" b="0" i="1" u="none" strike="noStrike" cap="none" smtClean="0">
                              <a:solidFill>
                                <a:srgbClr val="000000"/>
                              </a:solidFill>
                              <a:latin typeface="Cambria Math" panose="02040503050406030204" pitchFamily="18" charset="0"/>
                              <a:cs typeface="Arial"/>
                              <a:sym typeface="Arial"/>
                            </a:rPr>
                            <m:t>𝑐</m:t>
                          </m:r>
                        </m:sub>
                        <m:sup>
                          <m:r>
                            <a:rPr lang="en-US" sz="1800" b="0" i="1" u="none" strike="noStrike" cap="none" smtClean="0">
                              <a:solidFill>
                                <a:srgbClr val="000000"/>
                              </a:solidFill>
                              <a:latin typeface="Cambria Math" panose="02040503050406030204" pitchFamily="18" charset="0"/>
                              <a:cs typeface="Arial"/>
                              <a:sym typeface="Arial"/>
                            </a:rPr>
                            <m:t>′</m:t>
                          </m:r>
                        </m:sup>
                      </m:sSubSup>
                    </m:oMath>
                  </a14:m>
                  <a:r>
                    <a:rPr lang="en-US" sz="1800" b="0" i="0" u="none" strike="noStrike" cap="none" dirty="0">
                      <a:solidFill>
                        <a:srgbClr val="000000"/>
                      </a:solidFill>
                      <a:latin typeface="Arial"/>
                      <a:ea typeface="Arial"/>
                      <a:cs typeface="Arial"/>
                      <a:sym typeface="Arial"/>
                    </a:rPr>
                    <a:t> filter</a:t>
                  </a:r>
                </a:p>
                <a:p>
                  <a:pPr marL="12700" lvl="0" algn="ctr">
                    <a:buSzPts val="1800"/>
                  </a:pPr>
                  <a:r>
                    <a:rPr lang="en-US" sz="1800" dirty="0"/>
                    <a:t>5</a:t>
                  </a:r>
                  <a:r>
                    <a:rPr lang="en-US" sz="1800" b="0" i="0" u="none" strike="noStrike" cap="none" dirty="0">
                      <a:solidFill>
                        <a:srgbClr val="000000"/>
                      </a:solidFill>
                      <a:latin typeface="Arial"/>
                      <a:ea typeface="Arial"/>
                      <a:cs typeface="Arial"/>
                      <a:sym typeface="Arial"/>
                    </a:rPr>
                    <a:t> </a:t>
                  </a:r>
                  <a:endParaRPr sz="1800" b="0" i="0" u="none" strike="noStrike" cap="none" dirty="0">
                    <a:solidFill>
                      <a:srgbClr val="000000"/>
                    </a:solidFill>
                    <a:latin typeface="Arial"/>
                    <a:ea typeface="Arial"/>
                    <a:cs typeface="Arial"/>
                    <a:sym typeface="Arial"/>
                  </a:endParaRPr>
                </a:p>
              </p:txBody>
            </p:sp>
          </mc:Choice>
          <mc:Fallback xmlns="">
            <p:sp>
              <p:nvSpPr>
                <p:cNvPr id="68" name="Google Shape;882;p45"/>
                <p:cNvSpPr txBox="1">
                  <a:spLocks noRot="1" noChangeAspect="1" noMove="1" noResize="1" noEditPoints="1" noAdjustHandles="1" noChangeArrowheads="1" noChangeShapeType="1" noTextEdit="1"/>
                </p:cNvSpPr>
                <p:nvPr/>
              </p:nvSpPr>
              <p:spPr>
                <a:xfrm>
                  <a:off x="5852541" y="1765061"/>
                  <a:ext cx="1598579" cy="566822"/>
                </a:xfrm>
                <a:prstGeom prst="rect">
                  <a:avLst/>
                </a:prstGeom>
                <a:blipFill>
                  <a:blip r:embed="rId4"/>
                  <a:stretch>
                    <a:fillRect t="-11828" b="-23656"/>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4746735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Shape 1229"/>
        <p:cNvGrpSpPr/>
        <p:nvPr/>
      </p:nvGrpSpPr>
      <p:grpSpPr>
        <a:xfrm>
          <a:off x="0" y="0"/>
          <a:ext cx="0" cy="0"/>
          <a:chOff x="0" y="0"/>
          <a:chExt cx="0" cy="0"/>
        </a:xfrm>
      </p:grpSpPr>
      <p:sp>
        <p:nvSpPr>
          <p:cNvPr id="1230" name="Google Shape;1230;p51"/>
          <p:cNvSpPr txBox="1">
            <a:spLocks noGrp="1"/>
          </p:cNvSpPr>
          <p:nvPr>
            <p:ph type="title"/>
          </p:nvPr>
        </p:nvSpPr>
        <p:spPr>
          <a:xfrm>
            <a:off x="916939" y="637108"/>
            <a:ext cx="58611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Pointwise Convolution</a:t>
            </a:r>
            <a:endParaRPr sz="4400">
              <a:latin typeface="Arial"/>
              <a:ea typeface="Arial"/>
              <a:cs typeface="Arial"/>
              <a:sym typeface="Arial"/>
            </a:endParaRPr>
          </a:p>
        </p:txBody>
      </p:sp>
      <p:pic>
        <p:nvPicPr>
          <p:cNvPr id="1309" name="Google Shape;1309;p5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78</a:t>
            </a:fld>
            <a:endParaRPr lang="en-US"/>
          </a:p>
        </p:txBody>
      </p:sp>
      <p:grpSp>
        <p:nvGrpSpPr>
          <p:cNvPr id="4" name="Group 3"/>
          <p:cNvGrpSpPr/>
          <p:nvPr/>
        </p:nvGrpSpPr>
        <p:grpSpPr>
          <a:xfrm>
            <a:off x="1568180" y="2381510"/>
            <a:ext cx="9558711" cy="2835852"/>
            <a:chOff x="1701744" y="1765061"/>
            <a:chExt cx="9558711" cy="2835852"/>
          </a:xfrm>
        </p:grpSpPr>
        <p:sp>
          <p:nvSpPr>
            <p:cNvPr id="1271" name="Google Shape;1271;p51"/>
            <p:cNvSpPr txBox="1"/>
            <p:nvPr/>
          </p:nvSpPr>
          <p:spPr>
            <a:xfrm>
              <a:off x="7863331" y="2412314"/>
              <a:ext cx="233679" cy="4375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grpSp>
          <p:nvGrpSpPr>
            <p:cNvPr id="1282" name="Google Shape;1282;p51"/>
            <p:cNvGrpSpPr/>
            <p:nvPr/>
          </p:nvGrpSpPr>
          <p:grpSpPr>
            <a:xfrm>
              <a:off x="9006078" y="1780413"/>
              <a:ext cx="2254377" cy="1992249"/>
              <a:chOff x="9006078" y="1780413"/>
              <a:chExt cx="2254377" cy="1992249"/>
            </a:xfrm>
          </p:grpSpPr>
          <p:sp>
            <p:nvSpPr>
              <p:cNvPr id="1283" name="Google Shape;1283;p51"/>
              <p:cNvSpPr/>
              <p:nvPr/>
            </p:nvSpPr>
            <p:spPr>
              <a:xfrm>
                <a:off x="9864090" y="1789938"/>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4" name="Google Shape;1284;p51"/>
              <p:cNvSpPr/>
              <p:nvPr/>
            </p:nvSpPr>
            <p:spPr>
              <a:xfrm>
                <a:off x="10213975" y="1780413"/>
                <a:ext cx="1046480" cy="1047115"/>
              </a:xfrm>
              <a:custGeom>
                <a:avLst/>
                <a:gdLst/>
                <a:ahLst/>
                <a:cxnLst/>
                <a:rect l="l" t="t" r="r" b="b"/>
                <a:pathLst>
                  <a:path w="1046479" h="1047114" extrusionOk="0">
                    <a:moveTo>
                      <a:pt x="838835" y="357886"/>
                    </a:moveTo>
                    <a:lnTo>
                      <a:pt x="1046480" y="357886"/>
                    </a:lnTo>
                  </a:path>
                  <a:path w="1046479" h="1047114" extrusionOk="0">
                    <a:moveTo>
                      <a:pt x="838835" y="702310"/>
                    </a:moveTo>
                    <a:lnTo>
                      <a:pt x="1046480" y="702310"/>
                    </a:lnTo>
                  </a:path>
                  <a:path w="1046479" h="1047114" extrusionOk="0">
                    <a:moveTo>
                      <a:pt x="838835" y="1046734"/>
                    </a:moveTo>
                    <a:lnTo>
                      <a:pt x="1046480" y="1046734"/>
                    </a:lnTo>
                  </a:path>
                  <a:path w="1046479" h="1047114" extrusionOk="0">
                    <a:moveTo>
                      <a:pt x="0" y="0"/>
                    </a:moveTo>
                    <a:lnTo>
                      <a:pt x="0" y="148208"/>
                    </a:lnTo>
                  </a:path>
                  <a:path w="1046479" h="1047114" extrusionOk="0">
                    <a:moveTo>
                      <a:pt x="342900" y="0"/>
                    </a:moveTo>
                    <a:lnTo>
                      <a:pt x="342900" y="148208"/>
                    </a:lnTo>
                  </a:path>
                  <a:path w="1046479" h="1047114" extrusionOk="0">
                    <a:moveTo>
                      <a:pt x="685800" y="0"/>
                    </a:moveTo>
                    <a:lnTo>
                      <a:pt x="685800" y="148208"/>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5" name="Google Shape;1285;p51"/>
              <p:cNvSpPr/>
              <p:nvPr/>
            </p:nvSpPr>
            <p:spPr>
              <a:xfrm>
                <a:off x="9665970" y="1928622"/>
                <a:ext cx="1386840" cy="1377950"/>
              </a:xfrm>
              <a:custGeom>
                <a:avLst/>
                <a:gdLst/>
                <a:ahLst/>
                <a:cxnLst/>
                <a:rect l="l" t="t" r="r" b="b"/>
                <a:pathLst>
                  <a:path w="1386840" h="1377950" extrusionOk="0">
                    <a:moveTo>
                      <a:pt x="1386840" y="0"/>
                    </a:moveTo>
                    <a:lnTo>
                      <a:pt x="0" y="0"/>
                    </a:lnTo>
                    <a:lnTo>
                      <a:pt x="0" y="1377696"/>
                    </a:lnTo>
                    <a:lnTo>
                      <a:pt x="1386840" y="1377696"/>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6" name="Google Shape;1286;p51"/>
              <p:cNvSpPr/>
              <p:nvPr/>
            </p:nvSpPr>
            <p:spPr>
              <a:xfrm>
                <a:off x="9665970" y="1928622"/>
                <a:ext cx="1386840" cy="1377950"/>
              </a:xfrm>
              <a:custGeom>
                <a:avLst/>
                <a:gdLst/>
                <a:ahLst/>
                <a:cxnLst/>
                <a:rect l="l" t="t" r="r" b="b"/>
                <a:pathLst>
                  <a:path w="1386840" h="1377950" extrusionOk="0">
                    <a:moveTo>
                      <a:pt x="0" y="1377696"/>
                    </a:moveTo>
                    <a:lnTo>
                      <a:pt x="1386840" y="1377696"/>
                    </a:lnTo>
                    <a:lnTo>
                      <a:pt x="1386840" y="0"/>
                    </a:lnTo>
                    <a:lnTo>
                      <a:pt x="0" y="0"/>
                    </a:lnTo>
                    <a:lnTo>
                      <a:pt x="0" y="137769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7" name="Google Shape;1287;p51"/>
              <p:cNvSpPr/>
              <p:nvPr/>
            </p:nvSpPr>
            <p:spPr>
              <a:xfrm>
                <a:off x="10017379" y="1919097"/>
                <a:ext cx="1045210" cy="1047115"/>
              </a:xfrm>
              <a:custGeom>
                <a:avLst/>
                <a:gdLst/>
                <a:ahLst/>
                <a:cxnLst/>
                <a:rect l="l" t="t" r="r" b="b"/>
                <a:pathLst>
                  <a:path w="1045209" h="1047114" extrusionOk="0">
                    <a:moveTo>
                      <a:pt x="806831" y="357885"/>
                    </a:moveTo>
                    <a:lnTo>
                      <a:pt x="1044956" y="357885"/>
                    </a:lnTo>
                  </a:path>
                  <a:path w="1045209" h="1047114" extrusionOk="0">
                    <a:moveTo>
                      <a:pt x="806831" y="702309"/>
                    </a:moveTo>
                    <a:lnTo>
                      <a:pt x="1044956" y="702309"/>
                    </a:lnTo>
                  </a:path>
                  <a:path w="1045209" h="1047114" extrusionOk="0">
                    <a:moveTo>
                      <a:pt x="806831" y="1046733"/>
                    </a:moveTo>
                    <a:lnTo>
                      <a:pt x="1044956" y="1046733"/>
                    </a:lnTo>
                  </a:path>
                  <a:path w="1045209" h="1047114" extrusionOk="0">
                    <a:moveTo>
                      <a:pt x="0" y="0"/>
                    </a:moveTo>
                    <a:lnTo>
                      <a:pt x="0" y="169545"/>
                    </a:lnTo>
                  </a:path>
                  <a:path w="1045209" h="1047114" extrusionOk="0">
                    <a:moveTo>
                      <a:pt x="342900" y="0"/>
                    </a:moveTo>
                    <a:lnTo>
                      <a:pt x="342900" y="169545"/>
                    </a:lnTo>
                  </a:path>
                  <a:path w="1045209" h="1047114" extrusionOk="0">
                    <a:moveTo>
                      <a:pt x="685800" y="0"/>
                    </a:moveTo>
                    <a:lnTo>
                      <a:pt x="685800" y="169545"/>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8" name="Google Shape;1288;p51"/>
              <p:cNvSpPr/>
              <p:nvPr/>
            </p:nvSpPr>
            <p:spPr>
              <a:xfrm>
                <a:off x="9437370" y="20886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9" name="Google Shape;1289;p51"/>
              <p:cNvSpPr/>
              <p:nvPr/>
            </p:nvSpPr>
            <p:spPr>
              <a:xfrm>
                <a:off x="9437370" y="20886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0" name="Google Shape;1290;p51"/>
              <p:cNvSpPr/>
              <p:nvPr/>
            </p:nvSpPr>
            <p:spPr>
              <a:xfrm>
                <a:off x="9788779" y="2079117"/>
                <a:ext cx="1045210" cy="1047115"/>
              </a:xfrm>
              <a:custGeom>
                <a:avLst/>
                <a:gdLst/>
                <a:ahLst/>
                <a:cxnLst/>
                <a:rect l="l" t="t" r="r" b="b"/>
                <a:pathLst>
                  <a:path w="1045209" h="1047114" extrusionOk="0">
                    <a:moveTo>
                      <a:pt x="815975" y="357886"/>
                    </a:moveTo>
                    <a:lnTo>
                      <a:pt x="1044956" y="357886"/>
                    </a:lnTo>
                  </a:path>
                  <a:path w="1045209" h="1047114" extrusionOk="0">
                    <a:moveTo>
                      <a:pt x="815975" y="702310"/>
                    </a:moveTo>
                    <a:lnTo>
                      <a:pt x="1044956" y="702310"/>
                    </a:lnTo>
                  </a:path>
                  <a:path w="1045209" h="1047114" extrusionOk="0">
                    <a:moveTo>
                      <a:pt x="815975" y="1046734"/>
                    </a:moveTo>
                    <a:lnTo>
                      <a:pt x="1044956" y="1046734"/>
                    </a:lnTo>
                  </a:path>
                  <a:path w="1045209" h="1047114" extrusionOk="0">
                    <a:moveTo>
                      <a:pt x="0" y="0"/>
                    </a:moveTo>
                    <a:lnTo>
                      <a:pt x="0" y="166497"/>
                    </a:lnTo>
                  </a:path>
                  <a:path w="1045209" h="1047114" extrusionOk="0">
                    <a:moveTo>
                      <a:pt x="342900" y="0"/>
                    </a:moveTo>
                    <a:lnTo>
                      <a:pt x="342900" y="166497"/>
                    </a:lnTo>
                  </a:path>
                  <a:path w="1045209" h="1047114" extrusionOk="0">
                    <a:moveTo>
                      <a:pt x="685800" y="0"/>
                    </a:moveTo>
                    <a:lnTo>
                      <a:pt x="685800" y="166497"/>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1" name="Google Shape;1291;p51"/>
              <p:cNvSpPr/>
              <p:nvPr/>
            </p:nvSpPr>
            <p:spPr>
              <a:xfrm>
                <a:off x="9217914" y="2245614"/>
                <a:ext cx="1386840" cy="1379220"/>
              </a:xfrm>
              <a:custGeom>
                <a:avLst/>
                <a:gdLst/>
                <a:ahLst/>
                <a:cxnLst/>
                <a:rect l="l" t="t" r="r" b="b"/>
                <a:pathLst>
                  <a:path w="1386840"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2" name="Google Shape;1292;p51"/>
              <p:cNvSpPr/>
              <p:nvPr/>
            </p:nvSpPr>
            <p:spPr>
              <a:xfrm>
                <a:off x="9217914" y="2245614"/>
                <a:ext cx="1386840" cy="1379220"/>
              </a:xfrm>
              <a:custGeom>
                <a:avLst/>
                <a:gdLst/>
                <a:ahLst/>
                <a:cxnLst/>
                <a:rect l="l" t="t" r="r" b="b"/>
                <a:pathLst>
                  <a:path w="1386840" h="1379220" extrusionOk="0">
                    <a:moveTo>
                      <a:pt x="0" y="1379220"/>
                    </a:moveTo>
                    <a:lnTo>
                      <a:pt x="1386840" y="1379220"/>
                    </a:lnTo>
                    <a:lnTo>
                      <a:pt x="1386840" y="0"/>
                    </a:lnTo>
                    <a:lnTo>
                      <a:pt x="0" y="0"/>
                    </a:lnTo>
                    <a:lnTo>
                      <a:pt x="0" y="13792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3" name="Google Shape;1293;p51"/>
              <p:cNvSpPr/>
              <p:nvPr/>
            </p:nvSpPr>
            <p:spPr>
              <a:xfrm>
                <a:off x="9567799" y="2236089"/>
                <a:ext cx="1046480" cy="1047115"/>
              </a:xfrm>
              <a:custGeom>
                <a:avLst/>
                <a:gdLst/>
                <a:ahLst/>
                <a:cxnLst/>
                <a:rect l="l" t="t" r="r" b="b"/>
                <a:pathLst>
                  <a:path w="1046479" h="1047114" extrusionOk="0">
                    <a:moveTo>
                      <a:pt x="825118" y="357886"/>
                    </a:moveTo>
                    <a:lnTo>
                      <a:pt x="1046479" y="357886"/>
                    </a:lnTo>
                  </a:path>
                  <a:path w="1046479" h="1047114" extrusionOk="0">
                    <a:moveTo>
                      <a:pt x="825118" y="702310"/>
                    </a:moveTo>
                    <a:lnTo>
                      <a:pt x="1046479" y="702310"/>
                    </a:lnTo>
                  </a:path>
                  <a:path w="1046479" h="1047114" extrusionOk="0">
                    <a:moveTo>
                      <a:pt x="825118" y="1046734"/>
                    </a:moveTo>
                    <a:lnTo>
                      <a:pt x="1046479" y="1046734"/>
                    </a:lnTo>
                  </a:path>
                  <a:path w="1046479" h="1047114" extrusionOk="0">
                    <a:moveTo>
                      <a:pt x="0" y="0"/>
                    </a:moveTo>
                    <a:lnTo>
                      <a:pt x="0" y="157353"/>
                    </a:lnTo>
                  </a:path>
                  <a:path w="1046479" h="1047114" extrusionOk="0">
                    <a:moveTo>
                      <a:pt x="344423" y="0"/>
                    </a:moveTo>
                    <a:lnTo>
                      <a:pt x="344423" y="157353"/>
                    </a:lnTo>
                  </a:path>
                  <a:path w="1046479" h="1047114" extrusionOk="0">
                    <a:moveTo>
                      <a:pt x="687323" y="0"/>
                    </a:moveTo>
                    <a:lnTo>
                      <a:pt x="687323" y="157353"/>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4" name="Google Shape;1294;p51"/>
              <p:cNvSpPr/>
              <p:nvPr/>
            </p:nvSpPr>
            <p:spPr>
              <a:xfrm>
                <a:off x="9006078" y="2393442"/>
                <a:ext cx="1386840" cy="1379220"/>
              </a:xfrm>
              <a:custGeom>
                <a:avLst/>
                <a:gdLst/>
                <a:ahLst/>
                <a:cxnLst/>
                <a:rect l="l" t="t" r="r" b="b"/>
                <a:pathLst>
                  <a:path w="1386840" h="1379220" extrusionOk="0">
                    <a:moveTo>
                      <a:pt x="1386840" y="0"/>
                    </a:moveTo>
                    <a:lnTo>
                      <a:pt x="0" y="0"/>
                    </a:lnTo>
                    <a:lnTo>
                      <a:pt x="0" y="1379219"/>
                    </a:lnTo>
                    <a:lnTo>
                      <a:pt x="1386840" y="1379219"/>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5" name="Google Shape;1295;p51"/>
              <p:cNvSpPr/>
              <p:nvPr/>
            </p:nvSpPr>
            <p:spPr>
              <a:xfrm>
                <a:off x="9006078" y="2393442"/>
                <a:ext cx="1386840" cy="1379220"/>
              </a:xfrm>
              <a:custGeom>
                <a:avLst/>
                <a:gdLst/>
                <a:ahLst/>
                <a:cxnLst/>
                <a:rect l="l" t="t" r="r" b="b"/>
                <a:pathLst>
                  <a:path w="1386840" h="1379220" extrusionOk="0">
                    <a:moveTo>
                      <a:pt x="0" y="1379219"/>
                    </a:moveTo>
                    <a:lnTo>
                      <a:pt x="1386840" y="1379219"/>
                    </a:lnTo>
                    <a:lnTo>
                      <a:pt x="1386840" y="0"/>
                    </a:lnTo>
                    <a:lnTo>
                      <a:pt x="0" y="0"/>
                    </a:lnTo>
                    <a:lnTo>
                      <a:pt x="0" y="137921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6" name="Google Shape;1296;p51"/>
              <p:cNvSpPr/>
              <p:nvPr/>
            </p:nvSpPr>
            <p:spPr>
              <a:xfrm>
                <a:off x="9006078" y="2734818"/>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7" name="Google Shape;1297;p51"/>
              <p:cNvSpPr/>
              <p:nvPr/>
            </p:nvSpPr>
            <p:spPr>
              <a:xfrm>
                <a:off x="9006078" y="3079241"/>
                <a:ext cx="1386840" cy="13970"/>
              </a:xfrm>
              <a:custGeom>
                <a:avLst/>
                <a:gdLst/>
                <a:ahLst/>
                <a:cxnLst/>
                <a:rect l="l" t="t" r="r" b="b"/>
                <a:pathLst>
                  <a:path w="1386840"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8" name="Google Shape;1298;p51"/>
              <p:cNvSpPr/>
              <p:nvPr/>
            </p:nvSpPr>
            <p:spPr>
              <a:xfrm>
                <a:off x="9006078" y="3425189"/>
                <a:ext cx="1386840" cy="13970"/>
              </a:xfrm>
              <a:custGeom>
                <a:avLst/>
                <a:gdLst/>
                <a:ahLst/>
                <a:cxnLst/>
                <a:rect l="l" t="t" r="r" b="b"/>
                <a:pathLst>
                  <a:path w="1386840"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9" name="Google Shape;1299;p51"/>
              <p:cNvSpPr/>
              <p:nvPr/>
            </p:nvSpPr>
            <p:spPr>
              <a:xfrm>
                <a:off x="93505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0" name="Google Shape;1300;p51"/>
              <p:cNvSpPr/>
              <p:nvPr/>
            </p:nvSpPr>
            <p:spPr>
              <a:xfrm>
                <a:off x="96934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1" name="Google Shape;1301;p51"/>
              <p:cNvSpPr/>
              <p:nvPr/>
            </p:nvSpPr>
            <p:spPr>
              <a:xfrm>
                <a:off x="10036302" y="2393442"/>
                <a:ext cx="13970" cy="1379220"/>
              </a:xfrm>
              <a:custGeom>
                <a:avLst/>
                <a:gdLst/>
                <a:ahLst/>
                <a:cxnLst/>
                <a:rect l="l" t="t" r="r" b="b"/>
                <a:pathLst>
                  <a:path w="13970"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04" name="Google Shape;1304;p51"/>
            <p:cNvSpPr txBox="1"/>
            <p:nvPr/>
          </p:nvSpPr>
          <p:spPr>
            <a:xfrm>
              <a:off x="9198558" y="3955287"/>
              <a:ext cx="8883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baseline="30000" dirty="0">
                  <a:solidFill>
                    <a:srgbClr val="000000"/>
                  </a:solidFill>
                  <a:latin typeface="Arial"/>
                  <a:ea typeface="Arial"/>
                  <a:cs typeface="Arial"/>
                  <a:sym typeface="Arial"/>
                </a:rPr>
                <a:t>4 x 4 x 5</a:t>
              </a:r>
              <a:endParaRPr sz="2700" b="0" i="0" u="none" strike="noStrike" cap="none" baseline="30000" dirty="0">
                <a:solidFill>
                  <a:srgbClr val="000000"/>
                </a:solidFill>
                <a:latin typeface="Arial"/>
                <a:ea typeface="Arial"/>
                <a:cs typeface="Arial"/>
                <a:sym typeface="Arial"/>
              </a:endParaRPr>
            </a:p>
          </p:txBody>
        </p:sp>
        <p:sp>
          <p:nvSpPr>
            <p:cNvPr id="112" name="TextBox 111"/>
            <p:cNvSpPr txBox="1"/>
            <p:nvPr/>
          </p:nvSpPr>
          <p:spPr>
            <a:xfrm>
              <a:off x="9002096" y="2409367"/>
              <a:ext cx="260964" cy="307777"/>
            </a:xfrm>
            <a:prstGeom prst="rect">
              <a:avLst/>
            </a:prstGeom>
            <a:noFill/>
          </p:spPr>
          <p:txBody>
            <a:bodyPr wrap="square" rtlCol="0">
              <a:spAutoFit/>
            </a:bodyPr>
            <a:lstStyle/>
            <a:p>
              <a:r>
                <a:rPr lang="en-US" dirty="0"/>
                <a:t>X</a:t>
              </a:r>
            </a:p>
          </p:txBody>
        </p:sp>
        <p:sp>
          <p:nvSpPr>
            <p:cNvPr id="113" name="TextBox 112"/>
            <p:cNvSpPr txBox="1"/>
            <p:nvPr/>
          </p:nvSpPr>
          <p:spPr>
            <a:xfrm>
              <a:off x="9339428" y="2397382"/>
              <a:ext cx="260964" cy="307777"/>
            </a:xfrm>
            <a:prstGeom prst="rect">
              <a:avLst/>
            </a:prstGeom>
            <a:noFill/>
          </p:spPr>
          <p:txBody>
            <a:bodyPr wrap="square" rtlCol="0">
              <a:spAutoFit/>
            </a:bodyPr>
            <a:lstStyle/>
            <a:p>
              <a:r>
                <a:rPr lang="en-US" dirty="0"/>
                <a:t>X</a:t>
              </a:r>
            </a:p>
          </p:txBody>
        </p:sp>
        <p:sp>
          <p:nvSpPr>
            <p:cNvPr id="114" name="TextBox 113"/>
            <p:cNvSpPr txBox="1"/>
            <p:nvPr/>
          </p:nvSpPr>
          <p:spPr>
            <a:xfrm>
              <a:off x="9678479" y="2397383"/>
              <a:ext cx="260964" cy="307777"/>
            </a:xfrm>
            <a:prstGeom prst="rect">
              <a:avLst/>
            </a:prstGeom>
            <a:noFill/>
          </p:spPr>
          <p:txBody>
            <a:bodyPr wrap="square" rtlCol="0">
              <a:spAutoFit/>
            </a:bodyPr>
            <a:lstStyle/>
            <a:p>
              <a:r>
                <a:rPr lang="en-US" dirty="0"/>
                <a:t>X</a:t>
              </a:r>
            </a:p>
          </p:txBody>
        </p:sp>
        <p:sp>
          <p:nvSpPr>
            <p:cNvPr id="115" name="TextBox 114"/>
            <p:cNvSpPr txBox="1"/>
            <p:nvPr/>
          </p:nvSpPr>
          <p:spPr>
            <a:xfrm>
              <a:off x="10048348" y="2397382"/>
              <a:ext cx="260964" cy="307777"/>
            </a:xfrm>
            <a:prstGeom prst="rect">
              <a:avLst/>
            </a:prstGeom>
            <a:noFill/>
          </p:spPr>
          <p:txBody>
            <a:bodyPr wrap="square" rtlCol="0">
              <a:spAutoFit/>
            </a:bodyPr>
            <a:lstStyle/>
            <a:p>
              <a:r>
                <a:rPr lang="en-US" dirty="0"/>
                <a:t>X</a:t>
              </a:r>
            </a:p>
          </p:txBody>
        </p:sp>
        <p:sp>
          <p:nvSpPr>
            <p:cNvPr id="116" name="TextBox 115"/>
            <p:cNvSpPr txBox="1"/>
            <p:nvPr/>
          </p:nvSpPr>
          <p:spPr>
            <a:xfrm>
              <a:off x="9020934" y="2767248"/>
              <a:ext cx="260964" cy="307777"/>
            </a:xfrm>
            <a:prstGeom prst="rect">
              <a:avLst/>
            </a:prstGeom>
            <a:noFill/>
          </p:spPr>
          <p:txBody>
            <a:bodyPr wrap="square" rtlCol="0">
              <a:spAutoFit/>
            </a:bodyPr>
            <a:lstStyle/>
            <a:p>
              <a:r>
                <a:rPr lang="en-US" dirty="0"/>
                <a:t>X</a:t>
              </a:r>
            </a:p>
          </p:txBody>
        </p:sp>
        <p:sp>
          <p:nvSpPr>
            <p:cNvPr id="117" name="TextBox 116"/>
            <p:cNvSpPr txBox="1"/>
            <p:nvPr/>
          </p:nvSpPr>
          <p:spPr>
            <a:xfrm>
              <a:off x="9358266" y="2755263"/>
              <a:ext cx="260964" cy="307777"/>
            </a:xfrm>
            <a:prstGeom prst="rect">
              <a:avLst/>
            </a:prstGeom>
            <a:noFill/>
          </p:spPr>
          <p:txBody>
            <a:bodyPr wrap="square" rtlCol="0">
              <a:spAutoFit/>
            </a:bodyPr>
            <a:lstStyle/>
            <a:p>
              <a:r>
                <a:rPr lang="en-US" dirty="0"/>
                <a:t>X</a:t>
              </a:r>
            </a:p>
          </p:txBody>
        </p:sp>
        <p:sp>
          <p:nvSpPr>
            <p:cNvPr id="118" name="TextBox 117"/>
            <p:cNvSpPr txBox="1"/>
            <p:nvPr/>
          </p:nvSpPr>
          <p:spPr>
            <a:xfrm>
              <a:off x="9697317" y="2755264"/>
              <a:ext cx="260964" cy="307777"/>
            </a:xfrm>
            <a:prstGeom prst="rect">
              <a:avLst/>
            </a:prstGeom>
            <a:noFill/>
          </p:spPr>
          <p:txBody>
            <a:bodyPr wrap="square" rtlCol="0">
              <a:spAutoFit/>
            </a:bodyPr>
            <a:lstStyle/>
            <a:p>
              <a:r>
                <a:rPr lang="en-US" dirty="0"/>
                <a:t>X</a:t>
              </a:r>
            </a:p>
          </p:txBody>
        </p:sp>
        <p:sp>
          <p:nvSpPr>
            <p:cNvPr id="119" name="TextBox 118"/>
            <p:cNvSpPr txBox="1"/>
            <p:nvPr/>
          </p:nvSpPr>
          <p:spPr>
            <a:xfrm>
              <a:off x="10067186" y="2755263"/>
              <a:ext cx="260964" cy="307777"/>
            </a:xfrm>
            <a:prstGeom prst="rect">
              <a:avLst/>
            </a:prstGeom>
            <a:noFill/>
          </p:spPr>
          <p:txBody>
            <a:bodyPr wrap="square" rtlCol="0">
              <a:spAutoFit/>
            </a:bodyPr>
            <a:lstStyle/>
            <a:p>
              <a:r>
                <a:rPr lang="en-US" dirty="0"/>
                <a:t>X</a:t>
              </a:r>
            </a:p>
          </p:txBody>
        </p:sp>
        <p:sp>
          <p:nvSpPr>
            <p:cNvPr id="120" name="TextBox 119"/>
            <p:cNvSpPr txBox="1"/>
            <p:nvPr/>
          </p:nvSpPr>
          <p:spPr>
            <a:xfrm>
              <a:off x="9029498" y="3104580"/>
              <a:ext cx="260964" cy="307777"/>
            </a:xfrm>
            <a:prstGeom prst="rect">
              <a:avLst/>
            </a:prstGeom>
            <a:noFill/>
          </p:spPr>
          <p:txBody>
            <a:bodyPr wrap="square" rtlCol="0">
              <a:spAutoFit/>
            </a:bodyPr>
            <a:lstStyle/>
            <a:p>
              <a:r>
                <a:rPr lang="en-US" dirty="0"/>
                <a:t>X</a:t>
              </a:r>
            </a:p>
          </p:txBody>
        </p:sp>
        <p:sp>
          <p:nvSpPr>
            <p:cNvPr id="121" name="TextBox 120"/>
            <p:cNvSpPr txBox="1"/>
            <p:nvPr/>
          </p:nvSpPr>
          <p:spPr>
            <a:xfrm>
              <a:off x="9366830" y="3092595"/>
              <a:ext cx="260964" cy="307777"/>
            </a:xfrm>
            <a:prstGeom prst="rect">
              <a:avLst/>
            </a:prstGeom>
            <a:noFill/>
          </p:spPr>
          <p:txBody>
            <a:bodyPr wrap="square" rtlCol="0">
              <a:spAutoFit/>
            </a:bodyPr>
            <a:lstStyle/>
            <a:p>
              <a:r>
                <a:rPr lang="en-US" dirty="0"/>
                <a:t>X</a:t>
              </a:r>
            </a:p>
          </p:txBody>
        </p:sp>
        <p:sp>
          <p:nvSpPr>
            <p:cNvPr id="122" name="TextBox 121"/>
            <p:cNvSpPr txBox="1"/>
            <p:nvPr/>
          </p:nvSpPr>
          <p:spPr>
            <a:xfrm>
              <a:off x="9705881" y="3092596"/>
              <a:ext cx="260964" cy="307777"/>
            </a:xfrm>
            <a:prstGeom prst="rect">
              <a:avLst/>
            </a:prstGeom>
            <a:noFill/>
          </p:spPr>
          <p:txBody>
            <a:bodyPr wrap="square" rtlCol="0">
              <a:spAutoFit/>
            </a:bodyPr>
            <a:lstStyle/>
            <a:p>
              <a:r>
                <a:rPr lang="en-US" dirty="0"/>
                <a:t>X</a:t>
              </a:r>
            </a:p>
          </p:txBody>
        </p:sp>
        <p:sp>
          <p:nvSpPr>
            <p:cNvPr id="123" name="TextBox 122"/>
            <p:cNvSpPr txBox="1"/>
            <p:nvPr/>
          </p:nvSpPr>
          <p:spPr>
            <a:xfrm>
              <a:off x="10075750" y="3092595"/>
              <a:ext cx="260964" cy="307777"/>
            </a:xfrm>
            <a:prstGeom prst="rect">
              <a:avLst/>
            </a:prstGeom>
            <a:noFill/>
          </p:spPr>
          <p:txBody>
            <a:bodyPr wrap="square" rtlCol="0">
              <a:spAutoFit/>
            </a:bodyPr>
            <a:lstStyle/>
            <a:p>
              <a:r>
                <a:rPr lang="en-US" dirty="0"/>
                <a:t>X</a:t>
              </a:r>
            </a:p>
          </p:txBody>
        </p:sp>
        <p:sp>
          <p:nvSpPr>
            <p:cNvPr id="124" name="TextBox 123"/>
            <p:cNvSpPr txBox="1"/>
            <p:nvPr/>
          </p:nvSpPr>
          <p:spPr>
            <a:xfrm>
              <a:off x="9017514" y="3452186"/>
              <a:ext cx="260964" cy="307777"/>
            </a:xfrm>
            <a:prstGeom prst="rect">
              <a:avLst/>
            </a:prstGeom>
            <a:noFill/>
          </p:spPr>
          <p:txBody>
            <a:bodyPr wrap="square" rtlCol="0">
              <a:spAutoFit/>
            </a:bodyPr>
            <a:lstStyle/>
            <a:p>
              <a:r>
                <a:rPr lang="en-US" dirty="0"/>
                <a:t>X</a:t>
              </a:r>
            </a:p>
          </p:txBody>
        </p:sp>
        <p:sp>
          <p:nvSpPr>
            <p:cNvPr id="125" name="TextBox 124"/>
            <p:cNvSpPr txBox="1"/>
            <p:nvPr/>
          </p:nvSpPr>
          <p:spPr>
            <a:xfrm>
              <a:off x="9354846" y="3440201"/>
              <a:ext cx="260964" cy="307777"/>
            </a:xfrm>
            <a:prstGeom prst="rect">
              <a:avLst/>
            </a:prstGeom>
            <a:noFill/>
          </p:spPr>
          <p:txBody>
            <a:bodyPr wrap="square" rtlCol="0">
              <a:spAutoFit/>
            </a:bodyPr>
            <a:lstStyle/>
            <a:p>
              <a:r>
                <a:rPr lang="en-US" dirty="0"/>
                <a:t>X</a:t>
              </a:r>
            </a:p>
          </p:txBody>
        </p:sp>
        <p:sp>
          <p:nvSpPr>
            <p:cNvPr id="126" name="TextBox 125"/>
            <p:cNvSpPr txBox="1"/>
            <p:nvPr/>
          </p:nvSpPr>
          <p:spPr>
            <a:xfrm>
              <a:off x="9693897" y="3440202"/>
              <a:ext cx="260964" cy="307777"/>
            </a:xfrm>
            <a:prstGeom prst="rect">
              <a:avLst/>
            </a:prstGeom>
            <a:noFill/>
          </p:spPr>
          <p:txBody>
            <a:bodyPr wrap="square" rtlCol="0">
              <a:spAutoFit/>
            </a:bodyPr>
            <a:lstStyle/>
            <a:p>
              <a:r>
                <a:rPr lang="en-US" dirty="0"/>
                <a:t>X</a:t>
              </a:r>
            </a:p>
          </p:txBody>
        </p:sp>
        <p:sp>
          <p:nvSpPr>
            <p:cNvPr id="127" name="TextBox 126"/>
            <p:cNvSpPr txBox="1"/>
            <p:nvPr/>
          </p:nvSpPr>
          <p:spPr>
            <a:xfrm>
              <a:off x="10063766" y="3440201"/>
              <a:ext cx="260964" cy="307777"/>
            </a:xfrm>
            <a:prstGeom prst="rect">
              <a:avLst/>
            </a:prstGeom>
            <a:noFill/>
          </p:spPr>
          <p:txBody>
            <a:bodyPr wrap="square" rtlCol="0">
              <a:spAutoFit/>
            </a:bodyPr>
            <a:lstStyle/>
            <a:p>
              <a:r>
                <a:rPr lang="en-US" dirty="0"/>
                <a:t>X</a:t>
              </a:r>
            </a:p>
          </p:txBody>
        </p:sp>
        <p:sp>
          <p:nvSpPr>
            <p:cNvPr id="128" name="Google Shape;1237;p51"/>
            <p:cNvSpPr/>
            <p:nvPr/>
          </p:nvSpPr>
          <p:spPr>
            <a:xfrm>
              <a:off x="2161794" y="2038349"/>
              <a:ext cx="1386840" cy="1379220"/>
            </a:xfrm>
            <a:custGeom>
              <a:avLst/>
              <a:gdLst/>
              <a:ahLst/>
              <a:cxnLst/>
              <a:rect l="l" t="t" r="r" b="b"/>
              <a:pathLst>
                <a:path w="1386839" h="1379220" extrusionOk="0">
                  <a:moveTo>
                    <a:pt x="0" y="1379220"/>
                  </a:moveTo>
                  <a:lnTo>
                    <a:pt x="1386840" y="1379220"/>
                  </a:lnTo>
                  <a:lnTo>
                    <a:pt x="1386840" y="0"/>
                  </a:lnTo>
                  <a:lnTo>
                    <a:pt x="0" y="0"/>
                  </a:lnTo>
                  <a:lnTo>
                    <a:pt x="0" y="13792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 name="Google Shape;1238;p51"/>
            <p:cNvSpPr/>
            <p:nvPr/>
          </p:nvSpPr>
          <p:spPr>
            <a:xfrm>
              <a:off x="3377945" y="2386711"/>
              <a:ext cx="180340" cy="688975"/>
            </a:xfrm>
            <a:custGeom>
              <a:avLst/>
              <a:gdLst/>
              <a:ahLst/>
              <a:cxnLst/>
              <a:rect l="l" t="t" r="r" b="b"/>
              <a:pathLst>
                <a:path w="180339" h="688975" extrusionOk="0">
                  <a:moveTo>
                    <a:pt x="0" y="0"/>
                  </a:moveTo>
                  <a:lnTo>
                    <a:pt x="180212" y="0"/>
                  </a:lnTo>
                </a:path>
                <a:path w="180339" h="688975" extrusionOk="0">
                  <a:moveTo>
                    <a:pt x="0" y="344424"/>
                  </a:moveTo>
                  <a:lnTo>
                    <a:pt x="180212" y="344424"/>
                  </a:lnTo>
                </a:path>
                <a:path w="180339" h="688975" extrusionOk="0">
                  <a:moveTo>
                    <a:pt x="0" y="688848"/>
                  </a:moveTo>
                  <a:lnTo>
                    <a:pt x="180212" y="688848"/>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 name="Google Shape;1239;p51"/>
            <p:cNvSpPr/>
            <p:nvPr/>
          </p:nvSpPr>
          <p:spPr>
            <a:xfrm>
              <a:off x="2501405" y="2028824"/>
              <a:ext cx="685800" cy="192405"/>
            </a:xfrm>
            <a:custGeom>
              <a:avLst/>
              <a:gdLst/>
              <a:ahLst/>
              <a:cxnLst/>
              <a:rect l="l" t="t" r="r" b="b"/>
              <a:pathLst>
                <a:path w="685800" h="192405" extrusionOk="0">
                  <a:moveTo>
                    <a:pt x="0" y="0"/>
                  </a:moveTo>
                  <a:lnTo>
                    <a:pt x="0" y="192404"/>
                  </a:lnTo>
                </a:path>
                <a:path w="685800" h="192405" extrusionOk="0">
                  <a:moveTo>
                    <a:pt x="342900" y="0"/>
                  </a:moveTo>
                  <a:lnTo>
                    <a:pt x="342900" y="192404"/>
                  </a:lnTo>
                </a:path>
                <a:path w="685800" h="192405" extrusionOk="0">
                  <a:moveTo>
                    <a:pt x="685800" y="0"/>
                  </a:moveTo>
                  <a:lnTo>
                    <a:pt x="685800" y="192404"/>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 name="Google Shape;1240;p51"/>
            <p:cNvSpPr/>
            <p:nvPr/>
          </p:nvSpPr>
          <p:spPr>
            <a:xfrm>
              <a:off x="1991106" y="2221229"/>
              <a:ext cx="1386840" cy="1377950"/>
            </a:xfrm>
            <a:custGeom>
              <a:avLst/>
              <a:gdLst/>
              <a:ahLst/>
              <a:cxnLst/>
              <a:rect l="l" t="t" r="r" b="b"/>
              <a:pathLst>
                <a:path w="1386839" h="1377950" extrusionOk="0">
                  <a:moveTo>
                    <a:pt x="1386840" y="0"/>
                  </a:moveTo>
                  <a:lnTo>
                    <a:pt x="0" y="0"/>
                  </a:lnTo>
                  <a:lnTo>
                    <a:pt x="0" y="1377696"/>
                  </a:lnTo>
                  <a:lnTo>
                    <a:pt x="1386840" y="1377696"/>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 name="Google Shape;1241;p51"/>
            <p:cNvSpPr/>
            <p:nvPr/>
          </p:nvSpPr>
          <p:spPr>
            <a:xfrm>
              <a:off x="1991106" y="2221229"/>
              <a:ext cx="1386840" cy="1377950"/>
            </a:xfrm>
            <a:custGeom>
              <a:avLst/>
              <a:gdLst/>
              <a:ahLst/>
              <a:cxnLst/>
              <a:rect l="l" t="t" r="r" b="b"/>
              <a:pathLst>
                <a:path w="1386839" h="1377950" extrusionOk="0">
                  <a:moveTo>
                    <a:pt x="0" y="1377696"/>
                  </a:moveTo>
                  <a:lnTo>
                    <a:pt x="1386840" y="1377696"/>
                  </a:lnTo>
                  <a:lnTo>
                    <a:pt x="1386840" y="0"/>
                  </a:lnTo>
                  <a:lnTo>
                    <a:pt x="0" y="0"/>
                  </a:lnTo>
                  <a:lnTo>
                    <a:pt x="0" y="137769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 name="Google Shape;1242;p51"/>
            <p:cNvSpPr/>
            <p:nvPr/>
          </p:nvSpPr>
          <p:spPr>
            <a:xfrm>
              <a:off x="3134105" y="2569590"/>
              <a:ext cx="253365" cy="688975"/>
            </a:xfrm>
            <a:custGeom>
              <a:avLst/>
              <a:gdLst/>
              <a:ahLst/>
              <a:cxnLst/>
              <a:rect l="l" t="t" r="r" b="b"/>
              <a:pathLst>
                <a:path w="253364" h="688975" extrusionOk="0">
                  <a:moveTo>
                    <a:pt x="0" y="0"/>
                  </a:moveTo>
                  <a:lnTo>
                    <a:pt x="253364" y="0"/>
                  </a:lnTo>
                </a:path>
                <a:path w="253364" h="688975" extrusionOk="0">
                  <a:moveTo>
                    <a:pt x="0" y="344424"/>
                  </a:moveTo>
                  <a:lnTo>
                    <a:pt x="253364" y="344424"/>
                  </a:lnTo>
                </a:path>
                <a:path w="253364" h="688975" extrusionOk="0">
                  <a:moveTo>
                    <a:pt x="0" y="688848"/>
                  </a:moveTo>
                  <a:lnTo>
                    <a:pt x="253364" y="688848"/>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 name="Google Shape;1243;p51"/>
            <p:cNvSpPr/>
            <p:nvPr/>
          </p:nvSpPr>
          <p:spPr>
            <a:xfrm>
              <a:off x="2342515" y="2211704"/>
              <a:ext cx="685800" cy="229235"/>
            </a:xfrm>
            <a:custGeom>
              <a:avLst/>
              <a:gdLst/>
              <a:ahLst/>
              <a:cxnLst/>
              <a:rect l="l" t="t" r="r" b="b"/>
              <a:pathLst>
                <a:path w="685800" h="229235" extrusionOk="0">
                  <a:moveTo>
                    <a:pt x="0" y="0"/>
                  </a:moveTo>
                  <a:lnTo>
                    <a:pt x="0" y="228981"/>
                  </a:lnTo>
                </a:path>
                <a:path w="685800" h="229235" extrusionOk="0">
                  <a:moveTo>
                    <a:pt x="342900" y="0"/>
                  </a:moveTo>
                  <a:lnTo>
                    <a:pt x="342900" y="228981"/>
                  </a:lnTo>
                </a:path>
                <a:path w="685800" h="229235" extrusionOk="0">
                  <a:moveTo>
                    <a:pt x="685800" y="0"/>
                  </a:moveTo>
                  <a:lnTo>
                    <a:pt x="685800" y="228981"/>
                  </a:lnTo>
                </a:path>
              </a:pathLst>
            </a:custGeom>
            <a:noFill/>
            <a:ln w="330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 name="Google Shape;1244;p51"/>
            <p:cNvSpPr/>
            <p:nvPr/>
          </p:nvSpPr>
          <p:spPr>
            <a:xfrm>
              <a:off x="1747266" y="2440686"/>
              <a:ext cx="1386840" cy="1379220"/>
            </a:xfrm>
            <a:custGeom>
              <a:avLst/>
              <a:gdLst/>
              <a:ahLst/>
              <a:cxnLst/>
              <a:rect l="l" t="t" r="r" b="b"/>
              <a:pathLst>
                <a:path w="1386839" h="1379220" extrusionOk="0">
                  <a:moveTo>
                    <a:pt x="1386840" y="0"/>
                  </a:moveTo>
                  <a:lnTo>
                    <a:pt x="0" y="0"/>
                  </a:lnTo>
                  <a:lnTo>
                    <a:pt x="0" y="1379220"/>
                  </a:lnTo>
                  <a:lnTo>
                    <a:pt x="1386840" y="1379220"/>
                  </a:lnTo>
                  <a:lnTo>
                    <a:pt x="138684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 name="Google Shape;1245;p51"/>
            <p:cNvSpPr/>
            <p:nvPr/>
          </p:nvSpPr>
          <p:spPr>
            <a:xfrm>
              <a:off x="1747266" y="2440686"/>
              <a:ext cx="1386840" cy="1379220"/>
            </a:xfrm>
            <a:custGeom>
              <a:avLst/>
              <a:gdLst/>
              <a:ahLst/>
              <a:cxnLst/>
              <a:rect l="l" t="t" r="r" b="b"/>
              <a:pathLst>
                <a:path w="1386839" h="1379220" extrusionOk="0">
                  <a:moveTo>
                    <a:pt x="0" y="1379220"/>
                  </a:moveTo>
                  <a:lnTo>
                    <a:pt x="1386840" y="1379220"/>
                  </a:lnTo>
                  <a:lnTo>
                    <a:pt x="1386840" y="0"/>
                  </a:lnTo>
                  <a:lnTo>
                    <a:pt x="0" y="0"/>
                  </a:lnTo>
                  <a:lnTo>
                    <a:pt x="0" y="13792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 name="Google Shape;1246;p51"/>
            <p:cNvSpPr/>
            <p:nvPr/>
          </p:nvSpPr>
          <p:spPr>
            <a:xfrm>
              <a:off x="1747266" y="2782061"/>
              <a:ext cx="1386840" cy="13970"/>
            </a:xfrm>
            <a:custGeom>
              <a:avLst/>
              <a:gdLst/>
              <a:ahLst/>
              <a:cxnLst/>
              <a:rect l="l" t="t" r="r" b="b"/>
              <a:pathLst>
                <a:path w="1386839"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 name="Google Shape;1247;p51"/>
            <p:cNvSpPr/>
            <p:nvPr/>
          </p:nvSpPr>
          <p:spPr>
            <a:xfrm>
              <a:off x="1747266" y="3126486"/>
              <a:ext cx="1386840" cy="13970"/>
            </a:xfrm>
            <a:custGeom>
              <a:avLst/>
              <a:gdLst/>
              <a:ahLst/>
              <a:cxnLst/>
              <a:rect l="l" t="t" r="r" b="b"/>
              <a:pathLst>
                <a:path w="1386839" h="13969"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 name="Google Shape;1248;p51"/>
            <p:cNvSpPr/>
            <p:nvPr/>
          </p:nvSpPr>
          <p:spPr>
            <a:xfrm>
              <a:off x="1747266" y="3470910"/>
              <a:ext cx="1386840" cy="13970"/>
            </a:xfrm>
            <a:custGeom>
              <a:avLst/>
              <a:gdLst/>
              <a:ahLst/>
              <a:cxnLst/>
              <a:rect l="l" t="t" r="r" b="b"/>
              <a:pathLst>
                <a:path w="1386839" h="13970" extrusionOk="0">
                  <a:moveTo>
                    <a:pt x="0" y="13970"/>
                  </a:moveTo>
                  <a:lnTo>
                    <a:pt x="138684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 name="Google Shape;1249;p51"/>
            <p:cNvSpPr/>
            <p:nvPr/>
          </p:nvSpPr>
          <p:spPr>
            <a:xfrm>
              <a:off x="2090166" y="2440686"/>
              <a:ext cx="13970" cy="1379220"/>
            </a:xfrm>
            <a:custGeom>
              <a:avLst/>
              <a:gdLst/>
              <a:ahLst/>
              <a:cxnLst/>
              <a:rect l="l" t="t" r="r" b="b"/>
              <a:pathLst>
                <a:path w="13969"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 name="Google Shape;1250;p51"/>
            <p:cNvSpPr/>
            <p:nvPr/>
          </p:nvSpPr>
          <p:spPr>
            <a:xfrm>
              <a:off x="2433066" y="2440686"/>
              <a:ext cx="13970" cy="1379220"/>
            </a:xfrm>
            <a:custGeom>
              <a:avLst/>
              <a:gdLst/>
              <a:ahLst/>
              <a:cxnLst/>
              <a:rect l="l" t="t" r="r" b="b"/>
              <a:pathLst>
                <a:path w="13969"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 name="Google Shape;1251;p51"/>
            <p:cNvSpPr/>
            <p:nvPr/>
          </p:nvSpPr>
          <p:spPr>
            <a:xfrm>
              <a:off x="2777490" y="2440686"/>
              <a:ext cx="13970" cy="1379220"/>
            </a:xfrm>
            <a:custGeom>
              <a:avLst/>
              <a:gdLst/>
              <a:ahLst/>
              <a:cxnLst/>
              <a:rect l="l" t="t" r="r" b="b"/>
              <a:pathLst>
                <a:path w="13969" h="1379220" extrusionOk="0">
                  <a:moveTo>
                    <a:pt x="0" y="0"/>
                  </a:moveTo>
                  <a:lnTo>
                    <a:pt x="13970" y="137883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43" name="Group 142"/>
            <p:cNvGrpSpPr/>
            <p:nvPr/>
          </p:nvGrpSpPr>
          <p:grpSpPr>
            <a:xfrm>
              <a:off x="2799092" y="3037607"/>
              <a:ext cx="763705" cy="783590"/>
              <a:chOff x="5096550" y="5007051"/>
              <a:chExt cx="763705" cy="783590"/>
            </a:xfrm>
          </p:grpSpPr>
          <p:sp>
            <p:nvSpPr>
              <p:cNvPr id="144" name="Google Shape;1267;p51"/>
              <p:cNvSpPr/>
              <p:nvPr/>
            </p:nvSpPr>
            <p:spPr>
              <a:xfrm>
                <a:off x="5096550" y="5426151"/>
                <a:ext cx="337185" cy="364490"/>
              </a:xfrm>
              <a:custGeom>
                <a:avLst/>
                <a:gdLst/>
                <a:ahLst/>
                <a:cxnLst/>
                <a:rect l="l" t="t" r="r" b="b"/>
                <a:pathLst>
                  <a:path w="337185" h="364489" extrusionOk="0">
                    <a:moveTo>
                      <a:pt x="336765" y="0"/>
                    </a:moveTo>
                    <a:lnTo>
                      <a:pt x="0" y="0"/>
                    </a:lnTo>
                    <a:lnTo>
                      <a:pt x="0" y="364197"/>
                    </a:lnTo>
                    <a:lnTo>
                      <a:pt x="336765" y="364197"/>
                    </a:lnTo>
                    <a:lnTo>
                      <a:pt x="336765"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 name="Google Shape;1268;p51"/>
              <p:cNvSpPr/>
              <p:nvPr/>
            </p:nvSpPr>
            <p:spPr>
              <a:xfrm>
                <a:off x="5433735" y="5007051"/>
                <a:ext cx="419100" cy="783590"/>
              </a:xfrm>
              <a:custGeom>
                <a:avLst/>
                <a:gdLst/>
                <a:ahLst/>
                <a:cxnLst/>
                <a:rect l="l" t="t" r="r" b="b"/>
                <a:pathLst>
                  <a:path w="419100" h="783589" extrusionOk="0">
                    <a:moveTo>
                      <a:pt x="419100" y="0"/>
                    </a:moveTo>
                    <a:lnTo>
                      <a:pt x="0" y="419100"/>
                    </a:lnTo>
                    <a:lnTo>
                      <a:pt x="0" y="783336"/>
                    </a:lnTo>
                    <a:lnTo>
                      <a:pt x="419100" y="364236"/>
                    </a:lnTo>
                    <a:lnTo>
                      <a:pt x="419100"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6" name="Google Shape;1269;p51"/>
              <p:cNvSpPr/>
              <p:nvPr/>
            </p:nvSpPr>
            <p:spPr>
              <a:xfrm>
                <a:off x="5103970" y="5007051"/>
                <a:ext cx="756285" cy="419100"/>
              </a:xfrm>
              <a:custGeom>
                <a:avLst/>
                <a:gdLst/>
                <a:ahLst/>
                <a:cxnLst/>
                <a:rect l="l" t="t" r="r" b="b"/>
                <a:pathLst>
                  <a:path w="756285" h="419100" extrusionOk="0">
                    <a:moveTo>
                      <a:pt x="755904" y="0"/>
                    </a:moveTo>
                    <a:lnTo>
                      <a:pt x="419100" y="0"/>
                    </a:lnTo>
                    <a:lnTo>
                      <a:pt x="0" y="419100"/>
                    </a:lnTo>
                    <a:lnTo>
                      <a:pt x="336804" y="419100"/>
                    </a:lnTo>
                    <a:lnTo>
                      <a:pt x="755904"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7" name="Google Shape;1270;p51"/>
            <p:cNvSpPr txBox="1"/>
            <p:nvPr/>
          </p:nvSpPr>
          <p:spPr>
            <a:xfrm>
              <a:off x="4562094" y="24869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grpSp>
          <p:nvGrpSpPr>
            <p:cNvPr id="148" name="Google Shape;1272;p51"/>
            <p:cNvGrpSpPr/>
            <p:nvPr/>
          </p:nvGrpSpPr>
          <p:grpSpPr>
            <a:xfrm>
              <a:off x="5718048" y="2395727"/>
              <a:ext cx="756285" cy="800481"/>
              <a:chOff x="5718048" y="2395727"/>
              <a:chExt cx="756285" cy="800481"/>
            </a:xfrm>
          </p:grpSpPr>
          <p:sp>
            <p:nvSpPr>
              <p:cNvPr id="149" name="Google Shape;1273;p51"/>
              <p:cNvSpPr/>
              <p:nvPr/>
            </p:nvSpPr>
            <p:spPr>
              <a:xfrm>
                <a:off x="6154674" y="2408681"/>
                <a:ext cx="307975" cy="337185"/>
              </a:xfrm>
              <a:custGeom>
                <a:avLst/>
                <a:gdLst/>
                <a:ahLst/>
                <a:cxnLst/>
                <a:rect l="l" t="t" r="r" b="b"/>
                <a:pathLst>
                  <a:path w="307975" h="337185" extrusionOk="0">
                    <a:moveTo>
                      <a:pt x="307848" y="0"/>
                    </a:moveTo>
                    <a:lnTo>
                      <a:pt x="0" y="0"/>
                    </a:lnTo>
                    <a:lnTo>
                      <a:pt x="0" y="336803"/>
                    </a:lnTo>
                    <a:lnTo>
                      <a:pt x="307848" y="336803"/>
                    </a:lnTo>
                    <a:lnTo>
                      <a:pt x="30784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0" name="Google Shape;1274;p51"/>
              <p:cNvSpPr/>
              <p:nvPr/>
            </p:nvSpPr>
            <p:spPr>
              <a:xfrm>
                <a:off x="6154674" y="2408681"/>
                <a:ext cx="307975" cy="337185"/>
              </a:xfrm>
              <a:custGeom>
                <a:avLst/>
                <a:gdLst/>
                <a:ahLst/>
                <a:cxnLst/>
                <a:rect l="l" t="t" r="r" b="b"/>
                <a:pathLst>
                  <a:path w="307975" h="337185" extrusionOk="0">
                    <a:moveTo>
                      <a:pt x="0" y="336803"/>
                    </a:moveTo>
                    <a:lnTo>
                      <a:pt x="307848" y="336803"/>
                    </a:lnTo>
                    <a:lnTo>
                      <a:pt x="307848" y="0"/>
                    </a:lnTo>
                    <a:lnTo>
                      <a:pt x="0" y="0"/>
                    </a:lnTo>
                    <a:lnTo>
                      <a:pt x="0" y="3368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1" name="Google Shape;1275;p51"/>
              <p:cNvSpPr/>
              <p:nvPr/>
            </p:nvSpPr>
            <p:spPr>
              <a:xfrm>
                <a:off x="5953506" y="2618993"/>
                <a:ext cx="307975" cy="337185"/>
              </a:xfrm>
              <a:custGeom>
                <a:avLst/>
                <a:gdLst/>
                <a:ahLst/>
                <a:cxnLst/>
                <a:rect l="l" t="t" r="r" b="b"/>
                <a:pathLst>
                  <a:path w="307975" h="337185" extrusionOk="0">
                    <a:moveTo>
                      <a:pt x="307848" y="0"/>
                    </a:moveTo>
                    <a:lnTo>
                      <a:pt x="0" y="0"/>
                    </a:lnTo>
                    <a:lnTo>
                      <a:pt x="0" y="336803"/>
                    </a:lnTo>
                    <a:lnTo>
                      <a:pt x="307848" y="336803"/>
                    </a:lnTo>
                    <a:lnTo>
                      <a:pt x="30784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2" name="Google Shape;1276;p51"/>
              <p:cNvSpPr/>
              <p:nvPr/>
            </p:nvSpPr>
            <p:spPr>
              <a:xfrm>
                <a:off x="5953506" y="2618993"/>
                <a:ext cx="307975" cy="337185"/>
              </a:xfrm>
              <a:custGeom>
                <a:avLst/>
                <a:gdLst/>
                <a:ahLst/>
                <a:cxnLst/>
                <a:rect l="l" t="t" r="r" b="b"/>
                <a:pathLst>
                  <a:path w="307975" h="337185" extrusionOk="0">
                    <a:moveTo>
                      <a:pt x="0" y="336803"/>
                    </a:moveTo>
                    <a:lnTo>
                      <a:pt x="307848" y="336803"/>
                    </a:lnTo>
                    <a:lnTo>
                      <a:pt x="307848" y="0"/>
                    </a:lnTo>
                    <a:lnTo>
                      <a:pt x="0" y="0"/>
                    </a:lnTo>
                    <a:lnTo>
                      <a:pt x="0" y="3368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3" name="Google Shape;1277;p51"/>
              <p:cNvSpPr/>
              <p:nvPr/>
            </p:nvSpPr>
            <p:spPr>
              <a:xfrm>
                <a:off x="5718048" y="2830448"/>
                <a:ext cx="321310" cy="365760"/>
              </a:xfrm>
              <a:custGeom>
                <a:avLst/>
                <a:gdLst/>
                <a:ahLst/>
                <a:cxnLst/>
                <a:rect l="l" t="t" r="r" b="b"/>
                <a:pathLst>
                  <a:path w="321310" h="365760" extrusionOk="0">
                    <a:moveTo>
                      <a:pt x="321183" y="363093"/>
                    </a:moveTo>
                    <a:lnTo>
                      <a:pt x="0" y="363093"/>
                    </a:lnTo>
                    <a:lnTo>
                      <a:pt x="0" y="365379"/>
                    </a:lnTo>
                    <a:lnTo>
                      <a:pt x="321183" y="365379"/>
                    </a:lnTo>
                    <a:lnTo>
                      <a:pt x="321183" y="363093"/>
                    </a:lnTo>
                    <a:close/>
                  </a:path>
                  <a:path w="321310" h="365760" extrusionOk="0">
                    <a:moveTo>
                      <a:pt x="321183" y="0"/>
                    </a:moveTo>
                    <a:lnTo>
                      <a:pt x="0" y="0"/>
                    </a:lnTo>
                    <a:lnTo>
                      <a:pt x="0" y="12573"/>
                    </a:lnTo>
                    <a:lnTo>
                      <a:pt x="321183" y="12573"/>
                    </a:lnTo>
                    <a:lnTo>
                      <a:pt x="321183"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 name="Google Shape;1278;p51"/>
              <p:cNvSpPr/>
              <p:nvPr/>
            </p:nvSpPr>
            <p:spPr>
              <a:xfrm>
                <a:off x="6039231" y="2395727"/>
                <a:ext cx="434975" cy="800100"/>
              </a:xfrm>
              <a:custGeom>
                <a:avLst/>
                <a:gdLst/>
                <a:ahLst/>
                <a:cxnLst/>
                <a:rect l="l" t="t" r="r" b="b"/>
                <a:pathLst>
                  <a:path w="434975" h="800100" extrusionOk="0">
                    <a:moveTo>
                      <a:pt x="434720" y="0"/>
                    </a:moveTo>
                    <a:lnTo>
                      <a:pt x="0" y="434721"/>
                    </a:lnTo>
                    <a:lnTo>
                      <a:pt x="0" y="800100"/>
                    </a:lnTo>
                    <a:lnTo>
                      <a:pt x="434720" y="365379"/>
                    </a:lnTo>
                    <a:lnTo>
                      <a:pt x="434720"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5" name="Google Shape;1279;p51"/>
              <p:cNvSpPr/>
              <p:nvPr/>
            </p:nvSpPr>
            <p:spPr>
              <a:xfrm>
                <a:off x="5718048" y="2395727"/>
                <a:ext cx="756285" cy="434975"/>
              </a:xfrm>
              <a:custGeom>
                <a:avLst/>
                <a:gdLst/>
                <a:ahLst/>
                <a:cxnLst/>
                <a:rect l="l" t="t" r="r" b="b"/>
                <a:pathLst>
                  <a:path w="756285" h="434975" extrusionOk="0">
                    <a:moveTo>
                      <a:pt x="755904" y="0"/>
                    </a:moveTo>
                    <a:lnTo>
                      <a:pt x="434720" y="0"/>
                    </a:lnTo>
                    <a:lnTo>
                      <a:pt x="0" y="434721"/>
                    </a:lnTo>
                    <a:lnTo>
                      <a:pt x="321183" y="434721"/>
                    </a:lnTo>
                    <a:lnTo>
                      <a:pt x="755904"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6" name="Google Shape;1280;p51"/>
              <p:cNvSpPr/>
              <p:nvPr/>
            </p:nvSpPr>
            <p:spPr>
              <a:xfrm>
                <a:off x="5720334" y="2843022"/>
                <a:ext cx="326390" cy="350520"/>
              </a:xfrm>
              <a:custGeom>
                <a:avLst/>
                <a:gdLst/>
                <a:ahLst/>
                <a:cxnLst/>
                <a:rect l="l" t="t" r="r" b="b"/>
                <a:pathLst>
                  <a:path w="326389" h="350519" extrusionOk="0">
                    <a:moveTo>
                      <a:pt x="326136" y="0"/>
                    </a:moveTo>
                    <a:lnTo>
                      <a:pt x="0" y="0"/>
                    </a:lnTo>
                    <a:lnTo>
                      <a:pt x="0" y="350520"/>
                    </a:lnTo>
                    <a:lnTo>
                      <a:pt x="326136" y="350520"/>
                    </a:lnTo>
                    <a:lnTo>
                      <a:pt x="326136"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7" name="Google Shape;1281;p51"/>
              <p:cNvSpPr/>
              <p:nvPr/>
            </p:nvSpPr>
            <p:spPr>
              <a:xfrm>
                <a:off x="5720334" y="2843022"/>
                <a:ext cx="326390" cy="350520"/>
              </a:xfrm>
              <a:custGeom>
                <a:avLst/>
                <a:gdLst/>
                <a:ahLst/>
                <a:cxnLst/>
                <a:rect l="l" t="t" r="r" b="b"/>
                <a:pathLst>
                  <a:path w="326389" h="350519" extrusionOk="0">
                    <a:moveTo>
                      <a:pt x="0" y="350520"/>
                    </a:moveTo>
                    <a:lnTo>
                      <a:pt x="326136" y="350520"/>
                    </a:lnTo>
                    <a:lnTo>
                      <a:pt x="326136" y="0"/>
                    </a:lnTo>
                    <a:lnTo>
                      <a:pt x="0" y="0"/>
                    </a:lnTo>
                    <a:lnTo>
                      <a:pt x="0" y="35052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58" name="Google Shape;1302;p51"/>
            <p:cNvSpPr txBox="1"/>
            <p:nvPr/>
          </p:nvSpPr>
          <p:spPr>
            <a:xfrm>
              <a:off x="2027935" y="3966717"/>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4 x 4 x 3</a:t>
              </a:r>
              <a:endParaRPr sz="1800" b="0" i="0" u="none" strike="noStrike" cap="none">
                <a:solidFill>
                  <a:srgbClr val="000000"/>
                </a:solidFill>
                <a:latin typeface="Arial"/>
                <a:ea typeface="Arial"/>
                <a:cs typeface="Arial"/>
                <a:sym typeface="Arial"/>
              </a:endParaRPr>
            </a:p>
          </p:txBody>
        </p:sp>
        <p:sp>
          <p:nvSpPr>
            <p:cNvPr id="159" name="Google Shape;1303;p51"/>
            <p:cNvSpPr txBox="1"/>
            <p:nvPr/>
          </p:nvSpPr>
          <p:spPr>
            <a:xfrm>
              <a:off x="5471540" y="3504057"/>
              <a:ext cx="888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1 x 1 x 3</a:t>
              </a:r>
              <a:endParaRPr sz="1800" b="0" i="0" u="none" strike="noStrike" cap="none">
                <a:solidFill>
                  <a:srgbClr val="000000"/>
                </a:solidFill>
                <a:latin typeface="Arial"/>
                <a:ea typeface="Arial"/>
                <a:cs typeface="Arial"/>
                <a:sym typeface="Arial"/>
              </a:endParaRPr>
            </a:p>
          </p:txBody>
        </p:sp>
        <p:sp>
          <p:nvSpPr>
            <p:cNvPr id="160" name="Google Shape;882;p45"/>
            <p:cNvSpPr txBox="1"/>
            <p:nvPr/>
          </p:nvSpPr>
          <p:spPr>
            <a:xfrm>
              <a:off x="1701744" y="4311090"/>
              <a:ext cx="1598579" cy="289823"/>
            </a:xfrm>
            <a:prstGeom prst="rect">
              <a:avLst/>
            </a:prstGeom>
            <a:noFill/>
            <a:ln>
              <a:noFill/>
            </a:ln>
          </p:spPr>
          <p:txBody>
            <a:bodyPr spcFirstLastPara="1" wrap="square" lIns="0" tIns="12700" rIns="0" bIns="0" anchor="t" anchorCtr="0">
              <a:spAutoFit/>
            </a:bodyPr>
            <a:lstStyle/>
            <a:p>
              <a:pPr marL="12700" lvl="0">
                <a:buSzPts val="1800"/>
              </a:pPr>
              <a:r>
                <a:rPr lang="en-US" sz="1800" dirty="0" err="1"/>
                <a:t>n</a:t>
              </a:r>
              <a:r>
                <a:rPr lang="en-US" sz="1800" b="0" i="0" u="none" strike="noStrike" cap="none" baseline="-25000" dirty="0" err="1">
                  <a:solidFill>
                    <a:srgbClr val="000000"/>
                  </a:solidFill>
                  <a:latin typeface="Arial"/>
                  <a:ea typeface="Arial"/>
                  <a:cs typeface="Arial"/>
                  <a:sym typeface="Arial"/>
                </a:rPr>
                <a:t>out</a:t>
              </a:r>
              <a:r>
                <a:rPr lang="en-US" sz="1800" baseline="-25000" dirty="0"/>
                <a:t> </a:t>
              </a:r>
              <a:r>
                <a:rPr lang="en-US" sz="1800" dirty="0"/>
                <a:t> x </a:t>
              </a:r>
              <a:r>
                <a:rPr lang="en-US" sz="1800" dirty="0" err="1"/>
                <a:t>n</a:t>
              </a:r>
              <a:r>
                <a:rPr lang="en-US" sz="1800" baseline="-25000" dirty="0" err="1"/>
                <a:t>out</a:t>
              </a:r>
              <a:r>
                <a:rPr lang="en-US" sz="1800" dirty="0"/>
                <a:t> x </a:t>
              </a:r>
              <a:r>
                <a:rPr lang="en-US" sz="1800" dirty="0" err="1"/>
                <a:t>n</a:t>
              </a:r>
              <a:r>
                <a:rPr lang="en-US" sz="1800" baseline="-25000" dirty="0" err="1"/>
                <a:t>c</a:t>
              </a:r>
              <a:endParaRPr sz="1800" b="0" i="0" u="none" strike="noStrike" cap="none" dirty="0">
                <a:solidFill>
                  <a:srgbClr val="000000"/>
                </a:solidFill>
                <a:latin typeface="Arial"/>
                <a:ea typeface="Arial"/>
                <a:cs typeface="Arial"/>
                <a:sym typeface="Arial"/>
              </a:endParaRPr>
            </a:p>
          </p:txBody>
        </p:sp>
        <p:sp>
          <p:nvSpPr>
            <p:cNvPr id="161" name="Google Shape;882;p45"/>
            <p:cNvSpPr txBox="1"/>
            <p:nvPr/>
          </p:nvSpPr>
          <p:spPr>
            <a:xfrm>
              <a:off x="5210769" y="3821805"/>
              <a:ext cx="1598579" cy="289823"/>
            </a:xfrm>
            <a:prstGeom prst="rect">
              <a:avLst/>
            </a:prstGeom>
            <a:noFill/>
            <a:ln>
              <a:noFill/>
            </a:ln>
          </p:spPr>
          <p:txBody>
            <a:bodyPr spcFirstLastPara="1" wrap="square" lIns="0" tIns="12700" rIns="0" bIns="0" anchor="t" anchorCtr="0">
              <a:spAutoFit/>
            </a:bodyPr>
            <a:lstStyle/>
            <a:p>
              <a:pPr marL="12700" lvl="0" algn="ctr">
                <a:buSzPts val="1800"/>
              </a:pPr>
              <a:r>
                <a:rPr lang="en-US" sz="1800" dirty="0"/>
                <a:t>1</a:t>
              </a:r>
              <a:r>
                <a:rPr lang="en-US" sz="1800" baseline="-25000" dirty="0"/>
                <a:t> </a:t>
              </a:r>
              <a:r>
                <a:rPr lang="en-US" sz="1800" dirty="0"/>
                <a:t> x 1 x </a:t>
              </a:r>
              <a:r>
                <a:rPr lang="en-US" sz="1800" dirty="0" err="1"/>
                <a:t>n</a:t>
              </a:r>
              <a:r>
                <a:rPr lang="en-US" sz="1800" baseline="-25000" dirty="0" err="1"/>
                <a:t>c</a:t>
              </a:r>
              <a:endParaRPr sz="18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162" name="Google Shape;882;p45"/>
                <p:cNvSpPr txBox="1"/>
                <p:nvPr/>
              </p:nvSpPr>
              <p:spPr>
                <a:xfrm>
                  <a:off x="5852541" y="1765061"/>
                  <a:ext cx="1598579" cy="566822"/>
                </a:xfrm>
                <a:prstGeom prst="rect">
                  <a:avLst/>
                </a:prstGeom>
                <a:noFill/>
                <a:ln>
                  <a:noFill/>
                </a:ln>
              </p:spPr>
              <p:txBody>
                <a:bodyPr spcFirstLastPara="1" wrap="square" lIns="0" tIns="12700" rIns="0" bIns="0" anchor="t" anchorCtr="0">
                  <a:spAutoFit/>
                </a:bodyPr>
                <a:lstStyle/>
                <a:p>
                  <a:pPr marL="12700" lvl="0" algn="ctr">
                    <a:buSzPts val="1800"/>
                  </a:pPr>
                  <a14:m>
                    <m:oMath xmlns:m="http://schemas.openxmlformats.org/officeDocument/2006/math">
                      <m:sSubSup>
                        <m:sSubSupPr>
                          <m:ctrlPr>
                            <a:rPr lang="en-US" sz="1800" b="0" i="1" u="none" strike="noStrike" cap="none" smtClean="0">
                              <a:solidFill>
                                <a:srgbClr val="000000"/>
                              </a:solidFill>
                              <a:latin typeface="Cambria Math" panose="02040503050406030204" pitchFamily="18" charset="0"/>
                              <a:cs typeface="Arial"/>
                              <a:sym typeface="Arial"/>
                            </a:rPr>
                          </m:ctrlPr>
                        </m:sSubSupPr>
                        <m:e>
                          <m:r>
                            <a:rPr lang="en-US" sz="1800" b="0" i="1" u="none" strike="noStrike" cap="none" smtClean="0">
                              <a:solidFill>
                                <a:srgbClr val="000000"/>
                              </a:solidFill>
                              <a:latin typeface="Cambria Math" panose="02040503050406030204" pitchFamily="18" charset="0"/>
                              <a:cs typeface="Arial"/>
                              <a:sym typeface="Arial"/>
                            </a:rPr>
                            <m:t>𝑛</m:t>
                          </m:r>
                        </m:e>
                        <m:sub>
                          <m:r>
                            <a:rPr lang="en-US" sz="1800" b="0" i="1" u="none" strike="noStrike" cap="none" smtClean="0">
                              <a:solidFill>
                                <a:srgbClr val="000000"/>
                              </a:solidFill>
                              <a:latin typeface="Cambria Math" panose="02040503050406030204" pitchFamily="18" charset="0"/>
                              <a:cs typeface="Arial"/>
                              <a:sym typeface="Arial"/>
                            </a:rPr>
                            <m:t>𝑐</m:t>
                          </m:r>
                        </m:sub>
                        <m:sup>
                          <m:r>
                            <a:rPr lang="en-US" sz="1800" b="0" i="1" u="none" strike="noStrike" cap="none" smtClean="0">
                              <a:solidFill>
                                <a:srgbClr val="000000"/>
                              </a:solidFill>
                              <a:latin typeface="Cambria Math" panose="02040503050406030204" pitchFamily="18" charset="0"/>
                              <a:cs typeface="Arial"/>
                              <a:sym typeface="Arial"/>
                            </a:rPr>
                            <m:t>′</m:t>
                          </m:r>
                        </m:sup>
                      </m:sSubSup>
                    </m:oMath>
                  </a14:m>
                  <a:r>
                    <a:rPr lang="en-US" sz="1800" b="0" i="0" u="none" strike="noStrike" cap="none" dirty="0">
                      <a:solidFill>
                        <a:srgbClr val="000000"/>
                      </a:solidFill>
                      <a:latin typeface="Arial"/>
                      <a:ea typeface="Arial"/>
                      <a:cs typeface="Arial"/>
                      <a:sym typeface="Arial"/>
                    </a:rPr>
                    <a:t> filter</a:t>
                  </a:r>
                </a:p>
                <a:p>
                  <a:pPr marL="12700" lvl="0" algn="ctr">
                    <a:buSzPts val="1800"/>
                  </a:pPr>
                  <a:r>
                    <a:rPr lang="en-US" sz="1800" dirty="0"/>
                    <a:t>5</a:t>
                  </a:r>
                  <a:r>
                    <a:rPr lang="en-US" sz="1800" b="0" i="0" u="none" strike="noStrike" cap="none" dirty="0">
                      <a:solidFill>
                        <a:srgbClr val="000000"/>
                      </a:solidFill>
                      <a:latin typeface="Arial"/>
                      <a:ea typeface="Arial"/>
                      <a:cs typeface="Arial"/>
                      <a:sym typeface="Arial"/>
                    </a:rPr>
                    <a:t> </a:t>
                  </a:r>
                  <a:endParaRPr sz="1800" b="0" i="0" u="none" strike="noStrike" cap="none" dirty="0">
                    <a:solidFill>
                      <a:srgbClr val="000000"/>
                    </a:solidFill>
                    <a:latin typeface="Arial"/>
                    <a:ea typeface="Arial"/>
                    <a:cs typeface="Arial"/>
                    <a:sym typeface="Arial"/>
                  </a:endParaRPr>
                </a:p>
              </p:txBody>
            </p:sp>
          </mc:Choice>
          <mc:Fallback xmlns="">
            <p:sp>
              <p:nvSpPr>
                <p:cNvPr id="162" name="Google Shape;882;p45"/>
                <p:cNvSpPr txBox="1">
                  <a:spLocks noRot="1" noChangeAspect="1" noMove="1" noResize="1" noEditPoints="1" noAdjustHandles="1" noChangeArrowheads="1" noChangeShapeType="1" noTextEdit="1"/>
                </p:cNvSpPr>
                <p:nvPr/>
              </p:nvSpPr>
              <p:spPr>
                <a:xfrm>
                  <a:off x="5852541" y="1765061"/>
                  <a:ext cx="1598579" cy="566822"/>
                </a:xfrm>
                <a:prstGeom prst="rect">
                  <a:avLst/>
                </a:prstGeom>
                <a:blipFill>
                  <a:blip r:embed="rId4"/>
                  <a:stretch>
                    <a:fillRect t="-11828" b="-2365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3" name="Google Shape;882;p45"/>
                <p:cNvSpPr txBox="1"/>
                <p:nvPr/>
              </p:nvSpPr>
              <p:spPr>
                <a:xfrm>
                  <a:off x="8894112" y="4137050"/>
                  <a:ext cx="1598579" cy="289823"/>
                </a:xfrm>
                <a:prstGeom prst="rect">
                  <a:avLst/>
                </a:prstGeom>
                <a:noFill/>
                <a:ln>
                  <a:noFill/>
                </a:ln>
              </p:spPr>
              <p:txBody>
                <a:bodyPr spcFirstLastPara="1" wrap="square" lIns="0" tIns="12700" rIns="0" bIns="0" anchor="t" anchorCtr="0">
                  <a:spAutoFit/>
                </a:bodyPr>
                <a:lstStyle/>
                <a:p>
                  <a:pPr marL="12700" lvl="0">
                    <a:buSzPts val="1800"/>
                  </a:pPr>
                  <a:r>
                    <a:rPr lang="en-US" sz="1800" dirty="0" err="1"/>
                    <a:t>n</a:t>
                  </a:r>
                  <a:r>
                    <a:rPr lang="en-US" sz="1800" b="0" i="0" u="none" strike="noStrike" cap="none" baseline="-25000" dirty="0" err="1">
                      <a:solidFill>
                        <a:srgbClr val="000000"/>
                      </a:solidFill>
                      <a:latin typeface="Arial"/>
                      <a:ea typeface="Arial"/>
                      <a:cs typeface="Arial"/>
                      <a:sym typeface="Arial"/>
                    </a:rPr>
                    <a:t>out</a:t>
                  </a:r>
                  <a:r>
                    <a:rPr lang="en-US" sz="1800" baseline="-25000" dirty="0"/>
                    <a:t> </a:t>
                  </a:r>
                  <a:r>
                    <a:rPr lang="en-US" sz="1800" dirty="0"/>
                    <a:t> x </a:t>
                  </a:r>
                  <a:r>
                    <a:rPr lang="en-US" sz="1800" dirty="0" err="1"/>
                    <a:t>n</a:t>
                  </a:r>
                  <a:r>
                    <a:rPr lang="en-US" sz="1800" baseline="-25000" dirty="0" err="1"/>
                    <a:t>out</a:t>
                  </a:r>
                  <a:r>
                    <a:rPr lang="en-US" sz="1800" dirty="0"/>
                    <a:t> x </a:t>
                  </a:r>
                  <a14:m>
                    <m:oMath xmlns:m="http://schemas.openxmlformats.org/officeDocument/2006/math">
                      <m:sSubSup>
                        <m:sSubSupPr>
                          <m:ctrlPr>
                            <a:rPr lang="en-US" sz="1800" i="1">
                              <a:latin typeface="Cambria Math" panose="02040503050406030204" pitchFamily="18" charset="0"/>
                            </a:rPr>
                          </m:ctrlPr>
                        </m:sSubSupPr>
                        <m:e>
                          <m:r>
                            <a:rPr lang="en-US" sz="1800" i="1">
                              <a:latin typeface="Cambria Math" panose="02040503050406030204" pitchFamily="18" charset="0"/>
                            </a:rPr>
                            <m:t>𝑛</m:t>
                          </m:r>
                        </m:e>
                        <m:sub>
                          <m:r>
                            <a:rPr lang="en-US" sz="1800" i="1">
                              <a:latin typeface="Cambria Math" panose="02040503050406030204" pitchFamily="18" charset="0"/>
                            </a:rPr>
                            <m:t>𝑐</m:t>
                          </m:r>
                        </m:sub>
                        <m:sup>
                          <m:r>
                            <a:rPr lang="en-US" sz="1800" i="1">
                              <a:latin typeface="Cambria Math" panose="02040503050406030204" pitchFamily="18" charset="0"/>
                            </a:rPr>
                            <m:t>′</m:t>
                          </m:r>
                        </m:sup>
                      </m:sSubSup>
                    </m:oMath>
                  </a14:m>
                  <a:endParaRPr sz="1800" b="0" i="0" u="none" strike="noStrike" cap="none" dirty="0">
                    <a:solidFill>
                      <a:srgbClr val="000000"/>
                    </a:solidFill>
                    <a:latin typeface="Arial"/>
                    <a:ea typeface="Arial"/>
                    <a:cs typeface="Arial"/>
                    <a:sym typeface="Arial"/>
                  </a:endParaRPr>
                </a:p>
              </p:txBody>
            </p:sp>
          </mc:Choice>
          <mc:Fallback xmlns="">
            <p:sp>
              <p:nvSpPr>
                <p:cNvPr id="163" name="Google Shape;882;p45"/>
                <p:cNvSpPr txBox="1">
                  <a:spLocks noRot="1" noChangeAspect="1" noMove="1" noResize="1" noEditPoints="1" noAdjustHandles="1" noChangeArrowheads="1" noChangeShapeType="1" noTextEdit="1"/>
                </p:cNvSpPr>
                <p:nvPr/>
              </p:nvSpPr>
              <p:spPr>
                <a:xfrm>
                  <a:off x="8894112" y="4137050"/>
                  <a:ext cx="1598579" cy="289823"/>
                </a:xfrm>
                <a:prstGeom prst="rect">
                  <a:avLst/>
                </a:prstGeom>
                <a:blipFill>
                  <a:blip r:embed="rId5"/>
                  <a:stretch>
                    <a:fillRect l="-8015" t="-23404" b="-48936"/>
                  </a:stretch>
                </a:blipFill>
                <a:ln>
                  <a:noFill/>
                </a:ln>
              </p:spPr>
              <p:txBody>
                <a:bodyPr/>
                <a:lstStyle/>
                <a:p>
                  <a:r>
                    <a:rPr lang="en-US">
                      <a:noFill/>
                    </a:rPr>
                    <a:t> </a:t>
                  </a:r>
                </a:p>
              </p:txBody>
            </p:sp>
          </mc:Fallback>
        </mc:AlternateContent>
      </p:grpSp>
      <p:sp>
        <p:nvSpPr>
          <p:cNvPr id="174" name="Google Shape;803;p45"/>
          <p:cNvSpPr txBox="1"/>
          <p:nvPr/>
        </p:nvSpPr>
        <p:spPr>
          <a:xfrm>
            <a:off x="1165890" y="5459933"/>
            <a:ext cx="2082164"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Computational cost</a:t>
            </a:r>
            <a:endParaRPr sz="1800" b="0" i="0" u="none" strike="noStrike" cap="none" dirty="0">
              <a:solidFill>
                <a:srgbClr val="000000"/>
              </a:solidFill>
              <a:latin typeface="Cambria"/>
              <a:ea typeface="Cambria"/>
              <a:cs typeface="Cambria"/>
              <a:sym typeface="Cambria"/>
            </a:endParaRPr>
          </a:p>
        </p:txBody>
      </p:sp>
      <p:sp>
        <p:nvSpPr>
          <p:cNvPr id="175" name="Google Shape;804;p45"/>
          <p:cNvSpPr txBox="1"/>
          <p:nvPr/>
        </p:nvSpPr>
        <p:spPr>
          <a:xfrm>
            <a:off x="3793453" y="5459933"/>
            <a:ext cx="1644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a:t>
            </a:r>
            <a:endParaRPr sz="1800" b="0" i="0" u="none" strike="noStrike" cap="none">
              <a:solidFill>
                <a:srgbClr val="000000"/>
              </a:solidFill>
              <a:latin typeface="Cambria"/>
              <a:ea typeface="Cambria"/>
              <a:cs typeface="Cambria"/>
              <a:sym typeface="Cambria"/>
            </a:endParaRPr>
          </a:p>
        </p:txBody>
      </p:sp>
      <p:sp>
        <p:nvSpPr>
          <p:cNvPr id="176" name="Google Shape;805;p45"/>
          <p:cNvSpPr txBox="1"/>
          <p:nvPr/>
        </p:nvSpPr>
        <p:spPr>
          <a:xfrm>
            <a:off x="4629911" y="5459933"/>
            <a:ext cx="15354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#filter params</a:t>
            </a:r>
            <a:endParaRPr sz="1800" b="0" i="0" u="none" strike="noStrike" cap="none">
              <a:solidFill>
                <a:srgbClr val="000000"/>
              </a:solidFill>
              <a:latin typeface="Cambria"/>
              <a:ea typeface="Cambria"/>
              <a:cs typeface="Cambria"/>
              <a:sym typeface="Cambria"/>
            </a:endParaRPr>
          </a:p>
        </p:txBody>
      </p:sp>
      <p:sp>
        <p:nvSpPr>
          <p:cNvPr id="177" name="Google Shape;806;p45"/>
          <p:cNvSpPr txBox="1"/>
          <p:nvPr/>
        </p:nvSpPr>
        <p:spPr>
          <a:xfrm>
            <a:off x="6334123" y="5459933"/>
            <a:ext cx="2611852"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x	# filter positions</a:t>
            </a:r>
            <a:endParaRPr sz="1800" b="0" i="0" u="none" strike="noStrike" cap="none" dirty="0">
              <a:solidFill>
                <a:srgbClr val="000000"/>
              </a:solidFill>
              <a:latin typeface="Cambria"/>
              <a:ea typeface="Cambria"/>
              <a:cs typeface="Cambria"/>
              <a:sym typeface="Cambria"/>
            </a:endParaRPr>
          </a:p>
        </p:txBody>
      </p:sp>
      <p:sp>
        <p:nvSpPr>
          <p:cNvPr id="178" name="Google Shape;807;p45"/>
          <p:cNvSpPr txBox="1"/>
          <p:nvPr/>
        </p:nvSpPr>
        <p:spPr>
          <a:xfrm>
            <a:off x="9190336" y="5459933"/>
            <a:ext cx="14859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x</a:t>
            </a:r>
            <a:endParaRPr sz="1800" b="0" i="0" u="none" strike="noStrike" cap="none">
              <a:solidFill>
                <a:srgbClr val="000000"/>
              </a:solidFill>
              <a:latin typeface="Cambria"/>
              <a:ea typeface="Cambria"/>
              <a:cs typeface="Cambria"/>
              <a:sym typeface="Cambria"/>
            </a:endParaRPr>
          </a:p>
        </p:txBody>
      </p:sp>
      <p:sp>
        <p:nvSpPr>
          <p:cNvPr id="179" name="Google Shape;808;p45"/>
          <p:cNvSpPr txBox="1"/>
          <p:nvPr/>
        </p:nvSpPr>
        <p:spPr>
          <a:xfrm>
            <a:off x="9681217" y="5459933"/>
            <a:ext cx="109918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Cambria"/>
                <a:ea typeface="Cambria"/>
                <a:cs typeface="Cambria"/>
                <a:sym typeface="Cambria"/>
              </a:rPr>
              <a:t># of filters</a:t>
            </a:r>
            <a:endParaRPr sz="1800" b="0" i="0" u="none" strike="noStrike" cap="none" dirty="0">
              <a:solidFill>
                <a:srgbClr val="000000"/>
              </a:solidFill>
              <a:latin typeface="Cambria"/>
              <a:ea typeface="Cambria"/>
              <a:cs typeface="Cambria"/>
              <a:sym typeface="Cambria"/>
            </a:endParaRPr>
          </a:p>
        </p:txBody>
      </p:sp>
      <p:sp>
        <p:nvSpPr>
          <p:cNvPr id="180" name="TextBox 179"/>
          <p:cNvSpPr txBox="1"/>
          <p:nvPr/>
        </p:nvSpPr>
        <p:spPr>
          <a:xfrm>
            <a:off x="1545583" y="5924856"/>
            <a:ext cx="1099577" cy="400110"/>
          </a:xfrm>
          <a:prstGeom prst="rect">
            <a:avLst/>
          </a:prstGeom>
          <a:noFill/>
        </p:spPr>
        <p:txBody>
          <a:bodyPr wrap="square" rtlCol="0">
            <a:spAutoFit/>
          </a:bodyPr>
          <a:lstStyle/>
          <a:p>
            <a:pPr algn="ctr"/>
            <a:r>
              <a:rPr lang="en-US" sz="2000" b="1" dirty="0"/>
              <a:t>240</a:t>
            </a:r>
          </a:p>
        </p:txBody>
      </p:sp>
      <p:sp>
        <p:nvSpPr>
          <p:cNvPr id="181" name="TextBox 180"/>
          <p:cNvSpPr txBox="1"/>
          <p:nvPr/>
        </p:nvSpPr>
        <p:spPr>
          <a:xfrm>
            <a:off x="4565485" y="5876586"/>
            <a:ext cx="1353435" cy="400110"/>
          </a:xfrm>
          <a:prstGeom prst="rect">
            <a:avLst/>
          </a:prstGeom>
          <a:noFill/>
        </p:spPr>
        <p:txBody>
          <a:bodyPr wrap="square" rtlCol="0">
            <a:spAutoFit/>
          </a:bodyPr>
          <a:lstStyle/>
          <a:p>
            <a:pPr algn="ctr"/>
            <a:r>
              <a:rPr lang="en-US" sz="2000" b="1" dirty="0"/>
              <a:t>1 x 1 x 3</a:t>
            </a:r>
          </a:p>
        </p:txBody>
      </p:sp>
      <p:sp>
        <p:nvSpPr>
          <p:cNvPr id="182" name="TextBox 181"/>
          <p:cNvSpPr txBox="1"/>
          <p:nvPr/>
        </p:nvSpPr>
        <p:spPr>
          <a:xfrm>
            <a:off x="7420292" y="5924856"/>
            <a:ext cx="1353435" cy="400110"/>
          </a:xfrm>
          <a:prstGeom prst="rect">
            <a:avLst/>
          </a:prstGeom>
          <a:noFill/>
        </p:spPr>
        <p:txBody>
          <a:bodyPr wrap="square" rtlCol="0">
            <a:spAutoFit/>
          </a:bodyPr>
          <a:lstStyle/>
          <a:p>
            <a:pPr algn="ctr"/>
            <a:r>
              <a:rPr lang="en-US" sz="2000" b="1" dirty="0"/>
              <a:t>4 x 4</a:t>
            </a:r>
          </a:p>
        </p:txBody>
      </p:sp>
      <p:sp>
        <p:nvSpPr>
          <p:cNvPr id="183" name="TextBox 182"/>
          <p:cNvSpPr txBox="1"/>
          <p:nvPr/>
        </p:nvSpPr>
        <p:spPr>
          <a:xfrm>
            <a:off x="9859580" y="5924856"/>
            <a:ext cx="700528" cy="400110"/>
          </a:xfrm>
          <a:prstGeom prst="rect">
            <a:avLst/>
          </a:prstGeom>
          <a:noFill/>
        </p:spPr>
        <p:txBody>
          <a:bodyPr wrap="square" rtlCol="0">
            <a:spAutoFit/>
          </a:bodyPr>
          <a:lstStyle/>
          <a:p>
            <a:pPr algn="ctr"/>
            <a:r>
              <a:rPr lang="en-US" sz="2000" b="1" dirty="0"/>
              <a:t>5</a:t>
            </a:r>
          </a:p>
        </p:txBody>
      </p:sp>
      <p:sp>
        <p:nvSpPr>
          <p:cNvPr id="184" name="TextBox 183"/>
          <p:cNvSpPr txBox="1"/>
          <p:nvPr/>
        </p:nvSpPr>
        <p:spPr>
          <a:xfrm>
            <a:off x="8950756" y="5910306"/>
            <a:ext cx="629855" cy="400110"/>
          </a:xfrm>
          <a:prstGeom prst="rect">
            <a:avLst/>
          </a:prstGeom>
          <a:noFill/>
        </p:spPr>
        <p:txBody>
          <a:bodyPr wrap="square" rtlCol="0">
            <a:spAutoFit/>
          </a:bodyPr>
          <a:lstStyle/>
          <a:p>
            <a:pPr algn="ctr"/>
            <a:r>
              <a:rPr lang="en-US" sz="2000" b="1" dirty="0"/>
              <a:t>x</a:t>
            </a:r>
          </a:p>
        </p:txBody>
      </p:sp>
    </p:spTree>
    <p:extLst>
      <p:ext uri="{BB962C8B-B14F-4D97-AF65-F5344CB8AC3E}">
        <p14:creationId xmlns:p14="http://schemas.microsoft.com/office/powerpoint/2010/main" val="42173353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Shape 1313"/>
        <p:cNvGrpSpPr/>
        <p:nvPr/>
      </p:nvGrpSpPr>
      <p:grpSpPr>
        <a:xfrm>
          <a:off x="0" y="0"/>
          <a:ext cx="0" cy="0"/>
          <a:chOff x="0" y="0"/>
          <a:chExt cx="0" cy="0"/>
        </a:xfrm>
      </p:grpSpPr>
      <p:sp>
        <p:nvSpPr>
          <p:cNvPr id="1314" name="Google Shape;1314;p52"/>
          <p:cNvSpPr txBox="1">
            <a:spLocks noGrp="1"/>
          </p:cNvSpPr>
          <p:nvPr>
            <p:ph type="title"/>
          </p:nvPr>
        </p:nvSpPr>
        <p:spPr>
          <a:xfrm>
            <a:off x="916939" y="431382"/>
            <a:ext cx="8810100" cy="1260900"/>
          </a:xfrm>
          <a:prstGeom prst="rect">
            <a:avLst/>
          </a:prstGeom>
          <a:noFill/>
          <a:ln>
            <a:noFill/>
          </a:ln>
        </p:spPr>
        <p:txBody>
          <a:bodyPr spcFirstLastPara="1" wrap="square" lIns="0" tIns="21907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Separable Convolution</a:t>
            </a:r>
            <a:endParaRPr sz="4400">
              <a:latin typeface="Arial"/>
              <a:ea typeface="Arial"/>
              <a:cs typeface="Arial"/>
              <a:sym typeface="Arial"/>
            </a:endParaRPr>
          </a:p>
          <a:p>
            <a:pPr marL="51435" lvl="0" indent="0" algn="l" rtl="0">
              <a:lnSpc>
                <a:spcPct val="100000"/>
              </a:lnSpc>
              <a:spcBef>
                <a:spcPts val="665"/>
              </a:spcBef>
              <a:spcAft>
                <a:spcPts val="0"/>
              </a:spcAft>
              <a:buSzPts val="1400"/>
              <a:buNone/>
            </a:pPr>
            <a:r>
              <a:rPr lang="en-US" sz="1800">
                <a:latin typeface="Arial"/>
                <a:ea typeface="Arial"/>
                <a:cs typeface="Arial"/>
                <a:sym typeface="Arial"/>
              </a:rPr>
              <a:t>Normal Convolution</a:t>
            </a:r>
            <a:endParaRPr sz="1800">
              <a:latin typeface="Arial"/>
              <a:ea typeface="Arial"/>
              <a:cs typeface="Arial"/>
              <a:sym typeface="Arial"/>
            </a:endParaRPr>
          </a:p>
        </p:txBody>
      </p:sp>
      <p:grpSp>
        <p:nvGrpSpPr>
          <p:cNvPr id="1315" name="Google Shape;1315;p52"/>
          <p:cNvGrpSpPr/>
          <p:nvPr/>
        </p:nvGrpSpPr>
        <p:grpSpPr>
          <a:xfrm>
            <a:off x="8073390" y="1957197"/>
            <a:ext cx="1654175" cy="1462403"/>
            <a:chOff x="8073390" y="1957197"/>
            <a:chExt cx="1654175" cy="1462403"/>
          </a:xfrm>
        </p:grpSpPr>
        <p:sp>
          <p:nvSpPr>
            <p:cNvPr id="1316" name="Google Shape;1316;p52"/>
            <p:cNvSpPr/>
            <p:nvPr/>
          </p:nvSpPr>
          <p:spPr>
            <a:xfrm>
              <a:off x="8701278" y="1966722"/>
              <a:ext cx="1018540" cy="1010919"/>
            </a:xfrm>
            <a:custGeom>
              <a:avLst/>
              <a:gdLst/>
              <a:ahLst/>
              <a:cxnLst/>
              <a:rect l="l" t="t" r="r" b="b"/>
              <a:pathLst>
                <a:path w="1018540" h="1010919" extrusionOk="0">
                  <a:moveTo>
                    <a:pt x="0" y="1010412"/>
                  </a:moveTo>
                  <a:lnTo>
                    <a:pt x="1018031" y="1010412"/>
                  </a:lnTo>
                  <a:lnTo>
                    <a:pt x="1018031"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7" name="Google Shape;1317;p52"/>
            <p:cNvSpPr/>
            <p:nvPr/>
          </p:nvSpPr>
          <p:spPr>
            <a:xfrm>
              <a:off x="9574530" y="2221801"/>
              <a:ext cx="153035" cy="253365"/>
            </a:xfrm>
            <a:custGeom>
              <a:avLst/>
              <a:gdLst/>
              <a:ahLst/>
              <a:cxnLst/>
              <a:rect l="l" t="t" r="r" b="b"/>
              <a:pathLst>
                <a:path w="153034" h="253364" extrusionOk="0">
                  <a:moveTo>
                    <a:pt x="0" y="0"/>
                  </a:moveTo>
                  <a:lnTo>
                    <a:pt x="152907" y="0"/>
                  </a:lnTo>
                </a:path>
                <a:path w="153034" h="253364" extrusionOk="0">
                  <a:moveTo>
                    <a:pt x="0" y="252983"/>
                  </a:moveTo>
                  <a:lnTo>
                    <a:pt x="152907" y="25298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8" name="Google Shape;1318;p52"/>
            <p:cNvSpPr/>
            <p:nvPr/>
          </p:nvSpPr>
          <p:spPr>
            <a:xfrm>
              <a:off x="9574530" y="2726181"/>
              <a:ext cx="153035" cy="0"/>
            </a:xfrm>
            <a:custGeom>
              <a:avLst/>
              <a:gdLst/>
              <a:ahLst/>
              <a:cxnLst/>
              <a:rect l="l" t="t" r="r" b="b"/>
              <a:pathLst>
                <a:path w="153034" h="120000" extrusionOk="0">
                  <a:moveTo>
                    <a:pt x="0" y="0"/>
                  </a:moveTo>
                  <a:lnTo>
                    <a:pt x="152907"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9" name="Google Shape;1319;p52"/>
            <p:cNvSpPr/>
            <p:nvPr/>
          </p:nvSpPr>
          <p:spPr>
            <a:xfrm>
              <a:off x="8959405" y="1957197"/>
              <a:ext cx="502920" cy="110489"/>
            </a:xfrm>
            <a:custGeom>
              <a:avLst/>
              <a:gdLst/>
              <a:ahLst/>
              <a:cxnLst/>
              <a:rect l="l" t="t" r="r" b="b"/>
              <a:pathLst>
                <a:path w="502920" h="110489" extrusionOk="0">
                  <a:moveTo>
                    <a:pt x="0" y="0"/>
                  </a:moveTo>
                  <a:lnTo>
                    <a:pt x="0" y="110108"/>
                  </a:lnTo>
                </a:path>
                <a:path w="502920" h="110489" extrusionOk="0">
                  <a:moveTo>
                    <a:pt x="251460" y="0"/>
                  </a:moveTo>
                  <a:lnTo>
                    <a:pt x="251460" y="110108"/>
                  </a:lnTo>
                </a:path>
                <a:path w="502920" h="110489" extrusionOk="0">
                  <a:moveTo>
                    <a:pt x="502920" y="0"/>
                  </a:moveTo>
                  <a:lnTo>
                    <a:pt x="502920" y="11010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0" name="Google Shape;1320;p52"/>
            <p:cNvSpPr/>
            <p:nvPr/>
          </p:nvSpPr>
          <p:spPr>
            <a:xfrm>
              <a:off x="8558022" y="2067306"/>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1" name="Google Shape;1321;p52"/>
            <p:cNvSpPr/>
            <p:nvPr/>
          </p:nvSpPr>
          <p:spPr>
            <a:xfrm>
              <a:off x="8558022" y="2067306"/>
              <a:ext cx="1016635" cy="1010919"/>
            </a:xfrm>
            <a:custGeom>
              <a:avLst/>
              <a:gdLst/>
              <a:ahLst/>
              <a:cxnLst/>
              <a:rect l="l" t="t" r="r" b="b"/>
              <a:pathLst>
                <a:path w="1016634" h="1010919"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2" name="Google Shape;1322;p52"/>
            <p:cNvSpPr/>
            <p:nvPr/>
          </p:nvSpPr>
          <p:spPr>
            <a:xfrm>
              <a:off x="9406890" y="2322385"/>
              <a:ext cx="177800" cy="506095"/>
            </a:xfrm>
            <a:custGeom>
              <a:avLst/>
              <a:gdLst/>
              <a:ahLst/>
              <a:cxnLst/>
              <a:rect l="l" t="t" r="r" b="b"/>
              <a:pathLst>
                <a:path w="177800" h="506094" extrusionOk="0">
                  <a:moveTo>
                    <a:pt x="0" y="0"/>
                  </a:moveTo>
                  <a:lnTo>
                    <a:pt x="177292" y="0"/>
                  </a:lnTo>
                </a:path>
                <a:path w="177800" h="506094" extrusionOk="0">
                  <a:moveTo>
                    <a:pt x="0" y="252983"/>
                  </a:moveTo>
                  <a:lnTo>
                    <a:pt x="177292" y="252983"/>
                  </a:lnTo>
                </a:path>
                <a:path w="177800" h="506094" extrusionOk="0">
                  <a:moveTo>
                    <a:pt x="0" y="505968"/>
                  </a:moveTo>
                  <a:lnTo>
                    <a:pt x="177292"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3" name="Google Shape;1323;p52"/>
            <p:cNvSpPr/>
            <p:nvPr/>
          </p:nvSpPr>
          <p:spPr>
            <a:xfrm>
              <a:off x="8814625" y="2057781"/>
              <a:ext cx="502920" cy="127000"/>
            </a:xfrm>
            <a:custGeom>
              <a:avLst/>
              <a:gdLst/>
              <a:ahLst/>
              <a:cxnLst/>
              <a:rect l="l" t="t" r="r" b="b"/>
              <a:pathLst>
                <a:path w="502920" h="127000" extrusionOk="0">
                  <a:moveTo>
                    <a:pt x="0" y="0"/>
                  </a:moveTo>
                  <a:lnTo>
                    <a:pt x="0" y="126873"/>
                  </a:lnTo>
                </a:path>
                <a:path w="502920" h="127000" extrusionOk="0">
                  <a:moveTo>
                    <a:pt x="251460" y="0"/>
                  </a:moveTo>
                  <a:lnTo>
                    <a:pt x="251460" y="126873"/>
                  </a:lnTo>
                </a:path>
                <a:path w="502920" h="127000" extrusionOk="0">
                  <a:moveTo>
                    <a:pt x="502920" y="0"/>
                  </a:moveTo>
                  <a:lnTo>
                    <a:pt x="502920"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4" name="Google Shape;1324;p52"/>
            <p:cNvSpPr/>
            <p:nvPr/>
          </p:nvSpPr>
          <p:spPr>
            <a:xfrm>
              <a:off x="8390382" y="2184654"/>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5" name="Google Shape;1325;p52"/>
            <p:cNvSpPr/>
            <p:nvPr/>
          </p:nvSpPr>
          <p:spPr>
            <a:xfrm>
              <a:off x="8390382" y="2184654"/>
              <a:ext cx="1016635" cy="1010919"/>
            </a:xfrm>
            <a:custGeom>
              <a:avLst/>
              <a:gdLst/>
              <a:ahLst/>
              <a:cxnLst/>
              <a:rect l="l" t="t" r="r" b="b"/>
              <a:pathLst>
                <a:path w="1016634" h="1010919"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6" name="Google Shape;1326;p52"/>
            <p:cNvSpPr/>
            <p:nvPr/>
          </p:nvSpPr>
          <p:spPr>
            <a:xfrm>
              <a:off x="9245346" y="2439670"/>
              <a:ext cx="171450" cy="0"/>
            </a:xfrm>
            <a:custGeom>
              <a:avLst/>
              <a:gdLst/>
              <a:ahLst/>
              <a:cxnLst/>
              <a:rect l="l" t="t" r="r" b="b"/>
              <a:pathLst>
                <a:path w="171450" h="120000" extrusionOk="0">
                  <a:moveTo>
                    <a:pt x="0" y="0"/>
                  </a:moveTo>
                  <a:lnTo>
                    <a:pt x="171195"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7" name="Google Shape;1327;p52"/>
            <p:cNvSpPr/>
            <p:nvPr/>
          </p:nvSpPr>
          <p:spPr>
            <a:xfrm>
              <a:off x="9245346" y="2692717"/>
              <a:ext cx="171450" cy="253365"/>
            </a:xfrm>
            <a:custGeom>
              <a:avLst/>
              <a:gdLst/>
              <a:ahLst/>
              <a:cxnLst/>
              <a:rect l="l" t="t" r="r" b="b"/>
              <a:pathLst>
                <a:path w="171450" h="253364" extrusionOk="0">
                  <a:moveTo>
                    <a:pt x="0" y="0"/>
                  </a:moveTo>
                  <a:lnTo>
                    <a:pt x="171195" y="0"/>
                  </a:lnTo>
                </a:path>
                <a:path w="171450" h="253364" extrusionOk="0">
                  <a:moveTo>
                    <a:pt x="0" y="252984"/>
                  </a:moveTo>
                  <a:lnTo>
                    <a:pt x="171195"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8" name="Google Shape;1328;p52"/>
            <p:cNvSpPr/>
            <p:nvPr/>
          </p:nvSpPr>
          <p:spPr>
            <a:xfrm>
              <a:off x="8646985" y="2175129"/>
              <a:ext cx="502920" cy="125730"/>
            </a:xfrm>
            <a:custGeom>
              <a:avLst/>
              <a:gdLst/>
              <a:ahLst/>
              <a:cxnLst/>
              <a:rect l="l" t="t" r="r" b="b"/>
              <a:pathLst>
                <a:path w="502920" h="125730" extrusionOk="0">
                  <a:moveTo>
                    <a:pt x="0" y="0"/>
                  </a:moveTo>
                  <a:lnTo>
                    <a:pt x="0" y="125349"/>
                  </a:lnTo>
                </a:path>
                <a:path w="502920" h="125730" extrusionOk="0">
                  <a:moveTo>
                    <a:pt x="251459" y="0"/>
                  </a:moveTo>
                  <a:lnTo>
                    <a:pt x="251459" y="125349"/>
                  </a:lnTo>
                </a:path>
                <a:path w="502920" h="125730" extrusionOk="0">
                  <a:moveTo>
                    <a:pt x="502919" y="0"/>
                  </a:moveTo>
                  <a:lnTo>
                    <a:pt x="502919"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9" name="Google Shape;1329;p52"/>
            <p:cNvSpPr/>
            <p:nvPr/>
          </p:nvSpPr>
          <p:spPr>
            <a:xfrm>
              <a:off x="8228838" y="2300478"/>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0" name="Google Shape;1330;p52"/>
            <p:cNvSpPr/>
            <p:nvPr/>
          </p:nvSpPr>
          <p:spPr>
            <a:xfrm>
              <a:off x="8228838" y="2300478"/>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1" name="Google Shape;1331;p52"/>
            <p:cNvSpPr/>
            <p:nvPr/>
          </p:nvSpPr>
          <p:spPr>
            <a:xfrm>
              <a:off x="9089898" y="2555494"/>
              <a:ext cx="165100" cy="0"/>
            </a:xfrm>
            <a:custGeom>
              <a:avLst/>
              <a:gdLst/>
              <a:ahLst/>
              <a:cxnLst/>
              <a:rect l="l" t="t" r="r" b="b"/>
              <a:pathLst>
                <a:path w="165100" h="120000" extrusionOk="0">
                  <a:moveTo>
                    <a:pt x="0" y="0"/>
                  </a:moveTo>
                  <a:lnTo>
                    <a:pt x="165100"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2" name="Google Shape;1332;p52"/>
            <p:cNvSpPr/>
            <p:nvPr/>
          </p:nvSpPr>
          <p:spPr>
            <a:xfrm>
              <a:off x="9089898" y="2808541"/>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3" name="Google Shape;1333;p52"/>
            <p:cNvSpPr/>
            <p:nvPr/>
          </p:nvSpPr>
          <p:spPr>
            <a:xfrm>
              <a:off x="8485441" y="2290953"/>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4" name="Google Shape;1334;p52"/>
            <p:cNvSpPr/>
            <p:nvPr/>
          </p:nvSpPr>
          <p:spPr>
            <a:xfrm>
              <a:off x="8073390" y="2408681"/>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5" name="Google Shape;1335;p52"/>
            <p:cNvSpPr/>
            <p:nvPr/>
          </p:nvSpPr>
          <p:spPr>
            <a:xfrm>
              <a:off x="8073390" y="2408681"/>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6" name="Google Shape;1336;p52"/>
            <p:cNvSpPr/>
            <p:nvPr/>
          </p:nvSpPr>
          <p:spPr>
            <a:xfrm>
              <a:off x="8073390" y="2658618"/>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7" name="Google Shape;1337;p52"/>
            <p:cNvSpPr/>
            <p:nvPr/>
          </p:nvSpPr>
          <p:spPr>
            <a:xfrm>
              <a:off x="8073390" y="2911602"/>
              <a:ext cx="1016635" cy="10160"/>
            </a:xfrm>
            <a:custGeom>
              <a:avLst/>
              <a:gdLst/>
              <a:ahLst/>
              <a:cxnLst/>
              <a:rect l="l" t="t" r="r" b="b"/>
              <a:pathLst>
                <a:path w="1016634" h="10160" extrusionOk="0">
                  <a:moveTo>
                    <a:pt x="0" y="10160"/>
                  </a:moveTo>
                  <a:lnTo>
                    <a:pt x="1016635"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8" name="Google Shape;1338;p52"/>
            <p:cNvSpPr/>
            <p:nvPr/>
          </p:nvSpPr>
          <p:spPr>
            <a:xfrm>
              <a:off x="8073390" y="3164586"/>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9" name="Google Shape;1339;p52"/>
            <p:cNvSpPr/>
            <p:nvPr/>
          </p:nvSpPr>
          <p:spPr>
            <a:xfrm>
              <a:off x="8324850" y="2408681"/>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0" name="Google Shape;1340;p52"/>
            <p:cNvSpPr/>
            <p:nvPr/>
          </p:nvSpPr>
          <p:spPr>
            <a:xfrm>
              <a:off x="8576310" y="2408681"/>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1" name="Google Shape;1341;p52"/>
            <p:cNvSpPr/>
            <p:nvPr/>
          </p:nvSpPr>
          <p:spPr>
            <a:xfrm>
              <a:off x="8829294" y="2408681"/>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342" name="Google Shape;1342;p52"/>
          <p:cNvGrpSpPr/>
          <p:nvPr/>
        </p:nvGrpSpPr>
        <p:grpSpPr>
          <a:xfrm>
            <a:off x="2474214" y="1896236"/>
            <a:ext cx="1812163" cy="1795653"/>
            <a:chOff x="2474214" y="1896236"/>
            <a:chExt cx="1812163" cy="1795653"/>
          </a:xfrm>
        </p:grpSpPr>
        <p:sp>
          <p:nvSpPr>
            <p:cNvPr id="1343" name="Google Shape;1343;p52"/>
            <p:cNvSpPr/>
            <p:nvPr/>
          </p:nvSpPr>
          <p:spPr>
            <a:xfrm>
              <a:off x="2751582" y="1905761"/>
              <a:ext cx="1524000" cy="1515110"/>
            </a:xfrm>
            <a:custGeom>
              <a:avLst/>
              <a:gdLst/>
              <a:ahLst/>
              <a:cxnLst/>
              <a:rect l="l" t="t" r="r" b="b"/>
              <a:pathLst>
                <a:path w="1524000" h="1515110" extrusionOk="0">
                  <a:moveTo>
                    <a:pt x="1523987" y="0"/>
                  </a:moveTo>
                  <a:lnTo>
                    <a:pt x="0" y="0"/>
                  </a:lnTo>
                  <a:lnTo>
                    <a:pt x="0" y="126492"/>
                  </a:lnTo>
                  <a:lnTo>
                    <a:pt x="0" y="269748"/>
                  </a:lnTo>
                  <a:lnTo>
                    <a:pt x="0" y="1514856"/>
                  </a:lnTo>
                  <a:lnTo>
                    <a:pt x="1523987" y="1514856"/>
                  </a:lnTo>
                  <a:lnTo>
                    <a:pt x="1523987" y="269748"/>
                  </a:lnTo>
                  <a:lnTo>
                    <a:pt x="1523987" y="126492"/>
                  </a:lnTo>
                  <a:lnTo>
                    <a:pt x="1523987"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4" name="Google Shape;1344;p52"/>
            <p:cNvSpPr/>
            <p:nvPr/>
          </p:nvSpPr>
          <p:spPr>
            <a:xfrm>
              <a:off x="2751582" y="1905761"/>
              <a:ext cx="1524000" cy="1515110"/>
            </a:xfrm>
            <a:custGeom>
              <a:avLst/>
              <a:gdLst/>
              <a:ahLst/>
              <a:cxnLst/>
              <a:rect l="l" t="t" r="r" b="b"/>
              <a:pathLst>
                <a:path w="1524000" h="1515110" extrusionOk="0">
                  <a:moveTo>
                    <a:pt x="0" y="1514856"/>
                  </a:moveTo>
                  <a:lnTo>
                    <a:pt x="1523999" y="1514856"/>
                  </a:lnTo>
                  <a:lnTo>
                    <a:pt x="1523999"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5" name="Google Shape;1345;p52"/>
            <p:cNvSpPr/>
            <p:nvPr/>
          </p:nvSpPr>
          <p:spPr>
            <a:xfrm>
              <a:off x="3007296" y="1896236"/>
              <a:ext cx="1019810" cy="136525"/>
            </a:xfrm>
            <a:custGeom>
              <a:avLst/>
              <a:gdLst/>
              <a:ahLst/>
              <a:cxnLst/>
              <a:rect l="l" t="t" r="r" b="b"/>
              <a:pathLst>
                <a:path w="1019810" h="136525" extrusionOk="0">
                  <a:moveTo>
                    <a:pt x="505967" y="0"/>
                  </a:moveTo>
                  <a:lnTo>
                    <a:pt x="505967" y="136016"/>
                  </a:lnTo>
                </a:path>
                <a:path w="1019810" h="136525" extrusionOk="0">
                  <a:moveTo>
                    <a:pt x="763523" y="0"/>
                  </a:moveTo>
                  <a:lnTo>
                    <a:pt x="763523" y="136016"/>
                  </a:lnTo>
                </a:path>
                <a:path w="1019810" h="136525" extrusionOk="0">
                  <a:moveTo>
                    <a:pt x="1019556" y="0"/>
                  </a:moveTo>
                  <a:lnTo>
                    <a:pt x="1019556" y="136016"/>
                  </a:lnTo>
                </a:path>
                <a:path w="1019810" h="136525" extrusionOk="0">
                  <a:moveTo>
                    <a:pt x="249936" y="0"/>
                  </a:moveTo>
                  <a:lnTo>
                    <a:pt x="249936" y="136016"/>
                  </a:lnTo>
                </a:path>
                <a:path w="1019810" h="136525" extrusionOk="0">
                  <a:moveTo>
                    <a:pt x="0" y="0"/>
                  </a:moveTo>
                  <a:lnTo>
                    <a:pt x="0" y="136016"/>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6" name="Google Shape;1346;p52"/>
            <p:cNvSpPr/>
            <p:nvPr/>
          </p:nvSpPr>
          <p:spPr>
            <a:xfrm>
              <a:off x="4153662" y="2159825"/>
              <a:ext cx="132715" cy="1012190"/>
            </a:xfrm>
            <a:custGeom>
              <a:avLst/>
              <a:gdLst/>
              <a:ahLst/>
              <a:cxnLst/>
              <a:rect l="l" t="t" r="r" b="b"/>
              <a:pathLst>
                <a:path w="132714" h="1012189" extrusionOk="0">
                  <a:moveTo>
                    <a:pt x="0" y="0"/>
                  </a:moveTo>
                  <a:lnTo>
                    <a:pt x="132334" y="0"/>
                  </a:lnTo>
                </a:path>
                <a:path w="132714" h="1012189" extrusionOk="0">
                  <a:moveTo>
                    <a:pt x="0" y="252984"/>
                  </a:moveTo>
                  <a:lnTo>
                    <a:pt x="132334" y="252984"/>
                  </a:lnTo>
                </a:path>
                <a:path w="132714" h="1012189" extrusionOk="0">
                  <a:moveTo>
                    <a:pt x="0" y="505968"/>
                  </a:moveTo>
                  <a:lnTo>
                    <a:pt x="132334" y="505968"/>
                  </a:lnTo>
                </a:path>
                <a:path w="132714" h="1012189" extrusionOk="0">
                  <a:moveTo>
                    <a:pt x="0" y="758951"/>
                  </a:moveTo>
                  <a:lnTo>
                    <a:pt x="132334" y="758951"/>
                  </a:lnTo>
                </a:path>
                <a:path w="132714" h="1012189" extrusionOk="0">
                  <a:moveTo>
                    <a:pt x="0" y="1011936"/>
                  </a:moveTo>
                  <a:lnTo>
                    <a:pt x="132334" y="1011936"/>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7" name="Google Shape;1347;p52"/>
            <p:cNvSpPr/>
            <p:nvPr/>
          </p:nvSpPr>
          <p:spPr>
            <a:xfrm>
              <a:off x="2629662" y="2032253"/>
              <a:ext cx="1524000" cy="1515110"/>
            </a:xfrm>
            <a:custGeom>
              <a:avLst/>
              <a:gdLst/>
              <a:ahLst/>
              <a:cxnLst/>
              <a:rect l="l" t="t" r="r" b="b"/>
              <a:pathLst>
                <a:path w="1524000" h="1515110" extrusionOk="0">
                  <a:moveTo>
                    <a:pt x="1524000" y="0"/>
                  </a:moveTo>
                  <a:lnTo>
                    <a:pt x="0" y="0"/>
                  </a:lnTo>
                  <a:lnTo>
                    <a:pt x="0" y="143256"/>
                  </a:lnTo>
                  <a:lnTo>
                    <a:pt x="0" y="1514856"/>
                  </a:lnTo>
                  <a:lnTo>
                    <a:pt x="1524000" y="1514856"/>
                  </a:lnTo>
                  <a:lnTo>
                    <a:pt x="1524000" y="143256"/>
                  </a:lnTo>
                  <a:lnTo>
                    <a:pt x="152400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8" name="Google Shape;1348;p52"/>
            <p:cNvSpPr/>
            <p:nvPr/>
          </p:nvSpPr>
          <p:spPr>
            <a:xfrm>
              <a:off x="2629662" y="2032253"/>
              <a:ext cx="1524000" cy="1515110"/>
            </a:xfrm>
            <a:custGeom>
              <a:avLst/>
              <a:gdLst/>
              <a:ahLst/>
              <a:cxnLst/>
              <a:rect l="l" t="t" r="r" b="b"/>
              <a:pathLst>
                <a:path w="1524000" h="1515110" extrusionOk="0">
                  <a:moveTo>
                    <a:pt x="0" y="1514856"/>
                  </a:moveTo>
                  <a:lnTo>
                    <a:pt x="1524000" y="1514856"/>
                  </a:lnTo>
                  <a:lnTo>
                    <a:pt x="1524000"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9" name="Google Shape;1349;p52"/>
            <p:cNvSpPr/>
            <p:nvPr/>
          </p:nvSpPr>
          <p:spPr>
            <a:xfrm>
              <a:off x="2885376" y="2022728"/>
              <a:ext cx="1019810" cy="153035"/>
            </a:xfrm>
            <a:custGeom>
              <a:avLst/>
              <a:gdLst/>
              <a:ahLst/>
              <a:cxnLst/>
              <a:rect l="l" t="t" r="r" b="b"/>
              <a:pathLst>
                <a:path w="1019810" h="153035" extrusionOk="0">
                  <a:moveTo>
                    <a:pt x="505967" y="0"/>
                  </a:moveTo>
                  <a:lnTo>
                    <a:pt x="505967" y="152780"/>
                  </a:lnTo>
                </a:path>
                <a:path w="1019810" h="153035" extrusionOk="0">
                  <a:moveTo>
                    <a:pt x="763524" y="0"/>
                  </a:moveTo>
                  <a:lnTo>
                    <a:pt x="763524" y="152780"/>
                  </a:lnTo>
                </a:path>
                <a:path w="1019810" h="153035" extrusionOk="0">
                  <a:moveTo>
                    <a:pt x="1019556" y="0"/>
                  </a:moveTo>
                  <a:lnTo>
                    <a:pt x="1019556" y="152780"/>
                  </a:lnTo>
                </a:path>
                <a:path w="1019810" h="153035" extrusionOk="0">
                  <a:moveTo>
                    <a:pt x="249936" y="0"/>
                  </a:moveTo>
                  <a:lnTo>
                    <a:pt x="249936" y="152780"/>
                  </a:lnTo>
                </a:path>
                <a:path w="1019810" h="153035" extrusionOk="0">
                  <a:moveTo>
                    <a:pt x="0" y="0"/>
                  </a:moveTo>
                  <a:lnTo>
                    <a:pt x="0" y="152780"/>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0" name="Google Shape;1350;p52"/>
            <p:cNvSpPr/>
            <p:nvPr/>
          </p:nvSpPr>
          <p:spPr>
            <a:xfrm>
              <a:off x="3999738" y="2286317"/>
              <a:ext cx="164465" cy="1012190"/>
            </a:xfrm>
            <a:custGeom>
              <a:avLst/>
              <a:gdLst/>
              <a:ahLst/>
              <a:cxnLst/>
              <a:rect l="l" t="t" r="r" b="b"/>
              <a:pathLst>
                <a:path w="164464" h="1012189" extrusionOk="0">
                  <a:moveTo>
                    <a:pt x="0" y="0"/>
                  </a:moveTo>
                  <a:lnTo>
                    <a:pt x="164337" y="0"/>
                  </a:lnTo>
                </a:path>
                <a:path w="164464" h="1012189" extrusionOk="0">
                  <a:moveTo>
                    <a:pt x="0" y="252983"/>
                  </a:moveTo>
                  <a:lnTo>
                    <a:pt x="164337" y="252983"/>
                  </a:lnTo>
                </a:path>
                <a:path w="164464" h="1012189" extrusionOk="0">
                  <a:moveTo>
                    <a:pt x="0" y="505968"/>
                  </a:moveTo>
                  <a:lnTo>
                    <a:pt x="164337" y="505968"/>
                  </a:lnTo>
                </a:path>
                <a:path w="164464" h="1012189" extrusionOk="0">
                  <a:moveTo>
                    <a:pt x="0" y="758951"/>
                  </a:moveTo>
                  <a:lnTo>
                    <a:pt x="164337" y="758951"/>
                  </a:lnTo>
                </a:path>
                <a:path w="164464" h="1012189" extrusionOk="0">
                  <a:moveTo>
                    <a:pt x="0" y="1011936"/>
                  </a:moveTo>
                  <a:lnTo>
                    <a:pt x="164337" y="1011936"/>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1" name="Google Shape;1351;p52"/>
            <p:cNvSpPr/>
            <p:nvPr/>
          </p:nvSpPr>
          <p:spPr>
            <a:xfrm>
              <a:off x="2474214" y="2175509"/>
              <a:ext cx="1525905" cy="1516380"/>
            </a:xfrm>
            <a:custGeom>
              <a:avLst/>
              <a:gdLst/>
              <a:ahLst/>
              <a:cxnLst/>
              <a:rect l="l" t="t" r="r" b="b"/>
              <a:pathLst>
                <a:path w="1525904" h="1516379" extrusionOk="0">
                  <a:moveTo>
                    <a:pt x="1525524" y="0"/>
                  </a:moveTo>
                  <a:lnTo>
                    <a:pt x="0" y="0"/>
                  </a:lnTo>
                  <a:lnTo>
                    <a:pt x="0" y="1516380"/>
                  </a:lnTo>
                  <a:lnTo>
                    <a:pt x="1525524" y="1516380"/>
                  </a:lnTo>
                  <a:lnTo>
                    <a:pt x="1525524"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2" name="Google Shape;1352;p52"/>
            <p:cNvSpPr/>
            <p:nvPr/>
          </p:nvSpPr>
          <p:spPr>
            <a:xfrm>
              <a:off x="2474214" y="2175509"/>
              <a:ext cx="1525905" cy="1516380"/>
            </a:xfrm>
            <a:custGeom>
              <a:avLst/>
              <a:gdLst/>
              <a:ahLst/>
              <a:cxnLst/>
              <a:rect l="l" t="t" r="r" b="b"/>
              <a:pathLst>
                <a:path w="1525904" h="1516379" extrusionOk="0">
                  <a:moveTo>
                    <a:pt x="0" y="1516380"/>
                  </a:moveTo>
                  <a:lnTo>
                    <a:pt x="1525524" y="1516380"/>
                  </a:lnTo>
                  <a:lnTo>
                    <a:pt x="1525524" y="0"/>
                  </a:lnTo>
                  <a:lnTo>
                    <a:pt x="0" y="0"/>
                  </a:lnTo>
                  <a:lnTo>
                    <a:pt x="0" y="151638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3" name="Google Shape;1353;p52"/>
            <p:cNvSpPr/>
            <p:nvPr/>
          </p:nvSpPr>
          <p:spPr>
            <a:xfrm>
              <a:off x="3234690"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4" name="Google Shape;1354;p52"/>
            <p:cNvSpPr/>
            <p:nvPr/>
          </p:nvSpPr>
          <p:spPr>
            <a:xfrm>
              <a:off x="3490722"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5" name="Google Shape;1355;p52"/>
            <p:cNvSpPr/>
            <p:nvPr/>
          </p:nvSpPr>
          <p:spPr>
            <a:xfrm>
              <a:off x="3748278"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6" name="Google Shape;1356;p52"/>
            <p:cNvSpPr/>
            <p:nvPr/>
          </p:nvSpPr>
          <p:spPr>
            <a:xfrm>
              <a:off x="2977134"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7" name="Google Shape;1357;p52"/>
            <p:cNvSpPr/>
            <p:nvPr/>
          </p:nvSpPr>
          <p:spPr>
            <a:xfrm>
              <a:off x="2728722"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8" name="Google Shape;1358;p52"/>
            <p:cNvSpPr/>
            <p:nvPr/>
          </p:nvSpPr>
          <p:spPr>
            <a:xfrm>
              <a:off x="2474214" y="2428493"/>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9" name="Google Shape;1359;p52"/>
            <p:cNvSpPr/>
            <p:nvPr/>
          </p:nvSpPr>
          <p:spPr>
            <a:xfrm>
              <a:off x="2474214" y="2681477"/>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0" name="Google Shape;1360;p52"/>
            <p:cNvSpPr/>
            <p:nvPr/>
          </p:nvSpPr>
          <p:spPr>
            <a:xfrm>
              <a:off x="2474214" y="2932937"/>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1" name="Google Shape;1361;p52"/>
            <p:cNvSpPr/>
            <p:nvPr/>
          </p:nvSpPr>
          <p:spPr>
            <a:xfrm>
              <a:off x="2474214" y="3185922"/>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2" name="Google Shape;1362;p52"/>
            <p:cNvSpPr/>
            <p:nvPr/>
          </p:nvSpPr>
          <p:spPr>
            <a:xfrm>
              <a:off x="2474214" y="3438905"/>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63" name="Google Shape;1363;p52"/>
          <p:cNvSpPr txBox="1"/>
          <p:nvPr/>
        </p:nvSpPr>
        <p:spPr>
          <a:xfrm>
            <a:off x="4836667" y="2494914"/>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grpSp>
        <p:nvGrpSpPr>
          <p:cNvPr id="1364" name="Google Shape;1364;p52"/>
          <p:cNvGrpSpPr/>
          <p:nvPr/>
        </p:nvGrpSpPr>
        <p:grpSpPr>
          <a:xfrm>
            <a:off x="5588889" y="2072639"/>
            <a:ext cx="1048639" cy="1044322"/>
            <a:chOff x="5588889" y="2072639"/>
            <a:chExt cx="1048639" cy="1044322"/>
          </a:xfrm>
        </p:grpSpPr>
        <p:sp>
          <p:nvSpPr>
            <p:cNvPr id="1365" name="Google Shape;1365;p52"/>
            <p:cNvSpPr/>
            <p:nvPr/>
          </p:nvSpPr>
          <p:spPr>
            <a:xfrm>
              <a:off x="5741670" y="2224277"/>
              <a:ext cx="745490" cy="749935"/>
            </a:xfrm>
            <a:custGeom>
              <a:avLst/>
              <a:gdLst/>
              <a:ahLst/>
              <a:cxnLst/>
              <a:rect l="l" t="t" r="r" b="b"/>
              <a:pathLst>
                <a:path w="745489" h="749935" extrusionOk="0">
                  <a:moveTo>
                    <a:pt x="0" y="749808"/>
                  </a:moveTo>
                  <a:lnTo>
                    <a:pt x="745236" y="749808"/>
                  </a:lnTo>
                  <a:lnTo>
                    <a:pt x="745236" y="0"/>
                  </a:lnTo>
                  <a:lnTo>
                    <a:pt x="0" y="0"/>
                  </a:lnTo>
                  <a:lnTo>
                    <a:pt x="0" y="7498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6" name="Google Shape;1366;p52"/>
            <p:cNvSpPr/>
            <p:nvPr/>
          </p:nvSpPr>
          <p:spPr>
            <a:xfrm>
              <a:off x="5598414" y="2350769"/>
              <a:ext cx="763905" cy="754380"/>
            </a:xfrm>
            <a:custGeom>
              <a:avLst/>
              <a:gdLst/>
              <a:ahLst/>
              <a:cxnLst/>
              <a:rect l="l" t="t" r="r" b="b"/>
              <a:pathLst>
                <a:path w="763904" h="754380" extrusionOk="0">
                  <a:moveTo>
                    <a:pt x="763524" y="483108"/>
                  </a:moveTo>
                  <a:lnTo>
                    <a:pt x="143256" y="483108"/>
                  </a:lnTo>
                  <a:lnTo>
                    <a:pt x="143256" y="0"/>
                  </a:lnTo>
                  <a:lnTo>
                    <a:pt x="0" y="0"/>
                  </a:lnTo>
                  <a:lnTo>
                    <a:pt x="0" y="483108"/>
                  </a:lnTo>
                  <a:lnTo>
                    <a:pt x="0" y="623316"/>
                  </a:lnTo>
                  <a:lnTo>
                    <a:pt x="0" y="754380"/>
                  </a:lnTo>
                  <a:lnTo>
                    <a:pt x="763524" y="754380"/>
                  </a:lnTo>
                  <a:lnTo>
                    <a:pt x="763524" y="623316"/>
                  </a:lnTo>
                  <a:lnTo>
                    <a:pt x="763524" y="483108"/>
                  </a:lnTo>
                  <a:close/>
                </a:path>
              </a:pathLst>
            </a:custGeom>
            <a:solidFill>
              <a:srgbClr val="4471C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7" name="Google Shape;1367;p52"/>
            <p:cNvSpPr/>
            <p:nvPr/>
          </p:nvSpPr>
          <p:spPr>
            <a:xfrm>
              <a:off x="5598414" y="2350769"/>
              <a:ext cx="763905" cy="754380"/>
            </a:xfrm>
            <a:custGeom>
              <a:avLst/>
              <a:gdLst/>
              <a:ahLst/>
              <a:cxnLst/>
              <a:rect l="l" t="t" r="r" b="b"/>
              <a:pathLst>
                <a:path w="763904" h="754380" extrusionOk="0">
                  <a:moveTo>
                    <a:pt x="0" y="754379"/>
                  </a:moveTo>
                  <a:lnTo>
                    <a:pt x="763524" y="754379"/>
                  </a:lnTo>
                  <a:lnTo>
                    <a:pt x="763524" y="0"/>
                  </a:lnTo>
                  <a:lnTo>
                    <a:pt x="0" y="0"/>
                  </a:lnTo>
                  <a:lnTo>
                    <a:pt x="0" y="75437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8" name="Google Shape;1368;p52"/>
            <p:cNvSpPr/>
            <p:nvPr/>
          </p:nvSpPr>
          <p:spPr>
            <a:xfrm>
              <a:off x="5855589" y="2974086"/>
              <a:ext cx="0" cy="142875"/>
            </a:xfrm>
            <a:custGeom>
              <a:avLst/>
              <a:gdLst/>
              <a:ahLst/>
              <a:cxnLst/>
              <a:rect l="l" t="t" r="r" b="b"/>
              <a:pathLst>
                <a:path w="120000" h="142875" extrusionOk="0">
                  <a:moveTo>
                    <a:pt x="0" y="0"/>
                  </a:moveTo>
                  <a:lnTo>
                    <a:pt x="0" y="142621"/>
                  </a:lnTo>
                </a:path>
              </a:pathLst>
            </a:custGeom>
            <a:noFill/>
            <a:ln w="243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9" name="Google Shape;1369;p52"/>
            <p:cNvSpPr/>
            <p:nvPr/>
          </p:nvSpPr>
          <p:spPr>
            <a:xfrm>
              <a:off x="6104001" y="2974086"/>
              <a:ext cx="0" cy="142875"/>
            </a:xfrm>
            <a:custGeom>
              <a:avLst/>
              <a:gdLst/>
              <a:ahLst/>
              <a:cxnLst/>
              <a:rect l="l" t="t" r="r" b="b"/>
              <a:pathLst>
                <a:path w="120000" h="142875" extrusionOk="0">
                  <a:moveTo>
                    <a:pt x="0" y="0"/>
                  </a:moveTo>
                  <a:lnTo>
                    <a:pt x="0" y="142621"/>
                  </a:lnTo>
                </a:path>
              </a:pathLst>
            </a:custGeom>
            <a:noFill/>
            <a:ln w="243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0" name="Google Shape;1370;p52"/>
            <p:cNvSpPr/>
            <p:nvPr/>
          </p:nvSpPr>
          <p:spPr>
            <a:xfrm>
              <a:off x="5588889" y="2589656"/>
              <a:ext cx="153035" cy="256540"/>
            </a:xfrm>
            <a:custGeom>
              <a:avLst/>
              <a:gdLst/>
              <a:ahLst/>
              <a:cxnLst/>
              <a:rect l="l" t="t" r="r" b="b"/>
              <a:pathLst>
                <a:path w="153035" h="256539" extrusionOk="0">
                  <a:moveTo>
                    <a:pt x="152781" y="225552"/>
                  </a:moveTo>
                  <a:lnTo>
                    <a:pt x="0" y="225552"/>
                  </a:lnTo>
                  <a:lnTo>
                    <a:pt x="0" y="237680"/>
                  </a:lnTo>
                  <a:lnTo>
                    <a:pt x="0" y="244221"/>
                  </a:lnTo>
                  <a:lnTo>
                    <a:pt x="0" y="256349"/>
                  </a:lnTo>
                  <a:lnTo>
                    <a:pt x="152781" y="256349"/>
                  </a:lnTo>
                  <a:lnTo>
                    <a:pt x="152781" y="244221"/>
                  </a:lnTo>
                  <a:lnTo>
                    <a:pt x="152781" y="237680"/>
                  </a:lnTo>
                  <a:lnTo>
                    <a:pt x="152781" y="225552"/>
                  </a:lnTo>
                  <a:close/>
                </a:path>
                <a:path w="153035" h="256539" extrusionOk="0">
                  <a:moveTo>
                    <a:pt x="152781" y="0"/>
                  </a:moveTo>
                  <a:lnTo>
                    <a:pt x="0" y="0"/>
                  </a:lnTo>
                  <a:lnTo>
                    <a:pt x="0" y="24269"/>
                  </a:lnTo>
                  <a:lnTo>
                    <a:pt x="152781" y="24269"/>
                  </a:lnTo>
                  <a:lnTo>
                    <a:pt x="152781"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1" name="Google Shape;1371;p52"/>
            <p:cNvSpPr/>
            <p:nvPr/>
          </p:nvSpPr>
          <p:spPr>
            <a:xfrm>
              <a:off x="5877306" y="2087117"/>
              <a:ext cx="745490" cy="746760"/>
            </a:xfrm>
            <a:custGeom>
              <a:avLst/>
              <a:gdLst/>
              <a:ahLst/>
              <a:cxnLst/>
              <a:rect l="l" t="t" r="r" b="b"/>
              <a:pathLst>
                <a:path w="745490" h="746760" extrusionOk="0">
                  <a:moveTo>
                    <a:pt x="745235" y="0"/>
                  </a:moveTo>
                  <a:lnTo>
                    <a:pt x="0" y="0"/>
                  </a:lnTo>
                  <a:lnTo>
                    <a:pt x="0" y="746760"/>
                  </a:lnTo>
                  <a:lnTo>
                    <a:pt x="745235" y="746760"/>
                  </a:lnTo>
                  <a:lnTo>
                    <a:pt x="745235"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2" name="Google Shape;1372;p52"/>
            <p:cNvSpPr/>
            <p:nvPr/>
          </p:nvSpPr>
          <p:spPr>
            <a:xfrm>
              <a:off x="5877306" y="2087117"/>
              <a:ext cx="745490" cy="746760"/>
            </a:xfrm>
            <a:custGeom>
              <a:avLst/>
              <a:gdLst/>
              <a:ahLst/>
              <a:cxnLst/>
              <a:rect l="l" t="t" r="r" b="b"/>
              <a:pathLst>
                <a:path w="745490" h="746760" extrusionOk="0">
                  <a:moveTo>
                    <a:pt x="0" y="746760"/>
                  </a:moveTo>
                  <a:lnTo>
                    <a:pt x="745235" y="746760"/>
                  </a:lnTo>
                  <a:lnTo>
                    <a:pt x="745235" y="0"/>
                  </a:lnTo>
                  <a:lnTo>
                    <a:pt x="0" y="0"/>
                  </a:lnTo>
                  <a:lnTo>
                    <a:pt x="0" y="74676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3" name="Google Shape;1373;p52"/>
            <p:cNvSpPr/>
            <p:nvPr/>
          </p:nvSpPr>
          <p:spPr>
            <a:xfrm>
              <a:off x="6128321" y="2076068"/>
              <a:ext cx="504190" cy="483234"/>
            </a:xfrm>
            <a:custGeom>
              <a:avLst/>
              <a:gdLst/>
              <a:ahLst/>
              <a:cxnLst/>
              <a:rect l="l" t="t" r="r" b="b"/>
              <a:pathLst>
                <a:path w="504190" h="483235" extrusionOk="0">
                  <a:moveTo>
                    <a:pt x="0" y="0"/>
                  </a:moveTo>
                  <a:lnTo>
                    <a:pt x="0" y="148208"/>
                  </a:lnTo>
                </a:path>
                <a:path w="504190" h="483235" extrusionOk="0">
                  <a:moveTo>
                    <a:pt x="242316" y="0"/>
                  </a:moveTo>
                  <a:lnTo>
                    <a:pt x="242316" y="148208"/>
                  </a:lnTo>
                </a:path>
                <a:path w="504190" h="483235" extrusionOk="0">
                  <a:moveTo>
                    <a:pt x="358584" y="260540"/>
                  </a:moveTo>
                  <a:lnTo>
                    <a:pt x="503999" y="260540"/>
                  </a:lnTo>
                </a:path>
                <a:path w="504190" h="483235" extrusionOk="0">
                  <a:moveTo>
                    <a:pt x="358584" y="483044"/>
                  </a:moveTo>
                  <a:lnTo>
                    <a:pt x="503999" y="483044"/>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4" name="Google Shape;1374;p52"/>
            <p:cNvSpPr/>
            <p:nvPr/>
          </p:nvSpPr>
          <p:spPr>
            <a:xfrm>
              <a:off x="5741670" y="2224277"/>
              <a:ext cx="745490" cy="749935"/>
            </a:xfrm>
            <a:custGeom>
              <a:avLst/>
              <a:gdLst/>
              <a:ahLst/>
              <a:cxnLst/>
              <a:rect l="l" t="t" r="r" b="b"/>
              <a:pathLst>
                <a:path w="745489" h="749935" extrusionOk="0">
                  <a:moveTo>
                    <a:pt x="745236" y="0"/>
                  </a:moveTo>
                  <a:lnTo>
                    <a:pt x="0" y="0"/>
                  </a:lnTo>
                  <a:lnTo>
                    <a:pt x="0" y="749808"/>
                  </a:lnTo>
                  <a:lnTo>
                    <a:pt x="745236" y="749808"/>
                  </a:lnTo>
                  <a:lnTo>
                    <a:pt x="745236"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5" name="Google Shape;1375;p52"/>
            <p:cNvSpPr/>
            <p:nvPr/>
          </p:nvSpPr>
          <p:spPr>
            <a:xfrm>
              <a:off x="5741670" y="2224277"/>
              <a:ext cx="745490" cy="749935"/>
            </a:xfrm>
            <a:custGeom>
              <a:avLst/>
              <a:gdLst/>
              <a:ahLst/>
              <a:cxnLst/>
              <a:rect l="l" t="t" r="r" b="b"/>
              <a:pathLst>
                <a:path w="745489" h="749935" extrusionOk="0">
                  <a:moveTo>
                    <a:pt x="0" y="749808"/>
                  </a:moveTo>
                  <a:lnTo>
                    <a:pt x="745236" y="749808"/>
                  </a:lnTo>
                  <a:lnTo>
                    <a:pt x="745236" y="0"/>
                  </a:lnTo>
                  <a:lnTo>
                    <a:pt x="0" y="0"/>
                  </a:lnTo>
                  <a:lnTo>
                    <a:pt x="0" y="7498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6" name="Google Shape;1376;p52"/>
            <p:cNvSpPr/>
            <p:nvPr/>
          </p:nvSpPr>
          <p:spPr>
            <a:xfrm>
              <a:off x="5990082" y="2222753"/>
              <a:ext cx="5715" cy="753745"/>
            </a:xfrm>
            <a:custGeom>
              <a:avLst/>
              <a:gdLst/>
              <a:ahLst/>
              <a:cxnLst/>
              <a:rect l="l" t="t" r="r" b="b"/>
              <a:pathLst>
                <a:path w="5714" h="753744" extrusionOk="0">
                  <a:moveTo>
                    <a:pt x="0" y="0"/>
                  </a:moveTo>
                  <a:lnTo>
                    <a:pt x="5207" y="75374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7" name="Google Shape;1377;p52"/>
            <p:cNvSpPr/>
            <p:nvPr/>
          </p:nvSpPr>
          <p:spPr>
            <a:xfrm>
              <a:off x="6233922" y="2222753"/>
              <a:ext cx="5715" cy="753745"/>
            </a:xfrm>
            <a:custGeom>
              <a:avLst/>
              <a:gdLst/>
              <a:ahLst/>
              <a:cxnLst/>
              <a:rect l="l" t="t" r="r" b="b"/>
              <a:pathLst>
                <a:path w="5714" h="753744" extrusionOk="0">
                  <a:moveTo>
                    <a:pt x="0" y="0"/>
                  </a:moveTo>
                  <a:lnTo>
                    <a:pt x="5207" y="75374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8" name="Google Shape;1378;p52"/>
            <p:cNvSpPr/>
            <p:nvPr/>
          </p:nvSpPr>
          <p:spPr>
            <a:xfrm>
              <a:off x="5741670" y="2471165"/>
              <a:ext cx="745490" cy="5715"/>
            </a:xfrm>
            <a:custGeom>
              <a:avLst/>
              <a:gdLst/>
              <a:ahLst/>
              <a:cxnLst/>
              <a:rect l="l" t="t" r="r" b="b"/>
              <a:pathLst>
                <a:path w="745489" h="5714" extrusionOk="0">
                  <a:moveTo>
                    <a:pt x="0" y="5207"/>
                  </a:moveTo>
                  <a:lnTo>
                    <a:pt x="74549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9" name="Google Shape;1379;p52"/>
            <p:cNvSpPr/>
            <p:nvPr/>
          </p:nvSpPr>
          <p:spPr>
            <a:xfrm>
              <a:off x="5741670" y="2696717"/>
              <a:ext cx="745490" cy="5715"/>
            </a:xfrm>
            <a:custGeom>
              <a:avLst/>
              <a:gdLst/>
              <a:ahLst/>
              <a:cxnLst/>
              <a:rect l="l" t="t" r="r" b="b"/>
              <a:pathLst>
                <a:path w="745489" h="5714" extrusionOk="0">
                  <a:moveTo>
                    <a:pt x="0" y="5207"/>
                  </a:moveTo>
                  <a:lnTo>
                    <a:pt x="74549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0" name="Google Shape;1380;p52"/>
            <p:cNvSpPr/>
            <p:nvPr/>
          </p:nvSpPr>
          <p:spPr>
            <a:xfrm>
              <a:off x="5603748" y="2340394"/>
              <a:ext cx="765810" cy="10795"/>
            </a:xfrm>
            <a:custGeom>
              <a:avLst/>
              <a:gdLst/>
              <a:ahLst/>
              <a:cxnLst/>
              <a:rect l="l" t="t" r="r" b="b"/>
              <a:pathLst>
                <a:path w="765810" h="10794" extrusionOk="0">
                  <a:moveTo>
                    <a:pt x="0" y="10375"/>
                  </a:moveTo>
                  <a:lnTo>
                    <a:pt x="765517" y="10375"/>
                  </a:lnTo>
                  <a:lnTo>
                    <a:pt x="765517" y="0"/>
                  </a:lnTo>
                  <a:lnTo>
                    <a:pt x="0" y="0"/>
                  </a:lnTo>
                  <a:lnTo>
                    <a:pt x="0" y="10375"/>
                  </a:lnTo>
                  <a:close/>
                </a:path>
              </a:pathLst>
            </a:custGeom>
            <a:solidFill>
              <a:srgbClr val="FDFB33">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1" name="Google Shape;1381;p52"/>
            <p:cNvSpPr/>
            <p:nvPr/>
          </p:nvSpPr>
          <p:spPr>
            <a:xfrm>
              <a:off x="6369304" y="2072639"/>
              <a:ext cx="267970" cy="1027430"/>
            </a:xfrm>
            <a:custGeom>
              <a:avLst/>
              <a:gdLst/>
              <a:ahLst/>
              <a:cxnLst/>
              <a:rect l="l" t="t" r="r" b="b"/>
              <a:pathLst>
                <a:path w="267970" h="1027430" extrusionOk="0">
                  <a:moveTo>
                    <a:pt x="267716" y="0"/>
                  </a:moveTo>
                  <a:lnTo>
                    <a:pt x="0" y="267715"/>
                  </a:lnTo>
                  <a:lnTo>
                    <a:pt x="0" y="1027175"/>
                  </a:lnTo>
                  <a:lnTo>
                    <a:pt x="267716" y="759459"/>
                  </a:lnTo>
                  <a:lnTo>
                    <a:pt x="267716" y="0"/>
                  </a:lnTo>
                  <a:close/>
                </a:path>
              </a:pathLst>
            </a:custGeom>
            <a:solidFill>
              <a:srgbClr val="CCCA29">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2" name="Google Shape;1382;p52"/>
            <p:cNvSpPr/>
            <p:nvPr/>
          </p:nvSpPr>
          <p:spPr>
            <a:xfrm>
              <a:off x="5603748" y="2072639"/>
              <a:ext cx="1033780" cy="267970"/>
            </a:xfrm>
            <a:custGeom>
              <a:avLst/>
              <a:gdLst/>
              <a:ahLst/>
              <a:cxnLst/>
              <a:rect l="l" t="t" r="r" b="b"/>
              <a:pathLst>
                <a:path w="1033779" h="267969" extrusionOk="0">
                  <a:moveTo>
                    <a:pt x="1033272" y="0"/>
                  </a:moveTo>
                  <a:lnTo>
                    <a:pt x="267716" y="0"/>
                  </a:lnTo>
                  <a:lnTo>
                    <a:pt x="0" y="267715"/>
                  </a:lnTo>
                  <a:lnTo>
                    <a:pt x="765556" y="267715"/>
                  </a:lnTo>
                  <a:lnTo>
                    <a:pt x="1033272" y="0"/>
                  </a:lnTo>
                  <a:close/>
                </a:path>
              </a:pathLst>
            </a:custGeom>
            <a:solidFill>
              <a:srgbClr val="FDFC5B">
                <a:alpha val="7176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3" name="Google Shape;1383;p52"/>
            <p:cNvSpPr/>
            <p:nvPr/>
          </p:nvSpPr>
          <p:spPr>
            <a:xfrm>
              <a:off x="5598414" y="2350769"/>
              <a:ext cx="763905" cy="754380"/>
            </a:xfrm>
            <a:custGeom>
              <a:avLst/>
              <a:gdLst/>
              <a:ahLst/>
              <a:cxnLst/>
              <a:rect l="l" t="t" r="r" b="b"/>
              <a:pathLst>
                <a:path w="763904" h="754380" extrusionOk="0">
                  <a:moveTo>
                    <a:pt x="763524" y="0"/>
                  </a:moveTo>
                  <a:lnTo>
                    <a:pt x="0" y="0"/>
                  </a:lnTo>
                  <a:lnTo>
                    <a:pt x="0" y="754379"/>
                  </a:lnTo>
                  <a:lnTo>
                    <a:pt x="763524" y="754379"/>
                  </a:lnTo>
                  <a:lnTo>
                    <a:pt x="763524" y="0"/>
                  </a:lnTo>
                  <a:close/>
                </a:path>
              </a:pathLst>
            </a:custGeom>
            <a:solidFill>
              <a:srgbClr val="FDFB3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4" name="Google Shape;1384;p52"/>
            <p:cNvSpPr/>
            <p:nvPr/>
          </p:nvSpPr>
          <p:spPr>
            <a:xfrm>
              <a:off x="5598414" y="2350769"/>
              <a:ext cx="763905" cy="754380"/>
            </a:xfrm>
            <a:custGeom>
              <a:avLst/>
              <a:gdLst/>
              <a:ahLst/>
              <a:cxnLst/>
              <a:rect l="l" t="t" r="r" b="b"/>
              <a:pathLst>
                <a:path w="763904" h="754380" extrusionOk="0">
                  <a:moveTo>
                    <a:pt x="0" y="754379"/>
                  </a:moveTo>
                  <a:lnTo>
                    <a:pt x="763524" y="754379"/>
                  </a:lnTo>
                  <a:lnTo>
                    <a:pt x="763524" y="0"/>
                  </a:lnTo>
                  <a:lnTo>
                    <a:pt x="0" y="0"/>
                  </a:lnTo>
                  <a:lnTo>
                    <a:pt x="0" y="75437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5" name="Google Shape;1385;p52"/>
            <p:cNvSpPr/>
            <p:nvPr/>
          </p:nvSpPr>
          <p:spPr>
            <a:xfrm>
              <a:off x="5852922" y="2349245"/>
              <a:ext cx="5715" cy="758190"/>
            </a:xfrm>
            <a:custGeom>
              <a:avLst/>
              <a:gdLst/>
              <a:ahLst/>
              <a:cxnLst/>
              <a:rect l="l" t="t" r="r" b="b"/>
              <a:pathLst>
                <a:path w="5714" h="758189" extrusionOk="0">
                  <a:moveTo>
                    <a:pt x="0" y="0"/>
                  </a:moveTo>
                  <a:lnTo>
                    <a:pt x="5334" y="75793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6" name="Google Shape;1386;p52"/>
            <p:cNvSpPr/>
            <p:nvPr/>
          </p:nvSpPr>
          <p:spPr>
            <a:xfrm>
              <a:off x="6101334" y="2349245"/>
              <a:ext cx="5715" cy="758190"/>
            </a:xfrm>
            <a:custGeom>
              <a:avLst/>
              <a:gdLst/>
              <a:ahLst/>
              <a:cxnLst/>
              <a:rect l="l" t="t" r="r" b="b"/>
              <a:pathLst>
                <a:path w="5714" h="758189" extrusionOk="0">
                  <a:moveTo>
                    <a:pt x="0" y="0"/>
                  </a:moveTo>
                  <a:lnTo>
                    <a:pt x="5334" y="75793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7" name="Google Shape;1387;p52"/>
            <p:cNvSpPr/>
            <p:nvPr/>
          </p:nvSpPr>
          <p:spPr>
            <a:xfrm>
              <a:off x="5598414" y="2599181"/>
              <a:ext cx="762635" cy="5715"/>
            </a:xfrm>
            <a:custGeom>
              <a:avLst/>
              <a:gdLst/>
              <a:ahLst/>
              <a:cxnLst/>
              <a:rect l="l" t="t" r="r" b="b"/>
              <a:pathLst>
                <a:path w="762635" h="5714" extrusionOk="0">
                  <a:moveTo>
                    <a:pt x="0" y="5207"/>
                  </a:moveTo>
                  <a:lnTo>
                    <a:pt x="762381"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8" name="Google Shape;1388;p52"/>
            <p:cNvSpPr/>
            <p:nvPr/>
          </p:nvSpPr>
          <p:spPr>
            <a:xfrm>
              <a:off x="5598414" y="2824733"/>
              <a:ext cx="762635" cy="5715"/>
            </a:xfrm>
            <a:custGeom>
              <a:avLst/>
              <a:gdLst/>
              <a:ahLst/>
              <a:cxnLst/>
              <a:rect l="l" t="t" r="r" b="b"/>
              <a:pathLst>
                <a:path w="762635" h="5714" extrusionOk="0">
                  <a:moveTo>
                    <a:pt x="0" y="5207"/>
                  </a:moveTo>
                  <a:lnTo>
                    <a:pt x="762381"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389" name="Google Shape;1389;p52"/>
          <p:cNvSpPr txBox="1"/>
          <p:nvPr/>
        </p:nvSpPr>
        <p:spPr>
          <a:xfrm>
            <a:off x="7256526" y="2442464"/>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grpSp>
        <p:nvGrpSpPr>
          <p:cNvPr id="1390" name="Google Shape;1390;p52"/>
          <p:cNvGrpSpPr/>
          <p:nvPr/>
        </p:nvGrpSpPr>
        <p:grpSpPr>
          <a:xfrm>
            <a:off x="9156954" y="4482465"/>
            <a:ext cx="1656080" cy="1462404"/>
            <a:chOff x="9156954" y="4482465"/>
            <a:chExt cx="1656080" cy="1462404"/>
          </a:xfrm>
        </p:grpSpPr>
        <p:sp>
          <p:nvSpPr>
            <p:cNvPr id="1391" name="Google Shape;1391;p52"/>
            <p:cNvSpPr/>
            <p:nvPr/>
          </p:nvSpPr>
          <p:spPr>
            <a:xfrm>
              <a:off x="9786366" y="4491990"/>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2" name="Google Shape;1392;p52"/>
            <p:cNvSpPr/>
            <p:nvPr/>
          </p:nvSpPr>
          <p:spPr>
            <a:xfrm>
              <a:off x="10658094" y="4747069"/>
              <a:ext cx="154940" cy="504825"/>
            </a:xfrm>
            <a:custGeom>
              <a:avLst/>
              <a:gdLst/>
              <a:ahLst/>
              <a:cxnLst/>
              <a:rect l="l" t="t" r="r" b="b"/>
              <a:pathLst>
                <a:path w="154940" h="504825" extrusionOk="0">
                  <a:moveTo>
                    <a:pt x="0" y="0"/>
                  </a:moveTo>
                  <a:lnTo>
                    <a:pt x="154432" y="0"/>
                  </a:lnTo>
                </a:path>
                <a:path w="154940" h="504825" extrusionOk="0">
                  <a:moveTo>
                    <a:pt x="0" y="252984"/>
                  </a:moveTo>
                  <a:lnTo>
                    <a:pt x="154432" y="252984"/>
                  </a:lnTo>
                </a:path>
                <a:path w="154940" h="504825" extrusionOk="0">
                  <a:moveTo>
                    <a:pt x="0" y="504444"/>
                  </a:moveTo>
                  <a:lnTo>
                    <a:pt x="154432" y="50444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3" name="Google Shape;1393;p52"/>
            <p:cNvSpPr/>
            <p:nvPr/>
          </p:nvSpPr>
          <p:spPr>
            <a:xfrm>
              <a:off x="10042969" y="4482465"/>
              <a:ext cx="502920" cy="110489"/>
            </a:xfrm>
            <a:custGeom>
              <a:avLst/>
              <a:gdLst/>
              <a:ahLst/>
              <a:cxnLst/>
              <a:rect l="l" t="t" r="r" b="b"/>
              <a:pathLst>
                <a:path w="502920" h="110489" extrusionOk="0">
                  <a:moveTo>
                    <a:pt x="0" y="0"/>
                  </a:moveTo>
                  <a:lnTo>
                    <a:pt x="0" y="110109"/>
                  </a:lnTo>
                </a:path>
                <a:path w="502920" h="110489" extrusionOk="0">
                  <a:moveTo>
                    <a:pt x="251459" y="0"/>
                  </a:moveTo>
                  <a:lnTo>
                    <a:pt x="251459" y="110109"/>
                  </a:lnTo>
                </a:path>
                <a:path w="502920" h="110489" extrusionOk="0">
                  <a:moveTo>
                    <a:pt x="502920" y="0"/>
                  </a:moveTo>
                  <a:lnTo>
                    <a:pt x="502920" y="11010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4" name="Google Shape;1394;p52"/>
            <p:cNvSpPr/>
            <p:nvPr/>
          </p:nvSpPr>
          <p:spPr>
            <a:xfrm>
              <a:off x="9641586" y="4592574"/>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5" name="Google Shape;1395;p52"/>
            <p:cNvSpPr/>
            <p:nvPr/>
          </p:nvSpPr>
          <p:spPr>
            <a:xfrm>
              <a:off x="9641586" y="4592574"/>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6" name="Google Shape;1396;p52"/>
            <p:cNvSpPr/>
            <p:nvPr/>
          </p:nvSpPr>
          <p:spPr>
            <a:xfrm>
              <a:off x="10490454" y="4847653"/>
              <a:ext cx="177800" cy="506095"/>
            </a:xfrm>
            <a:custGeom>
              <a:avLst/>
              <a:gdLst/>
              <a:ahLst/>
              <a:cxnLst/>
              <a:rect l="l" t="t" r="r" b="b"/>
              <a:pathLst>
                <a:path w="177800" h="506095" extrusionOk="0">
                  <a:moveTo>
                    <a:pt x="0" y="0"/>
                  </a:moveTo>
                  <a:lnTo>
                    <a:pt x="177291" y="0"/>
                  </a:lnTo>
                </a:path>
                <a:path w="177800" h="506095" extrusionOk="0">
                  <a:moveTo>
                    <a:pt x="0" y="252983"/>
                  </a:moveTo>
                  <a:lnTo>
                    <a:pt x="177291" y="252983"/>
                  </a:lnTo>
                </a:path>
                <a:path w="177800" h="506095" extrusionOk="0">
                  <a:moveTo>
                    <a:pt x="0" y="505967"/>
                  </a:moveTo>
                  <a:lnTo>
                    <a:pt x="177291"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7" name="Google Shape;1397;p52"/>
            <p:cNvSpPr/>
            <p:nvPr/>
          </p:nvSpPr>
          <p:spPr>
            <a:xfrm>
              <a:off x="9898189" y="4583049"/>
              <a:ext cx="502920" cy="127000"/>
            </a:xfrm>
            <a:custGeom>
              <a:avLst/>
              <a:gdLst/>
              <a:ahLst/>
              <a:cxnLst/>
              <a:rect l="l" t="t" r="r" b="b"/>
              <a:pathLst>
                <a:path w="502920" h="127000" extrusionOk="0">
                  <a:moveTo>
                    <a:pt x="0" y="0"/>
                  </a:moveTo>
                  <a:lnTo>
                    <a:pt x="0" y="126873"/>
                  </a:lnTo>
                </a:path>
                <a:path w="502920" h="127000" extrusionOk="0">
                  <a:moveTo>
                    <a:pt x="251459" y="0"/>
                  </a:moveTo>
                  <a:lnTo>
                    <a:pt x="251459" y="126873"/>
                  </a:lnTo>
                </a:path>
                <a:path w="502920" h="127000" extrusionOk="0">
                  <a:moveTo>
                    <a:pt x="502920" y="0"/>
                  </a:moveTo>
                  <a:lnTo>
                    <a:pt x="502920"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8" name="Google Shape;1398;p52"/>
            <p:cNvSpPr/>
            <p:nvPr/>
          </p:nvSpPr>
          <p:spPr>
            <a:xfrm>
              <a:off x="9473946" y="4709922"/>
              <a:ext cx="1016635" cy="1010919"/>
            </a:xfrm>
            <a:custGeom>
              <a:avLst/>
              <a:gdLst/>
              <a:ahLst/>
              <a:cxnLst/>
              <a:rect l="l" t="t" r="r" b="b"/>
              <a:pathLst>
                <a:path w="1016634"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9" name="Google Shape;1399;p52"/>
            <p:cNvSpPr/>
            <p:nvPr/>
          </p:nvSpPr>
          <p:spPr>
            <a:xfrm>
              <a:off x="9473946" y="4709922"/>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0" name="Google Shape;1400;p52"/>
            <p:cNvSpPr/>
            <p:nvPr/>
          </p:nvSpPr>
          <p:spPr>
            <a:xfrm>
              <a:off x="10328910" y="4965001"/>
              <a:ext cx="171450" cy="506095"/>
            </a:xfrm>
            <a:custGeom>
              <a:avLst/>
              <a:gdLst/>
              <a:ahLst/>
              <a:cxnLst/>
              <a:rect l="l" t="t" r="r" b="b"/>
              <a:pathLst>
                <a:path w="171450" h="506095" extrusionOk="0">
                  <a:moveTo>
                    <a:pt x="0" y="0"/>
                  </a:moveTo>
                  <a:lnTo>
                    <a:pt x="171196" y="0"/>
                  </a:lnTo>
                </a:path>
                <a:path w="171450" h="506095" extrusionOk="0">
                  <a:moveTo>
                    <a:pt x="0" y="252984"/>
                  </a:moveTo>
                  <a:lnTo>
                    <a:pt x="171196" y="252984"/>
                  </a:lnTo>
                </a:path>
                <a:path w="171450" h="506095" extrusionOk="0">
                  <a:moveTo>
                    <a:pt x="0" y="505968"/>
                  </a:moveTo>
                  <a:lnTo>
                    <a:pt x="171196"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1" name="Google Shape;1401;p52"/>
            <p:cNvSpPr/>
            <p:nvPr/>
          </p:nvSpPr>
          <p:spPr>
            <a:xfrm>
              <a:off x="9730549" y="4700397"/>
              <a:ext cx="502920" cy="125730"/>
            </a:xfrm>
            <a:custGeom>
              <a:avLst/>
              <a:gdLst/>
              <a:ahLst/>
              <a:cxnLst/>
              <a:rect l="l" t="t" r="r" b="b"/>
              <a:pathLst>
                <a:path w="502920" h="125729" extrusionOk="0">
                  <a:moveTo>
                    <a:pt x="0" y="0"/>
                  </a:moveTo>
                  <a:lnTo>
                    <a:pt x="0" y="125349"/>
                  </a:lnTo>
                </a:path>
                <a:path w="502920" h="125729" extrusionOk="0">
                  <a:moveTo>
                    <a:pt x="251460" y="0"/>
                  </a:moveTo>
                  <a:lnTo>
                    <a:pt x="251460" y="125349"/>
                  </a:lnTo>
                </a:path>
                <a:path w="502920" h="125729" extrusionOk="0">
                  <a:moveTo>
                    <a:pt x="502920" y="0"/>
                  </a:moveTo>
                  <a:lnTo>
                    <a:pt x="502920"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2" name="Google Shape;1402;p52"/>
            <p:cNvSpPr/>
            <p:nvPr/>
          </p:nvSpPr>
          <p:spPr>
            <a:xfrm>
              <a:off x="9312402" y="4825746"/>
              <a:ext cx="1016635" cy="1010919"/>
            </a:xfrm>
            <a:custGeom>
              <a:avLst/>
              <a:gdLst/>
              <a:ahLst/>
              <a:cxnLst/>
              <a:rect l="l" t="t" r="r" b="b"/>
              <a:pathLst>
                <a:path w="1016634"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3" name="Google Shape;1403;p52"/>
            <p:cNvSpPr/>
            <p:nvPr/>
          </p:nvSpPr>
          <p:spPr>
            <a:xfrm>
              <a:off x="9312402" y="4825746"/>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4" name="Google Shape;1404;p52"/>
            <p:cNvSpPr/>
            <p:nvPr/>
          </p:nvSpPr>
          <p:spPr>
            <a:xfrm>
              <a:off x="10173462" y="5080825"/>
              <a:ext cx="165100" cy="253365"/>
            </a:xfrm>
            <a:custGeom>
              <a:avLst/>
              <a:gdLst/>
              <a:ahLst/>
              <a:cxnLst/>
              <a:rect l="l" t="t" r="r" b="b"/>
              <a:pathLst>
                <a:path w="165100" h="253364" extrusionOk="0">
                  <a:moveTo>
                    <a:pt x="0" y="0"/>
                  </a:moveTo>
                  <a:lnTo>
                    <a:pt x="165100" y="0"/>
                  </a:lnTo>
                </a:path>
                <a:path w="165100" h="253364" extrusionOk="0">
                  <a:moveTo>
                    <a:pt x="0" y="252984"/>
                  </a:moveTo>
                  <a:lnTo>
                    <a:pt x="165100"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5" name="Google Shape;1405;p52"/>
            <p:cNvSpPr/>
            <p:nvPr/>
          </p:nvSpPr>
          <p:spPr>
            <a:xfrm>
              <a:off x="10173462" y="5586761"/>
              <a:ext cx="165100" cy="0"/>
            </a:xfrm>
            <a:custGeom>
              <a:avLst/>
              <a:gdLst/>
              <a:ahLst/>
              <a:cxnLst/>
              <a:rect l="l" t="t" r="r" b="b"/>
              <a:pathLst>
                <a:path w="165100" h="120000" extrusionOk="0">
                  <a:moveTo>
                    <a:pt x="0" y="0"/>
                  </a:moveTo>
                  <a:lnTo>
                    <a:pt x="165100" y="0"/>
                  </a:lnTo>
                </a:path>
              </a:pathLst>
            </a:custGeom>
            <a:noFill/>
            <a:ln w="29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6" name="Google Shape;1406;p52"/>
            <p:cNvSpPr/>
            <p:nvPr/>
          </p:nvSpPr>
          <p:spPr>
            <a:xfrm>
              <a:off x="9569005" y="4816221"/>
              <a:ext cx="502920" cy="118110"/>
            </a:xfrm>
            <a:custGeom>
              <a:avLst/>
              <a:gdLst/>
              <a:ahLst/>
              <a:cxnLst/>
              <a:rect l="l" t="t" r="r" b="b"/>
              <a:pathLst>
                <a:path w="502920" h="118110" extrusionOk="0">
                  <a:moveTo>
                    <a:pt x="0" y="0"/>
                  </a:moveTo>
                  <a:lnTo>
                    <a:pt x="0" y="117728"/>
                  </a:lnTo>
                </a:path>
                <a:path w="502920" h="118110" extrusionOk="0">
                  <a:moveTo>
                    <a:pt x="251460" y="0"/>
                  </a:moveTo>
                  <a:lnTo>
                    <a:pt x="251460" y="117728"/>
                  </a:lnTo>
                </a:path>
                <a:path w="502920" h="118110" extrusionOk="0">
                  <a:moveTo>
                    <a:pt x="502920" y="0"/>
                  </a:moveTo>
                  <a:lnTo>
                    <a:pt x="502920"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7" name="Google Shape;1407;p52"/>
            <p:cNvSpPr/>
            <p:nvPr/>
          </p:nvSpPr>
          <p:spPr>
            <a:xfrm>
              <a:off x="9156954" y="4933950"/>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8" name="Google Shape;1408;p52"/>
            <p:cNvSpPr/>
            <p:nvPr/>
          </p:nvSpPr>
          <p:spPr>
            <a:xfrm>
              <a:off x="9156954" y="4933950"/>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9" name="Google Shape;1409;p52"/>
            <p:cNvSpPr/>
            <p:nvPr/>
          </p:nvSpPr>
          <p:spPr>
            <a:xfrm>
              <a:off x="9156954" y="5183886"/>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0" name="Google Shape;1410;p52"/>
            <p:cNvSpPr/>
            <p:nvPr/>
          </p:nvSpPr>
          <p:spPr>
            <a:xfrm>
              <a:off x="9156954" y="5436870"/>
              <a:ext cx="1016635" cy="10795"/>
            </a:xfrm>
            <a:custGeom>
              <a:avLst/>
              <a:gdLst/>
              <a:ahLst/>
              <a:cxnLst/>
              <a:rect l="l" t="t" r="r" b="b"/>
              <a:pathLst>
                <a:path w="1016634"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1" name="Google Shape;1411;p52"/>
            <p:cNvSpPr/>
            <p:nvPr/>
          </p:nvSpPr>
          <p:spPr>
            <a:xfrm>
              <a:off x="9156954" y="5689854"/>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2" name="Google Shape;1412;p52"/>
            <p:cNvSpPr/>
            <p:nvPr/>
          </p:nvSpPr>
          <p:spPr>
            <a:xfrm>
              <a:off x="9409938" y="493395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3" name="Google Shape;1413;p52"/>
            <p:cNvSpPr/>
            <p:nvPr/>
          </p:nvSpPr>
          <p:spPr>
            <a:xfrm>
              <a:off x="9661398" y="493395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4" name="Google Shape;1414;p52"/>
            <p:cNvSpPr/>
            <p:nvPr/>
          </p:nvSpPr>
          <p:spPr>
            <a:xfrm>
              <a:off x="9912858" y="493395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415" name="Google Shape;1415;p52"/>
          <p:cNvGrpSpPr/>
          <p:nvPr/>
        </p:nvGrpSpPr>
        <p:grpSpPr>
          <a:xfrm>
            <a:off x="1730501" y="4421504"/>
            <a:ext cx="1810639" cy="1795653"/>
            <a:chOff x="1730501" y="4421504"/>
            <a:chExt cx="1810639" cy="1795653"/>
          </a:xfrm>
        </p:grpSpPr>
        <p:sp>
          <p:nvSpPr>
            <p:cNvPr id="1416" name="Google Shape;1416;p52"/>
            <p:cNvSpPr/>
            <p:nvPr/>
          </p:nvSpPr>
          <p:spPr>
            <a:xfrm>
              <a:off x="2006346" y="4431029"/>
              <a:ext cx="1524000" cy="1515110"/>
            </a:xfrm>
            <a:custGeom>
              <a:avLst/>
              <a:gdLst/>
              <a:ahLst/>
              <a:cxnLst/>
              <a:rect l="l" t="t" r="r" b="b"/>
              <a:pathLst>
                <a:path w="1524000" h="1515110" extrusionOk="0">
                  <a:moveTo>
                    <a:pt x="1524000" y="0"/>
                  </a:moveTo>
                  <a:lnTo>
                    <a:pt x="0" y="0"/>
                  </a:lnTo>
                  <a:lnTo>
                    <a:pt x="0" y="124968"/>
                  </a:lnTo>
                  <a:lnTo>
                    <a:pt x="0" y="269748"/>
                  </a:lnTo>
                  <a:lnTo>
                    <a:pt x="0" y="1514856"/>
                  </a:lnTo>
                  <a:lnTo>
                    <a:pt x="1524000" y="1514856"/>
                  </a:lnTo>
                  <a:lnTo>
                    <a:pt x="1524000" y="269748"/>
                  </a:lnTo>
                  <a:lnTo>
                    <a:pt x="1524000" y="124968"/>
                  </a:lnTo>
                  <a:lnTo>
                    <a:pt x="1524000"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7" name="Google Shape;1417;p52"/>
            <p:cNvSpPr/>
            <p:nvPr/>
          </p:nvSpPr>
          <p:spPr>
            <a:xfrm>
              <a:off x="2006345" y="4431029"/>
              <a:ext cx="1524000" cy="1515110"/>
            </a:xfrm>
            <a:custGeom>
              <a:avLst/>
              <a:gdLst/>
              <a:ahLst/>
              <a:cxnLst/>
              <a:rect l="l" t="t" r="r" b="b"/>
              <a:pathLst>
                <a:path w="1524000" h="1515110" extrusionOk="0">
                  <a:moveTo>
                    <a:pt x="0" y="1514856"/>
                  </a:moveTo>
                  <a:lnTo>
                    <a:pt x="1524000" y="1514856"/>
                  </a:lnTo>
                  <a:lnTo>
                    <a:pt x="1524000"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8" name="Google Shape;1418;p52"/>
            <p:cNvSpPr/>
            <p:nvPr/>
          </p:nvSpPr>
          <p:spPr>
            <a:xfrm>
              <a:off x="2262060" y="4421504"/>
              <a:ext cx="1019810" cy="134620"/>
            </a:xfrm>
            <a:custGeom>
              <a:avLst/>
              <a:gdLst/>
              <a:ahLst/>
              <a:cxnLst/>
              <a:rect l="l" t="t" r="r" b="b"/>
              <a:pathLst>
                <a:path w="1019810" h="134620" extrusionOk="0">
                  <a:moveTo>
                    <a:pt x="505968" y="0"/>
                  </a:moveTo>
                  <a:lnTo>
                    <a:pt x="505968" y="134493"/>
                  </a:lnTo>
                </a:path>
                <a:path w="1019810" h="134620" extrusionOk="0">
                  <a:moveTo>
                    <a:pt x="763524" y="0"/>
                  </a:moveTo>
                  <a:lnTo>
                    <a:pt x="763524" y="134493"/>
                  </a:lnTo>
                </a:path>
                <a:path w="1019810" h="134620" extrusionOk="0">
                  <a:moveTo>
                    <a:pt x="1019555" y="0"/>
                  </a:moveTo>
                  <a:lnTo>
                    <a:pt x="1019555" y="134493"/>
                  </a:lnTo>
                </a:path>
                <a:path w="1019810" h="134620" extrusionOk="0">
                  <a:moveTo>
                    <a:pt x="249936" y="0"/>
                  </a:moveTo>
                  <a:lnTo>
                    <a:pt x="249936" y="134493"/>
                  </a:lnTo>
                </a:path>
                <a:path w="1019810" h="134620" extrusionOk="0">
                  <a:moveTo>
                    <a:pt x="0" y="0"/>
                  </a:moveTo>
                  <a:lnTo>
                    <a:pt x="0" y="134493"/>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9" name="Google Shape;1419;p52"/>
            <p:cNvSpPr/>
            <p:nvPr/>
          </p:nvSpPr>
          <p:spPr>
            <a:xfrm>
              <a:off x="3408425" y="4685093"/>
              <a:ext cx="132715" cy="759460"/>
            </a:xfrm>
            <a:custGeom>
              <a:avLst/>
              <a:gdLst/>
              <a:ahLst/>
              <a:cxnLst/>
              <a:rect l="l" t="t" r="r" b="b"/>
              <a:pathLst>
                <a:path w="132714" h="759460" extrusionOk="0">
                  <a:moveTo>
                    <a:pt x="0" y="0"/>
                  </a:moveTo>
                  <a:lnTo>
                    <a:pt x="132333" y="0"/>
                  </a:lnTo>
                </a:path>
                <a:path w="132714" h="759460" extrusionOk="0">
                  <a:moveTo>
                    <a:pt x="0" y="252983"/>
                  </a:moveTo>
                  <a:lnTo>
                    <a:pt x="132333" y="252983"/>
                  </a:lnTo>
                </a:path>
                <a:path w="132714" h="759460" extrusionOk="0">
                  <a:moveTo>
                    <a:pt x="0" y="505967"/>
                  </a:moveTo>
                  <a:lnTo>
                    <a:pt x="132333" y="505967"/>
                  </a:lnTo>
                </a:path>
                <a:path w="132714" h="759460" extrusionOk="0">
                  <a:moveTo>
                    <a:pt x="0" y="758951"/>
                  </a:moveTo>
                  <a:lnTo>
                    <a:pt x="132333" y="758951"/>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0" name="Google Shape;1420;p52"/>
            <p:cNvSpPr/>
            <p:nvPr/>
          </p:nvSpPr>
          <p:spPr>
            <a:xfrm>
              <a:off x="3408425" y="5697048"/>
              <a:ext cx="132715" cy="0"/>
            </a:xfrm>
            <a:custGeom>
              <a:avLst/>
              <a:gdLst/>
              <a:ahLst/>
              <a:cxnLst/>
              <a:rect l="l" t="t" r="r" b="b"/>
              <a:pathLst>
                <a:path w="132714" h="120000" extrusionOk="0">
                  <a:moveTo>
                    <a:pt x="0" y="0"/>
                  </a:moveTo>
                  <a:lnTo>
                    <a:pt x="132333" y="0"/>
                  </a:lnTo>
                </a:path>
              </a:pathLst>
            </a:custGeom>
            <a:noFill/>
            <a:ln w="24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1" name="Google Shape;1421;p52"/>
            <p:cNvSpPr/>
            <p:nvPr/>
          </p:nvSpPr>
          <p:spPr>
            <a:xfrm>
              <a:off x="1884426" y="4555997"/>
              <a:ext cx="1524000" cy="1516380"/>
            </a:xfrm>
            <a:custGeom>
              <a:avLst/>
              <a:gdLst/>
              <a:ahLst/>
              <a:cxnLst/>
              <a:rect l="l" t="t" r="r" b="b"/>
              <a:pathLst>
                <a:path w="1524000" h="1516379" extrusionOk="0">
                  <a:moveTo>
                    <a:pt x="1524000" y="0"/>
                  </a:moveTo>
                  <a:lnTo>
                    <a:pt x="0" y="0"/>
                  </a:lnTo>
                  <a:lnTo>
                    <a:pt x="0" y="144780"/>
                  </a:lnTo>
                  <a:lnTo>
                    <a:pt x="0" y="1516380"/>
                  </a:lnTo>
                  <a:lnTo>
                    <a:pt x="1524000" y="1516380"/>
                  </a:lnTo>
                  <a:lnTo>
                    <a:pt x="1524000" y="144780"/>
                  </a:lnTo>
                  <a:lnTo>
                    <a:pt x="152400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2" name="Google Shape;1422;p52"/>
            <p:cNvSpPr/>
            <p:nvPr/>
          </p:nvSpPr>
          <p:spPr>
            <a:xfrm>
              <a:off x="1884425" y="4555997"/>
              <a:ext cx="1524000" cy="1516380"/>
            </a:xfrm>
            <a:custGeom>
              <a:avLst/>
              <a:gdLst/>
              <a:ahLst/>
              <a:cxnLst/>
              <a:rect l="l" t="t" r="r" b="b"/>
              <a:pathLst>
                <a:path w="1524000" h="1516379" extrusionOk="0">
                  <a:moveTo>
                    <a:pt x="0" y="1516380"/>
                  </a:moveTo>
                  <a:lnTo>
                    <a:pt x="1524000" y="1516380"/>
                  </a:lnTo>
                  <a:lnTo>
                    <a:pt x="1524000" y="0"/>
                  </a:lnTo>
                  <a:lnTo>
                    <a:pt x="0" y="0"/>
                  </a:lnTo>
                  <a:lnTo>
                    <a:pt x="0" y="151638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3" name="Google Shape;1423;p52"/>
            <p:cNvSpPr/>
            <p:nvPr/>
          </p:nvSpPr>
          <p:spPr>
            <a:xfrm>
              <a:off x="2141664" y="4546472"/>
              <a:ext cx="1018540" cy="154305"/>
            </a:xfrm>
            <a:custGeom>
              <a:avLst/>
              <a:gdLst/>
              <a:ahLst/>
              <a:cxnLst/>
              <a:rect l="l" t="t" r="r" b="b"/>
              <a:pathLst>
                <a:path w="1018539" h="154304" extrusionOk="0">
                  <a:moveTo>
                    <a:pt x="504444" y="0"/>
                  </a:moveTo>
                  <a:lnTo>
                    <a:pt x="504444" y="154304"/>
                  </a:lnTo>
                </a:path>
                <a:path w="1018539" h="154304" extrusionOk="0">
                  <a:moveTo>
                    <a:pt x="762000" y="0"/>
                  </a:moveTo>
                  <a:lnTo>
                    <a:pt x="762000" y="154304"/>
                  </a:lnTo>
                </a:path>
                <a:path w="1018539" h="154304" extrusionOk="0">
                  <a:moveTo>
                    <a:pt x="1018032" y="0"/>
                  </a:moveTo>
                  <a:lnTo>
                    <a:pt x="1018032" y="154304"/>
                  </a:lnTo>
                </a:path>
                <a:path w="1018539" h="154304" extrusionOk="0">
                  <a:moveTo>
                    <a:pt x="248412" y="0"/>
                  </a:moveTo>
                  <a:lnTo>
                    <a:pt x="248412" y="154304"/>
                  </a:lnTo>
                </a:path>
                <a:path w="1018539" h="154304" extrusionOk="0">
                  <a:moveTo>
                    <a:pt x="0" y="0"/>
                  </a:moveTo>
                  <a:lnTo>
                    <a:pt x="0" y="154304"/>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4" name="Google Shape;1424;p52"/>
            <p:cNvSpPr/>
            <p:nvPr/>
          </p:nvSpPr>
          <p:spPr>
            <a:xfrm>
              <a:off x="3254501" y="4811585"/>
              <a:ext cx="164465" cy="759460"/>
            </a:xfrm>
            <a:custGeom>
              <a:avLst/>
              <a:gdLst/>
              <a:ahLst/>
              <a:cxnLst/>
              <a:rect l="l" t="t" r="r" b="b"/>
              <a:pathLst>
                <a:path w="164464" h="759460" extrusionOk="0">
                  <a:moveTo>
                    <a:pt x="0" y="0"/>
                  </a:moveTo>
                  <a:lnTo>
                    <a:pt x="164337" y="0"/>
                  </a:lnTo>
                </a:path>
                <a:path w="164464" h="759460" extrusionOk="0">
                  <a:moveTo>
                    <a:pt x="0" y="252984"/>
                  </a:moveTo>
                  <a:lnTo>
                    <a:pt x="164337" y="252984"/>
                  </a:lnTo>
                </a:path>
                <a:path w="164464" h="759460" extrusionOk="0">
                  <a:moveTo>
                    <a:pt x="0" y="505967"/>
                  </a:moveTo>
                  <a:lnTo>
                    <a:pt x="164337" y="505967"/>
                  </a:lnTo>
                </a:path>
                <a:path w="164464" h="759460" extrusionOk="0">
                  <a:moveTo>
                    <a:pt x="0" y="758951"/>
                  </a:moveTo>
                  <a:lnTo>
                    <a:pt x="164337" y="758951"/>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5" name="Google Shape;1425;p52"/>
            <p:cNvSpPr/>
            <p:nvPr/>
          </p:nvSpPr>
          <p:spPr>
            <a:xfrm>
              <a:off x="3254501" y="5822016"/>
              <a:ext cx="164465" cy="0"/>
            </a:xfrm>
            <a:custGeom>
              <a:avLst/>
              <a:gdLst/>
              <a:ahLst/>
              <a:cxnLst/>
              <a:rect l="l" t="t" r="r" b="b"/>
              <a:pathLst>
                <a:path w="164464" h="120000" extrusionOk="0">
                  <a:moveTo>
                    <a:pt x="0" y="0"/>
                  </a:moveTo>
                  <a:lnTo>
                    <a:pt x="164337" y="0"/>
                  </a:lnTo>
                </a:path>
              </a:pathLst>
            </a:custGeom>
            <a:noFill/>
            <a:ln w="242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6" name="Google Shape;1426;p52"/>
            <p:cNvSpPr/>
            <p:nvPr/>
          </p:nvSpPr>
          <p:spPr>
            <a:xfrm>
              <a:off x="1730501" y="4700777"/>
              <a:ext cx="1524000" cy="1516380"/>
            </a:xfrm>
            <a:custGeom>
              <a:avLst/>
              <a:gdLst/>
              <a:ahLst/>
              <a:cxnLst/>
              <a:rect l="l" t="t" r="r" b="b"/>
              <a:pathLst>
                <a:path w="1524000" h="1516379" extrusionOk="0">
                  <a:moveTo>
                    <a:pt x="1524000" y="0"/>
                  </a:moveTo>
                  <a:lnTo>
                    <a:pt x="0" y="0"/>
                  </a:lnTo>
                  <a:lnTo>
                    <a:pt x="0" y="1516380"/>
                  </a:lnTo>
                  <a:lnTo>
                    <a:pt x="1524000" y="1516380"/>
                  </a:lnTo>
                  <a:lnTo>
                    <a:pt x="152400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7" name="Google Shape;1427;p52"/>
            <p:cNvSpPr/>
            <p:nvPr/>
          </p:nvSpPr>
          <p:spPr>
            <a:xfrm>
              <a:off x="1730501" y="4700777"/>
              <a:ext cx="1524000" cy="1516380"/>
            </a:xfrm>
            <a:custGeom>
              <a:avLst/>
              <a:gdLst/>
              <a:ahLst/>
              <a:cxnLst/>
              <a:rect l="l" t="t" r="r" b="b"/>
              <a:pathLst>
                <a:path w="1524000" h="1516379" extrusionOk="0">
                  <a:moveTo>
                    <a:pt x="0" y="1516380"/>
                  </a:moveTo>
                  <a:lnTo>
                    <a:pt x="1524000" y="1516380"/>
                  </a:lnTo>
                  <a:lnTo>
                    <a:pt x="1524000" y="0"/>
                  </a:lnTo>
                  <a:lnTo>
                    <a:pt x="0" y="0"/>
                  </a:lnTo>
                  <a:lnTo>
                    <a:pt x="0" y="151638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8" name="Google Shape;1428;p52"/>
            <p:cNvSpPr/>
            <p:nvPr/>
          </p:nvSpPr>
          <p:spPr>
            <a:xfrm>
              <a:off x="2489453"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9" name="Google Shape;1429;p52"/>
            <p:cNvSpPr/>
            <p:nvPr/>
          </p:nvSpPr>
          <p:spPr>
            <a:xfrm>
              <a:off x="2747009"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0" name="Google Shape;1430;p52"/>
            <p:cNvSpPr/>
            <p:nvPr/>
          </p:nvSpPr>
          <p:spPr>
            <a:xfrm>
              <a:off x="3003041"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1" name="Google Shape;1431;p52"/>
            <p:cNvSpPr/>
            <p:nvPr/>
          </p:nvSpPr>
          <p:spPr>
            <a:xfrm>
              <a:off x="2233421"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2" name="Google Shape;1432;p52"/>
            <p:cNvSpPr/>
            <p:nvPr/>
          </p:nvSpPr>
          <p:spPr>
            <a:xfrm>
              <a:off x="1983485" y="4700777"/>
              <a:ext cx="5715" cy="1516380"/>
            </a:xfrm>
            <a:custGeom>
              <a:avLst/>
              <a:gdLst/>
              <a:ahLst/>
              <a:cxnLst/>
              <a:rect l="l" t="t" r="r" b="b"/>
              <a:pathLst>
                <a:path w="5714" h="1516379" extrusionOk="0">
                  <a:moveTo>
                    <a:pt x="0" y="0"/>
                  </a:moveTo>
                  <a:lnTo>
                    <a:pt x="5334" y="151604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3" name="Google Shape;1433;p52"/>
            <p:cNvSpPr/>
            <p:nvPr/>
          </p:nvSpPr>
          <p:spPr>
            <a:xfrm>
              <a:off x="1730501" y="4953761"/>
              <a:ext cx="1525270" cy="5715"/>
            </a:xfrm>
            <a:custGeom>
              <a:avLst/>
              <a:gdLst/>
              <a:ahLst/>
              <a:cxnLst/>
              <a:rect l="l" t="t" r="r" b="b"/>
              <a:pathLst>
                <a:path w="1525270" h="5714" extrusionOk="0">
                  <a:moveTo>
                    <a:pt x="0" y="5333"/>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4" name="Google Shape;1434;p52"/>
            <p:cNvSpPr/>
            <p:nvPr/>
          </p:nvSpPr>
          <p:spPr>
            <a:xfrm>
              <a:off x="1730501" y="5206745"/>
              <a:ext cx="1525270" cy="5715"/>
            </a:xfrm>
            <a:custGeom>
              <a:avLst/>
              <a:gdLst/>
              <a:ahLst/>
              <a:cxnLst/>
              <a:rect l="l" t="t" r="r" b="b"/>
              <a:pathLst>
                <a:path w="1525270" h="5714" extrusionOk="0">
                  <a:moveTo>
                    <a:pt x="0" y="5333"/>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5" name="Google Shape;1435;p52"/>
            <p:cNvSpPr/>
            <p:nvPr/>
          </p:nvSpPr>
          <p:spPr>
            <a:xfrm>
              <a:off x="1730501" y="5458205"/>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6" name="Google Shape;1436;p52"/>
            <p:cNvSpPr/>
            <p:nvPr/>
          </p:nvSpPr>
          <p:spPr>
            <a:xfrm>
              <a:off x="1730501" y="5711189"/>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7" name="Google Shape;1437;p52"/>
            <p:cNvSpPr/>
            <p:nvPr/>
          </p:nvSpPr>
          <p:spPr>
            <a:xfrm>
              <a:off x="1730501" y="5964173"/>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438" name="Google Shape;1438;p52"/>
          <p:cNvSpPr txBox="1"/>
          <p:nvPr/>
        </p:nvSpPr>
        <p:spPr>
          <a:xfrm>
            <a:off x="4074667" y="5036896"/>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439" name="Google Shape;1439;p52"/>
          <p:cNvSpPr txBox="1"/>
          <p:nvPr/>
        </p:nvSpPr>
        <p:spPr>
          <a:xfrm>
            <a:off x="8340343" y="4967985"/>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graphicFrame>
        <p:nvGraphicFramePr>
          <p:cNvPr id="1440" name="Google Shape;1440;p52"/>
          <p:cNvGraphicFramePr/>
          <p:nvPr/>
        </p:nvGraphicFramePr>
        <p:xfrm>
          <a:off x="4636389" y="4598289"/>
          <a:ext cx="1238875" cy="1205875"/>
        </p:xfrm>
        <a:graphic>
          <a:graphicData uri="http://schemas.openxmlformats.org/drawingml/2006/table">
            <a:tbl>
              <a:tblPr firstRow="1" bandRow="1">
                <a:noFill/>
                <a:tableStyleId>{181B52A8-C563-4D04-9740-0A2D32E2DE2C}</a:tableStyleId>
              </a:tblPr>
              <a:tblGrid>
                <a:gridCol w="257175">
                  <a:extLst>
                    <a:ext uri="{9D8B030D-6E8A-4147-A177-3AD203B41FA5}">
                      <a16:colId xmlns:a16="http://schemas.microsoft.com/office/drawing/2014/main" val="20000"/>
                    </a:ext>
                  </a:extLst>
                </a:gridCol>
                <a:gridCol w="242575">
                  <a:extLst>
                    <a:ext uri="{9D8B030D-6E8A-4147-A177-3AD203B41FA5}">
                      <a16:colId xmlns:a16="http://schemas.microsoft.com/office/drawing/2014/main" val="20001"/>
                    </a:ext>
                  </a:extLst>
                </a:gridCol>
                <a:gridCol w="251450">
                  <a:extLst>
                    <a:ext uri="{9D8B030D-6E8A-4147-A177-3AD203B41FA5}">
                      <a16:colId xmlns:a16="http://schemas.microsoft.com/office/drawing/2014/main" val="20002"/>
                    </a:ext>
                  </a:extLst>
                </a:gridCol>
                <a:gridCol w="252725">
                  <a:extLst>
                    <a:ext uri="{9D8B030D-6E8A-4147-A177-3AD203B41FA5}">
                      <a16:colId xmlns:a16="http://schemas.microsoft.com/office/drawing/2014/main" val="20003"/>
                    </a:ext>
                  </a:extLst>
                </a:gridCol>
                <a:gridCol w="234950">
                  <a:extLst>
                    <a:ext uri="{9D8B030D-6E8A-4147-A177-3AD203B41FA5}">
                      <a16:colId xmlns:a16="http://schemas.microsoft.com/office/drawing/2014/main" val="20004"/>
                    </a:ext>
                  </a:extLst>
                </a:gridCol>
              </a:tblGrid>
              <a:tr h="236225">
                <a:tc gridSpan="2">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R w="19050" cap="flat" cmpd="sng">
                      <a:solidFill>
                        <a:srgbClr val="44536A"/>
                      </a:solidFill>
                      <a:prstDash val="solid"/>
                      <a:round/>
                      <a:headEnd type="none" w="sm" len="sm"/>
                      <a:tailEnd type="none" w="sm" len="sm"/>
                    </a:lnR>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9FC5E8"/>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9FC5E8"/>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9FC5E8"/>
                    </a:solidFill>
                  </a:tcPr>
                </a:tc>
                <a:extLst>
                  <a:ext uri="{0D108BD9-81ED-4DB2-BD59-A6C34878D82A}">
                    <a16:rowId xmlns:a16="http://schemas.microsoft.com/office/drawing/2014/main" val="10000"/>
                  </a:ext>
                </a:extLst>
              </a:tr>
              <a:tr h="2330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R w="19050" cap="flat" cmpd="sng">
                      <a:solidFill>
                        <a:srgbClr val="44536A"/>
                      </a:solidFill>
                      <a:prstDash val="solid"/>
                      <a:round/>
                      <a:headEnd type="none" w="sm" len="sm"/>
                      <a:tailEnd type="none" w="sm" len="sm"/>
                    </a:lnR>
                    <a:lnB w="1905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B6D6A8"/>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B6D6A8"/>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B6D6A8"/>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9FC5E8"/>
                    </a:solidFill>
                  </a:tcPr>
                </a:tc>
                <a:extLst>
                  <a:ext uri="{0D108BD9-81ED-4DB2-BD59-A6C34878D82A}">
                    <a16:rowId xmlns:a16="http://schemas.microsoft.com/office/drawing/2014/main" val="10001"/>
                  </a:ext>
                </a:extLst>
              </a:tr>
              <a:tr h="254625">
                <a:tc>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EB9999"/>
                    </a:solidFill>
                  </a:tcPr>
                </a:tc>
                <a:tc>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571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EB9999"/>
                    </a:solidFill>
                  </a:tcPr>
                </a:tc>
                <a:tc>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latin typeface="Times New Roman"/>
                        <a:ea typeface="Times New Roman"/>
                        <a:cs typeface="Times New Roman"/>
                        <a:sym typeface="Times New Roman"/>
                      </a:endParaRPr>
                    </a:p>
                  </a:txBody>
                  <a:tcPr marL="0" marR="0" marT="0" marB="0">
                    <a:lnL w="571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EB9999"/>
                    </a:solidFill>
                  </a:tcPr>
                </a:tc>
                <a:tc>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B6D6A8"/>
                    </a:solidFill>
                  </a:tcPr>
                </a:tc>
                <a:tc>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latin typeface="Times New Roman"/>
                        <a:ea typeface="Times New Roman"/>
                        <a:cs typeface="Times New Roman"/>
                        <a:sym typeface="Times New Roman"/>
                      </a:endParaRPr>
                    </a:p>
                  </a:txBody>
                  <a:tcPr marL="0" marR="0" marT="0" marB="0">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9FC5E8"/>
                    </a:solidFill>
                  </a:tcPr>
                </a:tc>
                <a:extLst>
                  <a:ext uri="{0D108BD9-81ED-4DB2-BD59-A6C34878D82A}">
                    <a16:rowId xmlns:a16="http://schemas.microsoft.com/office/drawing/2014/main" val="10002"/>
                  </a:ext>
                </a:extLst>
              </a:tr>
              <a:tr h="2330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EB9999"/>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57150"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EB9999"/>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571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EB9999"/>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B6D6A8"/>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0" marR="0" marT="0" marB="0">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tcPr>
                </a:tc>
                <a:extLst>
                  <a:ext uri="{0D108BD9-81ED-4DB2-BD59-A6C34878D82A}">
                    <a16:rowId xmlns:a16="http://schemas.microsoft.com/office/drawing/2014/main" val="10003"/>
                  </a:ext>
                </a:extLst>
              </a:tr>
              <a:tr h="248925">
                <a:tc>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EB9999"/>
                    </a:solidFill>
                  </a:tcPr>
                </a:tc>
                <a:tc>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EB9999"/>
                    </a:solidFill>
                  </a:tcPr>
                </a:tc>
                <a:tc>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EB9999"/>
                    </a:solidFill>
                  </a:tcPr>
                </a:tc>
                <a:tc gridSpan="2">
                  <a:txBody>
                    <a:bodyPr/>
                    <a:lstStyle/>
                    <a:p>
                      <a:pPr marL="0" marR="0" lvl="0" indent="0" algn="l" rtl="0">
                        <a:lnSpc>
                          <a:spcPct val="100000"/>
                        </a:lnSpc>
                        <a:spcBef>
                          <a:spcPts val="0"/>
                        </a:spcBef>
                        <a:spcAft>
                          <a:spcPts val="0"/>
                        </a:spcAft>
                        <a:buClr>
                          <a:srgbClr val="000000"/>
                        </a:buClr>
                        <a:buSzPts val="1500"/>
                        <a:buFont typeface="Arial"/>
                        <a:buNone/>
                      </a:pPr>
                      <a:endParaRPr sz="15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T w="19050" cap="flat" cmpd="sng">
                      <a:solidFill>
                        <a:srgbClr val="44536A"/>
                      </a:solidFill>
                      <a:prstDash val="solid"/>
                      <a:round/>
                      <a:headEnd type="none" w="sm" len="sm"/>
                      <a:tailEnd type="none" w="sm" len="sm"/>
                    </a:lnT>
                  </a:tcPr>
                </a:tc>
                <a:tc hMerge="1">
                  <a:txBody>
                    <a:bodyPr/>
                    <a:lstStyle/>
                    <a:p>
                      <a:endParaRPr lang="en-US"/>
                    </a:p>
                  </a:txBody>
                  <a:tcPr/>
                </a:tc>
                <a:extLst>
                  <a:ext uri="{0D108BD9-81ED-4DB2-BD59-A6C34878D82A}">
                    <a16:rowId xmlns:a16="http://schemas.microsoft.com/office/drawing/2014/main" val="10004"/>
                  </a:ext>
                </a:extLst>
              </a:tr>
            </a:tbl>
          </a:graphicData>
        </a:graphic>
      </p:graphicFrame>
      <p:sp>
        <p:nvSpPr>
          <p:cNvPr id="1441" name="Google Shape;1441;p52"/>
          <p:cNvSpPr txBox="1"/>
          <p:nvPr/>
        </p:nvSpPr>
        <p:spPr>
          <a:xfrm>
            <a:off x="6329934" y="5057013"/>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442" name="Google Shape;1442;p52"/>
          <p:cNvSpPr txBox="1"/>
          <p:nvPr/>
        </p:nvSpPr>
        <p:spPr>
          <a:xfrm>
            <a:off x="955954" y="3911600"/>
            <a:ext cx="36169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Depthwise Separable Convolution</a:t>
            </a:r>
            <a:endParaRPr sz="1800" b="0" i="0" u="none" strike="noStrike" cap="none">
              <a:solidFill>
                <a:srgbClr val="000000"/>
              </a:solidFill>
              <a:latin typeface="Cambria"/>
              <a:ea typeface="Cambria"/>
              <a:cs typeface="Cambria"/>
              <a:sym typeface="Cambria"/>
            </a:endParaRPr>
          </a:p>
        </p:txBody>
      </p:sp>
      <p:sp>
        <p:nvSpPr>
          <p:cNvPr id="1443" name="Google Shape;1443;p52"/>
          <p:cNvSpPr txBox="1"/>
          <p:nvPr/>
        </p:nvSpPr>
        <p:spPr>
          <a:xfrm>
            <a:off x="4636389" y="5929071"/>
            <a:ext cx="114744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Depthwise</a:t>
            </a:r>
            <a:endParaRPr sz="1800" b="0" i="0" u="none" strike="noStrike" cap="none">
              <a:solidFill>
                <a:srgbClr val="000000"/>
              </a:solidFill>
              <a:latin typeface="Cambria"/>
              <a:ea typeface="Cambria"/>
              <a:cs typeface="Cambria"/>
              <a:sym typeface="Cambria"/>
            </a:endParaRPr>
          </a:p>
        </p:txBody>
      </p:sp>
      <p:sp>
        <p:nvSpPr>
          <p:cNvPr id="1444" name="Google Shape;1444;p52"/>
          <p:cNvSpPr txBox="1"/>
          <p:nvPr/>
        </p:nvSpPr>
        <p:spPr>
          <a:xfrm>
            <a:off x="6834378" y="5936081"/>
            <a:ext cx="10617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Pointwise</a:t>
            </a:r>
            <a:endParaRPr sz="1800" b="0" i="0" u="none" strike="noStrike" cap="none">
              <a:solidFill>
                <a:srgbClr val="000000"/>
              </a:solidFill>
              <a:latin typeface="Cambria"/>
              <a:ea typeface="Cambria"/>
              <a:cs typeface="Cambria"/>
              <a:sym typeface="Cambria"/>
            </a:endParaRPr>
          </a:p>
        </p:txBody>
      </p:sp>
      <p:grpSp>
        <p:nvGrpSpPr>
          <p:cNvPr id="1445" name="Google Shape;1445;p52"/>
          <p:cNvGrpSpPr/>
          <p:nvPr/>
        </p:nvGrpSpPr>
        <p:grpSpPr>
          <a:xfrm>
            <a:off x="7077456" y="4892040"/>
            <a:ext cx="587121" cy="622300"/>
            <a:chOff x="7077456" y="4892040"/>
            <a:chExt cx="587121" cy="622300"/>
          </a:xfrm>
        </p:grpSpPr>
        <p:sp>
          <p:nvSpPr>
            <p:cNvPr id="1446" name="Google Shape;1446;p52"/>
            <p:cNvSpPr/>
            <p:nvPr/>
          </p:nvSpPr>
          <p:spPr>
            <a:xfrm>
              <a:off x="7416546" y="4903470"/>
              <a:ext cx="239395" cy="260985"/>
            </a:xfrm>
            <a:custGeom>
              <a:avLst/>
              <a:gdLst/>
              <a:ahLst/>
              <a:cxnLst/>
              <a:rect l="l" t="t" r="r" b="b"/>
              <a:pathLst>
                <a:path w="239395" h="260985" extrusionOk="0">
                  <a:moveTo>
                    <a:pt x="239268" y="0"/>
                  </a:moveTo>
                  <a:lnTo>
                    <a:pt x="0" y="0"/>
                  </a:lnTo>
                  <a:lnTo>
                    <a:pt x="0" y="260603"/>
                  </a:lnTo>
                  <a:lnTo>
                    <a:pt x="239268" y="260603"/>
                  </a:lnTo>
                  <a:lnTo>
                    <a:pt x="23926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47" name="Google Shape;1447;p52"/>
            <p:cNvSpPr/>
            <p:nvPr/>
          </p:nvSpPr>
          <p:spPr>
            <a:xfrm>
              <a:off x="7416546" y="4903470"/>
              <a:ext cx="239395" cy="260985"/>
            </a:xfrm>
            <a:custGeom>
              <a:avLst/>
              <a:gdLst/>
              <a:ahLst/>
              <a:cxnLst/>
              <a:rect l="l" t="t" r="r" b="b"/>
              <a:pathLst>
                <a:path w="239395" h="260985" extrusionOk="0">
                  <a:moveTo>
                    <a:pt x="0" y="260603"/>
                  </a:moveTo>
                  <a:lnTo>
                    <a:pt x="239268" y="260603"/>
                  </a:lnTo>
                  <a:lnTo>
                    <a:pt x="239268" y="0"/>
                  </a:lnTo>
                  <a:lnTo>
                    <a:pt x="0" y="0"/>
                  </a:lnTo>
                  <a:lnTo>
                    <a:pt x="0" y="260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48" name="Google Shape;1448;p52"/>
            <p:cNvSpPr/>
            <p:nvPr/>
          </p:nvSpPr>
          <p:spPr>
            <a:xfrm>
              <a:off x="7259574" y="5068062"/>
              <a:ext cx="239395" cy="260985"/>
            </a:xfrm>
            <a:custGeom>
              <a:avLst/>
              <a:gdLst/>
              <a:ahLst/>
              <a:cxnLst/>
              <a:rect l="l" t="t" r="r" b="b"/>
              <a:pathLst>
                <a:path w="239395" h="260985" extrusionOk="0">
                  <a:moveTo>
                    <a:pt x="239268" y="0"/>
                  </a:moveTo>
                  <a:lnTo>
                    <a:pt x="0" y="0"/>
                  </a:lnTo>
                  <a:lnTo>
                    <a:pt x="0" y="260603"/>
                  </a:lnTo>
                  <a:lnTo>
                    <a:pt x="239268" y="260603"/>
                  </a:lnTo>
                  <a:lnTo>
                    <a:pt x="23926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49" name="Google Shape;1449;p52"/>
            <p:cNvSpPr/>
            <p:nvPr/>
          </p:nvSpPr>
          <p:spPr>
            <a:xfrm>
              <a:off x="7259574" y="5068062"/>
              <a:ext cx="239395" cy="260985"/>
            </a:xfrm>
            <a:custGeom>
              <a:avLst/>
              <a:gdLst/>
              <a:ahLst/>
              <a:cxnLst/>
              <a:rect l="l" t="t" r="r" b="b"/>
              <a:pathLst>
                <a:path w="239395" h="260985" extrusionOk="0">
                  <a:moveTo>
                    <a:pt x="0" y="260603"/>
                  </a:moveTo>
                  <a:lnTo>
                    <a:pt x="239268" y="260603"/>
                  </a:lnTo>
                  <a:lnTo>
                    <a:pt x="239268" y="0"/>
                  </a:lnTo>
                  <a:lnTo>
                    <a:pt x="0" y="0"/>
                  </a:lnTo>
                  <a:lnTo>
                    <a:pt x="0" y="260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0" name="Google Shape;1450;p52"/>
            <p:cNvSpPr/>
            <p:nvPr/>
          </p:nvSpPr>
          <p:spPr>
            <a:xfrm>
              <a:off x="7077456" y="5229479"/>
              <a:ext cx="249554" cy="284480"/>
            </a:xfrm>
            <a:custGeom>
              <a:avLst/>
              <a:gdLst/>
              <a:ahLst/>
              <a:cxnLst/>
              <a:rect l="l" t="t" r="r" b="b"/>
              <a:pathLst>
                <a:path w="249554" h="284479" extrusionOk="0">
                  <a:moveTo>
                    <a:pt x="249301" y="283591"/>
                  </a:moveTo>
                  <a:lnTo>
                    <a:pt x="0" y="283591"/>
                  </a:lnTo>
                  <a:lnTo>
                    <a:pt x="0" y="284353"/>
                  </a:lnTo>
                  <a:lnTo>
                    <a:pt x="249301" y="284353"/>
                  </a:lnTo>
                  <a:lnTo>
                    <a:pt x="249301" y="283591"/>
                  </a:lnTo>
                  <a:close/>
                </a:path>
                <a:path w="249554" h="284479" extrusionOk="0">
                  <a:moveTo>
                    <a:pt x="249301" y="0"/>
                  </a:moveTo>
                  <a:lnTo>
                    <a:pt x="0" y="0"/>
                  </a:lnTo>
                  <a:lnTo>
                    <a:pt x="0" y="12319"/>
                  </a:lnTo>
                  <a:lnTo>
                    <a:pt x="249301" y="12319"/>
                  </a:lnTo>
                  <a:lnTo>
                    <a:pt x="249301"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1" name="Google Shape;1451;p52"/>
            <p:cNvSpPr/>
            <p:nvPr/>
          </p:nvSpPr>
          <p:spPr>
            <a:xfrm>
              <a:off x="7326757" y="4892040"/>
              <a:ext cx="337820" cy="622300"/>
            </a:xfrm>
            <a:custGeom>
              <a:avLst/>
              <a:gdLst/>
              <a:ahLst/>
              <a:cxnLst/>
              <a:rect l="l" t="t" r="r" b="b"/>
              <a:pathLst>
                <a:path w="337820" h="622300" extrusionOk="0">
                  <a:moveTo>
                    <a:pt x="337439" y="0"/>
                  </a:moveTo>
                  <a:lnTo>
                    <a:pt x="0" y="337438"/>
                  </a:lnTo>
                  <a:lnTo>
                    <a:pt x="0" y="621791"/>
                  </a:lnTo>
                  <a:lnTo>
                    <a:pt x="337439" y="284352"/>
                  </a:lnTo>
                  <a:lnTo>
                    <a:pt x="337439"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2" name="Google Shape;1452;p52"/>
            <p:cNvSpPr/>
            <p:nvPr/>
          </p:nvSpPr>
          <p:spPr>
            <a:xfrm>
              <a:off x="7077456" y="4892040"/>
              <a:ext cx="586740" cy="337820"/>
            </a:xfrm>
            <a:custGeom>
              <a:avLst/>
              <a:gdLst/>
              <a:ahLst/>
              <a:cxnLst/>
              <a:rect l="l" t="t" r="r" b="b"/>
              <a:pathLst>
                <a:path w="586740" h="337820" extrusionOk="0">
                  <a:moveTo>
                    <a:pt x="586740" y="0"/>
                  </a:moveTo>
                  <a:lnTo>
                    <a:pt x="337439" y="0"/>
                  </a:lnTo>
                  <a:lnTo>
                    <a:pt x="0" y="337438"/>
                  </a:lnTo>
                  <a:lnTo>
                    <a:pt x="249301" y="337438"/>
                  </a:lnTo>
                  <a:lnTo>
                    <a:pt x="586740"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3" name="Google Shape;1453;p52"/>
            <p:cNvSpPr/>
            <p:nvPr/>
          </p:nvSpPr>
          <p:spPr>
            <a:xfrm>
              <a:off x="7078218" y="5241798"/>
              <a:ext cx="253365" cy="271780"/>
            </a:xfrm>
            <a:custGeom>
              <a:avLst/>
              <a:gdLst/>
              <a:ahLst/>
              <a:cxnLst/>
              <a:rect l="l" t="t" r="r" b="b"/>
              <a:pathLst>
                <a:path w="253365" h="271779" extrusionOk="0">
                  <a:moveTo>
                    <a:pt x="252983" y="0"/>
                  </a:moveTo>
                  <a:lnTo>
                    <a:pt x="0" y="0"/>
                  </a:lnTo>
                  <a:lnTo>
                    <a:pt x="0" y="271271"/>
                  </a:lnTo>
                  <a:lnTo>
                    <a:pt x="252983" y="271271"/>
                  </a:lnTo>
                  <a:lnTo>
                    <a:pt x="252983"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4" name="Google Shape;1454;p52"/>
            <p:cNvSpPr/>
            <p:nvPr/>
          </p:nvSpPr>
          <p:spPr>
            <a:xfrm>
              <a:off x="7078218" y="5241798"/>
              <a:ext cx="253365" cy="271780"/>
            </a:xfrm>
            <a:custGeom>
              <a:avLst/>
              <a:gdLst/>
              <a:ahLst/>
              <a:cxnLst/>
              <a:rect l="l" t="t" r="r" b="b"/>
              <a:pathLst>
                <a:path w="253365" h="271779" extrusionOk="0">
                  <a:moveTo>
                    <a:pt x="0" y="271271"/>
                  </a:moveTo>
                  <a:lnTo>
                    <a:pt x="252983" y="271271"/>
                  </a:lnTo>
                  <a:lnTo>
                    <a:pt x="252983" y="0"/>
                  </a:lnTo>
                  <a:lnTo>
                    <a:pt x="0" y="0"/>
                  </a:lnTo>
                  <a:lnTo>
                    <a:pt x="0" y="27127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1455" name="Google Shape;1455;p52"/>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79</a:t>
            </a:fld>
            <a:endParaRPr lang="en-US"/>
          </a:p>
        </p:txBody>
      </p:sp>
      <p:sp>
        <p:nvSpPr>
          <p:cNvPr id="145" name="Google Shape;1671;p54"/>
          <p:cNvSpPr txBox="1"/>
          <p:nvPr/>
        </p:nvSpPr>
        <p:spPr>
          <a:xfrm>
            <a:off x="7846135" y="3554027"/>
            <a:ext cx="16017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dirty="0"/>
              <a:t>4 x 4 x 5</a:t>
            </a:r>
            <a:endParaRPr sz="2300" baseline="-25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Shape 1459"/>
        <p:cNvGrpSpPr/>
        <p:nvPr/>
      </p:nvGrpSpPr>
      <p:grpSpPr>
        <a:xfrm>
          <a:off x="0" y="0"/>
          <a:ext cx="0" cy="0"/>
          <a:chOff x="0" y="0"/>
          <a:chExt cx="0" cy="0"/>
        </a:xfrm>
      </p:grpSpPr>
      <p:sp>
        <p:nvSpPr>
          <p:cNvPr id="1460" name="Google Shape;1460;p53"/>
          <p:cNvSpPr txBox="1">
            <a:spLocks noGrp="1"/>
          </p:cNvSpPr>
          <p:nvPr>
            <p:ph type="title"/>
          </p:nvPr>
        </p:nvSpPr>
        <p:spPr>
          <a:xfrm>
            <a:off x="916939" y="637108"/>
            <a:ext cx="38901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Cost Summary</a:t>
            </a:r>
            <a:endParaRPr sz="4400">
              <a:latin typeface="Arial"/>
              <a:ea typeface="Arial"/>
              <a:cs typeface="Arial"/>
              <a:sym typeface="Arial"/>
            </a:endParaRPr>
          </a:p>
        </p:txBody>
      </p:sp>
      <p:sp>
        <p:nvSpPr>
          <p:cNvPr id="1461" name="Google Shape;1461;p53"/>
          <p:cNvSpPr txBox="1"/>
          <p:nvPr/>
        </p:nvSpPr>
        <p:spPr>
          <a:xfrm>
            <a:off x="628235" y="1819605"/>
            <a:ext cx="8423297" cy="1120820"/>
          </a:xfrm>
          <a:prstGeom prst="rect">
            <a:avLst/>
          </a:prstGeom>
          <a:noFill/>
          <a:ln>
            <a:noFill/>
          </a:ln>
        </p:spPr>
        <p:txBody>
          <a:bodyPr spcFirstLastPara="1" wrap="square" lIns="0" tIns="12700" rIns="0" bIns="0" anchor="t" anchorCtr="0">
            <a:spAutoFit/>
          </a:bodyPr>
          <a:lstStyle/>
          <a:p>
            <a:pPr marL="41275"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mn-lt"/>
                <a:ea typeface="Cambria"/>
                <a:cs typeface="Cambria"/>
                <a:sym typeface="Cambria"/>
              </a:rPr>
              <a:t>Cost of normal convolution: 2160</a:t>
            </a:r>
            <a:endParaRPr sz="2400" b="0" i="0" u="none" strike="noStrike" cap="none" dirty="0">
              <a:solidFill>
                <a:srgbClr val="000000"/>
              </a:solidFill>
              <a:latin typeface="+mn-lt"/>
              <a:ea typeface="Cambria"/>
              <a:cs typeface="Cambria"/>
              <a:sym typeface="Cambria"/>
            </a:endParaRPr>
          </a:p>
          <a:p>
            <a:pPr marL="0" marR="0" lvl="0" indent="0" algn="l" rtl="0">
              <a:lnSpc>
                <a:spcPct val="100000"/>
              </a:lnSpc>
              <a:spcBef>
                <a:spcPts val="45"/>
              </a:spcBef>
              <a:spcAft>
                <a:spcPts val="0"/>
              </a:spcAft>
              <a:buClr>
                <a:srgbClr val="000000"/>
              </a:buClr>
              <a:buSzPts val="1800"/>
              <a:buFont typeface="Arial"/>
              <a:buNone/>
            </a:pPr>
            <a:endParaRPr sz="2400" b="0" i="0" u="none" strike="noStrike" cap="none" dirty="0">
              <a:solidFill>
                <a:srgbClr val="000000"/>
              </a:solidFill>
              <a:latin typeface="+mn-lt"/>
              <a:ea typeface="Cambria"/>
              <a:cs typeface="Cambria"/>
              <a:sym typeface="Cambria"/>
            </a:endParaRPr>
          </a:p>
          <a:p>
            <a:pPr marL="12700" marR="0" lvl="0" indent="0" algn="l" rtl="0">
              <a:lnSpc>
                <a:spcPct val="100000"/>
              </a:lnSpc>
              <a:spcBef>
                <a:spcPts val="0"/>
              </a:spcBef>
              <a:spcAft>
                <a:spcPts val="0"/>
              </a:spcAft>
              <a:buClr>
                <a:srgbClr val="000000"/>
              </a:buClr>
              <a:buSzPts val="1800"/>
              <a:buFont typeface="Arial"/>
              <a:buNone/>
            </a:pPr>
            <a:r>
              <a:rPr lang="en-US" sz="2400" b="0" i="0" u="none" strike="noStrike" cap="none" dirty="0">
                <a:solidFill>
                  <a:srgbClr val="000000"/>
                </a:solidFill>
                <a:latin typeface="+mn-lt"/>
                <a:ea typeface="Cambria"/>
                <a:cs typeface="Cambria"/>
                <a:sym typeface="Cambria"/>
              </a:rPr>
              <a:t>Cost of </a:t>
            </a:r>
            <a:r>
              <a:rPr lang="en-US" sz="2400" b="0" i="0" u="none" strike="noStrike" cap="none" dirty="0" err="1">
                <a:solidFill>
                  <a:srgbClr val="000000"/>
                </a:solidFill>
                <a:latin typeface="+mn-lt"/>
                <a:ea typeface="Cambria"/>
                <a:cs typeface="Cambria"/>
                <a:sym typeface="Cambria"/>
              </a:rPr>
              <a:t>depthwise</a:t>
            </a:r>
            <a:r>
              <a:rPr lang="en-US" sz="2400" b="0" i="0" u="none" strike="noStrike" cap="none" dirty="0">
                <a:solidFill>
                  <a:srgbClr val="000000"/>
                </a:solidFill>
                <a:latin typeface="+mn-lt"/>
                <a:ea typeface="Cambria"/>
                <a:cs typeface="Cambria"/>
                <a:sym typeface="Cambria"/>
              </a:rPr>
              <a:t> separable convolution:</a:t>
            </a:r>
            <a:endParaRPr sz="2400" b="0" i="0" u="none" strike="noStrike" cap="none" dirty="0">
              <a:solidFill>
                <a:srgbClr val="000000"/>
              </a:solidFill>
              <a:latin typeface="+mn-lt"/>
              <a:ea typeface="Cambria"/>
              <a:cs typeface="Cambria"/>
              <a:sym typeface="Cambria"/>
            </a:endParaRPr>
          </a:p>
        </p:txBody>
      </p:sp>
      <p:pic>
        <p:nvPicPr>
          <p:cNvPr id="1474" name="Google Shape;1474;p5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80</a:t>
            </a:fld>
            <a:endParaRPr lang="en-US"/>
          </a:p>
        </p:txBody>
      </p:sp>
      <mc:AlternateContent xmlns:mc="http://schemas.openxmlformats.org/markup-compatibility/2006" xmlns:a14="http://schemas.microsoft.com/office/drawing/2010/main">
        <mc:Choice Requires="a14">
          <p:sp>
            <p:nvSpPr>
              <p:cNvPr id="20" name="TextBox 19"/>
              <p:cNvSpPr txBox="1"/>
              <p:nvPr/>
            </p:nvSpPr>
            <p:spPr>
              <a:xfrm>
                <a:off x="628236" y="2916733"/>
                <a:ext cx="11258964" cy="3623556"/>
              </a:xfrm>
              <a:prstGeom prst="rect">
                <a:avLst/>
              </a:prstGeom>
              <a:noFill/>
            </p:spPr>
            <p:txBody>
              <a:bodyPr wrap="square" rtlCol="0">
                <a:spAutoFit/>
              </a:bodyPr>
              <a:lstStyle/>
              <a:p>
                <a:pPr lvl="1"/>
                <a:r>
                  <a:rPr lang="en-US" sz="2400" dirty="0"/>
                  <a:t>Depthwise	+	pointwise</a:t>
                </a:r>
              </a:p>
              <a:p>
                <a:pPr marL="342900" lvl="1" indent="-342900">
                  <a:buAutoNum type="arabicPlain" startAt="432"/>
                </a:pPr>
                <a:endParaRPr lang="en-US" sz="2400" dirty="0"/>
              </a:p>
              <a:p>
                <a:pPr marL="342900" lvl="1" indent="-342900">
                  <a:buAutoNum type="arabicPlain" startAt="432"/>
                </a:pPr>
                <a:r>
                  <a:rPr lang="en-US" sz="2400" dirty="0"/>
                  <a:t>              + 	240	=	672</a:t>
                </a:r>
              </a:p>
              <a:p>
                <a:pPr marL="342900" indent="-342900">
                  <a:buAutoNum type="arabicPlain" startAt="432"/>
                </a:pPr>
                <a:endParaRPr lang="en-US" sz="2400" dirty="0"/>
              </a:p>
              <a:p>
                <a:r>
                  <a:rPr lang="en-US" sz="2400" dirty="0"/>
                  <a:t>672 / 2160 = 0.31</a:t>
                </a:r>
              </a:p>
              <a:p>
                <a:r>
                  <a:rPr lang="en-US" sz="2400" dirty="0"/>
                  <a:t>This cost ratio is generally proportional to one over the number of output channels plus one over the filter size squared:</a:t>
                </a:r>
              </a:p>
              <a:p>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sSubSup>
                          <m:sSubSupPr>
                            <m:ctrlPr>
                              <a:rPr lang="en-US" sz="2400" i="1" smtClean="0">
                                <a:latin typeface="Cambria Math" panose="02040503050406030204" pitchFamily="18" charset="0"/>
                              </a:rPr>
                            </m:ctrlPr>
                          </m:sSubSupPr>
                          <m:e>
                            <m:r>
                              <a:rPr lang="en-US" sz="2400" b="0" i="1" smtClean="0">
                                <a:latin typeface="Cambria Math" panose="02040503050406030204" pitchFamily="18" charset="0"/>
                              </a:rPr>
                              <m:t>𝑛</m:t>
                            </m:r>
                          </m:e>
                          <m:sub>
                            <m:r>
                              <a:rPr lang="en-US" sz="2400" b="0" i="1" smtClean="0">
                                <a:latin typeface="Cambria Math" panose="02040503050406030204" pitchFamily="18" charset="0"/>
                              </a:rPr>
                              <m:t>𝑐</m:t>
                            </m:r>
                          </m:sub>
                          <m:sup>
                            <m:r>
                              <a:rPr lang="en-US" sz="2400" b="0" i="1" smtClean="0">
                                <a:latin typeface="Cambria Math" panose="02040503050406030204" pitchFamily="18" charset="0"/>
                              </a:rPr>
                              <m:t>′</m:t>
                            </m:r>
                          </m:sup>
                        </m:sSubSup>
                      </m:den>
                    </m:f>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𝑓</m:t>
                            </m:r>
                          </m:e>
                          <m:sup>
                            <m:r>
                              <a:rPr lang="en-US" sz="2400" b="0" i="1" smtClean="0">
                                <a:latin typeface="Cambria Math" panose="02040503050406030204" pitchFamily="18" charset="0"/>
                              </a:rPr>
                              <m:t>2</m:t>
                            </m:r>
                          </m:sup>
                        </m:sSup>
                      </m:den>
                    </m:f>
                  </m:oMath>
                </a14:m>
                <a:r>
                  <a:rPr lang="en-US" sz="2400" dirty="0">
                    <a:latin typeface="+mn-lt"/>
                  </a:rPr>
                  <a:t> =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5</m:t>
                        </m:r>
                      </m:den>
                    </m:f>
                    <m:r>
                      <a:rPr lang="en-US" sz="2400" i="1">
                        <a:latin typeface="Cambria Math" panose="02040503050406030204" pitchFamily="18" charset="0"/>
                      </a:rPr>
                      <m:t>+ </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b="0" i="1" smtClean="0">
                            <a:latin typeface="Cambria Math" panose="02040503050406030204" pitchFamily="18" charset="0"/>
                          </a:rPr>
                          <m:t>9 </m:t>
                        </m:r>
                      </m:den>
                    </m:f>
                    <m:r>
                      <a:rPr lang="en-US" sz="2400" b="0" i="1" smtClean="0">
                        <a:latin typeface="Cambria Math" panose="02040503050406030204" pitchFamily="18" charset="0"/>
                      </a:rPr>
                      <m:t>=0.31</m:t>
                    </m:r>
                  </m:oMath>
                </a14:m>
                <a:endParaRPr lang="en-US" sz="2400" dirty="0">
                  <a:latin typeface="+mn-lt"/>
                </a:endParaRPr>
              </a:p>
              <a:p>
                <a:endParaRPr lang="en-US" sz="2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628236" y="2916733"/>
                <a:ext cx="11258964" cy="3623556"/>
              </a:xfrm>
              <a:prstGeom prst="rect">
                <a:avLst/>
              </a:prstGeom>
              <a:blipFill>
                <a:blip r:embed="rId4"/>
                <a:stretch>
                  <a:fillRect l="-812" t="-1176" r="-1245"/>
                </a:stretch>
              </a:blipFill>
            </p:spPr>
            <p:txBody>
              <a:bodyPr/>
              <a:lstStyle/>
              <a:p>
                <a:r>
                  <a:rPr lang="en-US">
                    <a:noFill/>
                  </a:rPr>
                  <a:t> </a:t>
                </a:r>
              </a:p>
            </p:txBody>
          </p:sp>
        </mc:Fallback>
      </mc:AlternateContent>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Shape 1111"/>
        <p:cNvGrpSpPr/>
        <p:nvPr/>
      </p:nvGrpSpPr>
      <p:grpSpPr>
        <a:xfrm>
          <a:off x="0" y="0"/>
          <a:ext cx="0" cy="0"/>
          <a:chOff x="0" y="0"/>
          <a:chExt cx="0" cy="0"/>
        </a:xfrm>
      </p:grpSpPr>
      <p:sp>
        <p:nvSpPr>
          <p:cNvPr id="1112" name="Google Shape;1112;p49"/>
          <p:cNvSpPr txBox="1">
            <a:spLocks noGrp="1"/>
          </p:cNvSpPr>
          <p:nvPr>
            <p:ph type="title"/>
          </p:nvPr>
        </p:nvSpPr>
        <p:spPr>
          <a:xfrm>
            <a:off x="916939" y="431382"/>
            <a:ext cx="8810100" cy="1260900"/>
          </a:xfrm>
          <a:prstGeom prst="rect">
            <a:avLst/>
          </a:prstGeom>
          <a:noFill/>
          <a:ln>
            <a:noFill/>
          </a:ln>
        </p:spPr>
        <p:txBody>
          <a:bodyPr spcFirstLastPara="1" wrap="square" lIns="0" tIns="21907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Separable Convolution</a:t>
            </a:r>
            <a:endParaRPr sz="4400">
              <a:latin typeface="Arial"/>
              <a:ea typeface="Arial"/>
              <a:cs typeface="Arial"/>
              <a:sym typeface="Arial"/>
            </a:endParaRPr>
          </a:p>
          <a:p>
            <a:pPr marL="51435" lvl="0" indent="0" algn="l" rtl="0">
              <a:lnSpc>
                <a:spcPct val="100000"/>
              </a:lnSpc>
              <a:spcBef>
                <a:spcPts val="665"/>
              </a:spcBef>
              <a:spcAft>
                <a:spcPts val="0"/>
              </a:spcAft>
              <a:buSzPts val="1400"/>
              <a:buNone/>
            </a:pPr>
            <a:r>
              <a:rPr lang="en-US" sz="1800">
                <a:latin typeface="Arial"/>
                <a:ea typeface="Arial"/>
                <a:cs typeface="Arial"/>
                <a:sym typeface="Arial"/>
              </a:rPr>
              <a:t>Depthwise Convolution</a:t>
            </a:r>
            <a:endParaRPr sz="1800">
              <a:latin typeface="Arial"/>
              <a:ea typeface="Arial"/>
              <a:cs typeface="Arial"/>
              <a:sym typeface="Arial"/>
            </a:endParaRPr>
          </a:p>
        </p:txBody>
      </p:sp>
      <p:grpSp>
        <p:nvGrpSpPr>
          <p:cNvPr id="1113" name="Google Shape;1113;p49"/>
          <p:cNvGrpSpPr/>
          <p:nvPr/>
        </p:nvGrpSpPr>
        <p:grpSpPr>
          <a:xfrm>
            <a:off x="8126730" y="2057780"/>
            <a:ext cx="1343406" cy="1244472"/>
            <a:chOff x="8126730" y="2057780"/>
            <a:chExt cx="1343406" cy="1244472"/>
          </a:xfrm>
        </p:grpSpPr>
        <p:sp>
          <p:nvSpPr>
            <p:cNvPr id="1114" name="Google Shape;1114;p49"/>
            <p:cNvSpPr/>
            <p:nvPr/>
          </p:nvSpPr>
          <p:spPr>
            <a:xfrm>
              <a:off x="8443722" y="2067305"/>
              <a:ext cx="1016635" cy="1012190"/>
            </a:xfrm>
            <a:custGeom>
              <a:avLst/>
              <a:gdLst/>
              <a:ahLst/>
              <a:cxnLst/>
              <a:rect l="l" t="t" r="r" b="b"/>
              <a:pathLst>
                <a:path w="1016634" h="1012189" extrusionOk="0">
                  <a:moveTo>
                    <a:pt x="0" y="1011936"/>
                  </a:moveTo>
                  <a:lnTo>
                    <a:pt x="1016507" y="1011936"/>
                  </a:lnTo>
                  <a:lnTo>
                    <a:pt x="1016507" y="0"/>
                  </a:lnTo>
                  <a:lnTo>
                    <a:pt x="0" y="0"/>
                  </a:lnTo>
                  <a:lnTo>
                    <a:pt x="0" y="101193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5" name="Google Shape;1115;p49"/>
            <p:cNvSpPr/>
            <p:nvPr/>
          </p:nvSpPr>
          <p:spPr>
            <a:xfrm>
              <a:off x="9298686" y="2323909"/>
              <a:ext cx="171450" cy="504825"/>
            </a:xfrm>
            <a:custGeom>
              <a:avLst/>
              <a:gdLst/>
              <a:ahLst/>
              <a:cxnLst/>
              <a:rect l="l" t="t" r="r" b="b"/>
              <a:pathLst>
                <a:path w="171450" h="504825" extrusionOk="0">
                  <a:moveTo>
                    <a:pt x="0" y="0"/>
                  </a:moveTo>
                  <a:lnTo>
                    <a:pt x="171196" y="0"/>
                  </a:lnTo>
                </a:path>
                <a:path w="171450" h="504825" extrusionOk="0">
                  <a:moveTo>
                    <a:pt x="0" y="251459"/>
                  </a:moveTo>
                  <a:lnTo>
                    <a:pt x="171196" y="251459"/>
                  </a:lnTo>
                </a:path>
                <a:path w="171450" h="504825" extrusionOk="0">
                  <a:moveTo>
                    <a:pt x="0" y="504444"/>
                  </a:moveTo>
                  <a:lnTo>
                    <a:pt x="171196" y="50444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6" name="Google Shape;1116;p49"/>
            <p:cNvSpPr/>
            <p:nvPr/>
          </p:nvSpPr>
          <p:spPr>
            <a:xfrm>
              <a:off x="8700325" y="2057780"/>
              <a:ext cx="502920" cy="125730"/>
            </a:xfrm>
            <a:custGeom>
              <a:avLst/>
              <a:gdLst/>
              <a:ahLst/>
              <a:cxnLst/>
              <a:rect l="l" t="t" r="r" b="b"/>
              <a:pathLst>
                <a:path w="502920" h="125730" extrusionOk="0">
                  <a:moveTo>
                    <a:pt x="0" y="0"/>
                  </a:moveTo>
                  <a:lnTo>
                    <a:pt x="0" y="125349"/>
                  </a:lnTo>
                </a:path>
                <a:path w="502920" h="125730" extrusionOk="0">
                  <a:moveTo>
                    <a:pt x="251460" y="0"/>
                  </a:moveTo>
                  <a:lnTo>
                    <a:pt x="251460" y="125349"/>
                  </a:lnTo>
                </a:path>
                <a:path w="502920" h="125730" extrusionOk="0">
                  <a:moveTo>
                    <a:pt x="502920" y="0"/>
                  </a:moveTo>
                  <a:lnTo>
                    <a:pt x="502920"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7" name="Google Shape;1117;p49"/>
            <p:cNvSpPr/>
            <p:nvPr/>
          </p:nvSpPr>
          <p:spPr>
            <a:xfrm>
              <a:off x="8282178" y="2183129"/>
              <a:ext cx="1016635" cy="1010919"/>
            </a:xfrm>
            <a:custGeom>
              <a:avLst/>
              <a:gdLst/>
              <a:ahLst/>
              <a:cxnLst/>
              <a:rect l="l" t="t" r="r" b="b"/>
              <a:pathLst>
                <a:path w="1016634" h="1010919"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8" name="Google Shape;1118;p49"/>
            <p:cNvSpPr/>
            <p:nvPr/>
          </p:nvSpPr>
          <p:spPr>
            <a:xfrm>
              <a:off x="8282178" y="2183129"/>
              <a:ext cx="1016635" cy="1010919"/>
            </a:xfrm>
            <a:custGeom>
              <a:avLst/>
              <a:gdLst/>
              <a:ahLst/>
              <a:cxnLst/>
              <a:rect l="l" t="t" r="r" b="b"/>
              <a:pathLst>
                <a:path w="1016634" h="1010919"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19" name="Google Shape;1119;p49"/>
            <p:cNvSpPr/>
            <p:nvPr/>
          </p:nvSpPr>
          <p:spPr>
            <a:xfrm>
              <a:off x="9143238" y="2438209"/>
              <a:ext cx="165100" cy="506095"/>
            </a:xfrm>
            <a:custGeom>
              <a:avLst/>
              <a:gdLst/>
              <a:ahLst/>
              <a:cxnLst/>
              <a:rect l="l" t="t" r="r" b="b"/>
              <a:pathLst>
                <a:path w="165100" h="506094" extrusionOk="0">
                  <a:moveTo>
                    <a:pt x="0" y="0"/>
                  </a:moveTo>
                  <a:lnTo>
                    <a:pt x="165100" y="0"/>
                  </a:lnTo>
                </a:path>
                <a:path w="165100" h="506094" extrusionOk="0">
                  <a:moveTo>
                    <a:pt x="0" y="252983"/>
                  </a:moveTo>
                  <a:lnTo>
                    <a:pt x="165100" y="252983"/>
                  </a:lnTo>
                </a:path>
                <a:path w="165100" h="506094" extrusionOk="0">
                  <a:moveTo>
                    <a:pt x="0" y="505968"/>
                  </a:moveTo>
                  <a:lnTo>
                    <a:pt x="165100"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0" name="Google Shape;1120;p49"/>
            <p:cNvSpPr/>
            <p:nvPr/>
          </p:nvSpPr>
          <p:spPr>
            <a:xfrm>
              <a:off x="8538781" y="2173604"/>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19" y="0"/>
                  </a:moveTo>
                  <a:lnTo>
                    <a:pt x="502919"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1" name="Google Shape;1121;p49"/>
            <p:cNvSpPr/>
            <p:nvPr/>
          </p:nvSpPr>
          <p:spPr>
            <a:xfrm>
              <a:off x="8126730" y="2291333"/>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2" name="Google Shape;1122;p49"/>
            <p:cNvSpPr/>
            <p:nvPr/>
          </p:nvSpPr>
          <p:spPr>
            <a:xfrm>
              <a:off x="8126730" y="2291333"/>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3" name="Google Shape;1123;p49"/>
            <p:cNvSpPr/>
            <p:nvPr/>
          </p:nvSpPr>
          <p:spPr>
            <a:xfrm>
              <a:off x="8126730" y="2541269"/>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4" name="Google Shape;1124;p49"/>
            <p:cNvSpPr/>
            <p:nvPr/>
          </p:nvSpPr>
          <p:spPr>
            <a:xfrm>
              <a:off x="8126730" y="2794254"/>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5" name="Google Shape;1125;p49"/>
            <p:cNvSpPr/>
            <p:nvPr/>
          </p:nvSpPr>
          <p:spPr>
            <a:xfrm>
              <a:off x="8126730" y="3047238"/>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6" name="Google Shape;1126;p49"/>
            <p:cNvSpPr/>
            <p:nvPr/>
          </p:nvSpPr>
          <p:spPr>
            <a:xfrm>
              <a:off x="8378190" y="2291333"/>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7" name="Google Shape;1127;p49"/>
            <p:cNvSpPr/>
            <p:nvPr/>
          </p:nvSpPr>
          <p:spPr>
            <a:xfrm>
              <a:off x="8629650" y="2291333"/>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28" name="Google Shape;1128;p49"/>
            <p:cNvSpPr/>
            <p:nvPr/>
          </p:nvSpPr>
          <p:spPr>
            <a:xfrm>
              <a:off x="8881110" y="2291333"/>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129" name="Google Shape;1129;p49"/>
          <p:cNvGrpSpPr/>
          <p:nvPr/>
        </p:nvGrpSpPr>
        <p:grpSpPr>
          <a:xfrm>
            <a:off x="2474214" y="1896236"/>
            <a:ext cx="1812163" cy="1795653"/>
            <a:chOff x="2474214" y="1896236"/>
            <a:chExt cx="1812163" cy="1795653"/>
          </a:xfrm>
        </p:grpSpPr>
        <p:sp>
          <p:nvSpPr>
            <p:cNvPr id="1130" name="Google Shape;1130;p49"/>
            <p:cNvSpPr/>
            <p:nvPr/>
          </p:nvSpPr>
          <p:spPr>
            <a:xfrm>
              <a:off x="2751582" y="1905761"/>
              <a:ext cx="1524000" cy="1515110"/>
            </a:xfrm>
            <a:custGeom>
              <a:avLst/>
              <a:gdLst/>
              <a:ahLst/>
              <a:cxnLst/>
              <a:rect l="l" t="t" r="r" b="b"/>
              <a:pathLst>
                <a:path w="1524000" h="1515110" extrusionOk="0">
                  <a:moveTo>
                    <a:pt x="1523987" y="0"/>
                  </a:moveTo>
                  <a:lnTo>
                    <a:pt x="0" y="0"/>
                  </a:lnTo>
                  <a:lnTo>
                    <a:pt x="0" y="126492"/>
                  </a:lnTo>
                  <a:lnTo>
                    <a:pt x="0" y="269748"/>
                  </a:lnTo>
                  <a:lnTo>
                    <a:pt x="0" y="1514856"/>
                  </a:lnTo>
                  <a:lnTo>
                    <a:pt x="1523987" y="1514856"/>
                  </a:lnTo>
                  <a:lnTo>
                    <a:pt x="1523987" y="269748"/>
                  </a:lnTo>
                  <a:lnTo>
                    <a:pt x="1523987" y="126492"/>
                  </a:lnTo>
                  <a:lnTo>
                    <a:pt x="1523987"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1" name="Google Shape;1131;p49"/>
            <p:cNvSpPr/>
            <p:nvPr/>
          </p:nvSpPr>
          <p:spPr>
            <a:xfrm>
              <a:off x="2751582" y="1905761"/>
              <a:ext cx="1524000" cy="1515110"/>
            </a:xfrm>
            <a:custGeom>
              <a:avLst/>
              <a:gdLst/>
              <a:ahLst/>
              <a:cxnLst/>
              <a:rect l="l" t="t" r="r" b="b"/>
              <a:pathLst>
                <a:path w="1524000" h="1515110" extrusionOk="0">
                  <a:moveTo>
                    <a:pt x="0" y="1514856"/>
                  </a:moveTo>
                  <a:lnTo>
                    <a:pt x="1523999" y="1514856"/>
                  </a:lnTo>
                  <a:lnTo>
                    <a:pt x="1523999"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2" name="Google Shape;1132;p49"/>
            <p:cNvSpPr/>
            <p:nvPr/>
          </p:nvSpPr>
          <p:spPr>
            <a:xfrm>
              <a:off x="3007296" y="1896236"/>
              <a:ext cx="1019810" cy="136525"/>
            </a:xfrm>
            <a:custGeom>
              <a:avLst/>
              <a:gdLst/>
              <a:ahLst/>
              <a:cxnLst/>
              <a:rect l="l" t="t" r="r" b="b"/>
              <a:pathLst>
                <a:path w="1019810" h="136525" extrusionOk="0">
                  <a:moveTo>
                    <a:pt x="505967" y="0"/>
                  </a:moveTo>
                  <a:lnTo>
                    <a:pt x="505967" y="136016"/>
                  </a:lnTo>
                </a:path>
                <a:path w="1019810" h="136525" extrusionOk="0">
                  <a:moveTo>
                    <a:pt x="763523" y="0"/>
                  </a:moveTo>
                  <a:lnTo>
                    <a:pt x="763523" y="136016"/>
                  </a:lnTo>
                </a:path>
                <a:path w="1019810" h="136525" extrusionOk="0">
                  <a:moveTo>
                    <a:pt x="1019556" y="0"/>
                  </a:moveTo>
                  <a:lnTo>
                    <a:pt x="1019556" y="136016"/>
                  </a:lnTo>
                </a:path>
                <a:path w="1019810" h="136525" extrusionOk="0">
                  <a:moveTo>
                    <a:pt x="249936" y="0"/>
                  </a:moveTo>
                  <a:lnTo>
                    <a:pt x="249936" y="136016"/>
                  </a:lnTo>
                </a:path>
                <a:path w="1019810" h="136525" extrusionOk="0">
                  <a:moveTo>
                    <a:pt x="0" y="0"/>
                  </a:moveTo>
                  <a:lnTo>
                    <a:pt x="0" y="136016"/>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3" name="Google Shape;1133;p49"/>
            <p:cNvSpPr/>
            <p:nvPr/>
          </p:nvSpPr>
          <p:spPr>
            <a:xfrm>
              <a:off x="4153662" y="2159825"/>
              <a:ext cx="132715" cy="1012190"/>
            </a:xfrm>
            <a:custGeom>
              <a:avLst/>
              <a:gdLst/>
              <a:ahLst/>
              <a:cxnLst/>
              <a:rect l="l" t="t" r="r" b="b"/>
              <a:pathLst>
                <a:path w="132714" h="1012189" extrusionOk="0">
                  <a:moveTo>
                    <a:pt x="0" y="0"/>
                  </a:moveTo>
                  <a:lnTo>
                    <a:pt x="132334" y="0"/>
                  </a:lnTo>
                </a:path>
                <a:path w="132714" h="1012189" extrusionOk="0">
                  <a:moveTo>
                    <a:pt x="0" y="252984"/>
                  </a:moveTo>
                  <a:lnTo>
                    <a:pt x="132334" y="252984"/>
                  </a:lnTo>
                </a:path>
                <a:path w="132714" h="1012189" extrusionOk="0">
                  <a:moveTo>
                    <a:pt x="0" y="505968"/>
                  </a:moveTo>
                  <a:lnTo>
                    <a:pt x="132334" y="505968"/>
                  </a:lnTo>
                </a:path>
                <a:path w="132714" h="1012189" extrusionOk="0">
                  <a:moveTo>
                    <a:pt x="0" y="758951"/>
                  </a:moveTo>
                  <a:lnTo>
                    <a:pt x="132334" y="758951"/>
                  </a:lnTo>
                </a:path>
                <a:path w="132714" h="1012189" extrusionOk="0">
                  <a:moveTo>
                    <a:pt x="0" y="1011936"/>
                  </a:moveTo>
                  <a:lnTo>
                    <a:pt x="132334" y="1011936"/>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4" name="Google Shape;1134;p49"/>
            <p:cNvSpPr/>
            <p:nvPr/>
          </p:nvSpPr>
          <p:spPr>
            <a:xfrm>
              <a:off x="2629662" y="2032253"/>
              <a:ext cx="1524000" cy="1515110"/>
            </a:xfrm>
            <a:custGeom>
              <a:avLst/>
              <a:gdLst/>
              <a:ahLst/>
              <a:cxnLst/>
              <a:rect l="l" t="t" r="r" b="b"/>
              <a:pathLst>
                <a:path w="1524000" h="1515110" extrusionOk="0">
                  <a:moveTo>
                    <a:pt x="1524000" y="0"/>
                  </a:moveTo>
                  <a:lnTo>
                    <a:pt x="0" y="0"/>
                  </a:lnTo>
                  <a:lnTo>
                    <a:pt x="0" y="143256"/>
                  </a:lnTo>
                  <a:lnTo>
                    <a:pt x="0" y="1514856"/>
                  </a:lnTo>
                  <a:lnTo>
                    <a:pt x="1524000" y="1514856"/>
                  </a:lnTo>
                  <a:lnTo>
                    <a:pt x="1524000" y="143256"/>
                  </a:lnTo>
                  <a:lnTo>
                    <a:pt x="1524000"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5" name="Google Shape;1135;p49"/>
            <p:cNvSpPr/>
            <p:nvPr/>
          </p:nvSpPr>
          <p:spPr>
            <a:xfrm>
              <a:off x="2629662" y="2032253"/>
              <a:ext cx="1524000" cy="1515110"/>
            </a:xfrm>
            <a:custGeom>
              <a:avLst/>
              <a:gdLst/>
              <a:ahLst/>
              <a:cxnLst/>
              <a:rect l="l" t="t" r="r" b="b"/>
              <a:pathLst>
                <a:path w="1524000" h="1515110" extrusionOk="0">
                  <a:moveTo>
                    <a:pt x="0" y="1514856"/>
                  </a:moveTo>
                  <a:lnTo>
                    <a:pt x="1524000" y="1514856"/>
                  </a:lnTo>
                  <a:lnTo>
                    <a:pt x="1524000"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6" name="Google Shape;1136;p49"/>
            <p:cNvSpPr/>
            <p:nvPr/>
          </p:nvSpPr>
          <p:spPr>
            <a:xfrm>
              <a:off x="2885376" y="2022728"/>
              <a:ext cx="1019810" cy="153035"/>
            </a:xfrm>
            <a:custGeom>
              <a:avLst/>
              <a:gdLst/>
              <a:ahLst/>
              <a:cxnLst/>
              <a:rect l="l" t="t" r="r" b="b"/>
              <a:pathLst>
                <a:path w="1019810" h="153035" extrusionOk="0">
                  <a:moveTo>
                    <a:pt x="505967" y="0"/>
                  </a:moveTo>
                  <a:lnTo>
                    <a:pt x="505967" y="152780"/>
                  </a:lnTo>
                </a:path>
                <a:path w="1019810" h="153035" extrusionOk="0">
                  <a:moveTo>
                    <a:pt x="763524" y="0"/>
                  </a:moveTo>
                  <a:lnTo>
                    <a:pt x="763524" y="152780"/>
                  </a:lnTo>
                </a:path>
                <a:path w="1019810" h="153035" extrusionOk="0">
                  <a:moveTo>
                    <a:pt x="1019556" y="0"/>
                  </a:moveTo>
                  <a:lnTo>
                    <a:pt x="1019556" y="152780"/>
                  </a:lnTo>
                </a:path>
                <a:path w="1019810" h="153035" extrusionOk="0">
                  <a:moveTo>
                    <a:pt x="249936" y="0"/>
                  </a:moveTo>
                  <a:lnTo>
                    <a:pt x="249936" y="152780"/>
                  </a:lnTo>
                </a:path>
                <a:path w="1019810" h="153035" extrusionOk="0">
                  <a:moveTo>
                    <a:pt x="0" y="0"/>
                  </a:moveTo>
                  <a:lnTo>
                    <a:pt x="0" y="152780"/>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7" name="Google Shape;1137;p49"/>
            <p:cNvSpPr/>
            <p:nvPr/>
          </p:nvSpPr>
          <p:spPr>
            <a:xfrm>
              <a:off x="3999738" y="2286317"/>
              <a:ext cx="164465" cy="1012190"/>
            </a:xfrm>
            <a:custGeom>
              <a:avLst/>
              <a:gdLst/>
              <a:ahLst/>
              <a:cxnLst/>
              <a:rect l="l" t="t" r="r" b="b"/>
              <a:pathLst>
                <a:path w="164464" h="1012189" extrusionOk="0">
                  <a:moveTo>
                    <a:pt x="0" y="0"/>
                  </a:moveTo>
                  <a:lnTo>
                    <a:pt x="164337" y="0"/>
                  </a:lnTo>
                </a:path>
                <a:path w="164464" h="1012189" extrusionOk="0">
                  <a:moveTo>
                    <a:pt x="0" y="252983"/>
                  </a:moveTo>
                  <a:lnTo>
                    <a:pt x="164337" y="252983"/>
                  </a:lnTo>
                </a:path>
                <a:path w="164464" h="1012189" extrusionOk="0">
                  <a:moveTo>
                    <a:pt x="0" y="505968"/>
                  </a:moveTo>
                  <a:lnTo>
                    <a:pt x="164337" y="505968"/>
                  </a:lnTo>
                </a:path>
                <a:path w="164464" h="1012189" extrusionOk="0">
                  <a:moveTo>
                    <a:pt x="0" y="758951"/>
                  </a:moveTo>
                  <a:lnTo>
                    <a:pt x="164337" y="758951"/>
                  </a:lnTo>
                </a:path>
                <a:path w="164464" h="1012189" extrusionOk="0">
                  <a:moveTo>
                    <a:pt x="0" y="1011936"/>
                  </a:moveTo>
                  <a:lnTo>
                    <a:pt x="164337" y="1011936"/>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8" name="Google Shape;1138;p49"/>
            <p:cNvSpPr/>
            <p:nvPr/>
          </p:nvSpPr>
          <p:spPr>
            <a:xfrm>
              <a:off x="2474214" y="2175509"/>
              <a:ext cx="1525905" cy="1516380"/>
            </a:xfrm>
            <a:custGeom>
              <a:avLst/>
              <a:gdLst/>
              <a:ahLst/>
              <a:cxnLst/>
              <a:rect l="l" t="t" r="r" b="b"/>
              <a:pathLst>
                <a:path w="1525904" h="1516379" extrusionOk="0">
                  <a:moveTo>
                    <a:pt x="1525524" y="0"/>
                  </a:moveTo>
                  <a:lnTo>
                    <a:pt x="0" y="0"/>
                  </a:lnTo>
                  <a:lnTo>
                    <a:pt x="0" y="1516380"/>
                  </a:lnTo>
                  <a:lnTo>
                    <a:pt x="1525524" y="1516380"/>
                  </a:lnTo>
                  <a:lnTo>
                    <a:pt x="1525524"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39" name="Google Shape;1139;p49"/>
            <p:cNvSpPr/>
            <p:nvPr/>
          </p:nvSpPr>
          <p:spPr>
            <a:xfrm>
              <a:off x="2474214" y="2175509"/>
              <a:ext cx="1525905" cy="1516380"/>
            </a:xfrm>
            <a:custGeom>
              <a:avLst/>
              <a:gdLst/>
              <a:ahLst/>
              <a:cxnLst/>
              <a:rect l="l" t="t" r="r" b="b"/>
              <a:pathLst>
                <a:path w="1525904" h="1516379" extrusionOk="0">
                  <a:moveTo>
                    <a:pt x="0" y="1516380"/>
                  </a:moveTo>
                  <a:lnTo>
                    <a:pt x="1525524" y="1516380"/>
                  </a:lnTo>
                  <a:lnTo>
                    <a:pt x="1525524" y="0"/>
                  </a:lnTo>
                  <a:lnTo>
                    <a:pt x="0" y="0"/>
                  </a:lnTo>
                  <a:lnTo>
                    <a:pt x="0" y="151638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0" name="Google Shape;1140;p49"/>
            <p:cNvSpPr/>
            <p:nvPr/>
          </p:nvSpPr>
          <p:spPr>
            <a:xfrm>
              <a:off x="3234690"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1" name="Google Shape;1141;p49"/>
            <p:cNvSpPr/>
            <p:nvPr/>
          </p:nvSpPr>
          <p:spPr>
            <a:xfrm>
              <a:off x="3490722"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2" name="Google Shape;1142;p49"/>
            <p:cNvSpPr/>
            <p:nvPr/>
          </p:nvSpPr>
          <p:spPr>
            <a:xfrm>
              <a:off x="3748278"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3" name="Google Shape;1143;p49"/>
            <p:cNvSpPr/>
            <p:nvPr/>
          </p:nvSpPr>
          <p:spPr>
            <a:xfrm>
              <a:off x="2977134"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4" name="Google Shape;1144;p49"/>
            <p:cNvSpPr/>
            <p:nvPr/>
          </p:nvSpPr>
          <p:spPr>
            <a:xfrm>
              <a:off x="2728722" y="2175509"/>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5" name="Google Shape;1145;p49"/>
            <p:cNvSpPr/>
            <p:nvPr/>
          </p:nvSpPr>
          <p:spPr>
            <a:xfrm>
              <a:off x="2474214" y="2428493"/>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6" name="Google Shape;1146;p49"/>
            <p:cNvSpPr/>
            <p:nvPr/>
          </p:nvSpPr>
          <p:spPr>
            <a:xfrm>
              <a:off x="2474214" y="2681477"/>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7" name="Google Shape;1147;p49"/>
            <p:cNvSpPr/>
            <p:nvPr/>
          </p:nvSpPr>
          <p:spPr>
            <a:xfrm>
              <a:off x="2474214" y="2932937"/>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8" name="Google Shape;1148;p49"/>
            <p:cNvSpPr/>
            <p:nvPr/>
          </p:nvSpPr>
          <p:spPr>
            <a:xfrm>
              <a:off x="2474214" y="3185922"/>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49" name="Google Shape;1149;p49"/>
            <p:cNvSpPr/>
            <p:nvPr/>
          </p:nvSpPr>
          <p:spPr>
            <a:xfrm>
              <a:off x="2474214" y="3438905"/>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50" name="Google Shape;1150;p49"/>
          <p:cNvSpPr txBox="1"/>
          <p:nvPr/>
        </p:nvSpPr>
        <p:spPr>
          <a:xfrm>
            <a:off x="4836667" y="2494914"/>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151" name="Google Shape;1151;p49"/>
          <p:cNvSpPr txBox="1"/>
          <p:nvPr/>
        </p:nvSpPr>
        <p:spPr>
          <a:xfrm>
            <a:off x="7256526" y="2442464"/>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grpSp>
        <p:nvGrpSpPr>
          <p:cNvPr id="1152" name="Google Shape;1152;p49"/>
          <p:cNvGrpSpPr/>
          <p:nvPr/>
        </p:nvGrpSpPr>
        <p:grpSpPr>
          <a:xfrm>
            <a:off x="5532882" y="2074545"/>
            <a:ext cx="1246632" cy="1223264"/>
            <a:chOff x="5532882" y="2074545"/>
            <a:chExt cx="1246632" cy="1223264"/>
          </a:xfrm>
        </p:grpSpPr>
        <p:sp>
          <p:nvSpPr>
            <p:cNvPr id="1153" name="Google Shape;1153;p49"/>
            <p:cNvSpPr/>
            <p:nvPr/>
          </p:nvSpPr>
          <p:spPr>
            <a:xfrm>
              <a:off x="6022086" y="2087117"/>
              <a:ext cx="748665" cy="749935"/>
            </a:xfrm>
            <a:custGeom>
              <a:avLst/>
              <a:gdLst/>
              <a:ahLst/>
              <a:cxnLst/>
              <a:rect l="l" t="t" r="r" b="b"/>
              <a:pathLst>
                <a:path w="748665" h="749935" extrusionOk="0">
                  <a:moveTo>
                    <a:pt x="748284" y="0"/>
                  </a:moveTo>
                  <a:lnTo>
                    <a:pt x="0" y="0"/>
                  </a:lnTo>
                  <a:lnTo>
                    <a:pt x="0" y="236232"/>
                  </a:lnTo>
                  <a:lnTo>
                    <a:pt x="0" y="449580"/>
                  </a:lnTo>
                  <a:lnTo>
                    <a:pt x="0" y="749808"/>
                  </a:lnTo>
                  <a:lnTo>
                    <a:pt x="748284" y="749808"/>
                  </a:lnTo>
                  <a:lnTo>
                    <a:pt x="748284" y="449580"/>
                  </a:lnTo>
                  <a:lnTo>
                    <a:pt x="748284" y="236232"/>
                  </a:lnTo>
                  <a:lnTo>
                    <a:pt x="748284"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4" name="Google Shape;1154;p49"/>
            <p:cNvSpPr/>
            <p:nvPr/>
          </p:nvSpPr>
          <p:spPr>
            <a:xfrm>
              <a:off x="6022086" y="2087118"/>
              <a:ext cx="748665" cy="749935"/>
            </a:xfrm>
            <a:custGeom>
              <a:avLst/>
              <a:gdLst/>
              <a:ahLst/>
              <a:cxnLst/>
              <a:rect l="l" t="t" r="r" b="b"/>
              <a:pathLst>
                <a:path w="748665" h="749935" extrusionOk="0">
                  <a:moveTo>
                    <a:pt x="0" y="749808"/>
                  </a:moveTo>
                  <a:lnTo>
                    <a:pt x="748284" y="749808"/>
                  </a:lnTo>
                  <a:lnTo>
                    <a:pt x="748284" y="0"/>
                  </a:lnTo>
                  <a:lnTo>
                    <a:pt x="0" y="0"/>
                  </a:lnTo>
                  <a:lnTo>
                    <a:pt x="0" y="7498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5" name="Google Shape;1155;p49"/>
            <p:cNvSpPr/>
            <p:nvPr/>
          </p:nvSpPr>
          <p:spPr>
            <a:xfrm>
              <a:off x="6274625" y="2074545"/>
              <a:ext cx="0" cy="248920"/>
            </a:xfrm>
            <a:custGeom>
              <a:avLst/>
              <a:gdLst/>
              <a:ahLst/>
              <a:cxnLst/>
              <a:rect l="l" t="t" r="r" b="b"/>
              <a:pathLst>
                <a:path w="120000" h="248919" extrusionOk="0">
                  <a:moveTo>
                    <a:pt x="0" y="0"/>
                  </a:moveTo>
                  <a:lnTo>
                    <a:pt x="0" y="248793"/>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6" name="Google Shape;1156;p49"/>
            <p:cNvSpPr/>
            <p:nvPr/>
          </p:nvSpPr>
          <p:spPr>
            <a:xfrm>
              <a:off x="6518465" y="2074545"/>
              <a:ext cx="0" cy="248920"/>
            </a:xfrm>
            <a:custGeom>
              <a:avLst/>
              <a:gdLst/>
              <a:ahLst/>
              <a:cxnLst/>
              <a:rect l="l" t="t" r="r" b="b"/>
              <a:pathLst>
                <a:path w="120000" h="248919" extrusionOk="0">
                  <a:moveTo>
                    <a:pt x="0" y="0"/>
                  </a:moveTo>
                  <a:lnTo>
                    <a:pt x="0" y="248793"/>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7" name="Google Shape;1157;p49"/>
            <p:cNvSpPr/>
            <p:nvPr/>
          </p:nvSpPr>
          <p:spPr>
            <a:xfrm>
              <a:off x="6535674" y="2336609"/>
              <a:ext cx="243840" cy="224154"/>
            </a:xfrm>
            <a:custGeom>
              <a:avLst/>
              <a:gdLst/>
              <a:ahLst/>
              <a:cxnLst/>
              <a:rect l="l" t="t" r="r" b="b"/>
              <a:pathLst>
                <a:path w="243840" h="224155" extrusionOk="0">
                  <a:moveTo>
                    <a:pt x="0" y="0"/>
                  </a:moveTo>
                  <a:lnTo>
                    <a:pt x="243713" y="0"/>
                  </a:lnTo>
                </a:path>
                <a:path w="243840" h="224155" extrusionOk="0">
                  <a:moveTo>
                    <a:pt x="0" y="224027"/>
                  </a:moveTo>
                  <a:lnTo>
                    <a:pt x="243713" y="224027"/>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8" name="Google Shape;1158;p49"/>
            <p:cNvSpPr/>
            <p:nvPr/>
          </p:nvSpPr>
          <p:spPr>
            <a:xfrm>
              <a:off x="5787390" y="2323350"/>
              <a:ext cx="748665" cy="753110"/>
            </a:xfrm>
            <a:custGeom>
              <a:avLst/>
              <a:gdLst/>
              <a:ahLst/>
              <a:cxnLst/>
              <a:rect l="l" t="t" r="r" b="b"/>
              <a:pathLst>
                <a:path w="748665" h="753110" extrusionOk="0">
                  <a:moveTo>
                    <a:pt x="748284" y="0"/>
                  </a:moveTo>
                  <a:lnTo>
                    <a:pt x="0" y="0"/>
                  </a:lnTo>
                  <a:lnTo>
                    <a:pt x="0" y="213347"/>
                  </a:lnTo>
                  <a:lnTo>
                    <a:pt x="0" y="752843"/>
                  </a:lnTo>
                  <a:lnTo>
                    <a:pt x="748284" y="752843"/>
                  </a:lnTo>
                  <a:lnTo>
                    <a:pt x="748284" y="213347"/>
                  </a:lnTo>
                  <a:lnTo>
                    <a:pt x="748284"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9" name="Google Shape;1159;p49"/>
            <p:cNvSpPr/>
            <p:nvPr/>
          </p:nvSpPr>
          <p:spPr>
            <a:xfrm>
              <a:off x="5787390" y="2323338"/>
              <a:ext cx="748665" cy="753110"/>
            </a:xfrm>
            <a:custGeom>
              <a:avLst/>
              <a:gdLst/>
              <a:ahLst/>
              <a:cxnLst/>
              <a:rect l="l" t="t" r="r" b="b"/>
              <a:pathLst>
                <a:path w="748665" h="753110" extrusionOk="0">
                  <a:moveTo>
                    <a:pt x="0" y="752855"/>
                  </a:moveTo>
                  <a:lnTo>
                    <a:pt x="748284" y="752855"/>
                  </a:lnTo>
                  <a:lnTo>
                    <a:pt x="748284" y="0"/>
                  </a:lnTo>
                  <a:lnTo>
                    <a:pt x="0" y="0"/>
                  </a:lnTo>
                  <a:lnTo>
                    <a:pt x="0" y="752855"/>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0" name="Google Shape;1160;p49"/>
            <p:cNvSpPr/>
            <p:nvPr/>
          </p:nvSpPr>
          <p:spPr>
            <a:xfrm>
              <a:off x="6039929" y="2310765"/>
              <a:ext cx="504825" cy="489584"/>
            </a:xfrm>
            <a:custGeom>
              <a:avLst/>
              <a:gdLst/>
              <a:ahLst/>
              <a:cxnLst/>
              <a:rect l="l" t="t" r="r" b="b"/>
              <a:pathLst>
                <a:path w="504825" h="489585" extrusionOk="0">
                  <a:moveTo>
                    <a:pt x="0" y="0"/>
                  </a:moveTo>
                  <a:lnTo>
                    <a:pt x="0" y="225933"/>
                  </a:lnTo>
                </a:path>
                <a:path w="504825" h="489585" extrusionOk="0">
                  <a:moveTo>
                    <a:pt x="243839" y="0"/>
                  </a:moveTo>
                  <a:lnTo>
                    <a:pt x="243839" y="225933"/>
                  </a:lnTo>
                </a:path>
                <a:path w="504825" h="489585" extrusionOk="0">
                  <a:moveTo>
                    <a:pt x="258000" y="263588"/>
                  </a:moveTo>
                  <a:lnTo>
                    <a:pt x="504761" y="263588"/>
                  </a:lnTo>
                </a:path>
                <a:path w="504825" h="489585" extrusionOk="0">
                  <a:moveTo>
                    <a:pt x="258000" y="489140"/>
                  </a:moveTo>
                  <a:lnTo>
                    <a:pt x="504761" y="489140"/>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1" name="Google Shape;1161;p49"/>
            <p:cNvSpPr/>
            <p:nvPr/>
          </p:nvSpPr>
          <p:spPr>
            <a:xfrm>
              <a:off x="5532882" y="2536698"/>
              <a:ext cx="765175" cy="757555"/>
            </a:xfrm>
            <a:custGeom>
              <a:avLst/>
              <a:gdLst/>
              <a:ahLst/>
              <a:cxnLst/>
              <a:rect l="l" t="t" r="r" b="b"/>
              <a:pathLst>
                <a:path w="765175" h="757554" extrusionOk="0">
                  <a:moveTo>
                    <a:pt x="765048" y="0"/>
                  </a:moveTo>
                  <a:lnTo>
                    <a:pt x="0" y="0"/>
                  </a:lnTo>
                  <a:lnTo>
                    <a:pt x="0" y="757427"/>
                  </a:lnTo>
                  <a:lnTo>
                    <a:pt x="765048" y="757427"/>
                  </a:lnTo>
                  <a:lnTo>
                    <a:pt x="765048"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2" name="Google Shape;1162;p49"/>
            <p:cNvSpPr/>
            <p:nvPr/>
          </p:nvSpPr>
          <p:spPr>
            <a:xfrm>
              <a:off x="5532882" y="2536698"/>
              <a:ext cx="765175" cy="757555"/>
            </a:xfrm>
            <a:custGeom>
              <a:avLst/>
              <a:gdLst/>
              <a:ahLst/>
              <a:cxnLst/>
              <a:rect l="l" t="t" r="r" b="b"/>
              <a:pathLst>
                <a:path w="765175" h="757554" extrusionOk="0">
                  <a:moveTo>
                    <a:pt x="0" y="757427"/>
                  </a:moveTo>
                  <a:lnTo>
                    <a:pt x="765048" y="757427"/>
                  </a:lnTo>
                  <a:lnTo>
                    <a:pt x="765048" y="0"/>
                  </a:lnTo>
                  <a:lnTo>
                    <a:pt x="0" y="0"/>
                  </a:lnTo>
                  <a:lnTo>
                    <a:pt x="0" y="757427"/>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3" name="Google Shape;1163;p49"/>
            <p:cNvSpPr/>
            <p:nvPr/>
          </p:nvSpPr>
          <p:spPr>
            <a:xfrm>
              <a:off x="5787390" y="2535174"/>
              <a:ext cx="5715" cy="762635"/>
            </a:xfrm>
            <a:custGeom>
              <a:avLst/>
              <a:gdLst/>
              <a:ahLst/>
              <a:cxnLst/>
              <a:rect l="l" t="t" r="r" b="b"/>
              <a:pathLst>
                <a:path w="5714" h="762635" extrusionOk="0">
                  <a:moveTo>
                    <a:pt x="0" y="0"/>
                  </a:moveTo>
                  <a:lnTo>
                    <a:pt x="5334" y="762127"/>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4" name="Google Shape;1164;p49"/>
            <p:cNvSpPr/>
            <p:nvPr/>
          </p:nvSpPr>
          <p:spPr>
            <a:xfrm>
              <a:off x="6037326" y="2535174"/>
              <a:ext cx="5715" cy="762635"/>
            </a:xfrm>
            <a:custGeom>
              <a:avLst/>
              <a:gdLst/>
              <a:ahLst/>
              <a:cxnLst/>
              <a:rect l="l" t="t" r="r" b="b"/>
              <a:pathLst>
                <a:path w="5714" h="762635" extrusionOk="0">
                  <a:moveTo>
                    <a:pt x="0" y="0"/>
                  </a:moveTo>
                  <a:lnTo>
                    <a:pt x="5334" y="762127"/>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5" name="Google Shape;1165;p49"/>
            <p:cNvSpPr/>
            <p:nvPr/>
          </p:nvSpPr>
          <p:spPr>
            <a:xfrm>
              <a:off x="5532882" y="2786634"/>
              <a:ext cx="765175" cy="5715"/>
            </a:xfrm>
            <a:custGeom>
              <a:avLst/>
              <a:gdLst/>
              <a:ahLst/>
              <a:cxnLst/>
              <a:rect l="l" t="t" r="r" b="b"/>
              <a:pathLst>
                <a:path w="765175" h="5714" extrusionOk="0">
                  <a:moveTo>
                    <a:pt x="0" y="5334"/>
                  </a:moveTo>
                  <a:lnTo>
                    <a:pt x="764794"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6" name="Google Shape;1166;p49"/>
            <p:cNvSpPr/>
            <p:nvPr/>
          </p:nvSpPr>
          <p:spPr>
            <a:xfrm>
              <a:off x="5532882" y="3013710"/>
              <a:ext cx="765175" cy="5715"/>
            </a:xfrm>
            <a:custGeom>
              <a:avLst/>
              <a:gdLst/>
              <a:ahLst/>
              <a:cxnLst/>
              <a:rect l="l" t="t" r="r" b="b"/>
              <a:pathLst>
                <a:path w="765175" h="5714" extrusionOk="0">
                  <a:moveTo>
                    <a:pt x="0" y="5334"/>
                  </a:moveTo>
                  <a:lnTo>
                    <a:pt x="764794"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67" name="Google Shape;1167;p49"/>
          <p:cNvSpPr txBox="1"/>
          <p:nvPr/>
        </p:nvSpPr>
        <p:spPr>
          <a:xfrm>
            <a:off x="955954" y="3911600"/>
            <a:ext cx="24079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Pointwise Convolution</a:t>
            </a:r>
            <a:endParaRPr sz="1800" b="0" i="0" u="none" strike="noStrike" cap="none">
              <a:solidFill>
                <a:srgbClr val="000000"/>
              </a:solidFill>
              <a:latin typeface="Cambria"/>
              <a:ea typeface="Cambria"/>
              <a:cs typeface="Cambria"/>
              <a:sym typeface="Cambria"/>
            </a:endParaRPr>
          </a:p>
        </p:txBody>
      </p:sp>
      <p:grpSp>
        <p:nvGrpSpPr>
          <p:cNvPr id="1168" name="Google Shape;1168;p49"/>
          <p:cNvGrpSpPr/>
          <p:nvPr/>
        </p:nvGrpSpPr>
        <p:grpSpPr>
          <a:xfrm>
            <a:off x="8073390" y="4398645"/>
            <a:ext cx="1656080" cy="1462404"/>
            <a:chOff x="8073390" y="4398645"/>
            <a:chExt cx="1656080" cy="1462404"/>
          </a:xfrm>
        </p:grpSpPr>
        <p:sp>
          <p:nvSpPr>
            <p:cNvPr id="1169" name="Google Shape;1169;p49"/>
            <p:cNvSpPr/>
            <p:nvPr/>
          </p:nvSpPr>
          <p:spPr>
            <a:xfrm>
              <a:off x="8702802" y="4408170"/>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0" name="Google Shape;1170;p49"/>
            <p:cNvSpPr/>
            <p:nvPr/>
          </p:nvSpPr>
          <p:spPr>
            <a:xfrm>
              <a:off x="9574530" y="4663249"/>
              <a:ext cx="154940" cy="506095"/>
            </a:xfrm>
            <a:custGeom>
              <a:avLst/>
              <a:gdLst/>
              <a:ahLst/>
              <a:cxnLst/>
              <a:rect l="l" t="t" r="r" b="b"/>
              <a:pathLst>
                <a:path w="154940" h="506095" extrusionOk="0">
                  <a:moveTo>
                    <a:pt x="0" y="0"/>
                  </a:moveTo>
                  <a:lnTo>
                    <a:pt x="154431" y="0"/>
                  </a:lnTo>
                </a:path>
                <a:path w="154940" h="506095" extrusionOk="0">
                  <a:moveTo>
                    <a:pt x="0" y="252983"/>
                  </a:moveTo>
                  <a:lnTo>
                    <a:pt x="154431" y="252983"/>
                  </a:lnTo>
                </a:path>
                <a:path w="154940" h="506095" extrusionOk="0">
                  <a:moveTo>
                    <a:pt x="0" y="505968"/>
                  </a:moveTo>
                  <a:lnTo>
                    <a:pt x="154431"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1" name="Google Shape;1171;p49"/>
            <p:cNvSpPr/>
            <p:nvPr/>
          </p:nvSpPr>
          <p:spPr>
            <a:xfrm>
              <a:off x="8959405" y="4398645"/>
              <a:ext cx="502920" cy="110489"/>
            </a:xfrm>
            <a:custGeom>
              <a:avLst/>
              <a:gdLst/>
              <a:ahLst/>
              <a:cxnLst/>
              <a:rect l="l" t="t" r="r" b="b"/>
              <a:pathLst>
                <a:path w="502920" h="110489" extrusionOk="0">
                  <a:moveTo>
                    <a:pt x="0" y="0"/>
                  </a:moveTo>
                  <a:lnTo>
                    <a:pt x="0" y="110108"/>
                  </a:lnTo>
                </a:path>
                <a:path w="502920" h="110489" extrusionOk="0">
                  <a:moveTo>
                    <a:pt x="251460" y="0"/>
                  </a:moveTo>
                  <a:lnTo>
                    <a:pt x="251460" y="110108"/>
                  </a:lnTo>
                </a:path>
                <a:path w="502920" h="110489" extrusionOk="0">
                  <a:moveTo>
                    <a:pt x="502920" y="0"/>
                  </a:moveTo>
                  <a:lnTo>
                    <a:pt x="502920" y="11010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2" name="Google Shape;1172;p49"/>
            <p:cNvSpPr/>
            <p:nvPr/>
          </p:nvSpPr>
          <p:spPr>
            <a:xfrm>
              <a:off x="8558022" y="4508754"/>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3" name="Google Shape;1173;p49"/>
            <p:cNvSpPr/>
            <p:nvPr/>
          </p:nvSpPr>
          <p:spPr>
            <a:xfrm>
              <a:off x="8558022" y="4508754"/>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4" name="Google Shape;1174;p49"/>
            <p:cNvSpPr/>
            <p:nvPr/>
          </p:nvSpPr>
          <p:spPr>
            <a:xfrm>
              <a:off x="9406890" y="4763833"/>
              <a:ext cx="177800" cy="506095"/>
            </a:xfrm>
            <a:custGeom>
              <a:avLst/>
              <a:gdLst/>
              <a:ahLst/>
              <a:cxnLst/>
              <a:rect l="l" t="t" r="r" b="b"/>
              <a:pathLst>
                <a:path w="177800" h="506095" extrusionOk="0">
                  <a:moveTo>
                    <a:pt x="0" y="0"/>
                  </a:moveTo>
                  <a:lnTo>
                    <a:pt x="177292" y="0"/>
                  </a:lnTo>
                </a:path>
                <a:path w="177800" h="506095" extrusionOk="0">
                  <a:moveTo>
                    <a:pt x="0" y="252983"/>
                  </a:moveTo>
                  <a:lnTo>
                    <a:pt x="177292" y="252983"/>
                  </a:lnTo>
                </a:path>
                <a:path w="177800" h="506095" extrusionOk="0">
                  <a:moveTo>
                    <a:pt x="0" y="505967"/>
                  </a:moveTo>
                  <a:lnTo>
                    <a:pt x="177292"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5" name="Google Shape;1175;p49"/>
            <p:cNvSpPr/>
            <p:nvPr/>
          </p:nvSpPr>
          <p:spPr>
            <a:xfrm>
              <a:off x="8814625" y="4499229"/>
              <a:ext cx="502920" cy="127000"/>
            </a:xfrm>
            <a:custGeom>
              <a:avLst/>
              <a:gdLst/>
              <a:ahLst/>
              <a:cxnLst/>
              <a:rect l="l" t="t" r="r" b="b"/>
              <a:pathLst>
                <a:path w="502920" h="127000" extrusionOk="0">
                  <a:moveTo>
                    <a:pt x="0" y="0"/>
                  </a:moveTo>
                  <a:lnTo>
                    <a:pt x="0" y="126873"/>
                  </a:lnTo>
                </a:path>
                <a:path w="502920" h="127000" extrusionOk="0">
                  <a:moveTo>
                    <a:pt x="251460" y="0"/>
                  </a:moveTo>
                  <a:lnTo>
                    <a:pt x="251460" y="126873"/>
                  </a:lnTo>
                </a:path>
                <a:path w="502920" h="127000" extrusionOk="0">
                  <a:moveTo>
                    <a:pt x="502920" y="0"/>
                  </a:moveTo>
                  <a:lnTo>
                    <a:pt x="502920"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6" name="Google Shape;1176;p49"/>
            <p:cNvSpPr/>
            <p:nvPr/>
          </p:nvSpPr>
          <p:spPr>
            <a:xfrm>
              <a:off x="8390382" y="4626102"/>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7" name="Google Shape;1177;p49"/>
            <p:cNvSpPr/>
            <p:nvPr/>
          </p:nvSpPr>
          <p:spPr>
            <a:xfrm>
              <a:off x="8390382" y="4626102"/>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8" name="Google Shape;1178;p49"/>
            <p:cNvSpPr/>
            <p:nvPr/>
          </p:nvSpPr>
          <p:spPr>
            <a:xfrm>
              <a:off x="9245346" y="4881181"/>
              <a:ext cx="171450" cy="506095"/>
            </a:xfrm>
            <a:custGeom>
              <a:avLst/>
              <a:gdLst/>
              <a:ahLst/>
              <a:cxnLst/>
              <a:rect l="l" t="t" r="r" b="b"/>
              <a:pathLst>
                <a:path w="171450" h="506095" extrusionOk="0">
                  <a:moveTo>
                    <a:pt x="0" y="0"/>
                  </a:moveTo>
                  <a:lnTo>
                    <a:pt x="171195" y="0"/>
                  </a:lnTo>
                </a:path>
                <a:path w="171450" h="506095" extrusionOk="0">
                  <a:moveTo>
                    <a:pt x="0" y="252983"/>
                  </a:moveTo>
                  <a:lnTo>
                    <a:pt x="171195" y="252983"/>
                  </a:lnTo>
                </a:path>
                <a:path w="171450" h="506095" extrusionOk="0">
                  <a:moveTo>
                    <a:pt x="0" y="505967"/>
                  </a:moveTo>
                  <a:lnTo>
                    <a:pt x="171195"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79" name="Google Shape;1179;p49"/>
            <p:cNvSpPr/>
            <p:nvPr/>
          </p:nvSpPr>
          <p:spPr>
            <a:xfrm>
              <a:off x="8646985" y="4616577"/>
              <a:ext cx="502920" cy="125730"/>
            </a:xfrm>
            <a:custGeom>
              <a:avLst/>
              <a:gdLst/>
              <a:ahLst/>
              <a:cxnLst/>
              <a:rect l="l" t="t" r="r" b="b"/>
              <a:pathLst>
                <a:path w="502920" h="125729" extrusionOk="0">
                  <a:moveTo>
                    <a:pt x="0" y="0"/>
                  </a:moveTo>
                  <a:lnTo>
                    <a:pt x="0" y="125349"/>
                  </a:lnTo>
                </a:path>
                <a:path w="502920" h="125729" extrusionOk="0">
                  <a:moveTo>
                    <a:pt x="251459" y="0"/>
                  </a:moveTo>
                  <a:lnTo>
                    <a:pt x="251459" y="125349"/>
                  </a:lnTo>
                </a:path>
                <a:path w="502920" h="125729" extrusionOk="0">
                  <a:moveTo>
                    <a:pt x="502919" y="0"/>
                  </a:moveTo>
                  <a:lnTo>
                    <a:pt x="502919"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0" name="Google Shape;1180;p49"/>
            <p:cNvSpPr/>
            <p:nvPr/>
          </p:nvSpPr>
          <p:spPr>
            <a:xfrm>
              <a:off x="8228838" y="4741926"/>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1" name="Google Shape;1181;p49"/>
            <p:cNvSpPr/>
            <p:nvPr/>
          </p:nvSpPr>
          <p:spPr>
            <a:xfrm>
              <a:off x="8228838" y="4741926"/>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2" name="Google Shape;1182;p49"/>
            <p:cNvSpPr/>
            <p:nvPr/>
          </p:nvSpPr>
          <p:spPr>
            <a:xfrm>
              <a:off x="9091422" y="4997005"/>
              <a:ext cx="163830" cy="506095"/>
            </a:xfrm>
            <a:custGeom>
              <a:avLst/>
              <a:gdLst/>
              <a:ahLst/>
              <a:cxnLst/>
              <a:rect l="l" t="t" r="r" b="b"/>
              <a:pathLst>
                <a:path w="163829" h="506095" extrusionOk="0">
                  <a:moveTo>
                    <a:pt x="0" y="0"/>
                  </a:moveTo>
                  <a:lnTo>
                    <a:pt x="163575" y="0"/>
                  </a:lnTo>
                </a:path>
                <a:path w="163829" h="506095" extrusionOk="0">
                  <a:moveTo>
                    <a:pt x="0" y="252983"/>
                  </a:moveTo>
                  <a:lnTo>
                    <a:pt x="163575" y="252983"/>
                  </a:lnTo>
                </a:path>
                <a:path w="163829" h="506095" extrusionOk="0">
                  <a:moveTo>
                    <a:pt x="0" y="505967"/>
                  </a:moveTo>
                  <a:lnTo>
                    <a:pt x="163575"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3" name="Google Shape;1183;p49"/>
            <p:cNvSpPr/>
            <p:nvPr/>
          </p:nvSpPr>
          <p:spPr>
            <a:xfrm>
              <a:off x="8485441" y="4732401"/>
              <a:ext cx="502920" cy="118110"/>
            </a:xfrm>
            <a:custGeom>
              <a:avLst/>
              <a:gdLst/>
              <a:ahLst/>
              <a:cxnLst/>
              <a:rect l="l" t="t" r="r" b="b"/>
              <a:pathLst>
                <a:path w="502920" h="118110" extrusionOk="0">
                  <a:moveTo>
                    <a:pt x="0" y="0"/>
                  </a:moveTo>
                  <a:lnTo>
                    <a:pt x="0" y="117728"/>
                  </a:lnTo>
                </a:path>
                <a:path w="502920" h="118110" extrusionOk="0">
                  <a:moveTo>
                    <a:pt x="251459" y="0"/>
                  </a:moveTo>
                  <a:lnTo>
                    <a:pt x="251459" y="117728"/>
                  </a:lnTo>
                </a:path>
                <a:path w="502920" h="118110" extrusionOk="0">
                  <a:moveTo>
                    <a:pt x="502920" y="0"/>
                  </a:moveTo>
                  <a:lnTo>
                    <a:pt x="502920"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4" name="Google Shape;1184;p49"/>
            <p:cNvSpPr/>
            <p:nvPr/>
          </p:nvSpPr>
          <p:spPr>
            <a:xfrm>
              <a:off x="8073390" y="4850130"/>
              <a:ext cx="1018540" cy="1010919"/>
            </a:xfrm>
            <a:custGeom>
              <a:avLst/>
              <a:gdLst/>
              <a:ahLst/>
              <a:cxnLst/>
              <a:rect l="l" t="t" r="r" b="b"/>
              <a:pathLst>
                <a:path w="1018540" h="1010920" extrusionOk="0">
                  <a:moveTo>
                    <a:pt x="1018031" y="0"/>
                  </a:moveTo>
                  <a:lnTo>
                    <a:pt x="0" y="0"/>
                  </a:lnTo>
                  <a:lnTo>
                    <a:pt x="0" y="1010412"/>
                  </a:lnTo>
                  <a:lnTo>
                    <a:pt x="1018031" y="1010412"/>
                  </a:lnTo>
                  <a:lnTo>
                    <a:pt x="1018031"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5" name="Google Shape;1185;p49"/>
            <p:cNvSpPr/>
            <p:nvPr/>
          </p:nvSpPr>
          <p:spPr>
            <a:xfrm>
              <a:off x="8073390" y="4850130"/>
              <a:ext cx="1018540" cy="1010919"/>
            </a:xfrm>
            <a:custGeom>
              <a:avLst/>
              <a:gdLst/>
              <a:ahLst/>
              <a:cxnLst/>
              <a:rect l="l" t="t" r="r" b="b"/>
              <a:pathLst>
                <a:path w="1018540" h="1010920" extrusionOk="0">
                  <a:moveTo>
                    <a:pt x="0" y="1010412"/>
                  </a:moveTo>
                  <a:lnTo>
                    <a:pt x="1018031" y="1010412"/>
                  </a:lnTo>
                  <a:lnTo>
                    <a:pt x="1018031"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6" name="Google Shape;1186;p49"/>
            <p:cNvSpPr/>
            <p:nvPr/>
          </p:nvSpPr>
          <p:spPr>
            <a:xfrm>
              <a:off x="8073390" y="5100066"/>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7" name="Google Shape;1187;p49"/>
            <p:cNvSpPr/>
            <p:nvPr/>
          </p:nvSpPr>
          <p:spPr>
            <a:xfrm>
              <a:off x="8074914" y="5353050"/>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8" name="Google Shape;1188;p49"/>
            <p:cNvSpPr/>
            <p:nvPr/>
          </p:nvSpPr>
          <p:spPr>
            <a:xfrm>
              <a:off x="8073390" y="5606034"/>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9" name="Google Shape;1189;p49"/>
            <p:cNvSpPr/>
            <p:nvPr/>
          </p:nvSpPr>
          <p:spPr>
            <a:xfrm>
              <a:off x="8326374" y="485013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0" name="Google Shape;1190;p49"/>
            <p:cNvSpPr/>
            <p:nvPr/>
          </p:nvSpPr>
          <p:spPr>
            <a:xfrm>
              <a:off x="8577834" y="485013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1" name="Google Shape;1191;p49"/>
            <p:cNvSpPr/>
            <p:nvPr/>
          </p:nvSpPr>
          <p:spPr>
            <a:xfrm>
              <a:off x="8829294" y="4850130"/>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92" name="Google Shape;1192;p49"/>
          <p:cNvSpPr txBox="1"/>
          <p:nvPr/>
        </p:nvSpPr>
        <p:spPr>
          <a:xfrm>
            <a:off x="4836921" y="4936312"/>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193" name="Google Shape;1193;p49"/>
          <p:cNvSpPr txBox="1"/>
          <p:nvPr/>
        </p:nvSpPr>
        <p:spPr>
          <a:xfrm>
            <a:off x="7257033" y="4884546"/>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grpSp>
        <p:nvGrpSpPr>
          <p:cNvPr id="1194" name="Google Shape;1194;p49"/>
          <p:cNvGrpSpPr/>
          <p:nvPr/>
        </p:nvGrpSpPr>
        <p:grpSpPr>
          <a:xfrm>
            <a:off x="2696717" y="4564760"/>
            <a:ext cx="1343216" cy="1244472"/>
            <a:chOff x="2696717" y="4564760"/>
            <a:chExt cx="1343216" cy="1244472"/>
          </a:xfrm>
        </p:grpSpPr>
        <p:sp>
          <p:nvSpPr>
            <p:cNvPr id="1195" name="Google Shape;1195;p49"/>
            <p:cNvSpPr/>
            <p:nvPr/>
          </p:nvSpPr>
          <p:spPr>
            <a:xfrm>
              <a:off x="3013709" y="4574285"/>
              <a:ext cx="1016635" cy="1010919"/>
            </a:xfrm>
            <a:custGeom>
              <a:avLst/>
              <a:gdLst/>
              <a:ahLst/>
              <a:cxnLst/>
              <a:rect l="l" t="t" r="r" b="b"/>
              <a:pathLst>
                <a:path w="1016635" h="1010920" extrusionOk="0">
                  <a:moveTo>
                    <a:pt x="0" y="1010411"/>
                  </a:moveTo>
                  <a:lnTo>
                    <a:pt x="1016508" y="1010411"/>
                  </a:lnTo>
                  <a:lnTo>
                    <a:pt x="1016508" y="0"/>
                  </a:lnTo>
                  <a:lnTo>
                    <a:pt x="0" y="0"/>
                  </a:lnTo>
                  <a:lnTo>
                    <a:pt x="0" y="1010411"/>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6" name="Google Shape;1196;p49"/>
            <p:cNvSpPr/>
            <p:nvPr/>
          </p:nvSpPr>
          <p:spPr>
            <a:xfrm>
              <a:off x="3270313" y="4564760"/>
              <a:ext cx="769620" cy="770890"/>
            </a:xfrm>
            <a:custGeom>
              <a:avLst/>
              <a:gdLst/>
              <a:ahLst/>
              <a:cxnLst/>
              <a:rect l="l" t="t" r="r" b="b"/>
              <a:pathLst>
                <a:path w="769620" h="770889" extrusionOk="0">
                  <a:moveTo>
                    <a:pt x="598360" y="264604"/>
                  </a:moveTo>
                  <a:lnTo>
                    <a:pt x="769556" y="264604"/>
                  </a:lnTo>
                </a:path>
                <a:path w="769620" h="770889" extrusionOk="0">
                  <a:moveTo>
                    <a:pt x="598360" y="517588"/>
                  </a:moveTo>
                  <a:lnTo>
                    <a:pt x="769556" y="517588"/>
                  </a:lnTo>
                </a:path>
                <a:path w="769620" h="770889" extrusionOk="0">
                  <a:moveTo>
                    <a:pt x="598360" y="770572"/>
                  </a:moveTo>
                  <a:lnTo>
                    <a:pt x="769556" y="770572"/>
                  </a:lnTo>
                </a:path>
                <a:path w="769620" h="770889" extrusionOk="0">
                  <a:moveTo>
                    <a:pt x="0" y="0"/>
                  </a:moveTo>
                  <a:lnTo>
                    <a:pt x="0" y="125349"/>
                  </a:lnTo>
                </a:path>
                <a:path w="769620" h="770889" extrusionOk="0">
                  <a:moveTo>
                    <a:pt x="251459" y="0"/>
                  </a:moveTo>
                  <a:lnTo>
                    <a:pt x="251459" y="125349"/>
                  </a:lnTo>
                </a:path>
                <a:path w="769620" h="770889" extrusionOk="0">
                  <a:moveTo>
                    <a:pt x="502920" y="0"/>
                  </a:moveTo>
                  <a:lnTo>
                    <a:pt x="502920"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7" name="Google Shape;1197;p49"/>
            <p:cNvSpPr/>
            <p:nvPr/>
          </p:nvSpPr>
          <p:spPr>
            <a:xfrm>
              <a:off x="2852165" y="4690109"/>
              <a:ext cx="1016635" cy="1010919"/>
            </a:xfrm>
            <a:custGeom>
              <a:avLst/>
              <a:gdLst/>
              <a:ahLst/>
              <a:cxnLst/>
              <a:rect l="l" t="t" r="r" b="b"/>
              <a:pathLst>
                <a:path w="1016635"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8" name="Google Shape;1198;p49"/>
            <p:cNvSpPr/>
            <p:nvPr/>
          </p:nvSpPr>
          <p:spPr>
            <a:xfrm>
              <a:off x="2852165" y="4690109"/>
              <a:ext cx="1016635" cy="1010919"/>
            </a:xfrm>
            <a:custGeom>
              <a:avLst/>
              <a:gdLst/>
              <a:ahLst/>
              <a:cxnLst/>
              <a:rect l="l" t="t" r="r" b="b"/>
              <a:pathLst>
                <a:path w="1016635"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9" name="Google Shape;1199;p49"/>
            <p:cNvSpPr/>
            <p:nvPr/>
          </p:nvSpPr>
          <p:spPr>
            <a:xfrm>
              <a:off x="3108769" y="4680584"/>
              <a:ext cx="769620" cy="770890"/>
            </a:xfrm>
            <a:custGeom>
              <a:avLst/>
              <a:gdLst/>
              <a:ahLst/>
              <a:cxnLst/>
              <a:rect l="l" t="t" r="r" b="b"/>
              <a:pathLst>
                <a:path w="769620" h="770889" extrusionOk="0">
                  <a:moveTo>
                    <a:pt x="604456" y="264604"/>
                  </a:moveTo>
                  <a:lnTo>
                    <a:pt x="769556" y="264604"/>
                  </a:lnTo>
                </a:path>
                <a:path w="769620" h="770889" extrusionOk="0">
                  <a:moveTo>
                    <a:pt x="604456" y="517588"/>
                  </a:moveTo>
                  <a:lnTo>
                    <a:pt x="769556" y="517588"/>
                  </a:lnTo>
                </a:path>
                <a:path w="769620" h="770889" extrusionOk="0">
                  <a:moveTo>
                    <a:pt x="604456" y="770572"/>
                  </a:moveTo>
                  <a:lnTo>
                    <a:pt x="769556" y="770572"/>
                  </a:lnTo>
                </a:path>
                <a:path w="769620" h="770889" extrusionOk="0">
                  <a:moveTo>
                    <a:pt x="0" y="0"/>
                  </a:moveTo>
                  <a:lnTo>
                    <a:pt x="0" y="117728"/>
                  </a:lnTo>
                </a:path>
                <a:path w="769620" h="770889" extrusionOk="0">
                  <a:moveTo>
                    <a:pt x="251460" y="0"/>
                  </a:moveTo>
                  <a:lnTo>
                    <a:pt x="251460" y="117728"/>
                  </a:lnTo>
                </a:path>
                <a:path w="769620" h="770889" extrusionOk="0">
                  <a:moveTo>
                    <a:pt x="502919" y="0"/>
                  </a:moveTo>
                  <a:lnTo>
                    <a:pt x="502919"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0" name="Google Shape;1200;p49"/>
            <p:cNvSpPr/>
            <p:nvPr/>
          </p:nvSpPr>
          <p:spPr>
            <a:xfrm>
              <a:off x="2696717" y="4798313"/>
              <a:ext cx="1016635" cy="1010919"/>
            </a:xfrm>
            <a:custGeom>
              <a:avLst/>
              <a:gdLst/>
              <a:ahLst/>
              <a:cxnLst/>
              <a:rect l="l" t="t" r="r" b="b"/>
              <a:pathLst>
                <a:path w="1016635"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1" name="Google Shape;1201;p49"/>
            <p:cNvSpPr/>
            <p:nvPr/>
          </p:nvSpPr>
          <p:spPr>
            <a:xfrm>
              <a:off x="2696717" y="4798313"/>
              <a:ext cx="1016635" cy="1010919"/>
            </a:xfrm>
            <a:custGeom>
              <a:avLst/>
              <a:gdLst/>
              <a:ahLst/>
              <a:cxnLst/>
              <a:rect l="l" t="t" r="r" b="b"/>
              <a:pathLst>
                <a:path w="1016635"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2" name="Google Shape;1202;p49"/>
            <p:cNvSpPr/>
            <p:nvPr/>
          </p:nvSpPr>
          <p:spPr>
            <a:xfrm>
              <a:off x="2696717" y="5048249"/>
              <a:ext cx="1016635" cy="10795"/>
            </a:xfrm>
            <a:custGeom>
              <a:avLst/>
              <a:gdLst/>
              <a:ahLst/>
              <a:cxnLst/>
              <a:rect l="l" t="t" r="r" b="b"/>
              <a:pathLst>
                <a:path w="1016635"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3" name="Google Shape;1203;p49"/>
            <p:cNvSpPr/>
            <p:nvPr/>
          </p:nvSpPr>
          <p:spPr>
            <a:xfrm>
              <a:off x="2696717" y="5301233"/>
              <a:ext cx="1016635" cy="10795"/>
            </a:xfrm>
            <a:custGeom>
              <a:avLst/>
              <a:gdLst/>
              <a:ahLst/>
              <a:cxnLst/>
              <a:rect l="l" t="t" r="r" b="b"/>
              <a:pathLst>
                <a:path w="1016635"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4" name="Google Shape;1204;p49"/>
            <p:cNvSpPr/>
            <p:nvPr/>
          </p:nvSpPr>
          <p:spPr>
            <a:xfrm>
              <a:off x="2696717" y="5554217"/>
              <a:ext cx="1016635" cy="10795"/>
            </a:xfrm>
            <a:custGeom>
              <a:avLst/>
              <a:gdLst/>
              <a:ahLst/>
              <a:cxnLst/>
              <a:rect l="l" t="t" r="r" b="b"/>
              <a:pathLst>
                <a:path w="1016635" h="10795" extrusionOk="0">
                  <a:moveTo>
                    <a:pt x="0" y="10286"/>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5" name="Google Shape;1205;p49"/>
            <p:cNvSpPr/>
            <p:nvPr/>
          </p:nvSpPr>
          <p:spPr>
            <a:xfrm>
              <a:off x="2948177" y="4798313"/>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6" name="Google Shape;1206;p49"/>
            <p:cNvSpPr/>
            <p:nvPr/>
          </p:nvSpPr>
          <p:spPr>
            <a:xfrm>
              <a:off x="3199637" y="4798313"/>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7" name="Google Shape;1207;p49"/>
            <p:cNvSpPr/>
            <p:nvPr/>
          </p:nvSpPr>
          <p:spPr>
            <a:xfrm>
              <a:off x="3451097" y="4798313"/>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208" name="Google Shape;1208;p49"/>
          <p:cNvGrpSpPr/>
          <p:nvPr/>
        </p:nvGrpSpPr>
        <p:grpSpPr>
          <a:xfrm>
            <a:off x="5743955" y="4809744"/>
            <a:ext cx="587121" cy="622300"/>
            <a:chOff x="5743955" y="4809744"/>
            <a:chExt cx="587121" cy="622300"/>
          </a:xfrm>
        </p:grpSpPr>
        <p:sp>
          <p:nvSpPr>
            <p:cNvPr id="1209" name="Google Shape;1209;p49"/>
            <p:cNvSpPr/>
            <p:nvPr/>
          </p:nvSpPr>
          <p:spPr>
            <a:xfrm>
              <a:off x="6083045" y="4821174"/>
              <a:ext cx="239395" cy="260985"/>
            </a:xfrm>
            <a:custGeom>
              <a:avLst/>
              <a:gdLst/>
              <a:ahLst/>
              <a:cxnLst/>
              <a:rect l="l" t="t" r="r" b="b"/>
              <a:pathLst>
                <a:path w="239395" h="260985" extrusionOk="0">
                  <a:moveTo>
                    <a:pt x="239267" y="0"/>
                  </a:moveTo>
                  <a:lnTo>
                    <a:pt x="0" y="0"/>
                  </a:lnTo>
                  <a:lnTo>
                    <a:pt x="0" y="260603"/>
                  </a:lnTo>
                  <a:lnTo>
                    <a:pt x="239267" y="260603"/>
                  </a:lnTo>
                  <a:lnTo>
                    <a:pt x="239267"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0" name="Google Shape;1210;p49"/>
            <p:cNvSpPr/>
            <p:nvPr/>
          </p:nvSpPr>
          <p:spPr>
            <a:xfrm>
              <a:off x="6083045" y="4821174"/>
              <a:ext cx="239395" cy="260985"/>
            </a:xfrm>
            <a:custGeom>
              <a:avLst/>
              <a:gdLst/>
              <a:ahLst/>
              <a:cxnLst/>
              <a:rect l="l" t="t" r="r" b="b"/>
              <a:pathLst>
                <a:path w="239395" h="260985" extrusionOk="0">
                  <a:moveTo>
                    <a:pt x="0" y="260603"/>
                  </a:moveTo>
                  <a:lnTo>
                    <a:pt x="239267" y="260603"/>
                  </a:lnTo>
                  <a:lnTo>
                    <a:pt x="239267" y="0"/>
                  </a:lnTo>
                  <a:lnTo>
                    <a:pt x="0" y="0"/>
                  </a:lnTo>
                  <a:lnTo>
                    <a:pt x="0" y="260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1" name="Google Shape;1211;p49"/>
            <p:cNvSpPr/>
            <p:nvPr/>
          </p:nvSpPr>
          <p:spPr>
            <a:xfrm>
              <a:off x="5927597" y="4984242"/>
              <a:ext cx="239395" cy="260985"/>
            </a:xfrm>
            <a:custGeom>
              <a:avLst/>
              <a:gdLst/>
              <a:ahLst/>
              <a:cxnLst/>
              <a:rect l="l" t="t" r="r" b="b"/>
              <a:pathLst>
                <a:path w="239395" h="260985" extrusionOk="0">
                  <a:moveTo>
                    <a:pt x="239267" y="0"/>
                  </a:moveTo>
                  <a:lnTo>
                    <a:pt x="0" y="0"/>
                  </a:lnTo>
                  <a:lnTo>
                    <a:pt x="0" y="260603"/>
                  </a:lnTo>
                  <a:lnTo>
                    <a:pt x="239267" y="260603"/>
                  </a:lnTo>
                  <a:lnTo>
                    <a:pt x="239267"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2" name="Google Shape;1212;p49"/>
            <p:cNvSpPr/>
            <p:nvPr/>
          </p:nvSpPr>
          <p:spPr>
            <a:xfrm>
              <a:off x="5927597" y="4984242"/>
              <a:ext cx="239395" cy="260985"/>
            </a:xfrm>
            <a:custGeom>
              <a:avLst/>
              <a:gdLst/>
              <a:ahLst/>
              <a:cxnLst/>
              <a:rect l="l" t="t" r="r" b="b"/>
              <a:pathLst>
                <a:path w="239395" h="260985" extrusionOk="0">
                  <a:moveTo>
                    <a:pt x="0" y="260603"/>
                  </a:moveTo>
                  <a:lnTo>
                    <a:pt x="239267" y="260603"/>
                  </a:lnTo>
                  <a:lnTo>
                    <a:pt x="239267" y="0"/>
                  </a:lnTo>
                  <a:lnTo>
                    <a:pt x="0" y="0"/>
                  </a:lnTo>
                  <a:lnTo>
                    <a:pt x="0" y="260603"/>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3" name="Google Shape;1213;p49"/>
            <p:cNvSpPr/>
            <p:nvPr/>
          </p:nvSpPr>
          <p:spPr>
            <a:xfrm>
              <a:off x="5743956" y="5147195"/>
              <a:ext cx="249554" cy="284480"/>
            </a:xfrm>
            <a:custGeom>
              <a:avLst/>
              <a:gdLst/>
              <a:ahLst/>
              <a:cxnLst/>
              <a:rect l="l" t="t" r="r" b="b"/>
              <a:pathLst>
                <a:path w="249554" h="284479" extrusionOk="0">
                  <a:moveTo>
                    <a:pt x="249288" y="283578"/>
                  </a:moveTo>
                  <a:lnTo>
                    <a:pt x="0" y="283578"/>
                  </a:lnTo>
                  <a:lnTo>
                    <a:pt x="0" y="284340"/>
                  </a:lnTo>
                  <a:lnTo>
                    <a:pt x="249288" y="284340"/>
                  </a:lnTo>
                  <a:lnTo>
                    <a:pt x="249288" y="283578"/>
                  </a:lnTo>
                  <a:close/>
                </a:path>
                <a:path w="249554" h="284479" extrusionOk="0">
                  <a:moveTo>
                    <a:pt x="249288" y="0"/>
                  </a:moveTo>
                  <a:lnTo>
                    <a:pt x="0" y="0"/>
                  </a:lnTo>
                  <a:lnTo>
                    <a:pt x="0" y="10795"/>
                  </a:lnTo>
                  <a:lnTo>
                    <a:pt x="249288" y="10795"/>
                  </a:lnTo>
                  <a:lnTo>
                    <a:pt x="249288"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4" name="Google Shape;1214;p49"/>
            <p:cNvSpPr/>
            <p:nvPr/>
          </p:nvSpPr>
          <p:spPr>
            <a:xfrm>
              <a:off x="5993256" y="4809744"/>
              <a:ext cx="337820" cy="622300"/>
            </a:xfrm>
            <a:custGeom>
              <a:avLst/>
              <a:gdLst/>
              <a:ahLst/>
              <a:cxnLst/>
              <a:rect l="l" t="t" r="r" b="b"/>
              <a:pathLst>
                <a:path w="337820" h="622300" extrusionOk="0">
                  <a:moveTo>
                    <a:pt x="337439" y="0"/>
                  </a:moveTo>
                  <a:lnTo>
                    <a:pt x="0" y="337438"/>
                  </a:lnTo>
                  <a:lnTo>
                    <a:pt x="0" y="621791"/>
                  </a:lnTo>
                  <a:lnTo>
                    <a:pt x="337439" y="284352"/>
                  </a:lnTo>
                  <a:lnTo>
                    <a:pt x="337439"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5" name="Google Shape;1215;p49"/>
            <p:cNvSpPr/>
            <p:nvPr/>
          </p:nvSpPr>
          <p:spPr>
            <a:xfrm>
              <a:off x="5743955" y="4809744"/>
              <a:ext cx="586740" cy="337820"/>
            </a:xfrm>
            <a:custGeom>
              <a:avLst/>
              <a:gdLst/>
              <a:ahLst/>
              <a:cxnLst/>
              <a:rect l="l" t="t" r="r" b="b"/>
              <a:pathLst>
                <a:path w="586739" h="337820" extrusionOk="0">
                  <a:moveTo>
                    <a:pt x="586740" y="0"/>
                  </a:moveTo>
                  <a:lnTo>
                    <a:pt x="337439" y="0"/>
                  </a:lnTo>
                  <a:lnTo>
                    <a:pt x="0" y="337438"/>
                  </a:lnTo>
                  <a:lnTo>
                    <a:pt x="249301" y="337438"/>
                  </a:lnTo>
                  <a:lnTo>
                    <a:pt x="586740"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6" name="Google Shape;1216;p49"/>
            <p:cNvSpPr/>
            <p:nvPr/>
          </p:nvSpPr>
          <p:spPr>
            <a:xfrm>
              <a:off x="5744717" y="5157978"/>
              <a:ext cx="254635" cy="273050"/>
            </a:xfrm>
            <a:custGeom>
              <a:avLst/>
              <a:gdLst/>
              <a:ahLst/>
              <a:cxnLst/>
              <a:rect l="l" t="t" r="r" b="b"/>
              <a:pathLst>
                <a:path w="254635" h="273050" extrusionOk="0">
                  <a:moveTo>
                    <a:pt x="254508" y="0"/>
                  </a:moveTo>
                  <a:lnTo>
                    <a:pt x="0" y="0"/>
                  </a:lnTo>
                  <a:lnTo>
                    <a:pt x="0" y="272796"/>
                  </a:lnTo>
                  <a:lnTo>
                    <a:pt x="254508" y="272796"/>
                  </a:lnTo>
                  <a:lnTo>
                    <a:pt x="25450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7" name="Google Shape;1217;p49"/>
            <p:cNvSpPr/>
            <p:nvPr/>
          </p:nvSpPr>
          <p:spPr>
            <a:xfrm>
              <a:off x="5744717" y="5157978"/>
              <a:ext cx="254635" cy="273050"/>
            </a:xfrm>
            <a:custGeom>
              <a:avLst/>
              <a:gdLst/>
              <a:ahLst/>
              <a:cxnLst/>
              <a:rect l="l" t="t" r="r" b="b"/>
              <a:pathLst>
                <a:path w="254635" h="273050" extrusionOk="0">
                  <a:moveTo>
                    <a:pt x="0" y="272796"/>
                  </a:moveTo>
                  <a:lnTo>
                    <a:pt x="254508" y="272796"/>
                  </a:lnTo>
                  <a:lnTo>
                    <a:pt x="254508" y="0"/>
                  </a:lnTo>
                  <a:lnTo>
                    <a:pt x="0" y="0"/>
                  </a:lnTo>
                  <a:lnTo>
                    <a:pt x="0" y="27279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1218" name="Google Shape;1218;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81</a:t>
            </a:fld>
            <a:endParaRPr lang="en-US"/>
          </a:p>
        </p:txBody>
      </p:sp>
      <p:sp>
        <p:nvSpPr>
          <p:cNvPr id="111" name="Google Shape;1082;p48"/>
          <p:cNvSpPr txBox="1"/>
          <p:nvPr/>
        </p:nvSpPr>
        <p:spPr>
          <a:xfrm>
            <a:off x="2728722" y="5901561"/>
            <a:ext cx="984630" cy="29972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n-US" sz="1800" dirty="0"/>
              <a:t>4 x 4</a:t>
            </a:r>
            <a:r>
              <a:rPr lang="en-US" sz="1800" b="0" i="0" u="none" strike="noStrike" cap="none" dirty="0">
                <a:solidFill>
                  <a:srgbClr val="000000"/>
                </a:solidFill>
                <a:latin typeface="Arial"/>
                <a:ea typeface="Arial"/>
                <a:cs typeface="Arial"/>
                <a:sym typeface="Arial"/>
              </a:rPr>
              <a:t> x 3</a:t>
            </a:r>
            <a:endParaRPr sz="1800" b="0" i="0" u="none" strike="noStrike" cap="none" dirty="0">
              <a:solidFill>
                <a:srgbClr val="000000"/>
              </a:solidFill>
              <a:latin typeface="Arial"/>
              <a:ea typeface="Arial"/>
              <a:cs typeface="Arial"/>
              <a:sym typeface="Arial"/>
            </a:endParaRPr>
          </a:p>
        </p:txBody>
      </p:sp>
      <p:sp>
        <p:nvSpPr>
          <p:cNvPr id="113" name="Google Shape;1082;p48"/>
          <p:cNvSpPr txBox="1"/>
          <p:nvPr/>
        </p:nvSpPr>
        <p:spPr>
          <a:xfrm>
            <a:off x="8081455" y="5935980"/>
            <a:ext cx="984630" cy="29972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n-US" sz="1800" dirty="0"/>
              <a:t>4 x 4</a:t>
            </a:r>
            <a:r>
              <a:rPr lang="en-US" sz="1800" b="0" i="0" u="none" strike="noStrike" cap="none" dirty="0">
                <a:solidFill>
                  <a:srgbClr val="000000"/>
                </a:solidFill>
                <a:latin typeface="Arial"/>
                <a:ea typeface="Arial"/>
                <a:cs typeface="Arial"/>
                <a:sym typeface="Arial"/>
              </a:rPr>
              <a:t> x 5</a:t>
            </a:r>
            <a:endParaRPr sz="1800" b="0" i="0" u="none" strike="noStrike" cap="none" dirty="0">
              <a:solidFill>
                <a:srgbClr val="000000"/>
              </a:solidFill>
              <a:latin typeface="Arial"/>
              <a:ea typeface="Arial"/>
              <a:cs typeface="Arial"/>
              <a:sym typeface="Arial"/>
            </a:endParaRPr>
          </a:p>
        </p:txBody>
      </p:sp>
      <p:sp>
        <p:nvSpPr>
          <p:cNvPr id="114" name="Google Shape;1669;p54"/>
          <p:cNvSpPr txBox="1"/>
          <p:nvPr/>
        </p:nvSpPr>
        <p:spPr>
          <a:xfrm>
            <a:off x="1238968" y="2595961"/>
            <a:ext cx="1191693"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t>6 x 6 x </a:t>
            </a:r>
            <a:r>
              <a:rPr lang="en-US" sz="1800" dirty="0" err="1"/>
              <a:t>n</a:t>
            </a:r>
            <a:r>
              <a:rPr lang="en-US" sz="1800" baseline="-25000" dirty="0" err="1"/>
              <a:t>c</a:t>
            </a:r>
            <a:endParaRPr sz="1800" baseline="-25000" dirty="0"/>
          </a:p>
        </p:txBody>
      </p:sp>
      <p:sp>
        <p:nvSpPr>
          <p:cNvPr id="115" name="Google Shape;1670;p54"/>
          <p:cNvSpPr txBox="1"/>
          <p:nvPr/>
        </p:nvSpPr>
        <p:spPr>
          <a:xfrm>
            <a:off x="5423935" y="3344256"/>
            <a:ext cx="1679478"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t>3 x 3 x </a:t>
            </a:r>
            <a:r>
              <a:rPr lang="en-US" sz="1800" dirty="0" err="1"/>
              <a:t>n</a:t>
            </a:r>
            <a:r>
              <a:rPr lang="en-US" sz="1800" baseline="-25000" dirty="0" err="1"/>
              <a:t>c</a:t>
            </a:r>
            <a:endParaRPr sz="1800" baseline="-25000" dirty="0"/>
          </a:p>
        </p:txBody>
      </p:sp>
      <p:sp>
        <p:nvSpPr>
          <p:cNvPr id="141" name="Google Shape;1082;p48"/>
          <p:cNvSpPr txBox="1"/>
          <p:nvPr/>
        </p:nvSpPr>
        <p:spPr>
          <a:xfrm>
            <a:off x="8057071" y="3392600"/>
            <a:ext cx="984630" cy="29972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n-US" sz="1800" dirty="0"/>
              <a:t>4 x 4</a:t>
            </a:r>
            <a:r>
              <a:rPr lang="en-US" sz="1800" b="0" i="0" u="none" strike="noStrike" cap="none" dirty="0">
                <a:solidFill>
                  <a:srgbClr val="000000"/>
                </a:solidFill>
                <a:latin typeface="Arial"/>
                <a:ea typeface="Arial"/>
                <a:cs typeface="Arial"/>
                <a:sym typeface="Arial"/>
              </a:rPr>
              <a:t> x 3</a:t>
            </a:r>
            <a:endParaRPr sz="18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142" name="Google Shape;882;p45"/>
              <p:cNvSpPr txBox="1"/>
              <p:nvPr/>
            </p:nvSpPr>
            <p:spPr>
              <a:xfrm>
                <a:off x="7653956" y="6285857"/>
                <a:ext cx="1918174" cy="289823"/>
              </a:xfrm>
              <a:prstGeom prst="rect">
                <a:avLst/>
              </a:prstGeom>
              <a:noFill/>
              <a:ln>
                <a:noFill/>
              </a:ln>
            </p:spPr>
            <p:txBody>
              <a:bodyPr spcFirstLastPara="1" wrap="square" lIns="0" tIns="12700" rIns="0" bIns="0" anchor="t" anchorCtr="0">
                <a:spAutoFit/>
              </a:bodyPr>
              <a:lstStyle/>
              <a:p>
                <a:pPr marL="12700" lvl="0">
                  <a:buSzPts val="1800"/>
                </a:pPr>
                <a:r>
                  <a:rPr lang="en-US" sz="1800" dirty="0"/>
                  <a:t>n</a:t>
                </a:r>
                <a:r>
                  <a:rPr lang="en-US" sz="1800" b="0" i="0" u="none" strike="noStrike" cap="none" baseline="-25000" dirty="0" err="1">
                    <a:solidFill>
                      <a:srgbClr val="000000"/>
                    </a:solidFill>
                    <a:latin typeface="Arial"/>
                    <a:ea typeface="Arial"/>
                    <a:cs typeface="Arial"/>
                    <a:sym typeface="Arial"/>
                  </a:rPr>
                  <a:t>out</a:t>
                </a:r>
                <a:r>
                  <a:rPr lang="en-US" sz="1800" baseline="-25000" dirty="0"/>
                  <a:t> </a:t>
                </a:r>
                <a:r>
                  <a:rPr lang="en-US" sz="1800" dirty="0"/>
                  <a:t> x </a:t>
                </a:r>
                <a:r>
                  <a:rPr lang="en-US" sz="1800" dirty="0" err="1"/>
                  <a:t>n</a:t>
                </a:r>
                <a:r>
                  <a:rPr lang="en-US" sz="1800" baseline="-25000" dirty="0" err="1"/>
                  <a:t>out</a:t>
                </a:r>
                <a:r>
                  <a:rPr lang="en-US" sz="1800" dirty="0"/>
                  <a:t> x </a:t>
                </a:r>
                <a14:m>
                  <m:oMath xmlns:m="http://schemas.openxmlformats.org/officeDocument/2006/math">
                    <m:sSubSup>
                      <m:sSubSupPr>
                        <m:ctrlPr>
                          <a:rPr lang="en-US" sz="1800" i="1">
                            <a:latin typeface="Cambria Math" panose="02040503050406030204" pitchFamily="18" charset="0"/>
                          </a:rPr>
                        </m:ctrlPr>
                      </m:sSubSupPr>
                      <m:e>
                        <m:r>
                          <a:rPr lang="en-US" sz="1800" i="1">
                            <a:latin typeface="Cambria Math" panose="02040503050406030204" pitchFamily="18" charset="0"/>
                          </a:rPr>
                          <m:t>𝑛</m:t>
                        </m:r>
                      </m:e>
                      <m:sub>
                        <m:r>
                          <a:rPr lang="en-US" sz="1800" b="0" i="1" smtClean="0">
                            <a:latin typeface="Cambria Math" panose="02040503050406030204" pitchFamily="18" charset="0"/>
                          </a:rPr>
                          <m:t>𝑐</m:t>
                        </m:r>
                      </m:sub>
                      <m:sup>
                        <m:r>
                          <a:rPr lang="en-US" sz="1800" i="1">
                            <a:latin typeface="Cambria Math" panose="02040503050406030204" pitchFamily="18" charset="0"/>
                          </a:rPr>
                          <m:t>′</m:t>
                        </m:r>
                      </m:sup>
                    </m:sSubSup>
                    <m:r>
                      <a:rPr lang="en-US" sz="1800" b="0" i="1" smtClean="0">
                        <a:latin typeface="Cambria Math" panose="02040503050406030204" pitchFamily="18" charset="0"/>
                      </a:rPr>
                      <m:t> (5)</m:t>
                    </m:r>
                  </m:oMath>
                </a14:m>
                <a:endParaRPr sz="1800" b="0" i="0" u="none" strike="noStrike" cap="none" dirty="0">
                  <a:solidFill>
                    <a:srgbClr val="000000"/>
                  </a:solidFill>
                  <a:latin typeface="Arial"/>
                  <a:ea typeface="Arial"/>
                  <a:cs typeface="Arial"/>
                  <a:sym typeface="Arial"/>
                </a:endParaRPr>
              </a:p>
            </p:txBody>
          </p:sp>
        </mc:Choice>
        <mc:Fallback xmlns="">
          <p:sp>
            <p:nvSpPr>
              <p:cNvPr id="142" name="Google Shape;882;p45"/>
              <p:cNvSpPr txBox="1">
                <a:spLocks noRot="1" noChangeAspect="1" noMove="1" noResize="1" noEditPoints="1" noAdjustHandles="1" noChangeArrowheads="1" noChangeShapeType="1" noTextEdit="1"/>
              </p:cNvSpPr>
              <p:nvPr/>
            </p:nvSpPr>
            <p:spPr>
              <a:xfrm>
                <a:off x="7653956" y="6285857"/>
                <a:ext cx="1918174" cy="289823"/>
              </a:xfrm>
              <a:prstGeom prst="rect">
                <a:avLst/>
              </a:prstGeom>
              <a:blipFill>
                <a:blip r:embed="rId4"/>
                <a:stretch>
                  <a:fillRect l="-7006" t="-22917" r="-637" b="-4791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3180119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Shape 1111"/>
        <p:cNvGrpSpPr/>
        <p:nvPr/>
      </p:nvGrpSpPr>
      <p:grpSpPr>
        <a:xfrm>
          <a:off x="0" y="0"/>
          <a:ext cx="0" cy="0"/>
          <a:chOff x="0" y="0"/>
          <a:chExt cx="0" cy="0"/>
        </a:xfrm>
      </p:grpSpPr>
      <p:sp>
        <p:nvSpPr>
          <p:cNvPr id="1112" name="Google Shape;1112;p49"/>
          <p:cNvSpPr txBox="1">
            <a:spLocks noGrp="1"/>
          </p:cNvSpPr>
          <p:nvPr>
            <p:ph type="title"/>
          </p:nvPr>
        </p:nvSpPr>
        <p:spPr>
          <a:xfrm>
            <a:off x="916939" y="431382"/>
            <a:ext cx="8810100" cy="1260900"/>
          </a:xfrm>
          <a:prstGeom prst="rect">
            <a:avLst/>
          </a:prstGeom>
          <a:noFill/>
          <a:ln>
            <a:noFill/>
          </a:ln>
        </p:spPr>
        <p:txBody>
          <a:bodyPr spcFirstLastPara="1" wrap="square" lIns="0" tIns="21907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Depthwise Separable Convolution</a:t>
            </a:r>
            <a:endParaRPr sz="4400">
              <a:latin typeface="Arial"/>
              <a:ea typeface="Arial"/>
              <a:cs typeface="Arial"/>
              <a:sym typeface="Arial"/>
            </a:endParaRPr>
          </a:p>
          <a:p>
            <a:pPr marL="51435" lvl="0" indent="0" algn="l" rtl="0">
              <a:lnSpc>
                <a:spcPct val="100000"/>
              </a:lnSpc>
              <a:spcBef>
                <a:spcPts val="665"/>
              </a:spcBef>
              <a:spcAft>
                <a:spcPts val="0"/>
              </a:spcAft>
              <a:buSzPts val="1400"/>
              <a:buNone/>
            </a:pPr>
            <a:r>
              <a:rPr lang="en-US" sz="1800">
                <a:latin typeface="Arial"/>
                <a:ea typeface="Arial"/>
                <a:cs typeface="Arial"/>
                <a:sym typeface="Arial"/>
              </a:rPr>
              <a:t>Depthwise Convolution</a:t>
            </a:r>
            <a:endParaRPr sz="1800">
              <a:latin typeface="Arial"/>
              <a:ea typeface="Arial"/>
              <a:cs typeface="Arial"/>
              <a:sym typeface="Arial"/>
            </a:endParaRPr>
          </a:p>
        </p:txBody>
      </p:sp>
      <p:sp>
        <p:nvSpPr>
          <p:cNvPr id="1150" name="Google Shape;1150;p49"/>
          <p:cNvSpPr txBox="1"/>
          <p:nvPr/>
        </p:nvSpPr>
        <p:spPr>
          <a:xfrm>
            <a:off x="4836667" y="2494914"/>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151" name="Google Shape;1151;p49"/>
          <p:cNvSpPr txBox="1"/>
          <p:nvPr/>
        </p:nvSpPr>
        <p:spPr>
          <a:xfrm>
            <a:off x="7256526" y="2442464"/>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a:solidFill>
                  <a:srgbClr val="000000"/>
                </a:solidFill>
                <a:latin typeface="Cambria"/>
                <a:ea typeface="Cambria"/>
                <a:cs typeface="Cambria"/>
                <a:sym typeface="Cambria"/>
              </a:rPr>
              <a:t>=</a:t>
            </a:r>
            <a:endParaRPr sz="2700" b="0" i="0" u="none" strike="noStrike" cap="none">
              <a:solidFill>
                <a:srgbClr val="000000"/>
              </a:solidFill>
              <a:latin typeface="Cambria"/>
              <a:ea typeface="Cambria"/>
              <a:cs typeface="Cambria"/>
              <a:sym typeface="Cambria"/>
            </a:endParaRPr>
          </a:p>
        </p:txBody>
      </p:sp>
      <p:grpSp>
        <p:nvGrpSpPr>
          <p:cNvPr id="1152" name="Google Shape;1152;p49"/>
          <p:cNvGrpSpPr/>
          <p:nvPr/>
        </p:nvGrpSpPr>
        <p:grpSpPr>
          <a:xfrm>
            <a:off x="5532882" y="2074545"/>
            <a:ext cx="1246632" cy="1223264"/>
            <a:chOff x="5532882" y="2074545"/>
            <a:chExt cx="1246632" cy="1223264"/>
          </a:xfrm>
        </p:grpSpPr>
        <p:sp>
          <p:nvSpPr>
            <p:cNvPr id="1153" name="Google Shape;1153;p49"/>
            <p:cNvSpPr/>
            <p:nvPr/>
          </p:nvSpPr>
          <p:spPr>
            <a:xfrm>
              <a:off x="6022086" y="2087117"/>
              <a:ext cx="748665" cy="749935"/>
            </a:xfrm>
            <a:custGeom>
              <a:avLst/>
              <a:gdLst/>
              <a:ahLst/>
              <a:cxnLst/>
              <a:rect l="l" t="t" r="r" b="b"/>
              <a:pathLst>
                <a:path w="748665" h="749935" extrusionOk="0">
                  <a:moveTo>
                    <a:pt x="748284" y="0"/>
                  </a:moveTo>
                  <a:lnTo>
                    <a:pt x="0" y="0"/>
                  </a:lnTo>
                  <a:lnTo>
                    <a:pt x="0" y="236232"/>
                  </a:lnTo>
                  <a:lnTo>
                    <a:pt x="0" y="449580"/>
                  </a:lnTo>
                  <a:lnTo>
                    <a:pt x="0" y="749808"/>
                  </a:lnTo>
                  <a:lnTo>
                    <a:pt x="748284" y="749808"/>
                  </a:lnTo>
                  <a:lnTo>
                    <a:pt x="748284" y="449580"/>
                  </a:lnTo>
                  <a:lnTo>
                    <a:pt x="748284" y="236232"/>
                  </a:lnTo>
                  <a:lnTo>
                    <a:pt x="748284"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4" name="Google Shape;1154;p49"/>
            <p:cNvSpPr/>
            <p:nvPr/>
          </p:nvSpPr>
          <p:spPr>
            <a:xfrm>
              <a:off x="6022086" y="2087118"/>
              <a:ext cx="748665" cy="749935"/>
            </a:xfrm>
            <a:custGeom>
              <a:avLst/>
              <a:gdLst/>
              <a:ahLst/>
              <a:cxnLst/>
              <a:rect l="l" t="t" r="r" b="b"/>
              <a:pathLst>
                <a:path w="748665" h="749935" extrusionOk="0">
                  <a:moveTo>
                    <a:pt x="0" y="749808"/>
                  </a:moveTo>
                  <a:lnTo>
                    <a:pt x="748284" y="749808"/>
                  </a:lnTo>
                  <a:lnTo>
                    <a:pt x="748284" y="0"/>
                  </a:lnTo>
                  <a:lnTo>
                    <a:pt x="0" y="0"/>
                  </a:lnTo>
                  <a:lnTo>
                    <a:pt x="0" y="7498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5" name="Google Shape;1155;p49"/>
            <p:cNvSpPr/>
            <p:nvPr/>
          </p:nvSpPr>
          <p:spPr>
            <a:xfrm>
              <a:off x="6274625" y="2074545"/>
              <a:ext cx="0" cy="248920"/>
            </a:xfrm>
            <a:custGeom>
              <a:avLst/>
              <a:gdLst/>
              <a:ahLst/>
              <a:cxnLst/>
              <a:rect l="l" t="t" r="r" b="b"/>
              <a:pathLst>
                <a:path w="120000" h="248919" extrusionOk="0">
                  <a:moveTo>
                    <a:pt x="0" y="0"/>
                  </a:moveTo>
                  <a:lnTo>
                    <a:pt x="0" y="248793"/>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6" name="Google Shape;1156;p49"/>
            <p:cNvSpPr/>
            <p:nvPr/>
          </p:nvSpPr>
          <p:spPr>
            <a:xfrm>
              <a:off x="6518465" y="2074545"/>
              <a:ext cx="0" cy="248920"/>
            </a:xfrm>
            <a:custGeom>
              <a:avLst/>
              <a:gdLst/>
              <a:ahLst/>
              <a:cxnLst/>
              <a:rect l="l" t="t" r="r" b="b"/>
              <a:pathLst>
                <a:path w="120000" h="248919" extrusionOk="0">
                  <a:moveTo>
                    <a:pt x="0" y="0"/>
                  </a:moveTo>
                  <a:lnTo>
                    <a:pt x="0" y="248793"/>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7" name="Google Shape;1157;p49"/>
            <p:cNvSpPr/>
            <p:nvPr/>
          </p:nvSpPr>
          <p:spPr>
            <a:xfrm>
              <a:off x="6535674" y="2336609"/>
              <a:ext cx="243840" cy="224154"/>
            </a:xfrm>
            <a:custGeom>
              <a:avLst/>
              <a:gdLst/>
              <a:ahLst/>
              <a:cxnLst/>
              <a:rect l="l" t="t" r="r" b="b"/>
              <a:pathLst>
                <a:path w="243840" h="224155" extrusionOk="0">
                  <a:moveTo>
                    <a:pt x="0" y="0"/>
                  </a:moveTo>
                  <a:lnTo>
                    <a:pt x="243713" y="0"/>
                  </a:lnTo>
                </a:path>
                <a:path w="243840" h="224155" extrusionOk="0">
                  <a:moveTo>
                    <a:pt x="0" y="224027"/>
                  </a:moveTo>
                  <a:lnTo>
                    <a:pt x="243713" y="224027"/>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8" name="Google Shape;1158;p49"/>
            <p:cNvSpPr/>
            <p:nvPr/>
          </p:nvSpPr>
          <p:spPr>
            <a:xfrm>
              <a:off x="5787390" y="2323350"/>
              <a:ext cx="748665" cy="753110"/>
            </a:xfrm>
            <a:custGeom>
              <a:avLst/>
              <a:gdLst/>
              <a:ahLst/>
              <a:cxnLst/>
              <a:rect l="l" t="t" r="r" b="b"/>
              <a:pathLst>
                <a:path w="748665" h="753110" extrusionOk="0">
                  <a:moveTo>
                    <a:pt x="748284" y="0"/>
                  </a:moveTo>
                  <a:lnTo>
                    <a:pt x="0" y="0"/>
                  </a:lnTo>
                  <a:lnTo>
                    <a:pt x="0" y="213347"/>
                  </a:lnTo>
                  <a:lnTo>
                    <a:pt x="0" y="752843"/>
                  </a:lnTo>
                  <a:lnTo>
                    <a:pt x="748284" y="752843"/>
                  </a:lnTo>
                  <a:lnTo>
                    <a:pt x="748284" y="213347"/>
                  </a:lnTo>
                  <a:lnTo>
                    <a:pt x="748284"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59" name="Google Shape;1159;p49"/>
            <p:cNvSpPr/>
            <p:nvPr/>
          </p:nvSpPr>
          <p:spPr>
            <a:xfrm>
              <a:off x="5787390" y="2323338"/>
              <a:ext cx="748665" cy="753110"/>
            </a:xfrm>
            <a:custGeom>
              <a:avLst/>
              <a:gdLst/>
              <a:ahLst/>
              <a:cxnLst/>
              <a:rect l="l" t="t" r="r" b="b"/>
              <a:pathLst>
                <a:path w="748665" h="753110" extrusionOk="0">
                  <a:moveTo>
                    <a:pt x="0" y="752855"/>
                  </a:moveTo>
                  <a:lnTo>
                    <a:pt x="748284" y="752855"/>
                  </a:lnTo>
                  <a:lnTo>
                    <a:pt x="748284" y="0"/>
                  </a:lnTo>
                  <a:lnTo>
                    <a:pt x="0" y="0"/>
                  </a:lnTo>
                  <a:lnTo>
                    <a:pt x="0" y="752855"/>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0" name="Google Shape;1160;p49"/>
            <p:cNvSpPr/>
            <p:nvPr/>
          </p:nvSpPr>
          <p:spPr>
            <a:xfrm>
              <a:off x="6039929" y="2310765"/>
              <a:ext cx="504825" cy="489584"/>
            </a:xfrm>
            <a:custGeom>
              <a:avLst/>
              <a:gdLst/>
              <a:ahLst/>
              <a:cxnLst/>
              <a:rect l="l" t="t" r="r" b="b"/>
              <a:pathLst>
                <a:path w="504825" h="489585" extrusionOk="0">
                  <a:moveTo>
                    <a:pt x="0" y="0"/>
                  </a:moveTo>
                  <a:lnTo>
                    <a:pt x="0" y="225933"/>
                  </a:lnTo>
                </a:path>
                <a:path w="504825" h="489585" extrusionOk="0">
                  <a:moveTo>
                    <a:pt x="243839" y="0"/>
                  </a:moveTo>
                  <a:lnTo>
                    <a:pt x="243839" y="225933"/>
                  </a:lnTo>
                </a:path>
                <a:path w="504825" h="489585" extrusionOk="0">
                  <a:moveTo>
                    <a:pt x="258000" y="263588"/>
                  </a:moveTo>
                  <a:lnTo>
                    <a:pt x="504761" y="263588"/>
                  </a:lnTo>
                </a:path>
                <a:path w="504825" h="489585" extrusionOk="0">
                  <a:moveTo>
                    <a:pt x="258000" y="489140"/>
                  </a:moveTo>
                  <a:lnTo>
                    <a:pt x="504761" y="489140"/>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1" name="Google Shape;1161;p49"/>
            <p:cNvSpPr/>
            <p:nvPr/>
          </p:nvSpPr>
          <p:spPr>
            <a:xfrm>
              <a:off x="5532882" y="2536698"/>
              <a:ext cx="765175" cy="757555"/>
            </a:xfrm>
            <a:custGeom>
              <a:avLst/>
              <a:gdLst/>
              <a:ahLst/>
              <a:cxnLst/>
              <a:rect l="l" t="t" r="r" b="b"/>
              <a:pathLst>
                <a:path w="765175" h="757554" extrusionOk="0">
                  <a:moveTo>
                    <a:pt x="765048" y="0"/>
                  </a:moveTo>
                  <a:lnTo>
                    <a:pt x="0" y="0"/>
                  </a:lnTo>
                  <a:lnTo>
                    <a:pt x="0" y="757427"/>
                  </a:lnTo>
                  <a:lnTo>
                    <a:pt x="765048" y="757427"/>
                  </a:lnTo>
                  <a:lnTo>
                    <a:pt x="765048"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2" name="Google Shape;1162;p49"/>
            <p:cNvSpPr/>
            <p:nvPr/>
          </p:nvSpPr>
          <p:spPr>
            <a:xfrm>
              <a:off x="5532882" y="2536698"/>
              <a:ext cx="765175" cy="757555"/>
            </a:xfrm>
            <a:custGeom>
              <a:avLst/>
              <a:gdLst/>
              <a:ahLst/>
              <a:cxnLst/>
              <a:rect l="l" t="t" r="r" b="b"/>
              <a:pathLst>
                <a:path w="765175" h="757554" extrusionOk="0">
                  <a:moveTo>
                    <a:pt x="0" y="757427"/>
                  </a:moveTo>
                  <a:lnTo>
                    <a:pt x="765048" y="757427"/>
                  </a:lnTo>
                  <a:lnTo>
                    <a:pt x="765048" y="0"/>
                  </a:lnTo>
                  <a:lnTo>
                    <a:pt x="0" y="0"/>
                  </a:lnTo>
                  <a:lnTo>
                    <a:pt x="0" y="757427"/>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3" name="Google Shape;1163;p49"/>
            <p:cNvSpPr/>
            <p:nvPr/>
          </p:nvSpPr>
          <p:spPr>
            <a:xfrm>
              <a:off x="5787390" y="2535174"/>
              <a:ext cx="5715" cy="762635"/>
            </a:xfrm>
            <a:custGeom>
              <a:avLst/>
              <a:gdLst/>
              <a:ahLst/>
              <a:cxnLst/>
              <a:rect l="l" t="t" r="r" b="b"/>
              <a:pathLst>
                <a:path w="5714" h="762635" extrusionOk="0">
                  <a:moveTo>
                    <a:pt x="0" y="0"/>
                  </a:moveTo>
                  <a:lnTo>
                    <a:pt x="5334" y="762127"/>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4" name="Google Shape;1164;p49"/>
            <p:cNvSpPr/>
            <p:nvPr/>
          </p:nvSpPr>
          <p:spPr>
            <a:xfrm>
              <a:off x="6037326" y="2535174"/>
              <a:ext cx="5715" cy="762635"/>
            </a:xfrm>
            <a:custGeom>
              <a:avLst/>
              <a:gdLst/>
              <a:ahLst/>
              <a:cxnLst/>
              <a:rect l="l" t="t" r="r" b="b"/>
              <a:pathLst>
                <a:path w="5714" h="762635" extrusionOk="0">
                  <a:moveTo>
                    <a:pt x="0" y="0"/>
                  </a:moveTo>
                  <a:lnTo>
                    <a:pt x="5334" y="762127"/>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5" name="Google Shape;1165;p49"/>
            <p:cNvSpPr/>
            <p:nvPr/>
          </p:nvSpPr>
          <p:spPr>
            <a:xfrm>
              <a:off x="5532882" y="2786634"/>
              <a:ext cx="765175" cy="5715"/>
            </a:xfrm>
            <a:custGeom>
              <a:avLst/>
              <a:gdLst/>
              <a:ahLst/>
              <a:cxnLst/>
              <a:rect l="l" t="t" r="r" b="b"/>
              <a:pathLst>
                <a:path w="765175" h="5714" extrusionOk="0">
                  <a:moveTo>
                    <a:pt x="0" y="5334"/>
                  </a:moveTo>
                  <a:lnTo>
                    <a:pt x="764794"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66" name="Google Shape;1166;p49"/>
            <p:cNvSpPr/>
            <p:nvPr/>
          </p:nvSpPr>
          <p:spPr>
            <a:xfrm>
              <a:off x="5532882" y="3013710"/>
              <a:ext cx="765175" cy="5715"/>
            </a:xfrm>
            <a:custGeom>
              <a:avLst/>
              <a:gdLst/>
              <a:ahLst/>
              <a:cxnLst/>
              <a:rect l="l" t="t" r="r" b="b"/>
              <a:pathLst>
                <a:path w="765175" h="5714" extrusionOk="0">
                  <a:moveTo>
                    <a:pt x="0" y="5334"/>
                  </a:moveTo>
                  <a:lnTo>
                    <a:pt x="764794"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167" name="Google Shape;1167;p49"/>
          <p:cNvSpPr txBox="1"/>
          <p:nvPr/>
        </p:nvSpPr>
        <p:spPr>
          <a:xfrm>
            <a:off x="955954" y="3911600"/>
            <a:ext cx="24079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Pointwise Convolution</a:t>
            </a:r>
            <a:endParaRPr sz="1800" b="0" i="0" u="none" strike="noStrike" cap="none">
              <a:solidFill>
                <a:srgbClr val="000000"/>
              </a:solidFill>
              <a:latin typeface="Cambria"/>
              <a:ea typeface="Cambria"/>
              <a:cs typeface="Cambria"/>
              <a:sym typeface="Cambria"/>
            </a:endParaRPr>
          </a:p>
        </p:txBody>
      </p:sp>
      <p:sp>
        <p:nvSpPr>
          <p:cNvPr id="1192" name="Google Shape;1192;p49"/>
          <p:cNvSpPr txBox="1"/>
          <p:nvPr/>
        </p:nvSpPr>
        <p:spPr>
          <a:xfrm>
            <a:off x="4836921" y="4936312"/>
            <a:ext cx="203200" cy="45212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Times New Roman"/>
                <a:ea typeface="Times New Roman"/>
                <a:cs typeface="Times New Roman"/>
                <a:sym typeface="Times New Roman"/>
              </a:rPr>
              <a:t>*</a:t>
            </a:r>
            <a:endParaRPr sz="2800" b="0" i="0" u="none" strike="noStrike" cap="none">
              <a:solidFill>
                <a:srgbClr val="000000"/>
              </a:solidFill>
              <a:latin typeface="Times New Roman"/>
              <a:ea typeface="Times New Roman"/>
              <a:cs typeface="Times New Roman"/>
              <a:sym typeface="Times New Roman"/>
            </a:endParaRPr>
          </a:p>
        </p:txBody>
      </p:sp>
      <p:sp>
        <p:nvSpPr>
          <p:cNvPr id="1193" name="Google Shape;1193;p49"/>
          <p:cNvSpPr txBox="1"/>
          <p:nvPr/>
        </p:nvSpPr>
        <p:spPr>
          <a:xfrm>
            <a:off x="7005795" y="5009772"/>
            <a:ext cx="233679" cy="436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700"/>
              <a:buFont typeface="Arial"/>
              <a:buNone/>
            </a:pPr>
            <a:r>
              <a:rPr lang="en-US" sz="2700" b="0" i="0" u="none" strike="noStrike" cap="none" dirty="0">
                <a:solidFill>
                  <a:srgbClr val="000000"/>
                </a:solidFill>
                <a:latin typeface="Cambria"/>
                <a:ea typeface="Cambria"/>
                <a:cs typeface="Cambria"/>
                <a:sym typeface="Cambria"/>
              </a:rPr>
              <a:t>=</a:t>
            </a:r>
            <a:endParaRPr sz="2700" b="0" i="0" u="none" strike="noStrike" cap="none" dirty="0">
              <a:solidFill>
                <a:srgbClr val="000000"/>
              </a:solidFill>
              <a:latin typeface="Cambria"/>
              <a:ea typeface="Cambria"/>
              <a:cs typeface="Cambria"/>
              <a:sym typeface="Cambria"/>
            </a:endParaRPr>
          </a:p>
        </p:txBody>
      </p:sp>
      <p:grpSp>
        <p:nvGrpSpPr>
          <p:cNvPr id="1208" name="Google Shape;1208;p49"/>
          <p:cNvGrpSpPr/>
          <p:nvPr/>
        </p:nvGrpSpPr>
        <p:grpSpPr>
          <a:xfrm>
            <a:off x="5743955" y="4809744"/>
            <a:ext cx="587121" cy="622300"/>
            <a:chOff x="5743955" y="4809744"/>
            <a:chExt cx="587121" cy="622300"/>
          </a:xfrm>
        </p:grpSpPr>
        <p:sp>
          <p:nvSpPr>
            <p:cNvPr id="1209" name="Google Shape;1209;p49"/>
            <p:cNvSpPr/>
            <p:nvPr/>
          </p:nvSpPr>
          <p:spPr>
            <a:xfrm>
              <a:off x="6083045" y="4821174"/>
              <a:ext cx="239395" cy="260985"/>
            </a:xfrm>
            <a:custGeom>
              <a:avLst/>
              <a:gdLst/>
              <a:ahLst/>
              <a:cxnLst/>
              <a:rect l="l" t="t" r="r" b="b"/>
              <a:pathLst>
                <a:path w="239395" h="260985" extrusionOk="0">
                  <a:moveTo>
                    <a:pt x="239267" y="0"/>
                  </a:moveTo>
                  <a:lnTo>
                    <a:pt x="0" y="0"/>
                  </a:lnTo>
                  <a:lnTo>
                    <a:pt x="0" y="260603"/>
                  </a:lnTo>
                  <a:lnTo>
                    <a:pt x="239267" y="260603"/>
                  </a:lnTo>
                  <a:lnTo>
                    <a:pt x="239267"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0" name="Google Shape;1210;p49"/>
            <p:cNvSpPr/>
            <p:nvPr/>
          </p:nvSpPr>
          <p:spPr>
            <a:xfrm>
              <a:off x="6083045" y="4821174"/>
              <a:ext cx="239395" cy="260985"/>
            </a:xfrm>
            <a:custGeom>
              <a:avLst/>
              <a:gdLst/>
              <a:ahLst/>
              <a:cxnLst/>
              <a:rect l="l" t="t" r="r" b="b"/>
              <a:pathLst>
                <a:path w="239395" h="260985" extrusionOk="0">
                  <a:moveTo>
                    <a:pt x="0" y="260603"/>
                  </a:moveTo>
                  <a:lnTo>
                    <a:pt x="239267" y="260603"/>
                  </a:lnTo>
                  <a:lnTo>
                    <a:pt x="239267" y="0"/>
                  </a:lnTo>
                  <a:lnTo>
                    <a:pt x="0" y="0"/>
                  </a:lnTo>
                  <a:lnTo>
                    <a:pt x="0" y="2606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1" name="Google Shape;1211;p49"/>
            <p:cNvSpPr/>
            <p:nvPr/>
          </p:nvSpPr>
          <p:spPr>
            <a:xfrm>
              <a:off x="5927597" y="4984242"/>
              <a:ext cx="239395" cy="260985"/>
            </a:xfrm>
            <a:custGeom>
              <a:avLst/>
              <a:gdLst/>
              <a:ahLst/>
              <a:cxnLst/>
              <a:rect l="l" t="t" r="r" b="b"/>
              <a:pathLst>
                <a:path w="239395" h="260985" extrusionOk="0">
                  <a:moveTo>
                    <a:pt x="239267" y="0"/>
                  </a:moveTo>
                  <a:lnTo>
                    <a:pt x="0" y="0"/>
                  </a:lnTo>
                  <a:lnTo>
                    <a:pt x="0" y="260603"/>
                  </a:lnTo>
                  <a:lnTo>
                    <a:pt x="239267" y="260603"/>
                  </a:lnTo>
                  <a:lnTo>
                    <a:pt x="239267"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2" name="Google Shape;1212;p49"/>
            <p:cNvSpPr/>
            <p:nvPr/>
          </p:nvSpPr>
          <p:spPr>
            <a:xfrm>
              <a:off x="5927597" y="4984242"/>
              <a:ext cx="239395" cy="260985"/>
            </a:xfrm>
            <a:custGeom>
              <a:avLst/>
              <a:gdLst/>
              <a:ahLst/>
              <a:cxnLst/>
              <a:rect l="l" t="t" r="r" b="b"/>
              <a:pathLst>
                <a:path w="239395" h="260985" extrusionOk="0">
                  <a:moveTo>
                    <a:pt x="0" y="260603"/>
                  </a:moveTo>
                  <a:lnTo>
                    <a:pt x="239267" y="260603"/>
                  </a:lnTo>
                  <a:lnTo>
                    <a:pt x="239267" y="0"/>
                  </a:lnTo>
                  <a:lnTo>
                    <a:pt x="0" y="0"/>
                  </a:lnTo>
                  <a:lnTo>
                    <a:pt x="0" y="260603"/>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3" name="Google Shape;1213;p49"/>
            <p:cNvSpPr/>
            <p:nvPr/>
          </p:nvSpPr>
          <p:spPr>
            <a:xfrm>
              <a:off x="5743956" y="5147195"/>
              <a:ext cx="249554" cy="284480"/>
            </a:xfrm>
            <a:custGeom>
              <a:avLst/>
              <a:gdLst/>
              <a:ahLst/>
              <a:cxnLst/>
              <a:rect l="l" t="t" r="r" b="b"/>
              <a:pathLst>
                <a:path w="249554" h="284479" extrusionOk="0">
                  <a:moveTo>
                    <a:pt x="249288" y="283578"/>
                  </a:moveTo>
                  <a:lnTo>
                    <a:pt x="0" y="283578"/>
                  </a:lnTo>
                  <a:lnTo>
                    <a:pt x="0" y="284340"/>
                  </a:lnTo>
                  <a:lnTo>
                    <a:pt x="249288" y="284340"/>
                  </a:lnTo>
                  <a:lnTo>
                    <a:pt x="249288" y="283578"/>
                  </a:lnTo>
                  <a:close/>
                </a:path>
                <a:path w="249554" h="284479" extrusionOk="0">
                  <a:moveTo>
                    <a:pt x="249288" y="0"/>
                  </a:moveTo>
                  <a:lnTo>
                    <a:pt x="0" y="0"/>
                  </a:lnTo>
                  <a:lnTo>
                    <a:pt x="0" y="10795"/>
                  </a:lnTo>
                  <a:lnTo>
                    <a:pt x="249288" y="10795"/>
                  </a:lnTo>
                  <a:lnTo>
                    <a:pt x="249288"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4" name="Google Shape;1214;p49"/>
            <p:cNvSpPr/>
            <p:nvPr/>
          </p:nvSpPr>
          <p:spPr>
            <a:xfrm>
              <a:off x="5993256" y="4809744"/>
              <a:ext cx="337820" cy="622300"/>
            </a:xfrm>
            <a:custGeom>
              <a:avLst/>
              <a:gdLst/>
              <a:ahLst/>
              <a:cxnLst/>
              <a:rect l="l" t="t" r="r" b="b"/>
              <a:pathLst>
                <a:path w="337820" h="622300" extrusionOk="0">
                  <a:moveTo>
                    <a:pt x="337439" y="0"/>
                  </a:moveTo>
                  <a:lnTo>
                    <a:pt x="0" y="337438"/>
                  </a:lnTo>
                  <a:lnTo>
                    <a:pt x="0" y="621791"/>
                  </a:lnTo>
                  <a:lnTo>
                    <a:pt x="337439" y="284352"/>
                  </a:lnTo>
                  <a:lnTo>
                    <a:pt x="337439"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5" name="Google Shape;1215;p49"/>
            <p:cNvSpPr/>
            <p:nvPr/>
          </p:nvSpPr>
          <p:spPr>
            <a:xfrm>
              <a:off x="5743955" y="4809744"/>
              <a:ext cx="586740" cy="337820"/>
            </a:xfrm>
            <a:custGeom>
              <a:avLst/>
              <a:gdLst/>
              <a:ahLst/>
              <a:cxnLst/>
              <a:rect l="l" t="t" r="r" b="b"/>
              <a:pathLst>
                <a:path w="586739" h="337820" extrusionOk="0">
                  <a:moveTo>
                    <a:pt x="586740" y="0"/>
                  </a:moveTo>
                  <a:lnTo>
                    <a:pt x="337439" y="0"/>
                  </a:lnTo>
                  <a:lnTo>
                    <a:pt x="0" y="337438"/>
                  </a:lnTo>
                  <a:lnTo>
                    <a:pt x="249301" y="337438"/>
                  </a:lnTo>
                  <a:lnTo>
                    <a:pt x="586740"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6" name="Google Shape;1216;p49"/>
            <p:cNvSpPr/>
            <p:nvPr/>
          </p:nvSpPr>
          <p:spPr>
            <a:xfrm>
              <a:off x="5744717" y="5157978"/>
              <a:ext cx="254635" cy="273050"/>
            </a:xfrm>
            <a:custGeom>
              <a:avLst/>
              <a:gdLst/>
              <a:ahLst/>
              <a:cxnLst/>
              <a:rect l="l" t="t" r="r" b="b"/>
              <a:pathLst>
                <a:path w="254635" h="273050" extrusionOk="0">
                  <a:moveTo>
                    <a:pt x="254508" y="0"/>
                  </a:moveTo>
                  <a:lnTo>
                    <a:pt x="0" y="0"/>
                  </a:lnTo>
                  <a:lnTo>
                    <a:pt x="0" y="272796"/>
                  </a:lnTo>
                  <a:lnTo>
                    <a:pt x="254508" y="272796"/>
                  </a:lnTo>
                  <a:lnTo>
                    <a:pt x="254508"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7" name="Google Shape;1217;p49"/>
            <p:cNvSpPr/>
            <p:nvPr/>
          </p:nvSpPr>
          <p:spPr>
            <a:xfrm>
              <a:off x="5744717" y="5157978"/>
              <a:ext cx="254635" cy="273050"/>
            </a:xfrm>
            <a:custGeom>
              <a:avLst/>
              <a:gdLst/>
              <a:ahLst/>
              <a:cxnLst/>
              <a:rect l="l" t="t" r="r" b="b"/>
              <a:pathLst>
                <a:path w="254635" h="273050" extrusionOk="0">
                  <a:moveTo>
                    <a:pt x="0" y="272796"/>
                  </a:moveTo>
                  <a:lnTo>
                    <a:pt x="254508" y="272796"/>
                  </a:lnTo>
                  <a:lnTo>
                    <a:pt x="254508" y="0"/>
                  </a:lnTo>
                  <a:lnTo>
                    <a:pt x="0" y="0"/>
                  </a:lnTo>
                  <a:lnTo>
                    <a:pt x="0" y="27279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1218" name="Google Shape;1218;p4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82</a:t>
            </a:fld>
            <a:endParaRPr lang="en-US"/>
          </a:p>
        </p:txBody>
      </p:sp>
      <p:sp>
        <p:nvSpPr>
          <p:cNvPr id="111" name="Google Shape;1082;p48"/>
          <p:cNvSpPr txBox="1"/>
          <p:nvPr/>
        </p:nvSpPr>
        <p:spPr>
          <a:xfrm>
            <a:off x="2124042" y="6335649"/>
            <a:ext cx="984630" cy="29972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n-US" sz="1800" dirty="0"/>
              <a:t>4 x 4</a:t>
            </a:r>
            <a:r>
              <a:rPr lang="en-US" sz="1800" b="0" i="0" u="none" strike="noStrike" cap="none" dirty="0">
                <a:solidFill>
                  <a:srgbClr val="000000"/>
                </a:solidFill>
                <a:latin typeface="Arial"/>
                <a:ea typeface="Arial"/>
                <a:cs typeface="Arial"/>
                <a:sym typeface="Arial"/>
              </a:rPr>
              <a:t>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sp>
        <p:nvSpPr>
          <p:cNvPr id="113" name="Google Shape;1082;p48"/>
          <p:cNvSpPr txBox="1"/>
          <p:nvPr/>
        </p:nvSpPr>
        <p:spPr>
          <a:xfrm>
            <a:off x="7801456" y="6114251"/>
            <a:ext cx="984630" cy="29972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n-US" sz="1800" dirty="0"/>
              <a:t>4 x 4</a:t>
            </a:r>
            <a:r>
              <a:rPr lang="en-US" sz="1800" b="0" i="0" u="none" strike="noStrike" cap="none" dirty="0">
                <a:solidFill>
                  <a:srgbClr val="000000"/>
                </a:solidFill>
                <a:latin typeface="Arial"/>
                <a:ea typeface="Arial"/>
                <a:cs typeface="Arial"/>
                <a:sym typeface="Arial"/>
              </a:rPr>
              <a:t> x </a:t>
            </a:r>
            <a:r>
              <a:rPr lang="en-US" sz="1800" dirty="0"/>
              <a:t>8</a:t>
            </a:r>
            <a:endParaRPr sz="1800" b="0" i="0" u="none" strike="noStrike" cap="none" dirty="0">
              <a:solidFill>
                <a:srgbClr val="000000"/>
              </a:solidFill>
              <a:latin typeface="Arial"/>
              <a:ea typeface="Arial"/>
              <a:cs typeface="Arial"/>
              <a:sym typeface="Arial"/>
            </a:endParaRPr>
          </a:p>
        </p:txBody>
      </p:sp>
      <p:sp>
        <p:nvSpPr>
          <p:cNvPr id="114" name="Google Shape;1669;p54"/>
          <p:cNvSpPr txBox="1"/>
          <p:nvPr/>
        </p:nvSpPr>
        <p:spPr>
          <a:xfrm>
            <a:off x="1019414" y="2626337"/>
            <a:ext cx="1191693"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t>6 x 6 x </a:t>
            </a:r>
            <a:r>
              <a:rPr lang="en-US" sz="1800" dirty="0" err="1"/>
              <a:t>n</a:t>
            </a:r>
            <a:r>
              <a:rPr lang="en-US" sz="1800" baseline="-25000" dirty="0" err="1"/>
              <a:t>c</a:t>
            </a:r>
            <a:endParaRPr sz="1800" baseline="-25000" dirty="0"/>
          </a:p>
        </p:txBody>
      </p:sp>
      <p:sp>
        <p:nvSpPr>
          <p:cNvPr id="115" name="Google Shape;1670;p54"/>
          <p:cNvSpPr txBox="1"/>
          <p:nvPr/>
        </p:nvSpPr>
        <p:spPr>
          <a:xfrm>
            <a:off x="5423935" y="3344256"/>
            <a:ext cx="1679478"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t>3 x 3 x </a:t>
            </a:r>
            <a:r>
              <a:rPr lang="en-US" sz="1800" dirty="0" err="1"/>
              <a:t>n</a:t>
            </a:r>
            <a:r>
              <a:rPr lang="en-US" sz="1800" baseline="-25000" dirty="0" err="1"/>
              <a:t>c</a:t>
            </a:r>
            <a:endParaRPr sz="1800" baseline="-25000" dirty="0"/>
          </a:p>
        </p:txBody>
      </p:sp>
      <p:grpSp>
        <p:nvGrpSpPr>
          <p:cNvPr id="116" name="Group 115"/>
          <p:cNvGrpSpPr/>
          <p:nvPr/>
        </p:nvGrpSpPr>
        <p:grpSpPr>
          <a:xfrm>
            <a:off x="2259329" y="1833752"/>
            <a:ext cx="1927861" cy="1881378"/>
            <a:chOff x="2259329" y="1833752"/>
            <a:chExt cx="1927861" cy="1881378"/>
          </a:xfrm>
        </p:grpSpPr>
        <p:sp>
          <p:nvSpPr>
            <p:cNvPr id="117" name="Google Shape;1493;p54"/>
            <p:cNvSpPr/>
            <p:nvPr/>
          </p:nvSpPr>
          <p:spPr>
            <a:xfrm>
              <a:off x="2899410" y="1838705"/>
              <a:ext cx="1287780" cy="1280160"/>
            </a:xfrm>
            <a:custGeom>
              <a:avLst/>
              <a:gdLst/>
              <a:ahLst/>
              <a:cxnLst/>
              <a:rect l="l" t="t" r="r" b="b"/>
              <a:pathLst>
                <a:path w="1287779" h="1280160" extrusionOk="0">
                  <a:moveTo>
                    <a:pt x="1287780" y="0"/>
                  </a:moveTo>
                  <a:lnTo>
                    <a:pt x="0" y="0"/>
                  </a:lnTo>
                  <a:lnTo>
                    <a:pt x="0" y="118872"/>
                  </a:lnTo>
                  <a:lnTo>
                    <a:pt x="0" y="237744"/>
                  </a:lnTo>
                  <a:lnTo>
                    <a:pt x="0" y="356616"/>
                  </a:lnTo>
                  <a:lnTo>
                    <a:pt x="0" y="473964"/>
                  </a:lnTo>
                  <a:lnTo>
                    <a:pt x="0" y="594360"/>
                  </a:lnTo>
                  <a:lnTo>
                    <a:pt x="0" y="1280160"/>
                  </a:lnTo>
                  <a:lnTo>
                    <a:pt x="1287780" y="1280160"/>
                  </a:lnTo>
                  <a:lnTo>
                    <a:pt x="1287780" y="118872"/>
                  </a:lnTo>
                  <a:lnTo>
                    <a:pt x="1287780" y="0"/>
                  </a:lnTo>
                  <a:close/>
                </a:path>
              </a:pathLst>
            </a:custGeom>
            <a:solidFill>
              <a:srgbClr val="6F2F9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8" name="Google Shape;1495;p54"/>
            <p:cNvSpPr/>
            <p:nvPr/>
          </p:nvSpPr>
          <p:spPr>
            <a:xfrm>
              <a:off x="3090671" y="1833752"/>
              <a:ext cx="861060" cy="123825"/>
            </a:xfrm>
            <a:custGeom>
              <a:avLst/>
              <a:gdLst/>
              <a:ahLst/>
              <a:cxnLst/>
              <a:rect l="l" t="t" r="r" b="b"/>
              <a:pathLst>
                <a:path w="861060" h="123825" extrusionOk="0">
                  <a:moveTo>
                    <a:pt x="426719" y="0"/>
                  </a:moveTo>
                  <a:lnTo>
                    <a:pt x="426719" y="123825"/>
                  </a:lnTo>
                </a:path>
                <a:path w="861060" h="123825" extrusionOk="0">
                  <a:moveTo>
                    <a:pt x="643127" y="0"/>
                  </a:moveTo>
                  <a:lnTo>
                    <a:pt x="643127" y="123825"/>
                  </a:lnTo>
                </a:path>
                <a:path w="861060" h="123825" extrusionOk="0">
                  <a:moveTo>
                    <a:pt x="861060" y="0"/>
                  </a:moveTo>
                  <a:lnTo>
                    <a:pt x="861060" y="123825"/>
                  </a:lnTo>
                </a:path>
                <a:path w="861060" h="123825" extrusionOk="0">
                  <a:moveTo>
                    <a:pt x="210312" y="0"/>
                  </a:moveTo>
                  <a:lnTo>
                    <a:pt x="210312" y="123825"/>
                  </a:lnTo>
                </a:path>
                <a:path w="861060" h="123825" extrusionOk="0">
                  <a:moveTo>
                    <a:pt x="0" y="0"/>
                  </a:moveTo>
                  <a:lnTo>
                    <a:pt x="0" y="123825"/>
                  </a:lnTo>
                </a:path>
              </a:pathLst>
            </a:custGeom>
            <a:noFill/>
            <a:ln w="23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9" name="Google Shape;1496;p54"/>
            <p:cNvSpPr/>
            <p:nvPr/>
          </p:nvSpPr>
          <p:spPr>
            <a:xfrm>
              <a:off x="4059173" y="2058860"/>
              <a:ext cx="111760" cy="853440"/>
            </a:xfrm>
            <a:custGeom>
              <a:avLst/>
              <a:gdLst/>
              <a:ahLst/>
              <a:cxnLst/>
              <a:rect l="l" t="t" r="r" b="b"/>
              <a:pathLst>
                <a:path w="111760" h="853439" extrusionOk="0">
                  <a:moveTo>
                    <a:pt x="0" y="0"/>
                  </a:moveTo>
                  <a:lnTo>
                    <a:pt x="111759" y="0"/>
                  </a:lnTo>
                </a:path>
                <a:path w="111760" h="853439" extrusionOk="0">
                  <a:moveTo>
                    <a:pt x="0" y="213359"/>
                  </a:moveTo>
                  <a:lnTo>
                    <a:pt x="111759" y="213359"/>
                  </a:lnTo>
                </a:path>
                <a:path w="111760" h="853439" extrusionOk="0">
                  <a:moveTo>
                    <a:pt x="0" y="426719"/>
                  </a:moveTo>
                  <a:lnTo>
                    <a:pt x="111759" y="426719"/>
                  </a:lnTo>
                </a:path>
                <a:path w="111760" h="853439" extrusionOk="0">
                  <a:moveTo>
                    <a:pt x="0" y="640079"/>
                  </a:moveTo>
                  <a:lnTo>
                    <a:pt x="111759" y="640079"/>
                  </a:lnTo>
                </a:path>
                <a:path w="111760" h="853439" extrusionOk="0">
                  <a:moveTo>
                    <a:pt x="0" y="853439"/>
                  </a:moveTo>
                  <a:lnTo>
                    <a:pt x="111759" y="853439"/>
                  </a:lnTo>
                </a:path>
              </a:pathLst>
            </a:custGeom>
            <a:noFill/>
            <a:ln w="234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0" name="Google Shape;1497;p54"/>
            <p:cNvSpPr/>
            <p:nvPr/>
          </p:nvSpPr>
          <p:spPr>
            <a:xfrm>
              <a:off x="2771394" y="1957577"/>
              <a:ext cx="1287780" cy="1280160"/>
            </a:xfrm>
            <a:custGeom>
              <a:avLst/>
              <a:gdLst/>
              <a:ahLst/>
              <a:cxnLst/>
              <a:rect l="l" t="t" r="r" b="b"/>
              <a:pathLst>
                <a:path w="1287779" h="1280160" extrusionOk="0">
                  <a:moveTo>
                    <a:pt x="1287780" y="0"/>
                  </a:moveTo>
                  <a:lnTo>
                    <a:pt x="0" y="0"/>
                  </a:lnTo>
                  <a:lnTo>
                    <a:pt x="0" y="118872"/>
                  </a:lnTo>
                  <a:lnTo>
                    <a:pt x="0" y="237744"/>
                  </a:lnTo>
                  <a:lnTo>
                    <a:pt x="0" y="355092"/>
                  </a:lnTo>
                  <a:lnTo>
                    <a:pt x="0" y="475488"/>
                  </a:lnTo>
                  <a:lnTo>
                    <a:pt x="0" y="1280160"/>
                  </a:lnTo>
                  <a:lnTo>
                    <a:pt x="1287780" y="1280160"/>
                  </a:lnTo>
                  <a:lnTo>
                    <a:pt x="1287780" y="475488"/>
                  </a:lnTo>
                  <a:lnTo>
                    <a:pt x="1287780" y="355092"/>
                  </a:lnTo>
                  <a:lnTo>
                    <a:pt x="1287780" y="237744"/>
                  </a:lnTo>
                  <a:lnTo>
                    <a:pt x="1287780" y="118872"/>
                  </a:lnTo>
                  <a:lnTo>
                    <a:pt x="1287780" y="0"/>
                  </a:lnTo>
                  <a:close/>
                </a:path>
              </a:pathLst>
            </a:custGeom>
            <a:solidFill>
              <a:srgbClr val="006FC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1" name="Google Shape;1498;p54"/>
            <p:cNvSpPr/>
            <p:nvPr/>
          </p:nvSpPr>
          <p:spPr>
            <a:xfrm>
              <a:off x="2771393" y="1957577"/>
              <a:ext cx="1287780" cy="1280160"/>
            </a:xfrm>
            <a:custGeom>
              <a:avLst/>
              <a:gdLst/>
              <a:ahLst/>
              <a:cxnLst/>
              <a:rect l="l" t="t" r="r" b="b"/>
              <a:pathLst>
                <a:path w="1287779" h="1280160" extrusionOk="0">
                  <a:moveTo>
                    <a:pt x="0" y="1280160"/>
                  </a:moveTo>
                  <a:lnTo>
                    <a:pt x="1287780" y="1280160"/>
                  </a:lnTo>
                  <a:lnTo>
                    <a:pt x="1287780" y="0"/>
                  </a:lnTo>
                  <a:lnTo>
                    <a:pt x="0" y="0"/>
                  </a:lnTo>
                  <a:lnTo>
                    <a:pt x="0" y="1280160"/>
                  </a:lnTo>
                  <a:close/>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2" name="Google Shape;1499;p54"/>
            <p:cNvSpPr/>
            <p:nvPr/>
          </p:nvSpPr>
          <p:spPr>
            <a:xfrm>
              <a:off x="2987039" y="1940432"/>
              <a:ext cx="861060" cy="136525"/>
            </a:xfrm>
            <a:custGeom>
              <a:avLst/>
              <a:gdLst/>
              <a:ahLst/>
              <a:cxnLst/>
              <a:rect l="l" t="t" r="r" b="b"/>
              <a:pathLst>
                <a:path w="861060" h="136525" extrusionOk="0">
                  <a:moveTo>
                    <a:pt x="426719" y="0"/>
                  </a:moveTo>
                  <a:lnTo>
                    <a:pt x="426719" y="136016"/>
                  </a:lnTo>
                </a:path>
                <a:path w="861060" h="136525" extrusionOk="0">
                  <a:moveTo>
                    <a:pt x="644651" y="0"/>
                  </a:moveTo>
                  <a:lnTo>
                    <a:pt x="644651" y="136016"/>
                  </a:lnTo>
                </a:path>
                <a:path w="861060" h="136525" extrusionOk="0">
                  <a:moveTo>
                    <a:pt x="861059" y="0"/>
                  </a:moveTo>
                  <a:lnTo>
                    <a:pt x="861059" y="136016"/>
                  </a:lnTo>
                </a:path>
                <a:path w="861060" h="136525" extrusionOk="0">
                  <a:moveTo>
                    <a:pt x="210312" y="0"/>
                  </a:moveTo>
                  <a:lnTo>
                    <a:pt x="210312" y="136016"/>
                  </a:lnTo>
                </a:path>
                <a:path w="861060" h="136525" extrusionOk="0">
                  <a:moveTo>
                    <a:pt x="0" y="0"/>
                  </a:moveTo>
                  <a:lnTo>
                    <a:pt x="0" y="136016"/>
                  </a:lnTo>
                </a:path>
              </a:pathLst>
            </a:custGeom>
            <a:noFill/>
            <a:ln w="23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3" name="Google Shape;1500;p54"/>
            <p:cNvSpPr/>
            <p:nvPr/>
          </p:nvSpPr>
          <p:spPr>
            <a:xfrm>
              <a:off x="3928109" y="2165540"/>
              <a:ext cx="139700" cy="853440"/>
            </a:xfrm>
            <a:custGeom>
              <a:avLst/>
              <a:gdLst/>
              <a:ahLst/>
              <a:cxnLst/>
              <a:rect l="l" t="t" r="r" b="b"/>
              <a:pathLst>
                <a:path w="139700" h="853439" extrusionOk="0">
                  <a:moveTo>
                    <a:pt x="0" y="0"/>
                  </a:moveTo>
                  <a:lnTo>
                    <a:pt x="139191" y="0"/>
                  </a:lnTo>
                </a:path>
                <a:path w="139700" h="853439" extrusionOk="0">
                  <a:moveTo>
                    <a:pt x="0" y="213360"/>
                  </a:moveTo>
                  <a:lnTo>
                    <a:pt x="139191" y="213360"/>
                  </a:lnTo>
                </a:path>
                <a:path w="139700" h="853439" extrusionOk="0">
                  <a:moveTo>
                    <a:pt x="0" y="426720"/>
                  </a:moveTo>
                  <a:lnTo>
                    <a:pt x="139191" y="426720"/>
                  </a:lnTo>
                </a:path>
                <a:path w="139700" h="853439" extrusionOk="0">
                  <a:moveTo>
                    <a:pt x="0" y="640079"/>
                  </a:moveTo>
                  <a:lnTo>
                    <a:pt x="139191" y="640079"/>
                  </a:lnTo>
                </a:path>
                <a:path w="139700" h="853439" extrusionOk="0">
                  <a:moveTo>
                    <a:pt x="0" y="853439"/>
                  </a:moveTo>
                  <a:lnTo>
                    <a:pt x="139191" y="853439"/>
                  </a:lnTo>
                </a:path>
              </a:pathLst>
            </a:custGeom>
            <a:noFill/>
            <a:ln w="234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4" name="Google Shape;1501;p54"/>
            <p:cNvSpPr/>
            <p:nvPr/>
          </p:nvSpPr>
          <p:spPr>
            <a:xfrm>
              <a:off x="2640330" y="2076449"/>
              <a:ext cx="1287780" cy="1280160"/>
            </a:xfrm>
            <a:custGeom>
              <a:avLst/>
              <a:gdLst/>
              <a:ahLst/>
              <a:cxnLst/>
              <a:rect l="l" t="t" r="r" b="b"/>
              <a:pathLst>
                <a:path w="1287779" h="1280160" extrusionOk="0">
                  <a:moveTo>
                    <a:pt x="1287780" y="0"/>
                  </a:moveTo>
                  <a:lnTo>
                    <a:pt x="0" y="0"/>
                  </a:lnTo>
                  <a:lnTo>
                    <a:pt x="0" y="118872"/>
                  </a:lnTo>
                  <a:lnTo>
                    <a:pt x="0" y="236220"/>
                  </a:lnTo>
                  <a:lnTo>
                    <a:pt x="0" y="356616"/>
                  </a:lnTo>
                  <a:lnTo>
                    <a:pt x="0" y="1280160"/>
                  </a:lnTo>
                  <a:lnTo>
                    <a:pt x="1287780" y="1280160"/>
                  </a:lnTo>
                  <a:lnTo>
                    <a:pt x="1287780" y="356616"/>
                  </a:lnTo>
                  <a:lnTo>
                    <a:pt x="1287780" y="236220"/>
                  </a:lnTo>
                  <a:lnTo>
                    <a:pt x="1287780" y="118872"/>
                  </a:lnTo>
                  <a:lnTo>
                    <a:pt x="1287780" y="0"/>
                  </a:lnTo>
                  <a:close/>
                </a:path>
              </a:pathLst>
            </a:custGeom>
            <a:solidFill>
              <a:srgbClr val="00AF5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5" name="Google Shape;1502;p54"/>
            <p:cNvSpPr/>
            <p:nvPr/>
          </p:nvSpPr>
          <p:spPr>
            <a:xfrm>
              <a:off x="2640329" y="2076449"/>
              <a:ext cx="1287780" cy="1280160"/>
            </a:xfrm>
            <a:custGeom>
              <a:avLst/>
              <a:gdLst/>
              <a:ahLst/>
              <a:cxnLst/>
              <a:rect l="l" t="t" r="r" b="b"/>
              <a:pathLst>
                <a:path w="1287779" h="1280160" extrusionOk="0">
                  <a:moveTo>
                    <a:pt x="0" y="1280160"/>
                  </a:moveTo>
                  <a:lnTo>
                    <a:pt x="1287780" y="1280160"/>
                  </a:lnTo>
                  <a:lnTo>
                    <a:pt x="1287780" y="0"/>
                  </a:lnTo>
                  <a:lnTo>
                    <a:pt x="0" y="0"/>
                  </a:lnTo>
                  <a:lnTo>
                    <a:pt x="0" y="1280160"/>
                  </a:lnTo>
                  <a:close/>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6" name="Google Shape;1503;p54"/>
            <p:cNvSpPr/>
            <p:nvPr/>
          </p:nvSpPr>
          <p:spPr>
            <a:xfrm>
              <a:off x="2857499" y="2062352"/>
              <a:ext cx="859790" cy="133350"/>
            </a:xfrm>
            <a:custGeom>
              <a:avLst/>
              <a:gdLst/>
              <a:ahLst/>
              <a:cxnLst/>
              <a:rect l="l" t="t" r="r" b="b"/>
              <a:pathLst>
                <a:path w="859789" h="133350" extrusionOk="0">
                  <a:moveTo>
                    <a:pt x="426720" y="0"/>
                  </a:moveTo>
                  <a:lnTo>
                    <a:pt x="426720" y="132969"/>
                  </a:lnTo>
                </a:path>
                <a:path w="859789" h="133350" extrusionOk="0">
                  <a:moveTo>
                    <a:pt x="643127" y="0"/>
                  </a:moveTo>
                  <a:lnTo>
                    <a:pt x="643127" y="132969"/>
                  </a:lnTo>
                </a:path>
                <a:path w="859789" h="133350" extrusionOk="0">
                  <a:moveTo>
                    <a:pt x="859536" y="0"/>
                  </a:moveTo>
                  <a:lnTo>
                    <a:pt x="859536" y="132969"/>
                  </a:lnTo>
                </a:path>
                <a:path w="859789" h="133350" extrusionOk="0">
                  <a:moveTo>
                    <a:pt x="208787" y="0"/>
                  </a:moveTo>
                  <a:lnTo>
                    <a:pt x="208787" y="132969"/>
                  </a:lnTo>
                </a:path>
                <a:path w="859789" h="133350" extrusionOk="0">
                  <a:moveTo>
                    <a:pt x="0" y="0"/>
                  </a:moveTo>
                  <a:lnTo>
                    <a:pt x="0" y="132969"/>
                  </a:lnTo>
                </a:path>
              </a:pathLst>
            </a:custGeom>
            <a:noFill/>
            <a:ln w="23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7" name="Google Shape;1504;p54"/>
            <p:cNvSpPr/>
            <p:nvPr/>
          </p:nvSpPr>
          <p:spPr>
            <a:xfrm>
              <a:off x="3803141" y="2287460"/>
              <a:ext cx="134620" cy="853440"/>
            </a:xfrm>
            <a:custGeom>
              <a:avLst/>
              <a:gdLst/>
              <a:ahLst/>
              <a:cxnLst/>
              <a:rect l="l" t="t" r="r" b="b"/>
              <a:pathLst>
                <a:path w="134620" h="853439" extrusionOk="0">
                  <a:moveTo>
                    <a:pt x="0" y="0"/>
                  </a:moveTo>
                  <a:lnTo>
                    <a:pt x="134619" y="0"/>
                  </a:lnTo>
                </a:path>
                <a:path w="134620" h="853439" extrusionOk="0">
                  <a:moveTo>
                    <a:pt x="0" y="213359"/>
                  </a:moveTo>
                  <a:lnTo>
                    <a:pt x="134619" y="213359"/>
                  </a:lnTo>
                </a:path>
                <a:path w="134620" h="853439" extrusionOk="0">
                  <a:moveTo>
                    <a:pt x="0" y="426719"/>
                  </a:moveTo>
                  <a:lnTo>
                    <a:pt x="134619" y="426719"/>
                  </a:lnTo>
                </a:path>
                <a:path w="134620" h="853439" extrusionOk="0">
                  <a:moveTo>
                    <a:pt x="0" y="640079"/>
                  </a:moveTo>
                  <a:lnTo>
                    <a:pt x="134619" y="640079"/>
                  </a:lnTo>
                </a:path>
                <a:path w="134620" h="853439" extrusionOk="0">
                  <a:moveTo>
                    <a:pt x="0" y="853439"/>
                  </a:moveTo>
                  <a:lnTo>
                    <a:pt x="134619" y="853439"/>
                  </a:lnTo>
                </a:path>
              </a:pathLst>
            </a:custGeom>
            <a:noFill/>
            <a:ln w="234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8" name="Google Shape;1505;p54"/>
            <p:cNvSpPr/>
            <p:nvPr/>
          </p:nvSpPr>
          <p:spPr>
            <a:xfrm>
              <a:off x="2515362" y="2195321"/>
              <a:ext cx="1287780" cy="1280160"/>
            </a:xfrm>
            <a:custGeom>
              <a:avLst/>
              <a:gdLst/>
              <a:ahLst/>
              <a:cxnLst/>
              <a:rect l="l" t="t" r="r" b="b"/>
              <a:pathLst>
                <a:path w="1287779" h="1280160" extrusionOk="0">
                  <a:moveTo>
                    <a:pt x="1287780" y="0"/>
                  </a:moveTo>
                  <a:lnTo>
                    <a:pt x="0" y="0"/>
                  </a:lnTo>
                  <a:lnTo>
                    <a:pt x="0" y="117348"/>
                  </a:lnTo>
                  <a:lnTo>
                    <a:pt x="0" y="237744"/>
                  </a:lnTo>
                  <a:lnTo>
                    <a:pt x="0" y="1280160"/>
                  </a:lnTo>
                  <a:lnTo>
                    <a:pt x="1287780" y="1280160"/>
                  </a:lnTo>
                  <a:lnTo>
                    <a:pt x="1287780" y="237744"/>
                  </a:lnTo>
                  <a:lnTo>
                    <a:pt x="1287780" y="117348"/>
                  </a:lnTo>
                  <a:lnTo>
                    <a:pt x="1287780" y="0"/>
                  </a:lnTo>
                  <a:close/>
                </a:path>
              </a:pathLst>
            </a:custGeom>
            <a:solidFill>
              <a:srgbClr val="FFFF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9" name="Google Shape;1506;p54"/>
            <p:cNvSpPr/>
            <p:nvPr/>
          </p:nvSpPr>
          <p:spPr>
            <a:xfrm>
              <a:off x="2515361" y="2195321"/>
              <a:ext cx="1287780" cy="1280160"/>
            </a:xfrm>
            <a:custGeom>
              <a:avLst/>
              <a:gdLst/>
              <a:ahLst/>
              <a:cxnLst/>
              <a:rect l="l" t="t" r="r" b="b"/>
              <a:pathLst>
                <a:path w="1287779" h="1280160" extrusionOk="0">
                  <a:moveTo>
                    <a:pt x="0" y="1280160"/>
                  </a:moveTo>
                  <a:lnTo>
                    <a:pt x="1287780" y="1280160"/>
                  </a:lnTo>
                  <a:lnTo>
                    <a:pt x="1287780" y="0"/>
                  </a:lnTo>
                  <a:lnTo>
                    <a:pt x="0" y="0"/>
                  </a:lnTo>
                  <a:lnTo>
                    <a:pt x="0" y="128016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0" name="Google Shape;1507;p54"/>
            <p:cNvSpPr/>
            <p:nvPr/>
          </p:nvSpPr>
          <p:spPr>
            <a:xfrm>
              <a:off x="2709671" y="2196464"/>
              <a:ext cx="861060" cy="116205"/>
            </a:xfrm>
            <a:custGeom>
              <a:avLst/>
              <a:gdLst/>
              <a:ahLst/>
              <a:cxnLst/>
              <a:rect l="l" t="t" r="r" b="b"/>
              <a:pathLst>
                <a:path w="861060" h="116205" extrusionOk="0">
                  <a:moveTo>
                    <a:pt x="426719" y="0"/>
                  </a:moveTo>
                  <a:lnTo>
                    <a:pt x="426719" y="116204"/>
                  </a:lnTo>
                </a:path>
                <a:path w="861060" h="116205" extrusionOk="0">
                  <a:moveTo>
                    <a:pt x="644651" y="0"/>
                  </a:moveTo>
                  <a:lnTo>
                    <a:pt x="644651" y="116204"/>
                  </a:lnTo>
                </a:path>
                <a:path w="861060" h="116205" extrusionOk="0">
                  <a:moveTo>
                    <a:pt x="861060" y="0"/>
                  </a:moveTo>
                  <a:lnTo>
                    <a:pt x="861060" y="116204"/>
                  </a:lnTo>
                </a:path>
                <a:path w="861060" h="116205" extrusionOk="0">
                  <a:moveTo>
                    <a:pt x="210312" y="0"/>
                  </a:moveTo>
                  <a:lnTo>
                    <a:pt x="210312" y="116204"/>
                  </a:lnTo>
                </a:path>
                <a:path w="861060" h="116205" extrusionOk="0">
                  <a:moveTo>
                    <a:pt x="0" y="0"/>
                  </a:moveTo>
                  <a:lnTo>
                    <a:pt x="0" y="116204"/>
                  </a:lnTo>
                </a:path>
              </a:pathLst>
            </a:custGeom>
            <a:noFill/>
            <a:ln w="23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1" name="Google Shape;1508;p54"/>
            <p:cNvSpPr/>
            <p:nvPr/>
          </p:nvSpPr>
          <p:spPr>
            <a:xfrm>
              <a:off x="3678173" y="2421572"/>
              <a:ext cx="125730" cy="853440"/>
            </a:xfrm>
            <a:custGeom>
              <a:avLst/>
              <a:gdLst/>
              <a:ahLst/>
              <a:cxnLst/>
              <a:rect l="l" t="t" r="r" b="b"/>
              <a:pathLst>
                <a:path w="125729" h="853439" extrusionOk="0">
                  <a:moveTo>
                    <a:pt x="0" y="0"/>
                  </a:moveTo>
                  <a:lnTo>
                    <a:pt x="125475" y="0"/>
                  </a:lnTo>
                </a:path>
                <a:path w="125729" h="853439" extrusionOk="0">
                  <a:moveTo>
                    <a:pt x="0" y="213359"/>
                  </a:moveTo>
                  <a:lnTo>
                    <a:pt x="125475" y="213359"/>
                  </a:lnTo>
                </a:path>
                <a:path w="125729" h="853439" extrusionOk="0">
                  <a:moveTo>
                    <a:pt x="0" y="426719"/>
                  </a:moveTo>
                  <a:lnTo>
                    <a:pt x="125475" y="426719"/>
                  </a:lnTo>
                </a:path>
                <a:path w="125729" h="853439" extrusionOk="0">
                  <a:moveTo>
                    <a:pt x="0" y="640079"/>
                  </a:moveTo>
                  <a:lnTo>
                    <a:pt x="125475" y="640079"/>
                  </a:lnTo>
                </a:path>
                <a:path w="125729" h="853439" extrusionOk="0">
                  <a:moveTo>
                    <a:pt x="0" y="853439"/>
                  </a:moveTo>
                  <a:lnTo>
                    <a:pt x="125475" y="853439"/>
                  </a:lnTo>
                </a:path>
              </a:pathLst>
            </a:custGeom>
            <a:noFill/>
            <a:ln w="234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2" name="Google Shape;1509;p54"/>
            <p:cNvSpPr/>
            <p:nvPr/>
          </p:nvSpPr>
          <p:spPr>
            <a:xfrm>
              <a:off x="2390394" y="2312669"/>
              <a:ext cx="1287780" cy="1280160"/>
            </a:xfrm>
            <a:custGeom>
              <a:avLst/>
              <a:gdLst/>
              <a:ahLst/>
              <a:cxnLst/>
              <a:rect l="l" t="t" r="r" b="b"/>
              <a:pathLst>
                <a:path w="1287779" h="1280160" extrusionOk="0">
                  <a:moveTo>
                    <a:pt x="1287780" y="0"/>
                  </a:moveTo>
                  <a:lnTo>
                    <a:pt x="0" y="0"/>
                  </a:lnTo>
                  <a:lnTo>
                    <a:pt x="0" y="120396"/>
                  </a:lnTo>
                  <a:lnTo>
                    <a:pt x="0" y="1280160"/>
                  </a:lnTo>
                  <a:lnTo>
                    <a:pt x="1287780" y="1280160"/>
                  </a:lnTo>
                  <a:lnTo>
                    <a:pt x="1287780" y="120396"/>
                  </a:lnTo>
                  <a:lnTo>
                    <a:pt x="1287780" y="0"/>
                  </a:lnTo>
                  <a:close/>
                </a:path>
              </a:pathLst>
            </a:custGeom>
            <a:solidFill>
              <a:srgbClr val="FFC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3" name="Google Shape;1510;p54"/>
            <p:cNvSpPr/>
            <p:nvPr/>
          </p:nvSpPr>
          <p:spPr>
            <a:xfrm>
              <a:off x="2390393" y="2312669"/>
              <a:ext cx="1287780" cy="1280160"/>
            </a:xfrm>
            <a:custGeom>
              <a:avLst/>
              <a:gdLst/>
              <a:ahLst/>
              <a:cxnLst/>
              <a:rect l="l" t="t" r="r" b="b"/>
              <a:pathLst>
                <a:path w="1287779" h="1280160" extrusionOk="0">
                  <a:moveTo>
                    <a:pt x="0" y="1280160"/>
                  </a:moveTo>
                  <a:lnTo>
                    <a:pt x="1287780" y="1280160"/>
                  </a:lnTo>
                  <a:lnTo>
                    <a:pt x="1287780" y="0"/>
                  </a:lnTo>
                  <a:lnTo>
                    <a:pt x="0" y="0"/>
                  </a:lnTo>
                  <a:lnTo>
                    <a:pt x="0" y="1280160"/>
                  </a:lnTo>
                  <a:close/>
                </a:path>
              </a:pathLst>
            </a:custGeom>
            <a:noFill/>
            <a:ln w="190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4" name="Google Shape;1511;p54"/>
            <p:cNvSpPr/>
            <p:nvPr/>
          </p:nvSpPr>
          <p:spPr>
            <a:xfrm>
              <a:off x="3034283" y="2303144"/>
              <a:ext cx="0" cy="130175"/>
            </a:xfrm>
            <a:custGeom>
              <a:avLst/>
              <a:gdLst/>
              <a:ahLst/>
              <a:cxnLst/>
              <a:rect l="l" t="t" r="r" b="b"/>
              <a:pathLst>
                <a:path w="120000" h="130175" extrusionOk="0">
                  <a:moveTo>
                    <a:pt x="0" y="0"/>
                  </a:moveTo>
                  <a:lnTo>
                    <a:pt x="0" y="129920"/>
                  </a:lnTo>
                </a:path>
              </a:pathLst>
            </a:custGeom>
            <a:noFill/>
            <a:ln w="23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5" name="Google Shape;1512;p54"/>
            <p:cNvSpPr/>
            <p:nvPr/>
          </p:nvSpPr>
          <p:spPr>
            <a:xfrm>
              <a:off x="3250691" y="2303144"/>
              <a:ext cx="0" cy="130175"/>
            </a:xfrm>
            <a:custGeom>
              <a:avLst/>
              <a:gdLst/>
              <a:ahLst/>
              <a:cxnLst/>
              <a:rect l="l" t="t" r="r" b="b"/>
              <a:pathLst>
                <a:path w="120000" h="130175" extrusionOk="0">
                  <a:moveTo>
                    <a:pt x="0" y="0"/>
                  </a:moveTo>
                  <a:lnTo>
                    <a:pt x="0" y="129920"/>
                  </a:lnTo>
                </a:path>
              </a:pathLst>
            </a:custGeom>
            <a:noFill/>
            <a:ln w="23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6" name="Google Shape;1513;p54"/>
            <p:cNvSpPr/>
            <p:nvPr/>
          </p:nvSpPr>
          <p:spPr>
            <a:xfrm>
              <a:off x="2607563" y="2303144"/>
              <a:ext cx="861060" cy="130175"/>
            </a:xfrm>
            <a:custGeom>
              <a:avLst/>
              <a:gdLst/>
              <a:ahLst/>
              <a:cxnLst/>
              <a:rect l="l" t="t" r="r" b="b"/>
              <a:pathLst>
                <a:path w="861060" h="130175" extrusionOk="0">
                  <a:moveTo>
                    <a:pt x="861060" y="0"/>
                  </a:moveTo>
                  <a:lnTo>
                    <a:pt x="861060" y="129920"/>
                  </a:lnTo>
                </a:path>
                <a:path w="861060" h="130175" extrusionOk="0">
                  <a:moveTo>
                    <a:pt x="210312" y="0"/>
                  </a:moveTo>
                  <a:lnTo>
                    <a:pt x="210312" y="129920"/>
                  </a:lnTo>
                </a:path>
                <a:path w="861060" h="130175" extrusionOk="0">
                  <a:moveTo>
                    <a:pt x="0" y="0"/>
                  </a:moveTo>
                  <a:lnTo>
                    <a:pt x="0" y="129920"/>
                  </a:lnTo>
                </a:path>
              </a:pathLst>
            </a:custGeom>
            <a:noFill/>
            <a:ln w="23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7" name="Google Shape;1514;p54"/>
            <p:cNvSpPr/>
            <p:nvPr/>
          </p:nvSpPr>
          <p:spPr>
            <a:xfrm>
              <a:off x="3547109" y="2528252"/>
              <a:ext cx="140970" cy="853440"/>
            </a:xfrm>
            <a:custGeom>
              <a:avLst/>
              <a:gdLst/>
              <a:ahLst/>
              <a:cxnLst/>
              <a:rect l="l" t="t" r="r" b="b"/>
              <a:pathLst>
                <a:path w="140970" h="853439" extrusionOk="0">
                  <a:moveTo>
                    <a:pt x="0" y="0"/>
                  </a:moveTo>
                  <a:lnTo>
                    <a:pt x="140715" y="0"/>
                  </a:lnTo>
                </a:path>
                <a:path w="140970" h="853439" extrusionOk="0">
                  <a:moveTo>
                    <a:pt x="0" y="213360"/>
                  </a:moveTo>
                  <a:lnTo>
                    <a:pt x="140715" y="213360"/>
                  </a:lnTo>
                </a:path>
                <a:path w="140970" h="853439" extrusionOk="0">
                  <a:moveTo>
                    <a:pt x="0" y="426720"/>
                  </a:moveTo>
                  <a:lnTo>
                    <a:pt x="140715" y="426720"/>
                  </a:lnTo>
                </a:path>
                <a:path w="140970" h="853439" extrusionOk="0">
                  <a:moveTo>
                    <a:pt x="0" y="640079"/>
                  </a:moveTo>
                  <a:lnTo>
                    <a:pt x="140715" y="640079"/>
                  </a:lnTo>
                </a:path>
                <a:path w="140970" h="853439" extrusionOk="0">
                  <a:moveTo>
                    <a:pt x="0" y="853439"/>
                  </a:moveTo>
                  <a:lnTo>
                    <a:pt x="140715" y="853439"/>
                  </a:lnTo>
                </a:path>
              </a:pathLst>
            </a:custGeom>
            <a:noFill/>
            <a:ln w="234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8" name="Google Shape;1515;p54"/>
            <p:cNvSpPr/>
            <p:nvPr/>
          </p:nvSpPr>
          <p:spPr>
            <a:xfrm>
              <a:off x="2259329" y="2433065"/>
              <a:ext cx="1287780" cy="1282065"/>
            </a:xfrm>
            <a:custGeom>
              <a:avLst/>
              <a:gdLst/>
              <a:ahLst/>
              <a:cxnLst/>
              <a:rect l="l" t="t" r="r" b="b"/>
              <a:pathLst>
                <a:path w="1287779" h="1282064" extrusionOk="0">
                  <a:moveTo>
                    <a:pt x="1287780" y="0"/>
                  </a:moveTo>
                  <a:lnTo>
                    <a:pt x="0" y="0"/>
                  </a:lnTo>
                  <a:lnTo>
                    <a:pt x="0" y="1281684"/>
                  </a:lnTo>
                  <a:lnTo>
                    <a:pt x="1287780" y="1281684"/>
                  </a:lnTo>
                  <a:lnTo>
                    <a:pt x="1287780"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9" name="Google Shape;1516;p54"/>
            <p:cNvSpPr/>
            <p:nvPr/>
          </p:nvSpPr>
          <p:spPr>
            <a:xfrm>
              <a:off x="2259329" y="2433065"/>
              <a:ext cx="1287780" cy="1282065"/>
            </a:xfrm>
            <a:custGeom>
              <a:avLst/>
              <a:gdLst/>
              <a:ahLst/>
              <a:cxnLst/>
              <a:rect l="l" t="t" r="r" b="b"/>
              <a:pathLst>
                <a:path w="1287779" h="1282064" extrusionOk="0">
                  <a:moveTo>
                    <a:pt x="0" y="1281684"/>
                  </a:moveTo>
                  <a:lnTo>
                    <a:pt x="1287780" y="1281684"/>
                  </a:lnTo>
                  <a:lnTo>
                    <a:pt x="1287780" y="0"/>
                  </a:lnTo>
                  <a:lnTo>
                    <a:pt x="0" y="0"/>
                  </a:lnTo>
                  <a:lnTo>
                    <a:pt x="0" y="128168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0" name="Google Shape;1517;p54"/>
            <p:cNvSpPr/>
            <p:nvPr/>
          </p:nvSpPr>
          <p:spPr>
            <a:xfrm>
              <a:off x="2900933" y="2433065"/>
              <a:ext cx="5080" cy="1280795"/>
            </a:xfrm>
            <a:custGeom>
              <a:avLst/>
              <a:gdLst/>
              <a:ahLst/>
              <a:cxnLst/>
              <a:rect l="l" t="t" r="r" b="b"/>
              <a:pathLst>
                <a:path w="5080" h="1280795" extrusionOk="0">
                  <a:moveTo>
                    <a:pt x="0" y="0"/>
                  </a:moveTo>
                  <a:lnTo>
                    <a:pt x="4572" y="1280541"/>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1" name="Google Shape;1518;p54"/>
            <p:cNvSpPr/>
            <p:nvPr/>
          </p:nvSpPr>
          <p:spPr>
            <a:xfrm>
              <a:off x="3118865" y="2433065"/>
              <a:ext cx="5080" cy="1280795"/>
            </a:xfrm>
            <a:custGeom>
              <a:avLst/>
              <a:gdLst/>
              <a:ahLst/>
              <a:cxnLst/>
              <a:rect l="l" t="t" r="r" b="b"/>
              <a:pathLst>
                <a:path w="5080" h="1280795" extrusionOk="0">
                  <a:moveTo>
                    <a:pt x="0" y="0"/>
                  </a:moveTo>
                  <a:lnTo>
                    <a:pt x="4572" y="1280541"/>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2" name="Google Shape;1519;p54"/>
            <p:cNvSpPr/>
            <p:nvPr/>
          </p:nvSpPr>
          <p:spPr>
            <a:xfrm>
              <a:off x="3335273" y="2433065"/>
              <a:ext cx="5080" cy="1280795"/>
            </a:xfrm>
            <a:custGeom>
              <a:avLst/>
              <a:gdLst/>
              <a:ahLst/>
              <a:cxnLst/>
              <a:rect l="l" t="t" r="r" b="b"/>
              <a:pathLst>
                <a:path w="5079" h="1280795" extrusionOk="0">
                  <a:moveTo>
                    <a:pt x="0" y="0"/>
                  </a:moveTo>
                  <a:lnTo>
                    <a:pt x="4572" y="1280541"/>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3" name="Google Shape;1520;p54"/>
            <p:cNvSpPr/>
            <p:nvPr/>
          </p:nvSpPr>
          <p:spPr>
            <a:xfrm>
              <a:off x="2684525" y="2433065"/>
              <a:ext cx="5080" cy="1280795"/>
            </a:xfrm>
            <a:custGeom>
              <a:avLst/>
              <a:gdLst/>
              <a:ahLst/>
              <a:cxnLst/>
              <a:rect l="l" t="t" r="r" b="b"/>
              <a:pathLst>
                <a:path w="5080" h="1280795" extrusionOk="0">
                  <a:moveTo>
                    <a:pt x="0" y="0"/>
                  </a:moveTo>
                  <a:lnTo>
                    <a:pt x="4572" y="1280541"/>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4" name="Google Shape;1521;p54"/>
            <p:cNvSpPr/>
            <p:nvPr/>
          </p:nvSpPr>
          <p:spPr>
            <a:xfrm>
              <a:off x="2474213" y="2433065"/>
              <a:ext cx="5080" cy="1280795"/>
            </a:xfrm>
            <a:custGeom>
              <a:avLst/>
              <a:gdLst/>
              <a:ahLst/>
              <a:cxnLst/>
              <a:rect l="l" t="t" r="r" b="b"/>
              <a:pathLst>
                <a:path w="5080" h="1280795" extrusionOk="0">
                  <a:moveTo>
                    <a:pt x="0" y="0"/>
                  </a:moveTo>
                  <a:lnTo>
                    <a:pt x="4572" y="1280541"/>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5" name="Google Shape;1522;p54"/>
            <p:cNvSpPr/>
            <p:nvPr/>
          </p:nvSpPr>
          <p:spPr>
            <a:xfrm>
              <a:off x="2259329" y="2647950"/>
              <a:ext cx="1288415" cy="4445"/>
            </a:xfrm>
            <a:custGeom>
              <a:avLst/>
              <a:gdLst/>
              <a:ahLst/>
              <a:cxnLst/>
              <a:rect l="l" t="t" r="r" b="b"/>
              <a:pathLst>
                <a:path w="1288414" h="4444" extrusionOk="0">
                  <a:moveTo>
                    <a:pt x="0" y="4445"/>
                  </a:moveTo>
                  <a:lnTo>
                    <a:pt x="1287907"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6" name="Google Shape;1523;p54"/>
            <p:cNvSpPr/>
            <p:nvPr/>
          </p:nvSpPr>
          <p:spPr>
            <a:xfrm>
              <a:off x="2259329" y="2861309"/>
              <a:ext cx="1288415" cy="4445"/>
            </a:xfrm>
            <a:custGeom>
              <a:avLst/>
              <a:gdLst/>
              <a:ahLst/>
              <a:cxnLst/>
              <a:rect l="l" t="t" r="r" b="b"/>
              <a:pathLst>
                <a:path w="1288414" h="4444" extrusionOk="0">
                  <a:moveTo>
                    <a:pt x="0" y="4445"/>
                  </a:moveTo>
                  <a:lnTo>
                    <a:pt x="1287907"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7" name="Google Shape;1524;p54"/>
            <p:cNvSpPr/>
            <p:nvPr/>
          </p:nvSpPr>
          <p:spPr>
            <a:xfrm>
              <a:off x="2259329" y="3074669"/>
              <a:ext cx="1288415" cy="4445"/>
            </a:xfrm>
            <a:custGeom>
              <a:avLst/>
              <a:gdLst/>
              <a:ahLst/>
              <a:cxnLst/>
              <a:rect l="l" t="t" r="r" b="b"/>
              <a:pathLst>
                <a:path w="1288414" h="4444" extrusionOk="0">
                  <a:moveTo>
                    <a:pt x="0" y="4445"/>
                  </a:moveTo>
                  <a:lnTo>
                    <a:pt x="1287907"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8" name="Google Shape;1525;p54"/>
            <p:cNvSpPr/>
            <p:nvPr/>
          </p:nvSpPr>
          <p:spPr>
            <a:xfrm>
              <a:off x="2259329" y="3288030"/>
              <a:ext cx="1288415" cy="4445"/>
            </a:xfrm>
            <a:custGeom>
              <a:avLst/>
              <a:gdLst/>
              <a:ahLst/>
              <a:cxnLst/>
              <a:rect l="l" t="t" r="r" b="b"/>
              <a:pathLst>
                <a:path w="1288414" h="4445" extrusionOk="0">
                  <a:moveTo>
                    <a:pt x="0" y="4445"/>
                  </a:moveTo>
                  <a:lnTo>
                    <a:pt x="1287907"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9" name="Google Shape;1526;p54"/>
            <p:cNvSpPr/>
            <p:nvPr/>
          </p:nvSpPr>
          <p:spPr>
            <a:xfrm>
              <a:off x="2259329" y="3501389"/>
              <a:ext cx="1288415" cy="4445"/>
            </a:xfrm>
            <a:custGeom>
              <a:avLst/>
              <a:gdLst/>
              <a:ahLst/>
              <a:cxnLst/>
              <a:rect l="l" t="t" r="r" b="b"/>
              <a:pathLst>
                <a:path w="1288414" h="4445" extrusionOk="0">
                  <a:moveTo>
                    <a:pt x="0" y="4445"/>
                  </a:moveTo>
                  <a:lnTo>
                    <a:pt x="1287907"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150" name="Google Shape;1628;p54"/>
          <p:cNvGrpSpPr/>
          <p:nvPr/>
        </p:nvGrpSpPr>
        <p:grpSpPr>
          <a:xfrm>
            <a:off x="7946739" y="1716470"/>
            <a:ext cx="1786700" cy="1569084"/>
            <a:chOff x="2253233" y="4564760"/>
            <a:chExt cx="1786700" cy="1569084"/>
          </a:xfrm>
        </p:grpSpPr>
        <p:sp>
          <p:nvSpPr>
            <p:cNvPr id="151" name="Google Shape;1629;p54"/>
            <p:cNvSpPr/>
            <p:nvPr/>
          </p:nvSpPr>
          <p:spPr>
            <a:xfrm>
              <a:off x="4035044" y="4814696"/>
              <a:ext cx="0" cy="535305"/>
            </a:xfrm>
            <a:custGeom>
              <a:avLst/>
              <a:gdLst/>
              <a:ahLst/>
              <a:cxnLst/>
              <a:rect l="l" t="t" r="r" b="b"/>
              <a:pathLst>
                <a:path w="120000" h="535304" extrusionOk="0">
                  <a:moveTo>
                    <a:pt x="0" y="0"/>
                  </a:moveTo>
                  <a:lnTo>
                    <a:pt x="0" y="29336"/>
                  </a:lnTo>
                </a:path>
                <a:path w="120000" h="535304" extrusionOk="0">
                  <a:moveTo>
                    <a:pt x="0" y="252983"/>
                  </a:moveTo>
                  <a:lnTo>
                    <a:pt x="0" y="282320"/>
                  </a:lnTo>
                </a:path>
                <a:path w="120000" h="535304" extrusionOk="0">
                  <a:moveTo>
                    <a:pt x="0" y="505967"/>
                  </a:moveTo>
                  <a:lnTo>
                    <a:pt x="0" y="535304"/>
                  </a:lnTo>
                </a:path>
              </a:pathLst>
            </a:custGeom>
            <a:noFill/>
            <a:ln w="96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2" name="Google Shape;1630;p54"/>
            <p:cNvSpPr/>
            <p:nvPr/>
          </p:nvSpPr>
          <p:spPr>
            <a:xfrm>
              <a:off x="3255644" y="4569523"/>
              <a:ext cx="532765" cy="0"/>
            </a:xfrm>
            <a:custGeom>
              <a:avLst/>
              <a:gdLst/>
              <a:ahLst/>
              <a:cxnLst/>
              <a:rect l="l" t="t" r="r" b="b"/>
              <a:pathLst>
                <a:path w="532764" h="120000" extrusionOk="0">
                  <a:moveTo>
                    <a:pt x="0" y="0"/>
                  </a:moveTo>
                  <a:lnTo>
                    <a:pt x="29336" y="0"/>
                  </a:lnTo>
                </a:path>
                <a:path w="532764" h="120000" extrusionOk="0">
                  <a:moveTo>
                    <a:pt x="251459" y="0"/>
                  </a:moveTo>
                  <a:lnTo>
                    <a:pt x="280796" y="0"/>
                  </a:lnTo>
                </a:path>
                <a:path w="532764" h="120000" extrusionOk="0">
                  <a:moveTo>
                    <a:pt x="502920" y="0"/>
                  </a:moveTo>
                  <a:lnTo>
                    <a:pt x="532256" y="0"/>
                  </a:lnTo>
                </a:path>
              </a:pathLst>
            </a:custGeom>
            <a:noFill/>
            <a:ln w="95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3" name="Google Shape;1631;p54"/>
            <p:cNvSpPr/>
            <p:nvPr/>
          </p:nvSpPr>
          <p:spPr>
            <a:xfrm>
              <a:off x="3013709" y="4574285"/>
              <a:ext cx="1016635" cy="1010919"/>
            </a:xfrm>
            <a:custGeom>
              <a:avLst/>
              <a:gdLst/>
              <a:ahLst/>
              <a:cxnLst/>
              <a:rect l="l" t="t" r="r" b="b"/>
              <a:pathLst>
                <a:path w="1016635" h="1010920" extrusionOk="0">
                  <a:moveTo>
                    <a:pt x="1016508" y="0"/>
                  </a:moveTo>
                  <a:lnTo>
                    <a:pt x="0" y="0"/>
                  </a:lnTo>
                  <a:lnTo>
                    <a:pt x="0" y="1010411"/>
                  </a:lnTo>
                  <a:lnTo>
                    <a:pt x="1016508" y="1010411"/>
                  </a:lnTo>
                  <a:lnTo>
                    <a:pt x="1016508"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4" name="Google Shape;1632;p54"/>
            <p:cNvSpPr/>
            <p:nvPr/>
          </p:nvSpPr>
          <p:spPr>
            <a:xfrm>
              <a:off x="3013709" y="4574285"/>
              <a:ext cx="1016635" cy="1010919"/>
            </a:xfrm>
            <a:custGeom>
              <a:avLst/>
              <a:gdLst/>
              <a:ahLst/>
              <a:cxnLst/>
              <a:rect l="l" t="t" r="r" b="b"/>
              <a:pathLst>
                <a:path w="1016635" h="1010920" extrusionOk="0">
                  <a:moveTo>
                    <a:pt x="0" y="1010411"/>
                  </a:moveTo>
                  <a:lnTo>
                    <a:pt x="1016508" y="1010411"/>
                  </a:lnTo>
                  <a:lnTo>
                    <a:pt x="1016508" y="0"/>
                  </a:lnTo>
                  <a:lnTo>
                    <a:pt x="0" y="0"/>
                  </a:lnTo>
                  <a:lnTo>
                    <a:pt x="0" y="1010411"/>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5" name="Google Shape;1633;p54"/>
            <p:cNvSpPr/>
            <p:nvPr/>
          </p:nvSpPr>
          <p:spPr>
            <a:xfrm>
              <a:off x="3270313" y="4564760"/>
              <a:ext cx="769620" cy="770890"/>
            </a:xfrm>
            <a:custGeom>
              <a:avLst/>
              <a:gdLst/>
              <a:ahLst/>
              <a:cxnLst/>
              <a:rect l="l" t="t" r="r" b="b"/>
              <a:pathLst>
                <a:path w="769620" h="770889" extrusionOk="0">
                  <a:moveTo>
                    <a:pt x="598360" y="264604"/>
                  </a:moveTo>
                  <a:lnTo>
                    <a:pt x="769556" y="264604"/>
                  </a:lnTo>
                </a:path>
                <a:path w="769620" h="770889" extrusionOk="0">
                  <a:moveTo>
                    <a:pt x="598360" y="517588"/>
                  </a:moveTo>
                  <a:lnTo>
                    <a:pt x="769556" y="517588"/>
                  </a:lnTo>
                </a:path>
                <a:path w="769620" h="770889" extrusionOk="0">
                  <a:moveTo>
                    <a:pt x="598360" y="770572"/>
                  </a:moveTo>
                  <a:lnTo>
                    <a:pt x="769556" y="770572"/>
                  </a:lnTo>
                </a:path>
                <a:path w="769620" h="770889" extrusionOk="0">
                  <a:moveTo>
                    <a:pt x="0" y="0"/>
                  </a:moveTo>
                  <a:lnTo>
                    <a:pt x="0" y="125349"/>
                  </a:lnTo>
                </a:path>
                <a:path w="769620" h="770889" extrusionOk="0">
                  <a:moveTo>
                    <a:pt x="251459" y="0"/>
                  </a:moveTo>
                  <a:lnTo>
                    <a:pt x="251459" y="125349"/>
                  </a:lnTo>
                </a:path>
                <a:path w="769620" h="770889" extrusionOk="0">
                  <a:moveTo>
                    <a:pt x="502920" y="0"/>
                  </a:moveTo>
                  <a:lnTo>
                    <a:pt x="502920"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6" name="Google Shape;1634;p54"/>
            <p:cNvSpPr/>
            <p:nvPr/>
          </p:nvSpPr>
          <p:spPr>
            <a:xfrm>
              <a:off x="2852165" y="4690109"/>
              <a:ext cx="1016635" cy="1010919"/>
            </a:xfrm>
            <a:custGeom>
              <a:avLst/>
              <a:gdLst/>
              <a:ahLst/>
              <a:cxnLst/>
              <a:rect l="l" t="t" r="r" b="b"/>
              <a:pathLst>
                <a:path w="1016635"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7" name="Google Shape;1635;p54"/>
            <p:cNvSpPr/>
            <p:nvPr/>
          </p:nvSpPr>
          <p:spPr>
            <a:xfrm>
              <a:off x="2852165" y="4690109"/>
              <a:ext cx="1016635" cy="1010919"/>
            </a:xfrm>
            <a:custGeom>
              <a:avLst/>
              <a:gdLst/>
              <a:ahLst/>
              <a:cxnLst/>
              <a:rect l="l" t="t" r="r" b="b"/>
              <a:pathLst>
                <a:path w="1016635"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8" name="Google Shape;1636;p54"/>
            <p:cNvSpPr/>
            <p:nvPr/>
          </p:nvSpPr>
          <p:spPr>
            <a:xfrm>
              <a:off x="3108769" y="4680584"/>
              <a:ext cx="769620" cy="770890"/>
            </a:xfrm>
            <a:custGeom>
              <a:avLst/>
              <a:gdLst/>
              <a:ahLst/>
              <a:cxnLst/>
              <a:rect l="l" t="t" r="r" b="b"/>
              <a:pathLst>
                <a:path w="769620" h="770889" extrusionOk="0">
                  <a:moveTo>
                    <a:pt x="604456" y="264604"/>
                  </a:moveTo>
                  <a:lnTo>
                    <a:pt x="769556" y="264604"/>
                  </a:lnTo>
                </a:path>
                <a:path w="769620" h="770889" extrusionOk="0">
                  <a:moveTo>
                    <a:pt x="604456" y="517588"/>
                  </a:moveTo>
                  <a:lnTo>
                    <a:pt x="769556" y="517588"/>
                  </a:lnTo>
                </a:path>
                <a:path w="769620" h="770889" extrusionOk="0">
                  <a:moveTo>
                    <a:pt x="604456" y="770572"/>
                  </a:moveTo>
                  <a:lnTo>
                    <a:pt x="769556" y="770572"/>
                  </a:lnTo>
                </a:path>
                <a:path w="769620" h="770889" extrusionOk="0">
                  <a:moveTo>
                    <a:pt x="0" y="0"/>
                  </a:moveTo>
                  <a:lnTo>
                    <a:pt x="0" y="117728"/>
                  </a:lnTo>
                </a:path>
                <a:path w="769620" h="770889" extrusionOk="0">
                  <a:moveTo>
                    <a:pt x="251460" y="0"/>
                  </a:moveTo>
                  <a:lnTo>
                    <a:pt x="251460" y="117728"/>
                  </a:lnTo>
                </a:path>
                <a:path w="769620" h="770889" extrusionOk="0">
                  <a:moveTo>
                    <a:pt x="502919" y="0"/>
                  </a:moveTo>
                  <a:lnTo>
                    <a:pt x="502919"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9" name="Google Shape;1637;p54"/>
            <p:cNvSpPr/>
            <p:nvPr/>
          </p:nvSpPr>
          <p:spPr>
            <a:xfrm>
              <a:off x="2696717" y="4798313"/>
              <a:ext cx="1016635" cy="1010919"/>
            </a:xfrm>
            <a:custGeom>
              <a:avLst/>
              <a:gdLst/>
              <a:ahLst/>
              <a:cxnLst/>
              <a:rect l="l" t="t" r="r" b="b"/>
              <a:pathLst>
                <a:path w="1016635"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0" name="Google Shape;1638;p54"/>
            <p:cNvSpPr/>
            <p:nvPr/>
          </p:nvSpPr>
          <p:spPr>
            <a:xfrm>
              <a:off x="2696717" y="4798313"/>
              <a:ext cx="1016635" cy="1010919"/>
            </a:xfrm>
            <a:custGeom>
              <a:avLst/>
              <a:gdLst/>
              <a:ahLst/>
              <a:cxnLst/>
              <a:rect l="l" t="t" r="r" b="b"/>
              <a:pathLst>
                <a:path w="1016635"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1" name="Google Shape;1639;p54"/>
            <p:cNvSpPr/>
            <p:nvPr/>
          </p:nvSpPr>
          <p:spPr>
            <a:xfrm>
              <a:off x="2953321" y="4788788"/>
              <a:ext cx="769620" cy="770890"/>
            </a:xfrm>
            <a:custGeom>
              <a:avLst/>
              <a:gdLst/>
              <a:ahLst/>
              <a:cxnLst/>
              <a:rect l="l" t="t" r="r" b="b"/>
              <a:pathLst>
                <a:path w="769620" h="770889" extrusionOk="0">
                  <a:moveTo>
                    <a:pt x="633412" y="264604"/>
                  </a:moveTo>
                  <a:lnTo>
                    <a:pt x="769556" y="264604"/>
                  </a:lnTo>
                </a:path>
                <a:path w="769620" h="770889" extrusionOk="0">
                  <a:moveTo>
                    <a:pt x="633412" y="517588"/>
                  </a:moveTo>
                  <a:lnTo>
                    <a:pt x="769556" y="517588"/>
                  </a:lnTo>
                </a:path>
                <a:path w="769620" h="770889" extrusionOk="0">
                  <a:moveTo>
                    <a:pt x="633412" y="770572"/>
                  </a:moveTo>
                  <a:lnTo>
                    <a:pt x="769556" y="770572"/>
                  </a:lnTo>
                </a:path>
                <a:path w="769620" h="770889" extrusionOk="0">
                  <a:moveTo>
                    <a:pt x="0" y="0"/>
                  </a:moveTo>
                  <a:lnTo>
                    <a:pt x="0" y="110109"/>
                  </a:lnTo>
                </a:path>
                <a:path w="769620" h="770889" extrusionOk="0">
                  <a:moveTo>
                    <a:pt x="251460" y="0"/>
                  </a:moveTo>
                  <a:lnTo>
                    <a:pt x="251460" y="110109"/>
                  </a:lnTo>
                </a:path>
                <a:path w="769620" h="770889" extrusionOk="0">
                  <a:moveTo>
                    <a:pt x="502919" y="0"/>
                  </a:moveTo>
                  <a:lnTo>
                    <a:pt x="502919" y="11010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2" name="Google Shape;1640;p54"/>
            <p:cNvSpPr/>
            <p:nvPr/>
          </p:nvSpPr>
          <p:spPr>
            <a:xfrm>
              <a:off x="2570225" y="4898897"/>
              <a:ext cx="1016635" cy="1010919"/>
            </a:xfrm>
            <a:custGeom>
              <a:avLst/>
              <a:gdLst/>
              <a:ahLst/>
              <a:cxnLst/>
              <a:rect l="l" t="t" r="r" b="b"/>
              <a:pathLst>
                <a:path w="1016635" h="1010920" extrusionOk="0">
                  <a:moveTo>
                    <a:pt x="1016508" y="0"/>
                  </a:moveTo>
                  <a:lnTo>
                    <a:pt x="0" y="0"/>
                  </a:lnTo>
                  <a:lnTo>
                    <a:pt x="0" y="1010411"/>
                  </a:lnTo>
                  <a:lnTo>
                    <a:pt x="1016508" y="1010411"/>
                  </a:lnTo>
                  <a:lnTo>
                    <a:pt x="1016508"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3" name="Google Shape;1641;p54"/>
            <p:cNvSpPr/>
            <p:nvPr/>
          </p:nvSpPr>
          <p:spPr>
            <a:xfrm>
              <a:off x="2570225" y="4898897"/>
              <a:ext cx="1016635" cy="1010919"/>
            </a:xfrm>
            <a:custGeom>
              <a:avLst/>
              <a:gdLst/>
              <a:ahLst/>
              <a:cxnLst/>
              <a:rect l="l" t="t" r="r" b="b"/>
              <a:pathLst>
                <a:path w="1016635" h="1010920" extrusionOk="0">
                  <a:moveTo>
                    <a:pt x="0" y="1010411"/>
                  </a:moveTo>
                  <a:lnTo>
                    <a:pt x="1016508" y="1010411"/>
                  </a:lnTo>
                  <a:lnTo>
                    <a:pt x="1016508" y="0"/>
                  </a:lnTo>
                  <a:lnTo>
                    <a:pt x="0" y="0"/>
                  </a:lnTo>
                  <a:lnTo>
                    <a:pt x="0" y="1010411"/>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4" name="Google Shape;1642;p54"/>
            <p:cNvSpPr/>
            <p:nvPr/>
          </p:nvSpPr>
          <p:spPr>
            <a:xfrm>
              <a:off x="3425189" y="5153977"/>
              <a:ext cx="171450" cy="253365"/>
            </a:xfrm>
            <a:custGeom>
              <a:avLst/>
              <a:gdLst/>
              <a:ahLst/>
              <a:cxnLst/>
              <a:rect l="l" t="t" r="r" b="b"/>
              <a:pathLst>
                <a:path w="171450" h="253364" extrusionOk="0">
                  <a:moveTo>
                    <a:pt x="0" y="0"/>
                  </a:moveTo>
                  <a:lnTo>
                    <a:pt x="171196" y="0"/>
                  </a:lnTo>
                </a:path>
                <a:path w="171450" h="253364" extrusionOk="0">
                  <a:moveTo>
                    <a:pt x="0" y="252984"/>
                  </a:moveTo>
                  <a:lnTo>
                    <a:pt x="171196"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5" name="Google Shape;1643;p54"/>
            <p:cNvSpPr/>
            <p:nvPr/>
          </p:nvSpPr>
          <p:spPr>
            <a:xfrm>
              <a:off x="3425189" y="5659913"/>
              <a:ext cx="171450" cy="0"/>
            </a:xfrm>
            <a:custGeom>
              <a:avLst/>
              <a:gdLst/>
              <a:ahLst/>
              <a:cxnLst/>
              <a:rect l="l" t="t" r="r" b="b"/>
              <a:pathLst>
                <a:path w="171450" h="120000" extrusionOk="0">
                  <a:moveTo>
                    <a:pt x="0" y="0"/>
                  </a:moveTo>
                  <a:lnTo>
                    <a:pt x="171196" y="0"/>
                  </a:lnTo>
                </a:path>
              </a:pathLst>
            </a:custGeom>
            <a:noFill/>
            <a:ln w="29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6" name="Google Shape;1644;p54"/>
            <p:cNvSpPr/>
            <p:nvPr/>
          </p:nvSpPr>
          <p:spPr>
            <a:xfrm>
              <a:off x="2826829" y="4889372"/>
              <a:ext cx="502920" cy="123825"/>
            </a:xfrm>
            <a:custGeom>
              <a:avLst/>
              <a:gdLst/>
              <a:ahLst/>
              <a:cxnLst/>
              <a:rect l="l" t="t" r="r" b="b"/>
              <a:pathLst>
                <a:path w="502920" h="123825" extrusionOk="0">
                  <a:moveTo>
                    <a:pt x="0" y="0"/>
                  </a:moveTo>
                  <a:lnTo>
                    <a:pt x="0" y="123825"/>
                  </a:lnTo>
                </a:path>
                <a:path w="502920" h="123825" extrusionOk="0">
                  <a:moveTo>
                    <a:pt x="251459" y="0"/>
                  </a:moveTo>
                  <a:lnTo>
                    <a:pt x="251459" y="123825"/>
                  </a:lnTo>
                </a:path>
                <a:path w="502920" h="123825" extrusionOk="0">
                  <a:moveTo>
                    <a:pt x="502919" y="0"/>
                  </a:moveTo>
                  <a:lnTo>
                    <a:pt x="502919" y="123825"/>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7" name="Google Shape;1645;p54"/>
            <p:cNvSpPr/>
            <p:nvPr/>
          </p:nvSpPr>
          <p:spPr>
            <a:xfrm>
              <a:off x="2408681" y="5013197"/>
              <a:ext cx="1016635" cy="1012190"/>
            </a:xfrm>
            <a:custGeom>
              <a:avLst/>
              <a:gdLst/>
              <a:ahLst/>
              <a:cxnLst/>
              <a:rect l="l" t="t" r="r" b="b"/>
              <a:pathLst>
                <a:path w="1016635" h="1012189" extrusionOk="0">
                  <a:moveTo>
                    <a:pt x="1016507" y="0"/>
                  </a:moveTo>
                  <a:lnTo>
                    <a:pt x="0" y="0"/>
                  </a:lnTo>
                  <a:lnTo>
                    <a:pt x="0" y="1011935"/>
                  </a:lnTo>
                  <a:lnTo>
                    <a:pt x="1016507" y="1011935"/>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8" name="Google Shape;1646;p54"/>
            <p:cNvSpPr/>
            <p:nvPr/>
          </p:nvSpPr>
          <p:spPr>
            <a:xfrm>
              <a:off x="2408681" y="5013197"/>
              <a:ext cx="1016635" cy="1012190"/>
            </a:xfrm>
            <a:custGeom>
              <a:avLst/>
              <a:gdLst/>
              <a:ahLst/>
              <a:cxnLst/>
              <a:rect l="l" t="t" r="r" b="b"/>
              <a:pathLst>
                <a:path w="1016635" h="1012189" extrusionOk="0">
                  <a:moveTo>
                    <a:pt x="0" y="1011935"/>
                  </a:moveTo>
                  <a:lnTo>
                    <a:pt x="1016507" y="1011935"/>
                  </a:lnTo>
                  <a:lnTo>
                    <a:pt x="1016507" y="0"/>
                  </a:lnTo>
                  <a:lnTo>
                    <a:pt x="0" y="0"/>
                  </a:lnTo>
                  <a:lnTo>
                    <a:pt x="0" y="1011935"/>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 name="Google Shape;1647;p54"/>
            <p:cNvSpPr/>
            <p:nvPr/>
          </p:nvSpPr>
          <p:spPr>
            <a:xfrm>
              <a:off x="3271266" y="5269801"/>
              <a:ext cx="163830" cy="251460"/>
            </a:xfrm>
            <a:custGeom>
              <a:avLst/>
              <a:gdLst/>
              <a:ahLst/>
              <a:cxnLst/>
              <a:rect l="l" t="t" r="r" b="b"/>
              <a:pathLst>
                <a:path w="163829" h="251460" extrusionOk="0">
                  <a:moveTo>
                    <a:pt x="0" y="0"/>
                  </a:moveTo>
                  <a:lnTo>
                    <a:pt x="163575" y="0"/>
                  </a:lnTo>
                </a:path>
                <a:path w="163829" h="251460" extrusionOk="0">
                  <a:moveTo>
                    <a:pt x="0" y="251460"/>
                  </a:moveTo>
                  <a:lnTo>
                    <a:pt x="163575" y="251460"/>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 name="Google Shape;1648;p54"/>
            <p:cNvSpPr/>
            <p:nvPr/>
          </p:nvSpPr>
          <p:spPr>
            <a:xfrm>
              <a:off x="3271266" y="5774213"/>
              <a:ext cx="163830" cy="0"/>
            </a:xfrm>
            <a:custGeom>
              <a:avLst/>
              <a:gdLst/>
              <a:ahLst/>
              <a:cxnLst/>
              <a:rect l="l" t="t" r="r" b="b"/>
              <a:pathLst>
                <a:path w="163829" h="120000" extrusionOk="0">
                  <a:moveTo>
                    <a:pt x="0" y="0"/>
                  </a:moveTo>
                  <a:lnTo>
                    <a:pt x="163575" y="0"/>
                  </a:lnTo>
                </a:path>
              </a:pathLst>
            </a:custGeom>
            <a:noFill/>
            <a:ln w="29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 name="Google Shape;1649;p54"/>
            <p:cNvSpPr/>
            <p:nvPr/>
          </p:nvSpPr>
          <p:spPr>
            <a:xfrm>
              <a:off x="2665285" y="5003672"/>
              <a:ext cx="502920" cy="119380"/>
            </a:xfrm>
            <a:custGeom>
              <a:avLst/>
              <a:gdLst/>
              <a:ahLst/>
              <a:cxnLst/>
              <a:rect l="l" t="t" r="r" b="b"/>
              <a:pathLst>
                <a:path w="502919" h="119379" extrusionOk="0">
                  <a:moveTo>
                    <a:pt x="0" y="0"/>
                  </a:moveTo>
                  <a:lnTo>
                    <a:pt x="0" y="119252"/>
                  </a:lnTo>
                </a:path>
                <a:path w="502919" h="119379" extrusionOk="0">
                  <a:moveTo>
                    <a:pt x="251459" y="0"/>
                  </a:moveTo>
                  <a:lnTo>
                    <a:pt x="251459" y="119252"/>
                  </a:lnTo>
                </a:path>
                <a:path w="502919" h="119379" extrusionOk="0">
                  <a:moveTo>
                    <a:pt x="502919" y="0"/>
                  </a:moveTo>
                  <a:lnTo>
                    <a:pt x="502919" y="119252"/>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 name="Google Shape;1650;p54"/>
            <p:cNvSpPr/>
            <p:nvPr/>
          </p:nvSpPr>
          <p:spPr>
            <a:xfrm>
              <a:off x="2253233" y="5122925"/>
              <a:ext cx="1018540" cy="1010919"/>
            </a:xfrm>
            <a:custGeom>
              <a:avLst/>
              <a:gdLst/>
              <a:ahLst/>
              <a:cxnLst/>
              <a:rect l="l" t="t" r="r" b="b"/>
              <a:pathLst>
                <a:path w="1018539" h="1010920" extrusionOk="0">
                  <a:moveTo>
                    <a:pt x="1018032" y="0"/>
                  </a:moveTo>
                  <a:lnTo>
                    <a:pt x="0" y="0"/>
                  </a:lnTo>
                  <a:lnTo>
                    <a:pt x="0" y="1010412"/>
                  </a:lnTo>
                  <a:lnTo>
                    <a:pt x="1018032" y="1010412"/>
                  </a:lnTo>
                  <a:lnTo>
                    <a:pt x="1018032"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 name="Google Shape;1651;p54"/>
            <p:cNvSpPr/>
            <p:nvPr/>
          </p:nvSpPr>
          <p:spPr>
            <a:xfrm>
              <a:off x="2253233" y="5122925"/>
              <a:ext cx="1018540" cy="1010919"/>
            </a:xfrm>
            <a:custGeom>
              <a:avLst/>
              <a:gdLst/>
              <a:ahLst/>
              <a:cxnLst/>
              <a:rect l="l" t="t" r="r" b="b"/>
              <a:pathLst>
                <a:path w="1018539" h="1010920" extrusionOk="0">
                  <a:moveTo>
                    <a:pt x="0" y="1010412"/>
                  </a:moveTo>
                  <a:lnTo>
                    <a:pt x="1018032" y="1010412"/>
                  </a:lnTo>
                  <a:lnTo>
                    <a:pt x="1018032"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4" name="Google Shape;1652;p54"/>
            <p:cNvSpPr/>
            <p:nvPr/>
          </p:nvSpPr>
          <p:spPr>
            <a:xfrm>
              <a:off x="2253233" y="5372861"/>
              <a:ext cx="1016635" cy="10795"/>
            </a:xfrm>
            <a:custGeom>
              <a:avLst/>
              <a:gdLst/>
              <a:ahLst/>
              <a:cxnLst/>
              <a:rect l="l" t="t" r="r" b="b"/>
              <a:pathLst>
                <a:path w="1016635"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 name="Google Shape;1653;p54"/>
            <p:cNvSpPr/>
            <p:nvPr/>
          </p:nvSpPr>
          <p:spPr>
            <a:xfrm>
              <a:off x="2253233" y="5625845"/>
              <a:ext cx="1016635" cy="10795"/>
            </a:xfrm>
            <a:custGeom>
              <a:avLst/>
              <a:gdLst/>
              <a:ahLst/>
              <a:cxnLst/>
              <a:rect l="l" t="t" r="r" b="b"/>
              <a:pathLst>
                <a:path w="1016635"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 name="Google Shape;1654;p54"/>
            <p:cNvSpPr/>
            <p:nvPr/>
          </p:nvSpPr>
          <p:spPr>
            <a:xfrm>
              <a:off x="2253233" y="5877305"/>
              <a:ext cx="1016635" cy="10795"/>
            </a:xfrm>
            <a:custGeom>
              <a:avLst/>
              <a:gdLst/>
              <a:ahLst/>
              <a:cxnLst/>
              <a:rect l="l" t="t" r="r" b="b"/>
              <a:pathLst>
                <a:path w="1016635"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 name="Google Shape;1655;p54"/>
            <p:cNvSpPr/>
            <p:nvPr/>
          </p:nvSpPr>
          <p:spPr>
            <a:xfrm>
              <a:off x="2506217" y="5122925"/>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 name="Google Shape;1656;p54"/>
            <p:cNvSpPr/>
            <p:nvPr/>
          </p:nvSpPr>
          <p:spPr>
            <a:xfrm>
              <a:off x="2757677" y="5122925"/>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 name="Google Shape;1657;p54"/>
            <p:cNvSpPr/>
            <p:nvPr/>
          </p:nvSpPr>
          <p:spPr>
            <a:xfrm>
              <a:off x="3009137" y="5122925"/>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80" name="Google Shape;1670;p54"/>
          <p:cNvSpPr txBox="1"/>
          <p:nvPr/>
        </p:nvSpPr>
        <p:spPr>
          <a:xfrm>
            <a:off x="7941857" y="3402821"/>
            <a:ext cx="1679478"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t>4 x 4 x </a:t>
            </a:r>
            <a:r>
              <a:rPr lang="en-US" sz="1800" dirty="0" err="1"/>
              <a:t>n</a:t>
            </a:r>
            <a:r>
              <a:rPr lang="en-US" sz="1800" baseline="-25000" dirty="0" err="1"/>
              <a:t>c</a:t>
            </a:r>
            <a:endParaRPr sz="1800" baseline="-25000" dirty="0"/>
          </a:p>
        </p:txBody>
      </p:sp>
      <p:grpSp>
        <p:nvGrpSpPr>
          <p:cNvPr id="181" name="Google Shape;1628;p54"/>
          <p:cNvGrpSpPr/>
          <p:nvPr/>
        </p:nvGrpSpPr>
        <p:grpSpPr>
          <a:xfrm>
            <a:off x="2124042" y="4666616"/>
            <a:ext cx="1786700" cy="1569084"/>
            <a:chOff x="2253233" y="4564760"/>
            <a:chExt cx="1786700" cy="1569084"/>
          </a:xfrm>
        </p:grpSpPr>
        <p:sp>
          <p:nvSpPr>
            <p:cNvPr id="182" name="Google Shape;1629;p54"/>
            <p:cNvSpPr/>
            <p:nvPr/>
          </p:nvSpPr>
          <p:spPr>
            <a:xfrm>
              <a:off x="4035044" y="4814696"/>
              <a:ext cx="0" cy="535305"/>
            </a:xfrm>
            <a:custGeom>
              <a:avLst/>
              <a:gdLst/>
              <a:ahLst/>
              <a:cxnLst/>
              <a:rect l="l" t="t" r="r" b="b"/>
              <a:pathLst>
                <a:path w="120000" h="535304" extrusionOk="0">
                  <a:moveTo>
                    <a:pt x="0" y="0"/>
                  </a:moveTo>
                  <a:lnTo>
                    <a:pt x="0" y="29336"/>
                  </a:lnTo>
                </a:path>
                <a:path w="120000" h="535304" extrusionOk="0">
                  <a:moveTo>
                    <a:pt x="0" y="252983"/>
                  </a:moveTo>
                  <a:lnTo>
                    <a:pt x="0" y="282320"/>
                  </a:lnTo>
                </a:path>
                <a:path w="120000" h="535304" extrusionOk="0">
                  <a:moveTo>
                    <a:pt x="0" y="505967"/>
                  </a:moveTo>
                  <a:lnTo>
                    <a:pt x="0" y="535304"/>
                  </a:lnTo>
                </a:path>
              </a:pathLst>
            </a:custGeom>
            <a:noFill/>
            <a:ln w="96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 name="Google Shape;1630;p54"/>
            <p:cNvSpPr/>
            <p:nvPr/>
          </p:nvSpPr>
          <p:spPr>
            <a:xfrm>
              <a:off x="3255644" y="4569523"/>
              <a:ext cx="532765" cy="0"/>
            </a:xfrm>
            <a:custGeom>
              <a:avLst/>
              <a:gdLst/>
              <a:ahLst/>
              <a:cxnLst/>
              <a:rect l="l" t="t" r="r" b="b"/>
              <a:pathLst>
                <a:path w="532764" h="120000" extrusionOk="0">
                  <a:moveTo>
                    <a:pt x="0" y="0"/>
                  </a:moveTo>
                  <a:lnTo>
                    <a:pt x="29336" y="0"/>
                  </a:lnTo>
                </a:path>
                <a:path w="532764" h="120000" extrusionOk="0">
                  <a:moveTo>
                    <a:pt x="251459" y="0"/>
                  </a:moveTo>
                  <a:lnTo>
                    <a:pt x="280796" y="0"/>
                  </a:lnTo>
                </a:path>
                <a:path w="532764" h="120000" extrusionOk="0">
                  <a:moveTo>
                    <a:pt x="502920" y="0"/>
                  </a:moveTo>
                  <a:lnTo>
                    <a:pt x="532256" y="0"/>
                  </a:lnTo>
                </a:path>
              </a:pathLst>
            </a:custGeom>
            <a:noFill/>
            <a:ln w="95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 name="Google Shape;1631;p54"/>
            <p:cNvSpPr/>
            <p:nvPr/>
          </p:nvSpPr>
          <p:spPr>
            <a:xfrm>
              <a:off x="3013709" y="4574285"/>
              <a:ext cx="1016635" cy="1010919"/>
            </a:xfrm>
            <a:custGeom>
              <a:avLst/>
              <a:gdLst/>
              <a:ahLst/>
              <a:cxnLst/>
              <a:rect l="l" t="t" r="r" b="b"/>
              <a:pathLst>
                <a:path w="1016635" h="1010920" extrusionOk="0">
                  <a:moveTo>
                    <a:pt x="1016508" y="0"/>
                  </a:moveTo>
                  <a:lnTo>
                    <a:pt x="0" y="0"/>
                  </a:lnTo>
                  <a:lnTo>
                    <a:pt x="0" y="1010411"/>
                  </a:lnTo>
                  <a:lnTo>
                    <a:pt x="1016508" y="1010411"/>
                  </a:lnTo>
                  <a:lnTo>
                    <a:pt x="1016508"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 name="Google Shape;1632;p54"/>
            <p:cNvSpPr/>
            <p:nvPr/>
          </p:nvSpPr>
          <p:spPr>
            <a:xfrm>
              <a:off x="3013709" y="4574285"/>
              <a:ext cx="1016635" cy="1010919"/>
            </a:xfrm>
            <a:custGeom>
              <a:avLst/>
              <a:gdLst/>
              <a:ahLst/>
              <a:cxnLst/>
              <a:rect l="l" t="t" r="r" b="b"/>
              <a:pathLst>
                <a:path w="1016635" h="1010920" extrusionOk="0">
                  <a:moveTo>
                    <a:pt x="0" y="1010411"/>
                  </a:moveTo>
                  <a:lnTo>
                    <a:pt x="1016508" y="1010411"/>
                  </a:lnTo>
                  <a:lnTo>
                    <a:pt x="1016508" y="0"/>
                  </a:lnTo>
                  <a:lnTo>
                    <a:pt x="0" y="0"/>
                  </a:lnTo>
                  <a:lnTo>
                    <a:pt x="0" y="1010411"/>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 name="Google Shape;1633;p54"/>
            <p:cNvSpPr/>
            <p:nvPr/>
          </p:nvSpPr>
          <p:spPr>
            <a:xfrm>
              <a:off x="3270313" y="4564760"/>
              <a:ext cx="769620" cy="770890"/>
            </a:xfrm>
            <a:custGeom>
              <a:avLst/>
              <a:gdLst/>
              <a:ahLst/>
              <a:cxnLst/>
              <a:rect l="l" t="t" r="r" b="b"/>
              <a:pathLst>
                <a:path w="769620" h="770889" extrusionOk="0">
                  <a:moveTo>
                    <a:pt x="598360" y="264604"/>
                  </a:moveTo>
                  <a:lnTo>
                    <a:pt x="769556" y="264604"/>
                  </a:lnTo>
                </a:path>
                <a:path w="769620" h="770889" extrusionOk="0">
                  <a:moveTo>
                    <a:pt x="598360" y="517588"/>
                  </a:moveTo>
                  <a:lnTo>
                    <a:pt x="769556" y="517588"/>
                  </a:lnTo>
                </a:path>
                <a:path w="769620" h="770889" extrusionOk="0">
                  <a:moveTo>
                    <a:pt x="598360" y="770572"/>
                  </a:moveTo>
                  <a:lnTo>
                    <a:pt x="769556" y="770572"/>
                  </a:lnTo>
                </a:path>
                <a:path w="769620" h="770889" extrusionOk="0">
                  <a:moveTo>
                    <a:pt x="0" y="0"/>
                  </a:moveTo>
                  <a:lnTo>
                    <a:pt x="0" y="125349"/>
                  </a:lnTo>
                </a:path>
                <a:path w="769620" h="770889" extrusionOk="0">
                  <a:moveTo>
                    <a:pt x="251459" y="0"/>
                  </a:moveTo>
                  <a:lnTo>
                    <a:pt x="251459" y="125349"/>
                  </a:lnTo>
                </a:path>
                <a:path w="769620" h="770889" extrusionOk="0">
                  <a:moveTo>
                    <a:pt x="502920" y="0"/>
                  </a:moveTo>
                  <a:lnTo>
                    <a:pt x="502920"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 name="Google Shape;1634;p54"/>
            <p:cNvSpPr/>
            <p:nvPr/>
          </p:nvSpPr>
          <p:spPr>
            <a:xfrm>
              <a:off x="2852165" y="4690109"/>
              <a:ext cx="1016635" cy="1010919"/>
            </a:xfrm>
            <a:custGeom>
              <a:avLst/>
              <a:gdLst/>
              <a:ahLst/>
              <a:cxnLst/>
              <a:rect l="l" t="t" r="r" b="b"/>
              <a:pathLst>
                <a:path w="1016635"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 name="Google Shape;1635;p54"/>
            <p:cNvSpPr/>
            <p:nvPr/>
          </p:nvSpPr>
          <p:spPr>
            <a:xfrm>
              <a:off x="2852165" y="4690109"/>
              <a:ext cx="1016635" cy="1010919"/>
            </a:xfrm>
            <a:custGeom>
              <a:avLst/>
              <a:gdLst/>
              <a:ahLst/>
              <a:cxnLst/>
              <a:rect l="l" t="t" r="r" b="b"/>
              <a:pathLst>
                <a:path w="1016635"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9" name="Google Shape;1636;p54"/>
            <p:cNvSpPr/>
            <p:nvPr/>
          </p:nvSpPr>
          <p:spPr>
            <a:xfrm>
              <a:off x="3108769" y="4680584"/>
              <a:ext cx="769620" cy="770890"/>
            </a:xfrm>
            <a:custGeom>
              <a:avLst/>
              <a:gdLst/>
              <a:ahLst/>
              <a:cxnLst/>
              <a:rect l="l" t="t" r="r" b="b"/>
              <a:pathLst>
                <a:path w="769620" h="770889" extrusionOk="0">
                  <a:moveTo>
                    <a:pt x="604456" y="264604"/>
                  </a:moveTo>
                  <a:lnTo>
                    <a:pt x="769556" y="264604"/>
                  </a:lnTo>
                </a:path>
                <a:path w="769620" h="770889" extrusionOk="0">
                  <a:moveTo>
                    <a:pt x="604456" y="517588"/>
                  </a:moveTo>
                  <a:lnTo>
                    <a:pt x="769556" y="517588"/>
                  </a:lnTo>
                </a:path>
                <a:path w="769620" h="770889" extrusionOk="0">
                  <a:moveTo>
                    <a:pt x="604456" y="770572"/>
                  </a:moveTo>
                  <a:lnTo>
                    <a:pt x="769556" y="770572"/>
                  </a:lnTo>
                </a:path>
                <a:path w="769620" h="770889" extrusionOk="0">
                  <a:moveTo>
                    <a:pt x="0" y="0"/>
                  </a:moveTo>
                  <a:lnTo>
                    <a:pt x="0" y="117728"/>
                  </a:lnTo>
                </a:path>
                <a:path w="769620" h="770889" extrusionOk="0">
                  <a:moveTo>
                    <a:pt x="251460" y="0"/>
                  </a:moveTo>
                  <a:lnTo>
                    <a:pt x="251460" y="117728"/>
                  </a:lnTo>
                </a:path>
                <a:path w="769620" h="770889" extrusionOk="0">
                  <a:moveTo>
                    <a:pt x="502919" y="0"/>
                  </a:moveTo>
                  <a:lnTo>
                    <a:pt x="502919"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 name="Google Shape;1637;p54"/>
            <p:cNvSpPr/>
            <p:nvPr/>
          </p:nvSpPr>
          <p:spPr>
            <a:xfrm>
              <a:off x="2696717" y="4798313"/>
              <a:ext cx="1016635" cy="1010919"/>
            </a:xfrm>
            <a:custGeom>
              <a:avLst/>
              <a:gdLst/>
              <a:ahLst/>
              <a:cxnLst/>
              <a:rect l="l" t="t" r="r" b="b"/>
              <a:pathLst>
                <a:path w="1016635"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 name="Google Shape;1638;p54"/>
            <p:cNvSpPr/>
            <p:nvPr/>
          </p:nvSpPr>
          <p:spPr>
            <a:xfrm>
              <a:off x="2696717" y="4798313"/>
              <a:ext cx="1016635" cy="1010919"/>
            </a:xfrm>
            <a:custGeom>
              <a:avLst/>
              <a:gdLst/>
              <a:ahLst/>
              <a:cxnLst/>
              <a:rect l="l" t="t" r="r" b="b"/>
              <a:pathLst>
                <a:path w="1016635"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 name="Google Shape;1639;p54"/>
            <p:cNvSpPr/>
            <p:nvPr/>
          </p:nvSpPr>
          <p:spPr>
            <a:xfrm>
              <a:off x="2953321" y="4788788"/>
              <a:ext cx="769620" cy="770890"/>
            </a:xfrm>
            <a:custGeom>
              <a:avLst/>
              <a:gdLst/>
              <a:ahLst/>
              <a:cxnLst/>
              <a:rect l="l" t="t" r="r" b="b"/>
              <a:pathLst>
                <a:path w="769620" h="770889" extrusionOk="0">
                  <a:moveTo>
                    <a:pt x="633412" y="264604"/>
                  </a:moveTo>
                  <a:lnTo>
                    <a:pt x="769556" y="264604"/>
                  </a:lnTo>
                </a:path>
                <a:path w="769620" h="770889" extrusionOk="0">
                  <a:moveTo>
                    <a:pt x="633412" y="517588"/>
                  </a:moveTo>
                  <a:lnTo>
                    <a:pt x="769556" y="517588"/>
                  </a:lnTo>
                </a:path>
                <a:path w="769620" h="770889" extrusionOk="0">
                  <a:moveTo>
                    <a:pt x="633412" y="770572"/>
                  </a:moveTo>
                  <a:lnTo>
                    <a:pt x="769556" y="770572"/>
                  </a:lnTo>
                </a:path>
                <a:path w="769620" h="770889" extrusionOk="0">
                  <a:moveTo>
                    <a:pt x="0" y="0"/>
                  </a:moveTo>
                  <a:lnTo>
                    <a:pt x="0" y="110109"/>
                  </a:lnTo>
                </a:path>
                <a:path w="769620" h="770889" extrusionOk="0">
                  <a:moveTo>
                    <a:pt x="251460" y="0"/>
                  </a:moveTo>
                  <a:lnTo>
                    <a:pt x="251460" y="110109"/>
                  </a:lnTo>
                </a:path>
                <a:path w="769620" h="770889" extrusionOk="0">
                  <a:moveTo>
                    <a:pt x="502919" y="0"/>
                  </a:moveTo>
                  <a:lnTo>
                    <a:pt x="502919" y="11010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 name="Google Shape;1640;p54"/>
            <p:cNvSpPr/>
            <p:nvPr/>
          </p:nvSpPr>
          <p:spPr>
            <a:xfrm>
              <a:off x="2570225" y="4898897"/>
              <a:ext cx="1016635" cy="1010919"/>
            </a:xfrm>
            <a:custGeom>
              <a:avLst/>
              <a:gdLst/>
              <a:ahLst/>
              <a:cxnLst/>
              <a:rect l="l" t="t" r="r" b="b"/>
              <a:pathLst>
                <a:path w="1016635" h="1010920" extrusionOk="0">
                  <a:moveTo>
                    <a:pt x="1016508" y="0"/>
                  </a:moveTo>
                  <a:lnTo>
                    <a:pt x="0" y="0"/>
                  </a:lnTo>
                  <a:lnTo>
                    <a:pt x="0" y="1010411"/>
                  </a:lnTo>
                  <a:lnTo>
                    <a:pt x="1016508" y="1010411"/>
                  </a:lnTo>
                  <a:lnTo>
                    <a:pt x="1016508"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 name="Google Shape;1641;p54"/>
            <p:cNvSpPr/>
            <p:nvPr/>
          </p:nvSpPr>
          <p:spPr>
            <a:xfrm>
              <a:off x="2570225" y="4898897"/>
              <a:ext cx="1016635" cy="1010919"/>
            </a:xfrm>
            <a:custGeom>
              <a:avLst/>
              <a:gdLst/>
              <a:ahLst/>
              <a:cxnLst/>
              <a:rect l="l" t="t" r="r" b="b"/>
              <a:pathLst>
                <a:path w="1016635" h="1010920" extrusionOk="0">
                  <a:moveTo>
                    <a:pt x="0" y="1010411"/>
                  </a:moveTo>
                  <a:lnTo>
                    <a:pt x="1016508" y="1010411"/>
                  </a:lnTo>
                  <a:lnTo>
                    <a:pt x="1016508" y="0"/>
                  </a:lnTo>
                  <a:lnTo>
                    <a:pt x="0" y="0"/>
                  </a:lnTo>
                  <a:lnTo>
                    <a:pt x="0" y="1010411"/>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5" name="Google Shape;1642;p54"/>
            <p:cNvSpPr/>
            <p:nvPr/>
          </p:nvSpPr>
          <p:spPr>
            <a:xfrm>
              <a:off x="3425189" y="5153977"/>
              <a:ext cx="171450" cy="253365"/>
            </a:xfrm>
            <a:custGeom>
              <a:avLst/>
              <a:gdLst/>
              <a:ahLst/>
              <a:cxnLst/>
              <a:rect l="l" t="t" r="r" b="b"/>
              <a:pathLst>
                <a:path w="171450" h="253364" extrusionOk="0">
                  <a:moveTo>
                    <a:pt x="0" y="0"/>
                  </a:moveTo>
                  <a:lnTo>
                    <a:pt x="171196" y="0"/>
                  </a:lnTo>
                </a:path>
                <a:path w="171450" h="253364" extrusionOk="0">
                  <a:moveTo>
                    <a:pt x="0" y="252984"/>
                  </a:moveTo>
                  <a:lnTo>
                    <a:pt x="171196" y="25298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 name="Google Shape;1643;p54"/>
            <p:cNvSpPr/>
            <p:nvPr/>
          </p:nvSpPr>
          <p:spPr>
            <a:xfrm>
              <a:off x="3425189" y="5659913"/>
              <a:ext cx="171450" cy="0"/>
            </a:xfrm>
            <a:custGeom>
              <a:avLst/>
              <a:gdLst/>
              <a:ahLst/>
              <a:cxnLst/>
              <a:rect l="l" t="t" r="r" b="b"/>
              <a:pathLst>
                <a:path w="171450" h="120000" extrusionOk="0">
                  <a:moveTo>
                    <a:pt x="0" y="0"/>
                  </a:moveTo>
                  <a:lnTo>
                    <a:pt x="171196" y="0"/>
                  </a:lnTo>
                </a:path>
              </a:pathLst>
            </a:custGeom>
            <a:noFill/>
            <a:ln w="29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 name="Google Shape;1644;p54"/>
            <p:cNvSpPr/>
            <p:nvPr/>
          </p:nvSpPr>
          <p:spPr>
            <a:xfrm>
              <a:off x="2826829" y="4889372"/>
              <a:ext cx="502920" cy="123825"/>
            </a:xfrm>
            <a:custGeom>
              <a:avLst/>
              <a:gdLst/>
              <a:ahLst/>
              <a:cxnLst/>
              <a:rect l="l" t="t" r="r" b="b"/>
              <a:pathLst>
                <a:path w="502920" h="123825" extrusionOk="0">
                  <a:moveTo>
                    <a:pt x="0" y="0"/>
                  </a:moveTo>
                  <a:lnTo>
                    <a:pt x="0" y="123825"/>
                  </a:lnTo>
                </a:path>
                <a:path w="502920" h="123825" extrusionOk="0">
                  <a:moveTo>
                    <a:pt x="251459" y="0"/>
                  </a:moveTo>
                  <a:lnTo>
                    <a:pt x="251459" y="123825"/>
                  </a:lnTo>
                </a:path>
                <a:path w="502920" h="123825" extrusionOk="0">
                  <a:moveTo>
                    <a:pt x="502919" y="0"/>
                  </a:moveTo>
                  <a:lnTo>
                    <a:pt x="502919" y="123825"/>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 name="Google Shape;1645;p54"/>
            <p:cNvSpPr/>
            <p:nvPr/>
          </p:nvSpPr>
          <p:spPr>
            <a:xfrm>
              <a:off x="2408681" y="5013197"/>
              <a:ext cx="1016635" cy="1012190"/>
            </a:xfrm>
            <a:custGeom>
              <a:avLst/>
              <a:gdLst/>
              <a:ahLst/>
              <a:cxnLst/>
              <a:rect l="l" t="t" r="r" b="b"/>
              <a:pathLst>
                <a:path w="1016635" h="1012189" extrusionOk="0">
                  <a:moveTo>
                    <a:pt x="1016507" y="0"/>
                  </a:moveTo>
                  <a:lnTo>
                    <a:pt x="0" y="0"/>
                  </a:lnTo>
                  <a:lnTo>
                    <a:pt x="0" y="1011935"/>
                  </a:lnTo>
                  <a:lnTo>
                    <a:pt x="1016507" y="1011935"/>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 name="Google Shape;1646;p54"/>
            <p:cNvSpPr/>
            <p:nvPr/>
          </p:nvSpPr>
          <p:spPr>
            <a:xfrm>
              <a:off x="2408681" y="5013197"/>
              <a:ext cx="1016635" cy="1012190"/>
            </a:xfrm>
            <a:custGeom>
              <a:avLst/>
              <a:gdLst/>
              <a:ahLst/>
              <a:cxnLst/>
              <a:rect l="l" t="t" r="r" b="b"/>
              <a:pathLst>
                <a:path w="1016635" h="1012189" extrusionOk="0">
                  <a:moveTo>
                    <a:pt x="0" y="1011935"/>
                  </a:moveTo>
                  <a:lnTo>
                    <a:pt x="1016507" y="1011935"/>
                  </a:lnTo>
                  <a:lnTo>
                    <a:pt x="1016507" y="0"/>
                  </a:lnTo>
                  <a:lnTo>
                    <a:pt x="0" y="0"/>
                  </a:lnTo>
                  <a:lnTo>
                    <a:pt x="0" y="1011935"/>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 name="Google Shape;1647;p54"/>
            <p:cNvSpPr/>
            <p:nvPr/>
          </p:nvSpPr>
          <p:spPr>
            <a:xfrm>
              <a:off x="3271266" y="5269801"/>
              <a:ext cx="163830" cy="251460"/>
            </a:xfrm>
            <a:custGeom>
              <a:avLst/>
              <a:gdLst/>
              <a:ahLst/>
              <a:cxnLst/>
              <a:rect l="l" t="t" r="r" b="b"/>
              <a:pathLst>
                <a:path w="163829" h="251460" extrusionOk="0">
                  <a:moveTo>
                    <a:pt x="0" y="0"/>
                  </a:moveTo>
                  <a:lnTo>
                    <a:pt x="163575" y="0"/>
                  </a:lnTo>
                </a:path>
                <a:path w="163829" h="251460" extrusionOk="0">
                  <a:moveTo>
                    <a:pt x="0" y="251460"/>
                  </a:moveTo>
                  <a:lnTo>
                    <a:pt x="163575" y="251460"/>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 name="Google Shape;1648;p54"/>
            <p:cNvSpPr/>
            <p:nvPr/>
          </p:nvSpPr>
          <p:spPr>
            <a:xfrm>
              <a:off x="3271266" y="5774213"/>
              <a:ext cx="163830" cy="0"/>
            </a:xfrm>
            <a:custGeom>
              <a:avLst/>
              <a:gdLst/>
              <a:ahLst/>
              <a:cxnLst/>
              <a:rect l="l" t="t" r="r" b="b"/>
              <a:pathLst>
                <a:path w="163829" h="120000" extrusionOk="0">
                  <a:moveTo>
                    <a:pt x="0" y="0"/>
                  </a:moveTo>
                  <a:lnTo>
                    <a:pt x="163575" y="0"/>
                  </a:lnTo>
                </a:path>
              </a:pathLst>
            </a:custGeom>
            <a:noFill/>
            <a:ln w="29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2" name="Google Shape;1649;p54"/>
            <p:cNvSpPr/>
            <p:nvPr/>
          </p:nvSpPr>
          <p:spPr>
            <a:xfrm>
              <a:off x="2665285" y="5003672"/>
              <a:ext cx="502920" cy="119380"/>
            </a:xfrm>
            <a:custGeom>
              <a:avLst/>
              <a:gdLst/>
              <a:ahLst/>
              <a:cxnLst/>
              <a:rect l="l" t="t" r="r" b="b"/>
              <a:pathLst>
                <a:path w="502919" h="119379" extrusionOk="0">
                  <a:moveTo>
                    <a:pt x="0" y="0"/>
                  </a:moveTo>
                  <a:lnTo>
                    <a:pt x="0" y="119252"/>
                  </a:lnTo>
                </a:path>
                <a:path w="502919" h="119379" extrusionOk="0">
                  <a:moveTo>
                    <a:pt x="251459" y="0"/>
                  </a:moveTo>
                  <a:lnTo>
                    <a:pt x="251459" y="119252"/>
                  </a:lnTo>
                </a:path>
                <a:path w="502919" h="119379" extrusionOk="0">
                  <a:moveTo>
                    <a:pt x="502919" y="0"/>
                  </a:moveTo>
                  <a:lnTo>
                    <a:pt x="502919" y="119252"/>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 name="Google Shape;1650;p54"/>
            <p:cNvSpPr/>
            <p:nvPr/>
          </p:nvSpPr>
          <p:spPr>
            <a:xfrm>
              <a:off x="2253233" y="5122925"/>
              <a:ext cx="1018540" cy="1010919"/>
            </a:xfrm>
            <a:custGeom>
              <a:avLst/>
              <a:gdLst/>
              <a:ahLst/>
              <a:cxnLst/>
              <a:rect l="l" t="t" r="r" b="b"/>
              <a:pathLst>
                <a:path w="1018539" h="1010920" extrusionOk="0">
                  <a:moveTo>
                    <a:pt x="1018032" y="0"/>
                  </a:moveTo>
                  <a:lnTo>
                    <a:pt x="0" y="0"/>
                  </a:lnTo>
                  <a:lnTo>
                    <a:pt x="0" y="1010412"/>
                  </a:lnTo>
                  <a:lnTo>
                    <a:pt x="1018032" y="1010412"/>
                  </a:lnTo>
                  <a:lnTo>
                    <a:pt x="1018032"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 name="Google Shape;1651;p54"/>
            <p:cNvSpPr/>
            <p:nvPr/>
          </p:nvSpPr>
          <p:spPr>
            <a:xfrm>
              <a:off x="2253233" y="5122925"/>
              <a:ext cx="1018540" cy="1010919"/>
            </a:xfrm>
            <a:custGeom>
              <a:avLst/>
              <a:gdLst/>
              <a:ahLst/>
              <a:cxnLst/>
              <a:rect l="l" t="t" r="r" b="b"/>
              <a:pathLst>
                <a:path w="1018539" h="1010920" extrusionOk="0">
                  <a:moveTo>
                    <a:pt x="0" y="1010412"/>
                  </a:moveTo>
                  <a:lnTo>
                    <a:pt x="1018032" y="1010412"/>
                  </a:lnTo>
                  <a:lnTo>
                    <a:pt x="1018032"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 name="Google Shape;1652;p54"/>
            <p:cNvSpPr/>
            <p:nvPr/>
          </p:nvSpPr>
          <p:spPr>
            <a:xfrm>
              <a:off x="2253233" y="5372861"/>
              <a:ext cx="1016635" cy="10795"/>
            </a:xfrm>
            <a:custGeom>
              <a:avLst/>
              <a:gdLst/>
              <a:ahLst/>
              <a:cxnLst/>
              <a:rect l="l" t="t" r="r" b="b"/>
              <a:pathLst>
                <a:path w="1016635"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 name="Google Shape;1653;p54"/>
            <p:cNvSpPr/>
            <p:nvPr/>
          </p:nvSpPr>
          <p:spPr>
            <a:xfrm>
              <a:off x="2253233" y="5625845"/>
              <a:ext cx="1016635" cy="10795"/>
            </a:xfrm>
            <a:custGeom>
              <a:avLst/>
              <a:gdLst/>
              <a:ahLst/>
              <a:cxnLst/>
              <a:rect l="l" t="t" r="r" b="b"/>
              <a:pathLst>
                <a:path w="1016635"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 name="Google Shape;1654;p54"/>
            <p:cNvSpPr/>
            <p:nvPr/>
          </p:nvSpPr>
          <p:spPr>
            <a:xfrm>
              <a:off x="2253233" y="5877305"/>
              <a:ext cx="1016635" cy="10795"/>
            </a:xfrm>
            <a:custGeom>
              <a:avLst/>
              <a:gdLst/>
              <a:ahLst/>
              <a:cxnLst/>
              <a:rect l="l" t="t" r="r" b="b"/>
              <a:pathLst>
                <a:path w="1016635"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 name="Google Shape;1655;p54"/>
            <p:cNvSpPr/>
            <p:nvPr/>
          </p:nvSpPr>
          <p:spPr>
            <a:xfrm>
              <a:off x="2506217" y="5122925"/>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 name="Google Shape;1656;p54"/>
            <p:cNvSpPr/>
            <p:nvPr/>
          </p:nvSpPr>
          <p:spPr>
            <a:xfrm>
              <a:off x="2757677" y="5122925"/>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0" name="Google Shape;1657;p54"/>
            <p:cNvSpPr/>
            <p:nvPr/>
          </p:nvSpPr>
          <p:spPr>
            <a:xfrm>
              <a:off x="3009137" y="5122925"/>
              <a:ext cx="10795" cy="1010919"/>
            </a:xfrm>
            <a:custGeom>
              <a:avLst/>
              <a:gdLst/>
              <a:ahLst/>
              <a:cxnLst/>
              <a:rect l="l" t="t" r="r" b="b"/>
              <a:pathLst>
                <a:path w="10794"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11" name="Google Shape;1082;p48"/>
          <p:cNvSpPr txBox="1"/>
          <p:nvPr/>
        </p:nvSpPr>
        <p:spPr>
          <a:xfrm>
            <a:off x="5337810" y="5668886"/>
            <a:ext cx="984630" cy="29972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1800"/>
              <a:buFont typeface="Arial"/>
              <a:buNone/>
            </a:pPr>
            <a:r>
              <a:rPr lang="en-US" sz="1800" dirty="0"/>
              <a:t>1 x 1</a:t>
            </a:r>
            <a:r>
              <a:rPr lang="en-US" sz="1800" b="0" i="0" u="none" strike="noStrike" cap="none" dirty="0">
                <a:solidFill>
                  <a:srgbClr val="000000"/>
                </a:solidFill>
                <a:latin typeface="Arial"/>
                <a:ea typeface="Arial"/>
                <a:cs typeface="Arial"/>
                <a:sym typeface="Arial"/>
              </a:rPr>
              <a:t> x </a:t>
            </a:r>
            <a:r>
              <a:rPr lang="en-US" sz="1800" b="0" i="0" u="none" strike="noStrike" cap="none" dirty="0" err="1">
                <a:solidFill>
                  <a:srgbClr val="000000"/>
                </a:solidFill>
                <a:latin typeface="Arial"/>
                <a:ea typeface="Arial"/>
                <a:cs typeface="Arial"/>
                <a:sym typeface="Arial"/>
              </a:rPr>
              <a:t>n</a:t>
            </a:r>
            <a:r>
              <a:rPr lang="en-US" sz="1800" b="0" i="0" u="none" strike="noStrike" cap="none" baseline="-25000" dirty="0" err="1">
                <a:solidFill>
                  <a:srgbClr val="000000"/>
                </a:solidFill>
                <a:latin typeface="Arial"/>
                <a:ea typeface="Arial"/>
                <a:cs typeface="Arial"/>
                <a:sym typeface="Arial"/>
              </a:rPr>
              <a:t>c</a:t>
            </a:r>
            <a:endParaRPr sz="1800" b="0" i="0" u="none" strike="noStrike" cap="none" dirty="0">
              <a:solidFill>
                <a:srgbClr val="000000"/>
              </a:solidFill>
              <a:latin typeface="Arial"/>
              <a:ea typeface="Arial"/>
              <a:cs typeface="Arial"/>
              <a:sym typeface="Arial"/>
            </a:endParaRPr>
          </a:p>
        </p:txBody>
      </p:sp>
      <p:grpSp>
        <p:nvGrpSpPr>
          <p:cNvPr id="212" name="Google Shape;1587;p54"/>
          <p:cNvGrpSpPr/>
          <p:nvPr/>
        </p:nvGrpSpPr>
        <p:grpSpPr>
          <a:xfrm>
            <a:off x="7847138" y="4089404"/>
            <a:ext cx="2102803" cy="1803648"/>
            <a:chOff x="8068627" y="4061840"/>
            <a:chExt cx="2102803" cy="1803648"/>
          </a:xfrm>
        </p:grpSpPr>
        <p:sp>
          <p:nvSpPr>
            <p:cNvPr id="213" name="Google Shape;1588;p54"/>
            <p:cNvSpPr/>
            <p:nvPr/>
          </p:nvSpPr>
          <p:spPr>
            <a:xfrm>
              <a:off x="8068627" y="5090540"/>
              <a:ext cx="0" cy="29845"/>
            </a:xfrm>
            <a:custGeom>
              <a:avLst/>
              <a:gdLst/>
              <a:ahLst/>
              <a:cxnLst/>
              <a:rect l="l" t="t" r="r" b="b"/>
              <a:pathLst>
                <a:path w="120000" h="29845" extrusionOk="0">
                  <a:moveTo>
                    <a:pt x="0" y="0"/>
                  </a:moveTo>
                  <a:lnTo>
                    <a:pt x="0" y="29337"/>
                  </a:lnTo>
                </a:path>
              </a:pathLst>
            </a:custGeom>
            <a:noFill/>
            <a:ln w="95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4" name="Google Shape;1589;p54"/>
            <p:cNvSpPr/>
            <p:nvPr/>
          </p:nvSpPr>
          <p:spPr>
            <a:xfrm>
              <a:off x="8069389" y="5343524"/>
              <a:ext cx="0" cy="29845"/>
            </a:xfrm>
            <a:custGeom>
              <a:avLst/>
              <a:gdLst/>
              <a:ahLst/>
              <a:cxnLst/>
              <a:rect l="l" t="t" r="r" b="b"/>
              <a:pathLst>
                <a:path w="120000" h="29845" extrusionOk="0">
                  <a:moveTo>
                    <a:pt x="0" y="0"/>
                  </a:moveTo>
                  <a:lnTo>
                    <a:pt x="0" y="29337"/>
                  </a:lnTo>
                </a:path>
              </a:pathLst>
            </a:custGeom>
            <a:noFill/>
            <a:ln w="95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5" name="Google Shape;1590;p54"/>
            <p:cNvSpPr/>
            <p:nvPr/>
          </p:nvSpPr>
          <p:spPr>
            <a:xfrm>
              <a:off x="8068627" y="5596508"/>
              <a:ext cx="0" cy="29845"/>
            </a:xfrm>
            <a:custGeom>
              <a:avLst/>
              <a:gdLst/>
              <a:ahLst/>
              <a:cxnLst/>
              <a:rect l="l" t="t" r="r" b="b"/>
              <a:pathLst>
                <a:path w="120000" h="29845" extrusionOk="0">
                  <a:moveTo>
                    <a:pt x="0" y="0"/>
                  </a:moveTo>
                  <a:lnTo>
                    <a:pt x="0" y="29273"/>
                  </a:lnTo>
                </a:path>
              </a:pathLst>
            </a:custGeom>
            <a:noFill/>
            <a:ln w="95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6" name="Google Shape;1591;p54"/>
            <p:cNvSpPr/>
            <p:nvPr/>
          </p:nvSpPr>
          <p:spPr>
            <a:xfrm>
              <a:off x="8316849" y="5865488"/>
              <a:ext cx="532765" cy="0"/>
            </a:xfrm>
            <a:custGeom>
              <a:avLst/>
              <a:gdLst/>
              <a:ahLst/>
              <a:cxnLst/>
              <a:rect l="l" t="t" r="r" b="b"/>
              <a:pathLst>
                <a:path w="532765" h="120000" extrusionOk="0">
                  <a:moveTo>
                    <a:pt x="0" y="0"/>
                  </a:moveTo>
                  <a:lnTo>
                    <a:pt x="29336" y="0"/>
                  </a:lnTo>
                </a:path>
                <a:path w="532765" h="120000" extrusionOk="0">
                  <a:moveTo>
                    <a:pt x="251459" y="0"/>
                  </a:moveTo>
                  <a:lnTo>
                    <a:pt x="280796" y="0"/>
                  </a:lnTo>
                </a:path>
                <a:path w="532765" h="120000" extrusionOk="0">
                  <a:moveTo>
                    <a:pt x="502920" y="0"/>
                  </a:moveTo>
                  <a:lnTo>
                    <a:pt x="532256" y="0"/>
                  </a:lnTo>
                </a:path>
              </a:pathLst>
            </a:custGeom>
            <a:noFill/>
            <a:ln w="98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7" name="Google Shape;1592;p54"/>
            <p:cNvSpPr/>
            <p:nvPr/>
          </p:nvSpPr>
          <p:spPr>
            <a:xfrm>
              <a:off x="9144762" y="4071365"/>
              <a:ext cx="1016635" cy="1012190"/>
            </a:xfrm>
            <a:custGeom>
              <a:avLst/>
              <a:gdLst/>
              <a:ahLst/>
              <a:cxnLst/>
              <a:rect l="l" t="t" r="r" b="b"/>
              <a:pathLst>
                <a:path w="1016634" h="1012189" extrusionOk="0">
                  <a:moveTo>
                    <a:pt x="1016507" y="0"/>
                  </a:moveTo>
                  <a:lnTo>
                    <a:pt x="0" y="0"/>
                  </a:lnTo>
                  <a:lnTo>
                    <a:pt x="0" y="1011936"/>
                  </a:lnTo>
                  <a:lnTo>
                    <a:pt x="1016507" y="1011936"/>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8" name="Google Shape;1593;p54"/>
            <p:cNvSpPr/>
            <p:nvPr/>
          </p:nvSpPr>
          <p:spPr>
            <a:xfrm>
              <a:off x="9144762" y="4071365"/>
              <a:ext cx="1016635" cy="1012190"/>
            </a:xfrm>
            <a:custGeom>
              <a:avLst/>
              <a:gdLst/>
              <a:ahLst/>
              <a:cxnLst/>
              <a:rect l="l" t="t" r="r" b="b"/>
              <a:pathLst>
                <a:path w="1016634" h="1012189" extrusionOk="0">
                  <a:moveTo>
                    <a:pt x="0" y="1011936"/>
                  </a:moveTo>
                  <a:lnTo>
                    <a:pt x="1016507" y="1011936"/>
                  </a:lnTo>
                  <a:lnTo>
                    <a:pt x="1016507" y="0"/>
                  </a:lnTo>
                  <a:lnTo>
                    <a:pt x="0" y="0"/>
                  </a:lnTo>
                  <a:lnTo>
                    <a:pt x="0" y="101193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19" name="Google Shape;1594;p54"/>
            <p:cNvSpPr/>
            <p:nvPr/>
          </p:nvSpPr>
          <p:spPr>
            <a:xfrm>
              <a:off x="10016490" y="4327969"/>
              <a:ext cx="154940" cy="504825"/>
            </a:xfrm>
            <a:custGeom>
              <a:avLst/>
              <a:gdLst/>
              <a:ahLst/>
              <a:cxnLst/>
              <a:rect l="l" t="t" r="r" b="b"/>
              <a:pathLst>
                <a:path w="154940" h="504825" extrusionOk="0">
                  <a:moveTo>
                    <a:pt x="0" y="0"/>
                  </a:moveTo>
                  <a:lnTo>
                    <a:pt x="154431" y="0"/>
                  </a:lnTo>
                </a:path>
                <a:path w="154940" h="504825" extrusionOk="0">
                  <a:moveTo>
                    <a:pt x="0" y="251460"/>
                  </a:moveTo>
                  <a:lnTo>
                    <a:pt x="154431" y="251460"/>
                  </a:lnTo>
                </a:path>
                <a:path w="154940" h="504825" extrusionOk="0">
                  <a:moveTo>
                    <a:pt x="0" y="504444"/>
                  </a:moveTo>
                  <a:lnTo>
                    <a:pt x="154431" y="504444"/>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0" name="Google Shape;1595;p54"/>
            <p:cNvSpPr/>
            <p:nvPr/>
          </p:nvSpPr>
          <p:spPr>
            <a:xfrm>
              <a:off x="9401365" y="4061840"/>
              <a:ext cx="502920" cy="111760"/>
            </a:xfrm>
            <a:custGeom>
              <a:avLst/>
              <a:gdLst/>
              <a:ahLst/>
              <a:cxnLst/>
              <a:rect l="l" t="t" r="r" b="b"/>
              <a:pathLst>
                <a:path w="502920" h="111760" extrusionOk="0">
                  <a:moveTo>
                    <a:pt x="0" y="0"/>
                  </a:moveTo>
                  <a:lnTo>
                    <a:pt x="0" y="111632"/>
                  </a:lnTo>
                </a:path>
                <a:path w="502920" h="111760" extrusionOk="0">
                  <a:moveTo>
                    <a:pt x="251459" y="0"/>
                  </a:moveTo>
                  <a:lnTo>
                    <a:pt x="251459" y="111632"/>
                  </a:lnTo>
                </a:path>
                <a:path w="502920" h="111760" extrusionOk="0">
                  <a:moveTo>
                    <a:pt x="502920" y="0"/>
                  </a:moveTo>
                  <a:lnTo>
                    <a:pt x="502920" y="111632"/>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1" name="Google Shape;1596;p54"/>
            <p:cNvSpPr/>
            <p:nvPr/>
          </p:nvSpPr>
          <p:spPr>
            <a:xfrm>
              <a:off x="8999982" y="4173473"/>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 name="Google Shape;1597;p54"/>
            <p:cNvSpPr/>
            <p:nvPr/>
          </p:nvSpPr>
          <p:spPr>
            <a:xfrm>
              <a:off x="8999982" y="4173473"/>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3" name="Google Shape;1598;p54"/>
            <p:cNvSpPr/>
            <p:nvPr/>
          </p:nvSpPr>
          <p:spPr>
            <a:xfrm>
              <a:off x="9848850" y="4428553"/>
              <a:ext cx="177800" cy="506095"/>
            </a:xfrm>
            <a:custGeom>
              <a:avLst/>
              <a:gdLst/>
              <a:ahLst/>
              <a:cxnLst/>
              <a:rect l="l" t="t" r="r" b="b"/>
              <a:pathLst>
                <a:path w="177800" h="506095" extrusionOk="0">
                  <a:moveTo>
                    <a:pt x="0" y="0"/>
                  </a:moveTo>
                  <a:lnTo>
                    <a:pt x="177291" y="0"/>
                  </a:lnTo>
                </a:path>
                <a:path w="177800" h="506095" extrusionOk="0">
                  <a:moveTo>
                    <a:pt x="0" y="252983"/>
                  </a:moveTo>
                  <a:lnTo>
                    <a:pt x="177291" y="252983"/>
                  </a:lnTo>
                </a:path>
                <a:path w="177800" h="506095" extrusionOk="0">
                  <a:moveTo>
                    <a:pt x="0" y="505967"/>
                  </a:moveTo>
                  <a:lnTo>
                    <a:pt x="177291"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4" name="Google Shape;1599;p54"/>
            <p:cNvSpPr/>
            <p:nvPr/>
          </p:nvSpPr>
          <p:spPr>
            <a:xfrm>
              <a:off x="9256585" y="4163948"/>
              <a:ext cx="502920" cy="127000"/>
            </a:xfrm>
            <a:custGeom>
              <a:avLst/>
              <a:gdLst/>
              <a:ahLst/>
              <a:cxnLst/>
              <a:rect l="l" t="t" r="r" b="b"/>
              <a:pathLst>
                <a:path w="502920" h="127000" extrusionOk="0">
                  <a:moveTo>
                    <a:pt x="0" y="0"/>
                  </a:moveTo>
                  <a:lnTo>
                    <a:pt x="0" y="126873"/>
                  </a:lnTo>
                </a:path>
                <a:path w="502920" h="127000" extrusionOk="0">
                  <a:moveTo>
                    <a:pt x="251459" y="0"/>
                  </a:moveTo>
                  <a:lnTo>
                    <a:pt x="251459" y="126873"/>
                  </a:lnTo>
                </a:path>
                <a:path w="502920" h="127000" extrusionOk="0">
                  <a:moveTo>
                    <a:pt x="502919" y="0"/>
                  </a:moveTo>
                  <a:lnTo>
                    <a:pt x="502919"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5" name="Google Shape;1600;p54"/>
            <p:cNvSpPr/>
            <p:nvPr/>
          </p:nvSpPr>
          <p:spPr>
            <a:xfrm>
              <a:off x="8832342" y="4290821"/>
              <a:ext cx="1016635" cy="1010919"/>
            </a:xfrm>
            <a:custGeom>
              <a:avLst/>
              <a:gdLst/>
              <a:ahLst/>
              <a:cxnLst/>
              <a:rect l="l" t="t" r="r" b="b"/>
              <a:pathLst>
                <a:path w="1016634"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6" name="Google Shape;1601;p54"/>
            <p:cNvSpPr/>
            <p:nvPr/>
          </p:nvSpPr>
          <p:spPr>
            <a:xfrm>
              <a:off x="8832342" y="4290821"/>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7" name="Google Shape;1602;p54"/>
            <p:cNvSpPr/>
            <p:nvPr/>
          </p:nvSpPr>
          <p:spPr>
            <a:xfrm>
              <a:off x="9719310" y="4545901"/>
              <a:ext cx="139700" cy="506095"/>
            </a:xfrm>
            <a:custGeom>
              <a:avLst/>
              <a:gdLst/>
              <a:ahLst/>
              <a:cxnLst/>
              <a:rect l="l" t="t" r="r" b="b"/>
              <a:pathLst>
                <a:path w="139700" h="506095" extrusionOk="0">
                  <a:moveTo>
                    <a:pt x="0" y="0"/>
                  </a:moveTo>
                  <a:lnTo>
                    <a:pt x="139192" y="0"/>
                  </a:lnTo>
                </a:path>
                <a:path w="139700" h="506095" extrusionOk="0">
                  <a:moveTo>
                    <a:pt x="0" y="252984"/>
                  </a:moveTo>
                  <a:lnTo>
                    <a:pt x="139192" y="252984"/>
                  </a:lnTo>
                </a:path>
                <a:path w="139700" h="506095" extrusionOk="0">
                  <a:moveTo>
                    <a:pt x="0" y="505968"/>
                  </a:moveTo>
                  <a:lnTo>
                    <a:pt x="139192"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8" name="Google Shape;1603;p54"/>
            <p:cNvSpPr/>
            <p:nvPr/>
          </p:nvSpPr>
          <p:spPr>
            <a:xfrm>
              <a:off x="9088945" y="4281296"/>
              <a:ext cx="504825" cy="127000"/>
            </a:xfrm>
            <a:custGeom>
              <a:avLst/>
              <a:gdLst/>
              <a:ahLst/>
              <a:cxnLst/>
              <a:rect l="l" t="t" r="r" b="b"/>
              <a:pathLst>
                <a:path w="504825" h="127000" extrusionOk="0">
                  <a:moveTo>
                    <a:pt x="0" y="0"/>
                  </a:moveTo>
                  <a:lnTo>
                    <a:pt x="0" y="126872"/>
                  </a:lnTo>
                </a:path>
                <a:path w="504825" h="127000" extrusionOk="0">
                  <a:moveTo>
                    <a:pt x="251459" y="0"/>
                  </a:moveTo>
                  <a:lnTo>
                    <a:pt x="251459" y="126872"/>
                  </a:lnTo>
                </a:path>
                <a:path w="504825" h="127000" extrusionOk="0">
                  <a:moveTo>
                    <a:pt x="504444" y="0"/>
                  </a:moveTo>
                  <a:lnTo>
                    <a:pt x="504444" y="126872"/>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9" name="Google Shape;1604;p54"/>
            <p:cNvSpPr/>
            <p:nvPr/>
          </p:nvSpPr>
          <p:spPr>
            <a:xfrm>
              <a:off x="8702802" y="4408169"/>
              <a:ext cx="1016635" cy="1010919"/>
            </a:xfrm>
            <a:custGeom>
              <a:avLst/>
              <a:gdLst/>
              <a:ahLst/>
              <a:cxnLst/>
              <a:rect l="l" t="t" r="r" b="b"/>
              <a:pathLst>
                <a:path w="1016634" h="1010920" extrusionOk="0">
                  <a:moveTo>
                    <a:pt x="1016507" y="0"/>
                  </a:moveTo>
                  <a:lnTo>
                    <a:pt x="0" y="0"/>
                  </a:lnTo>
                  <a:lnTo>
                    <a:pt x="0" y="1010411"/>
                  </a:lnTo>
                  <a:lnTo>
                    <a:pt x="1016507" y="1010411"/>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0" name="Google Shape;1605;p54"/>
            <p:cNvSpPr/>
            <p:nvPr/>
          </p:nvSpPr>
          <p:spPr>
            <a:xfrm>
              <a:off x="8702802" y="4408169"/>
              <a:ext cx="1016635" cy="1010919"/>
            </a:xfrm>
            <a:custGeom>
              <a:avLst/>
              <a:gdLst/>
              <a:ahLst/>
              <a:cxnLst/>
              <a:rect l="l" t="t" r="r" b="b"/>
              <a:pathLst>
                <a:path w="1016634" h="1010920" extrusionOk="0">
                  <a:moveTo>
                    <a:pt x="0" y="1010411"/>
                  </a:moveTo>
                  <a:lnTo>
                    <a:pt x="1016507" y="1010411"/>
                  </a:lnTo>
                  <a:lnTo>
                    <a:pt x="1016507" y="0"/>
                  </a:lnTo>
                  <a:lnTo>
                    <a:pt x="0" y="0"/>
                  </a:lnTo>
                  <a:lnTo>
                    <a:pt x="0" y="1010411"/>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1" name="Google Shape;1606;p54"/>
            <p:cNvSpPr/>
            <p:nvPr/>
          </p:nvSpPr>
          <p:spPr>
            <a:xfrm>
              <a:off x="9574530" y="4663249"/>
              <a:ext cx="154940" cy="506095"/>
            </a:xfrm>
            <a:custGeom>
              <a:avLst/>
              <a:gdLst/>
              <a:ahLst/>
              <a:cxnLst/>
              <a:rect l="l" t="t" r="r" b="b"/>
              <a:pathLst>
                <a:path w="154940" h="506095" extrusionOk="0">
                  <a:moveTo>
                    <a:pt x="0" y="0"/>
                  </a:moveTo>
                  <a:lnTo>
                    <a:pt x="154431" y="0"/>
                  </a:lnTo>
                </a:path>
                <a:path w="154940" h="506095" extrusionOk="0">
                  <a:moveTo>
                    <a:pt x="0" y="252983"/>
                  </a:moveTo>
                  <a:lnTo>
                    <a:pt x="154431" y="252983"/>
                  </a:lnTo>
                </a:path>
                <a:path w="154940" h="506095" extrusionOk="0">
                  <a:moveTo>
                    <a:pt x="0" y="505968"/>
                  </a:moveTo>
                  <a:lnTo>
                    <a:pt x="154431"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2" name="Google Shape;1607;p54"/>
            <p:cNvSpPr/>
            <p:nvPr/>
          </p:nvSpPr>
          <p:spPr>
            <a:xfrm>
              <a:off x="8959405" y="4398644"/>
              <a:ext cx="502920" cy="110489"/>
            </a:xfrm>
            <a:custGeom>
              <a:avLst/>
              <a:gdLst/>
              <a:ahLst/>
              <a:cxnLst/>
              <a:rect l="l" t="t" r="r" b="b"/>
              <a:pathLst>
                <a:path w="502920" h="110489" extrusionOk="0">
                  <a:moveTo>
                    <a:pt x="0" y="0"/>
                  </a:moveTo>
                  <a:lnTo>
                    <a:pt x="0" y="110108"/>
                  </a:lnTo>
                </a:path>
                <a:path w="502920" h="110489" extrusionOk="0">
                  <a:moveTo>
                    <a:pt x="251460" y="0"/>
                  </a:moveTo>
                  <a:lnTo>
                    <a:pt x="251460" y="110108"/>
                  </a:lnTo>
                </a:path>
                <a:path w="502920" h="110489" extrusionOk="0">
                  <a:moveTo>
                    <a:pt x="502920" y="0"/>
                  </a:moveTo>
                  <a:lnTo>
                    <a:pt x="502920" y="11010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3" name="Google Shape;1608;p54"/>
            <p:cNvSpPr/>
            <p:nvPr/>
          </p:nvSpPr>
          <p:spPr>
            <a:xfrm>
              <a:off x="8558022" y="4508753"/>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4" name="Google Shape;1609;p54"/>
            <p:cNvSpPr/>
            <p:nvPr/>
          </p:nvSpPr>
          <p:spPr>
            <a:xfrm>
              <a:off x="8558022" y="4508753"/>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5" name="Google Shape;1610;p54"/>
            <p:cNvSpPr/>
            <p:nvPr/>
          </p:nvSpPr>
          <p:spPr>
            <a:xfrm>
              <a:off x="9406890" y="4763833"/>
              <a:ext cx="177800" cy="506095"/>
            </a:xfrm>
            <a:custGeom>
              <a:avLst/>
              <a:gdLst/>
              <a:ahLst/>
              <a:cxnLst/>
              <a:rect l="l" t="t" r="r" b="b"/>
              <a:pathLst>
                <a:path w="177800" h="506095" extrusionOk="0">
                  <a:moveTo>
                    <a:pt x="0" y="0"/>
                  </a:moveTo>
                  <a:lnTo>
                    <a:pt x="177292" y="0"/>
                  </a:lnTo>
                </a:path>
                <a:path w="177800" h="506095" extrusionOk="0">
                  <a:moveTo>
                    <a:pt x="0" y="252983"/>
                  </a:moveTo>
                  <a:lnTo>
                    <a:pt x="177292" y="252983"/>
                  </a:lnTo>
                </a:path>
                <a:path w="177800" h="506095" extrusionOk="0">
                  <a:moveTo>
                    <a:pt x="0" y="505967"/>
                  </a:moveTo>
                  <a:lnTo>
                    <a:pt x="177292"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6" name="Google Shape;1611;p54"/>
            <p:cNvSpPr/>
            <p:nvPr/>
          </p:nvSpPr>
          <p:spPr>
            <a:xfrm>
              <a:off x="8814625" y="4499228"/>
              <a:ext cx="502920" cy="127000"/>
            </a:xfrm>
            <a:custGeom>
              <a:avLst/>
              <a:gdLst/>
              <a:ahLst/>
              <a:cxnLst/>
              <a:rect l="l" t="t" r="r" b="b"/>
              <a:pathLst>
                <a:path w="502920" h="127000" extrusionOk="0">
                  <a:moveTo>
                    <a:pt x="0" y="0"/>
                  </a:moveTo>
                  <a:lnTo>
                    <a:pt x="0" y="126873"/>
                  </a:lnTo>
                </a:path>
                <a:path w="502920" h="127000" extrusionOk="0">
                  <a:moveTo>
                    <a:pt x="251460" y="0"/>
                  </a:moveTo>
                  <a:lnTo>
                    <a:pt x="251460" y="126873"/>
                  </a:lnTo>
                </a:path>
                <a:path w="502920" h="127000" extrusionOk="0">
                  <a:moveTo>
                    <a:pt x="502920" y="0"/>
                  </a:moveTo>
                  <a:lnTo>
                    <a:pt x="502920"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7" name="Google Shape;1612;p54"/>
            <p:cNvSpPr/>
            <p:nvPr/>
          </p:nvSpPr>
          <p:spPr>
            <a:xfrm>
              <a:off x="8390382" y="4626101"/>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8" name="Google Shape;1613;p54"/>
            <p:cNvSpPr/>
            <p:nvPr/>
          </p:nvSpPr>
          <p:spPr>
            <a:xfrm>
              <a:off x="8390382" y="4626101"/>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9" name="Google Shape;1614;p54"/>
            <p:cNvSpPr/>
            <p:nvPr/>
          </p:nvSpPr>
          <p:spPr>
            <a:xfrm>
              <a:off x="9245346" y="4881181"/>
              <a:ext cx="171450" cy="506095"/>
            </a:xfrm>
            <a:custGeom>
              <a:avLst/>
              <a:gdLst/>
              <a:ahLst/>
              <a:cxnLst/>
              <a:rect l="l" t="t" r="r" b="b"/>
              <a:pathLst>
                <a:path w="171450" h="506095" extrusionOk="0">
                  <a:moveTo>
                    <a:pt x="0" y="0"/>
                  </a:moveTo>
                  <a:lnTo>
                    <a:pt x="171195" y="0"/>
                  </a:lnTo>
                </a:path>
                <a:path w="171450" h="506095" extrusionOk="0">
                  <a:moveTo>
                    <a:pt x="0" y="252983"/>
                  </a:moveTo>
                  <a:lnTo>
                    <a:pt x="171195" y="252983"/>
                  </a:lnTo>
                </a:path>
                <a:path w="171450" h="506095" extrusionOk="0">
                  <a:moveTo>
                    <a:pt x="0" y="505967"/>
                  </a:moveTo>
                  <a:lnTo>
                    <a:pt x="171195"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0" name="Google Shape;1615;p54"/>
            <p:cNvSpPr/>
            <p:nvPr/>
          </p:nvSpPr>
          <p:spPr>
            <a:xfrm>
              <a:off x="8646985" y="4616576"/>
              <a:ext cx="502920" cy="125730"/>
            </a:xfrm>
            <a:custGeom>
              <a:avLst/>
              <a:gdLst/>
              <a:ahLst/>
              <a:cxnLst/>
              <a:rect l="l" t="t" r="r" b="b"/>
              <a:pathLst>
                <a:path w="502920" h="125729" extrusionOk="0">
                  <a:moveTo>
                    <a:pt x="0" y="0"/>
                  </a:moveTo>
                  <a:lnTo>
                    <a:pt x="0" y="125349"/>
                  </a:lnTo>
                </a:path>
                <a:path w="502920" h="125729" extrusionOk="0">
                  <a:moveTo>
                    <a:pt x="251459" y="0"/>
                  </a:moveTo>
                  <a:lnTo>
                    <a:pt x="251459" y="125349"/>
                  </a:lnTo>
                </a:path>
                <a:path w="502920" h="125729" extrusionOk="0">
                  <a:moveTo>
                    <a:pt x="502919" y="0"/>
                  </a:moveTo>
                  <a:lnTo>
                    <a:pt x="502919" y="12534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1" name="Google Shape;1616;p54"/>
            <p:cNvSpPr/>
            <p:nvPr/>
          </p:nvSpPr>
          <p:spPr>
            <a:xfrm>
              <a:off x="8228838" y="4741925"/>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2" name="Google Shape;1617;p54"/>
            <p:cNvSpPr/>
            <p:nvPr/>
          </p:nvSpPr>
          <p:spPr>
            <a:xfrm>
              <a:off x="8228838" y="4741925"/>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3" name="Google Shape;1618;p54"/>
            <p:cNvSpPr/>
            <p:nvPr/>
          </p:nvSpPr>
          <p:spPr>
            <a:xfrm>
              <a:off x="9091422" y="4997005"/>
              <a:ext cx="163830" cy="506095"/>
            </a:xfrm>
            <a:custGeom>
              <a:avLst/>
              <a:gdLst/>
              <a:ahLst/>
              <a:cxnLst/>
              <a:rect l="l" t="t" r="r" b="b"/>
              <a:pathLst>
                <a:path w="163829" h="506095" extrusionOk="0">
                  <a:moveTo>
                    <a:pt x="0" y="0"/>
                  </a:moveTo>
                  <a:lnTo>
                    <a:pt x="163575" y="0"/>
                  </a:lnTo>
                </a:path>
                <a:path w="163829" h="506095" extrusionOk="0">
                  <a:moveTo>
                    <a:pt x="0" y="252983"/>
                  </a:moveTo>
                  <a:lnTo>
                    <a:pt x="163575" y="252983"/>
                  </a:lnTo>
                </a:path>
                <a:path w="163829" h="506095" extrusionOk="0">
                  <a:moveTo>
                    <a:pt x="0" y="505967"/>
                  </a:moveTo>
                  <a:lnTo>
                    <a:pt x="163575" y="505967"/>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4" name="Google Shape;1619;p54"/>
            <p:cNvSpPr/>
            <p:nvPr/>
          </p:nvSpPr>
          <p:spPr>
            <a:xfrm>
              <a:off x="8485441" y="4732400"/>
              <a:ext cx="502920" cy="118110"/>
            </a:xfrm>
            <a:custGeom>
              <a:avLst/>
              <a:gdLst/>
              <a:ahLst/>
              <a:cxnLst/>
              <a:rect l="l" t="t" r="r" b="b"/>
              <a:pathLst>
                <a:path w="502920" h="118110" extrusionOk="0">
                  <a:moveTo>
                    <a:pt x="0" y="0"/>
                  </a:moveTo>
                  <a:lnTo>
                    <a:pt x="0" y="117728"/>
                  </a:lnTo>
                </a:path>
                <a:path w="502920" h="118110" extrusionOk="0">
                  <a:moveTo>
                    <a:pt x="251459" y="0"/>
                  </a:moveTo>
                  <a:lnTo>
                    <a:pt x="251459" y="117728"/>
                  </a:lnTo>
                </a:path>
                <a:path w="502920" h="118110" extrusionOk="0">
                  <a:moveTo>
                    <a:pt x="502920" y="0"/>
                  </a:moveTo>
                  <a:lnTo>
                    <a:pt x="502920" y="11772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5" name="Google Shape;1620;p54"/>
            <p:cNvSpPr/>
            <p:nvPr/>
          </p:nvSpPr>
          <p:spPr>
            <a:xfrm>
              <a:off x="8073390" y="4850129"/>
              <a:ext cx="1018540" cy="1010919"/>
            </a:xfrm>
            <a:custGeom>
              <a:avLst/>
              <a:gdLst/>
              <a:ahLst/>
              <a:cxnLst/>
              <a:rect l="l" t="t" r="r" b="b"/>
              <a:pathLst>
                <a:path w="1018540" h="1010920" extrusionOk="0">
                  <a:moveTo>
                    <a:pt x="1018031" y="0"/>
                  </a:moveTo>
                  <a:lnTo>
                    <a:pt x="0" y="0"/>
                  </a:lnTo>
                  <a:lnTo>
                    <a:pt x="0" y="1010412"/>
                  </a:lnTo>
                  <a:lnTo>
                    <a:pt x="1018031" y="1010412"/>
                  </a:lnTo>
                  <a:lnTo>
                    <a:pt x="1018031"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6" name="Google Shape;1621;p54"/>
            <p:cNvSpPr/>
            <p:nvPr/>
          </p:nvSpPr>
          <p:spPr>
            <a:xfrm>
              <a:off x="8073390" y="4850129"/>
              <a:ext cx="1018540" cy="1010919"/>
            </a:xfrm>
            <a:custGeom>
              <a:avLst/>
              <a:gdLst/>
              <a:ahLst/>
              <a:cxnLst/>
              <a:rect l="l" t="t" r="r" b="b"/>
              <a:pathLst>
                <a:path w="1018540" h="1010920" extrusionOk="0">
                  <a:moveTo>
                    <a:pt x="0" y="1010412"/>
                  </a:moveTo>
                  <a:lnTo>
                    <a:pt x="1018031" y="1010412"/>
                  </a:lnTo>
                  <a:lnTo>
                    <a:pt x="1018031"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7" name="Google Shape;1622;p54"/>
            <p:cNvSpPr/>
            <p:nvPr/>
          </p:nvSpPr>
          <p:spPr>
            <a:xfrm>
              <a:off x="8073390" y="5100065"/>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8" name="Google Shape;1623;p54"/>
            <p:cNvSpPr/>
            <p:nvPr/>
          </p:nvSpPr>
          <p:spPr>
            <a:xfrm>
              <a:off x="8074914" y="5353049"/>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49" name="Google Shape;1624;p54"/>
            <p:cNvSpPr/>
            <p:nvPr/>
          </p:nvSpPr>
          <p:spPr>
            <a:xfrm>
              <a:off x="8073390" y="5606033"/>
              <a:ext cx="1016635" cy="10795"/>
            </a:xfrm>
            <a:custGeom>
              <a:avLst/>
              <a:gdLst/>
              <a:ahLst/>
              <a:cxnLst/>
              <a:rect l="l" t="t" r="r" b="b"/>
              <a:pathLst>
                <a:path w="1016634" h="10795" extrusionOk="0">
                  <a:moveTo>
                    <a:pt x="0" y="10223"/>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0" name="Google Shape;1625;p54"/>
            <p:cNvSpPr/>
            <p:nvPr/>
          </p:nvSpPr>
          <p:spPr>
            <a:xfrm>
              <a:off x="8326374" y="4850129"/>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1" name="Google Shape;1626;p54"/>
            <p:cNvSpPr/>
            <p:nvPr/>
          </p:nvSpPr>
          <p:spPr>
            <a:xfrm>
              <a:off x="8577834" y="4850129"/>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52" name="Google Shape;1627;p54"/>
            <p:cNvSpPr/>
            <p:nvPr/>
          </p:nvSpPr>
          <p:spPr>
            <a:xfrm>
              <a:off x="8829294" y="4850129"/>
              <a:ext cx="10795" cy="1010919"/>
            </a:xfrm>
            <a:custGeom>
              <a:avLst/>
              <a:gdLst/>
              <a:ahLst/>
              <a:cxnLst/>
              <a:rect l="l" t="t" r="r" b="b"/>
              <a:pathLst>
                <a:path w="10795" h="1010920" extrusionOk="0">
                  <a:moveTo>
                    <a:pt x="0" y="0"/>
                  </a:moveTo>
                  <a:lnTo>
                    <a:pt x="10287" y="101078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mc:AlternateContent xmlns:mc="http://schemas.openxmlformats.org/markup-compatibility/2006" xmlns:a14="http://schemas.microsoft.com/office/drawing/2010/main">
        <mc:Choice Requires="a14">
          <p:sp>
            <p:nvSpPr>
              <p:cNvPr id="253" name="Google Shape;882;p45"/>
              <p:cNvSpPr txBox="1"/>
              <p:nvPr/>
            </p:nvSpPr>
            <p:spPr>
              <a:xfrm>
                <a:off x="7764622" y="6477953"/>
                <a:ext cx="1918174" cy="289823"/>
              </a:xfrm>
              <a:prstGeom prst="rect">
                <a:avLst/>
              </a:prstGeom>
              <a:noFill/>
              <a:ln>
                <a:noFill/>
              </a:ln>
            </p:spPr>
            <p:txBody>
              <a:bodyPr spcFirstLastPara="1" wrap="square" lIns="0" tIns="12700" rIns="0" bIns="0" anchor="t" anchorCtr="0">
                <a:spAutoFit/>
              </a:bodyPr>
              <a:lstStyle/>
              <a:p>
                <a:pPr marL="12700" lvl="0">
                  <a:buSzPts val="1800"/>
                </a:pPr>
                <a:r>
                  <a:rPr lang="en-US" sz="1800" dirty="0"/>
                  <a:t>n</a:t>
                </a:r>
                <a:r>
                  <a:rPr lang="en-US" sz="1800" b="0" i="0" u="none" strike="noStrike" cap="none" baseline="-25000" dirty="0" err="1">
                    <a:solidFill>
                      <a:srgbClr val="000000"/>
                    </a:solidFill>
                    <a:latin typeface="Arial"/>
                    <a:ea typeface="Arial"/>
                    <a:cs typeface="Arial"/>
                    <a:sym typeface="Arial"/>
                  </a:rPr>
                  <a:t>out</a:t>
                </a:r>
                <a:r>
                  <a:rPr lang="en-US" sz="1800" baseline="-25000" dirty="0"/>
                  <a:t> </a:t>
                </a:r>
                <a:r>
                  <a:rPr lang="en-US" sz="1800" dirty="0"/>
                  <a:t> x </a:t>
                </a:r>
                <a:r>
                  <a:rPr lang="en-US" sz="1800" dirty="0" err="1"/>
                  <a:t>n</a:t>
                </a:r>
                <a:r>
                  <a:rPr lang="en-US" sz="1800" baseline="-25000" dirty="0" err="1"/>
                  <a:t>out</a:t>
                </a:r>
                <a:r>
                  <a:rPr lang="en-US" sz="1800" dirty="0"/>
                  <a:t> x </a:t>
                </a:r>
                <a14:m>
                  <m:oMath xmlns:m="http://schemas.openxmlformats.org/officeDocument/2006/math">
                    <m:sSubSup>
                      <m:sSubSupPr>
                        <m:ctrlPr>
                          <a:rPr lang="en-US" sz="1800" i="1">
                            <a:latin typeface="Cambria Math" panose="02040503050406030204" pitchFamily="18" charset="0"/>
                          </a:rPr>
                        </m:ctrlPr>
                      </m:sSubSupPr>
                      <m:e>
                        <m:r>
                          <a:rPr lang="en-US" sz="1800" i="1">
                            <a:latin typeface="Cambria Math" panose="02040503050406030204" pitchFamily="18" charset="0"/>
                          </a:rPr>
                          <m:t>𝑛</m:t>
                        </m:r>
                      </m:e>
                      <m:sub>
                        <m:r>
                          <a:rPr lang="en-US" sz="1800" b="0" i="1" smtClean="0">
                            <a:latin typeface="Cambria Math" panose="02040503050406030204" pitchFamily="18" charset="0"/>
                          </a:rPr>
                          <m:t>𝑐</m:t>
                        </m:r>
                      </m:sub>
                      <m:sup>
                        <m:r>
                          <a:rPr lang="en-US" sz="1800" i="1">
                            <a:latin typeface="Cambria Math" panose="02040503050406030204" pitchFamily="18" charset="0"/>
                          </a:rPr>
                          <m:t>′</m:t>
                        </m:r>
                      </m:sup>
                    </m:sSubSup>
                    <m:r>
                      <a:rPr lang="en-US" sz="1800" b="0" i="1" smtClean="0">
                        <a:latin typeface="Cambria Math" panose="02040503050406030204" pitchFamily="18" charset="0"/>
                      </a:rPr>
                      <m:t> (8)</m:t>
                    </m:r>
                  </m:oMath>
                </a14:m>
                <a:endParaRPr sz="1800" b="0" i="0" u="none" strike="noStrike" cap="none" dirty="0">
                  <a:solidFill>
                    <a:srgbClr val="000000"/>
                  </a:solidFill>
                  <a:latin typeface="Arial"/>
                  <a:ea typeface="Arial"/>
                  <a:cs typeface="Arial"/>
                  <a:sym typeface="Arial"/>
                </a:endParaRPr>
              </a:p>
            </p:txBody>
          </p:sp>
        </mc:Choice>
        <mc:Fallback xmlns="">
          <p:sp>
            <p:nvSpPr>
              <p:cNvPr id="253" name="Google Shape;882;p45"/>
              <p:cNvSpPr txBox="1">
                <a:spLocks noRot="1" noChangeAspect="1" noMove="1" noResize="1" noEditPoints="1" noAdjustHandles="1" noChangeArrowheads="1" noChangeShapeType="1" noTextEdit="1"/>
              </p:cNvSpPr>
              <p:nvPr/>
            </p:nvSpPr>
            <p:spPr>
              <a:xfrm>
                <a:off x="7764622" y="6477953"/>
                <a:ext cx="1918174" cy="289823"/>
              </a:xfrm>
              <a:prstGeom prst="rect">
                <a:avLst/>
              </a:prstGeom>
              <a:blipFill>
                <a:blip r:embed="rId4"/>
                <a:stretch>
                  <a:fillRect l="-7006" t="-23404" r="-637" b="-4893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9127000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Shape 1678"/>
        <p:cNvGrpSpPr/>
        <p:nvPr/>
      </p:nvGrpSpPr>
      <p:grpSpPr>
        <a:xfrm>
          <a:off x="0" y="0"/>
          <a:ext cx="0" cy="0"/>
          <a:chOff x="0" y="0"/>
          <a:chExt cx="0" cy="0"/>
        </a:xfrm>
      </p:grpSpPr>
      <p:sp>
        <p:nvSpPr>
          <p:cNvPr id="1679" name="Google Shape;1679;p55"/>
          <p:cNvSpPr txBox="1"/>
          <p:nvPr/>
        </p:nvSpPr>
        <p:spPr>
          <a:xfrm>
            <a:off x="6456679" y="3869182"/>
            <a:ext cx="4123200" cy="1855500"/>
          </a:xfrm>
          <a:prstGeom prst="rect">
            <a:avLst/>
          </a:prstGeom>
          <a:noFill/>
          <a:ln>
            <a:noFill/>
          </a:ln>
        </p:spPr>
        <p:txBody>
          <a:bodyPr spcFirstLastPara="1" wrap="square" lIns="0" tIns="125075" rIns="0" bIns="0" anchor="t" anchorCtr="0">
            <a:spAutoFit/>
          </a:bodyPr>
          <a:lstStyle/>
          <a:p>
            <a:pPr marL="12700" marR="5080" lvl="0" indent="191770" algn="ctr" rtl="0">
              <a:lnSpc>
                <a:spcPct val="108030"/>
              </a:lnSpc>
              <a:spcBef>
                <a:spcPts val="0"/>
              </a:spcBef>
              <a:spcAft>
                <a:spcPts val="0"/>
              </a:spcAft>
              <a:buClr>
                <a:srgbClr val="000000"/>
              </a:buClr>
              <a:buSzPts val="6600"/>
              <a:buFont typeface="Arial"/>
              <a:buNone/>
            </a:pPr>
            <a:r>
              <a:rPr lang="en-US" sz="5400" b="0" i="0" u="none" strike="noStrike" cap="none" dirty="0" err="1">
                <a:solidFill>
                  <a:srgbClr val="000000"/>
                </a:solidFill>
                <a:latin typeface="Arial"/>
                <a:ea typeface="Arial"/>
                <a:cs typeface="Arial"/>
                <a:sym typeface="Arial"/>
              </a:rPr>
              <a:t>MobileNet</a:t>
            </a:r>
            <a:r>
              <a:rPr lang="en-US" sz="5400" b="0" i="0" u="none" strike="noStrike" cap="none" dirty="0">
                <a:solidFill>
                  <a:srgbClr val="000000"/>
                </a:solidFill>
                <a:latin typeface="Arial"/>
                <a:ea typeface="Arial"/>
                <a:cs typeface="Arial"/>
                <a:sym typeface="Arial"/>
              </a:rPr>
              <a:t> Architecture</a:t>
            </a:r>
            <a:endParaRPr sz="5400" b="0" i="0" u="none" strike="noStrike" cap="none" dirty="0">
              <a:solidFill>
                <a:srgbClr val="000000"/>
              </a:solidFill>
              <a:latin typeface="Arial"/>
              <a:ea typeface="Arial"/>
              <a:cs typeface="Arial"/>
              <a:sym typeface="Arial"/>
            </a:endParaRPr>
          </a:p>
        </p:txBody>
      </p:sp>
      <p:sp>
        <p:nvSpPr>
          <p:cNvPr id="1680" name="Google Shape;1680;p55"/>
          <p:cNvSpPr txBox="1">
            <a:spLocks noGrp="1"/>
          </p:cNvSpPr>
          <p:nvPr>
            <p:ph type="ctrTitle"/>
          </p:nvPr>
        </p:nvSpPr>
        <p:spPr>
          <a:xfrm>
            <a:off x="1102639" y="394048"/>
            <a:ext cx="9986700" cy="3035700"/>
          </a:xfrm>
          <a:prstGeom prst="rect">
            <a:avLst/>
          </a:prstGeom>
          <a:noFill/>
          <a:ln>
            <a:noFill/>
          </a:ln>
        </p:spPr>
        <p:txBody>
          <a:bodyPr spcFirstLastPara="1" wrap="square" lIns="0" tIns="116200" rIns="0" bIns="0" anchor="t" anchorCtr="0">
            <a:spAutoFit/>
          </a:bodyPr>
          <a:lstStyle/>
          <a:p>
            <a:pPr marL="4853940" marR="5080" lvl="0" indent="452117" algn="ctr" rtl="0">
              <a:lnSpc>
                <a:spcPct val="108000"/>
              </a:lnSpc>
              <a:spcBef>
                <a:spcPts val="0"/>
              </a:spcBef>
              <a:spcAft>
                <a:spcPts val="0"/>
              </a:spcAft>
              <a:buSzPts val="1400"/>
              <a:buNone/>
            </a:pPr>
            <a:r>
              <a:rPr lang="en-US">
                <a:latin typeface="Arial"/>
                <a:ea typeface="Arial"/>
                <a:cs typeface="Arial"/>
                <a:sym typeface="Arial"/>
              </a:rPr>
              <a:t>Convolutional Neural Networks</a:t>
            </a:r>
            <a:endParaRPr>
              <a:latin typeface="Arial"/>
              <a:ea typeface="Arial"/>
              <a:cs typeface="Arial"/>
              <a:sym typeface="Arial"/>
            </a:endParaRPr>
          </a:p>
        </p:txBody>
      </p:sp>
      <p:sp>
        <p:nvSpPr>
          <p:cNvPr id="1681" name="Google Shape;1681;p55"/>
          <p:cNvSpPr/>
          <p:nvPr/>
        </p:nvSpPr>
        <p:spPr>
          <a:xfrm>
            <a:off x="5026914" y="3429761"/>
            <a:ext cx="6706234" cy="0"/>
          </a:xfrm>
          <a:custGeom>
            <a:avLst/>
            <a:gdLst/>
            <a:ahLst/>
            <a:cxnLst/>
            <a:rect l="l" t="t" r="r" b="b"/>
            <a:pathLst>
              <a:path w="6706234" h="120000" extrusionOk="0">
                <a:moveTo>
                  <a:pt x="0" y="0"/>
                </a:moveTo>
                <a:lnTo>
                  <a:pt x="6705854" y="0"/>
                </a:lnTo>
              </a:path>
            </a:pathLst>
          </a:custGeom>
          <a:noFill/>
          <a:ln w="222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82" name="Google Shape;1682;p55"/>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Shape 1686"/>
        <p:cNvGrpSpPr/>
        <p:nvPr/>
      </p:nvGrpSpPr>
      <p:grpSpPr>
        <a:xfrm>
          <a:off x="0" y="0"/>
          <a:ext cx="0" cy="0"/>
          <a:chOff x="0" y="0"/>
          <a:chExt cx="0" cy="0"/>
        </a:xfrm>
      </p:grpSpPr>
      <p:pic>
        <p:nvPicPr>
          <p:cNvPr id="1687" name="Google Shape;1687;p5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688" name="Google Shape;1688;p56"/>
          <p:cNvSpPr txBox="1"/>
          <p:nvPr/>
        </p:nvSpPr>
        <p:spPr>
          <a:xfrm>
            <a:off x="364575" y="141175"/>
            <a:ext cx="8911500" cy="15393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a:solidFill>
                  <a:schemeClr val="dk1"/>
                </a:solidFill>
              </a:rPr>
              <a:t>MobileNet</a:t>
            </a:r>
            <a:endParaRPr sz="4400" i="0" u="none" strike="noStrike" cap="none">
              <a:solidFill>
                <a:schemeClr val="dk1"/>
              </a:solidFill>
            </a:endParaRPr>
          </a:p>
          <a:p>
            <a:pPr marL="12700" marR="5080" lvl="0" indent="191770" algn="l" rtl="0">
              <a:lnSpc>
                <a:spcPct val="108030"/>
              </a:lnSpc>
              <a:spcBef>
                <a:spcPts val="0"/>
              </a:spcBef>
              <a:spcAft>
                <a:spcPts val="0"/>
              </a:spcAft>
              <a:buClr>
                <a:schemeClr val="dk1"/>
              </a:buClr>
              <a:buSzPts val="6600"/>
              <a:buFont typeface="Arial"/>
              <a:buNone/>
            </a:pPr>
            <a:endParaRPr sz="4400" i="0" u="none" strike="noStrike" cap="none">
              <a:solidFill>
                <a:schemeClr val="dk1"/>
              </a:solidFill>
            </a:endParaRPr>
          </a:p>
        </p:txBody>
      </p:sp>
      <p:sp>
        <p:nvSpPr>
          <p:cNvPr id="1689" name="Google Shape;1689;p56"/>
          <p:cNvSpPr txBox="1"/>
          <p:nvPr/>
        </p:nvSpPr>
        <p:spPr>
          <a:xfrm>
            <a:off x="530942" y="1705675"/>
            <a:ext cx="11061289" cy="3139291"/>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The main idea behind </a:t>
            </a:r>
            <a:r>
              <a:rPr lang="en-US" sz="2400" b="0" i="0" u="none" strike="noStrike" cap="none" dirty="0" err="1">
                <a:solidFill>
                  <a:schemeClr val="dk1"/>
                </a:solidFill>
                <a:latin typeface="Arial"/>
                <a:ea typeface="Arial"/>
                <a:cs typeface="Arial"/>
                <a:sym typeface="Arial"/>
              </a:rPr>
              <a:t>MobileNet</a:t>
            </a:r>
            <a:r>
              <a:rPr lang="en-US" sz="2400" b="0" i="0" u="none" strike="noStrike" cap="none" dirty="0">
                <a:solidFill>
                  <a:schemeClr val="dk1"/>
                </a:solidFill>
                <a:latin typeface="Arial"/>
                <a:ea typeface="Arial"/>
                <a:cs typeface="Arial"/>
                <a:sym typeface="Arial"/>
              </a:rPr>
              <a:t> is to replace expensive convolutional operations with less expensive </a:t>
            </a:r>
            <a:r>
              <a:rPr lang="en-US" sz="2400" b="0" i="0" u="none" strike="noStrike" cap="none" dirty="0" err="1">
                <a:solidFill>
                  <a:schemeClr val="dk1"/>
                </a:solidFill>
                <a:latin typeface="Arial"/>
                <a:ea typeface="Arial"/>
                <a:cs typeface="Arial"/>
                <a:sym typeface="Arial"/>
              </a:rPr>
              <a:t>depthwise</a:t>
            </a:r>
            <a:r>
              <a:rPr lang="en-US" sz="2400" b="0" i="0" u="none" strike="noStrike" cap="none" dirty="0">
                <a:solidFill>
                  <a:schemeClr val="dk1"/>
                </a:solidFill>
                <a:latin typeface="Arial"/>
                <a:ea typeface="Arial"/>
                <a:cs typeface="Arial"/>
                <a:sym typeface="Arial"/>
              </a:rPr>
              <a:t> separable convolutional operations, which consist of a </a:t>
            </a:r>
            <a:r>
              <a:rPr lang="en-US" sz="2400" b="0" i="0" u="none" strike="noStrike" cap="none" dirty="0" err="1">
                <a:solidFill>
                  <a:schemeClr val="dk1"/>
                </a:solidFill>
                <a:latin typeface="Arial"/>
                <a:ea typeface="Arial"/>
                <a:cs typeface="Arial"/>
                <a:sym typeface="Arial"/>
              </a:rPr>
              <a:t>depthwise</a:t>
            </a:r>
            <a:r>
              <a:rPr lang="en-US" sz="2400" b="0" i="0" u="none" strike="noStrike" cap="none" dirty="0">
                <a:solidFill>
                  <a:schemeClr val="dk1"/>
                </a:solidFill>
                <a:latin typeface="Arial"/>
                <a:ea typeface="Arial"/>
                <a:cs typeface="Arial"/>
                <a:sym typeface="Arial"/>
              </a:rPr>
              <a:t> convolution operation followed by a pointwise convolution operation. </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In </a:t>
            </a:r>
            <a:r>
              <a:rPr lang="en-US" sz="2400" b="0" i="0" u="none" strike="noStrike" cap="none" dirty="0" err="1">
                <a:solidFill>
                  <a:schemeClr val="dk1"/>
                </a:solidFill>
                <a:latin typeface="Arial"/>
                <a:ea typeface="Arial"/>
                <a:cs typeface="Arial"/>
                <a:sym typeface="Arial"/>
              </a:rPr>
              <a:t>MobileNet</a:t>
            </a:r>
            <a:r>
              <a:rPr lang="en-US" sz="2400" b="0" i="0" u="none" strike="noStrike" cap="none" dirty="0">
                <a:solidFill>
                  <a:schemeClr val="dk1"/>
                </a:solidFill>
                <a:latin typeface="Arial"/>
                <a:ea typeface="Arial"/>
                <a:cs typeface="Arial"/>
                <a:sym typeface="Arial"/>
              </a:rPr>
              <a:t> v1, this idea is implemented using a block that includes a </a:t>
            </a:r>
            <a:r>
              <a:rPr lang="en-US" sz="2400" b="0" i="0" u="none" strike="noStrike" cap="none" dirty="0" err="1">
                <a:solidFill>
                  <a:schemeClr val="dk1"/>
                </a:solidFill>
                <a:latin typeface="Arial"/>
                <a:ea typeface="Arial"/>
                <a:cs typeface="Arial"/>
                <a:sym typeface="Arial"/>
              </a:rPr>
              <a:t>depthwise</a:t>
            </a:r>
            <a:r>
              <a:rPr lang="en-US" sz="2400" b="0" i="0" u="none" strike="noStrike" cap="none" dirty="0">
                <a:solidFill>
                  <a:schemeClr val="dk1"/>
                </a:solidFill>
                <a:latin typeface="Arial"/>
                <a:ea typeface="Arial"/>
                <a:cs typeface="Arial"/>
                <a:sym typeface="Arial"/>
              </a:rPr>
              <a:t> convolutional operation and a stack of 13 of these layers in order to go from the original raw input image to make a classification prediction.</a:t>
            </a: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Shape 1693"/>
        <p:cNvGrpSpPr/>
        <p:nvPr/>
      </p:nvGrpSpPr>
      <p:grpSpPr>
        <a:xfrm>
          <a:off x="0" y="0"/>
          <a:ext cx="0" cy="0"/>
          <a:chOff x="0" y="0"/>
          <a:chExt cx="0" cy="0"/>
        </a:xfrm>
      </p:grpSpPr>
      <p:sp>
        <p:nvSpPr>
          <p:cNvPr id="1694" name="Google Shape;1694;p57"/>
          <p:cNvSpPr txBox="1">
            <a:spLocks noGrp="1"/>
          </p:cNvSpPr>
          <p:nvPr>
            <p:ph type="title"/>
          </p:nvPr>
        </p:nvSpPr>
        <p:spPr>
          <a:xfrm>
            <a:off x="916939" y="431382"/>
            <a:ext cx="2733000" cy="1260900"/>
          </a:xfrm>
          <a:prstGeom prst="rect">
            <a:avLst/>
          </a:prstGeom>
          <a:noFill/>
          <a:ln>
            <a:noFill/>
          </a:ln>
        </p:spPr>
        <p:txBody>
          <a:bodyPr spcFirstLastPara="1" wrap="square" lIns="0" tIns="219075" rIns="0" bIns="0" anchor="t" anchorCtr="0">
            <a:spAutoFit/>
          </a:bodyPr>
          <a:lstStyle/>
          <a:p>
            <a:pPr marL="12700" lvl="0" indent="0" algn="l" rtl="0">
              <a:lnSpc>
                <a:spcPct val="100000"/>
              </a:lnSpc>
              <a:spcBef>
                <a:spcPts val="0"/>
              </a:spcBef>
              <a:spcAft>
                <a:spcPts val="0"/>
              </a:spcAft>
              <a:buSzPts val="1400"/>
              <a:buNone/>
            </a:pPr>
            <a:r>
              <a:rPr lang="en-US" sz="4400" dirty="0" err="1">
                <a:latin typeface="Arial"/>
                <a:ea typeface="Arial"/>
                <a:cs typeface="Arial"/>
                <a:sym typeface="Arial"/>
              </a:rPr>
              <a:t>MobileNet</a:t>
            </a:r>
            <a:endParaRPr sz="4400" dirty="0">
              <a:latin typeface="Arial"/>
              <a:ea typeface="Arial"/>
              <a:cs typeface="Arial"/>
              <a:sym typeface="Arial"/>
            </a:endParaRPr>
          </a:p>
          <a:p>
            <a:pPr marL="51435" lvl="0" indent="0" algn="l" rtl="0">
              <a:lnSpc>
                <a:spcPct val="100000"/>
              </a:lnSpc>
              <a:spcBef>
                <a:spcPts val="665"/>
              </a:spcBef>
              <a:spcAft>
                <a:spcPts val="0"/>
              </a:spcAft>
              <a:buSzPts val="1400"/>
              <a:buNone/>
            </a:pPr>
            <a:r>
              <a:rPr lang="en-US" sz="1800" dirty="0" err="1">
                <a:latin typeface="Arial"/>
                <a:ea typeface="Arial"/>
                <a:cs typeface="Arial"/>
                <a:sym typeface="Arial"/>
              </a:rPr>
              <a:t>MobileNet</a:t>
            </a:r>
            <a:r>
              <a:rPr lang="en-US" sz="1800" dirty="0">
                <a:latin typeface="Arial"/>
                <a:ea typeface="Arial"/>
                <a:cs typeface="Arial"/>
                <a:sym typeface="Arial"/>
              </a:rPr>
              <a:t> v1</a:t>
            </a:r>
            <a:endParaRPr sz="1800" dirty="0">
              <a:latin typeface="Arial"/>
              <a:ea typeface="Arial"/>
              <a:cs typeface="Arial"/>
              <a:sym typeface="Arial"/>
            </a:endParaRPr>
          </a:p>
        </p:txBody>
      </p:sp>
      <p:grpSp>
        <p:nvGrpSpPr>
          <p:cNvPr id="1695" name="Google Shape;1695;p57"/>
          <p:cNvGrpSpPr/>
          <p:nvPr/>
        </p:nvGrpSpPr>
        <p:grpSpPr>
          <a:xfrm>
            <a:off x="1203197" y="1907285"/>
            <a:ext cx="9728709" cy="1640204"/>
            <a:chOff x="1203197" y="1907285"/>
            <a:chExt cx="9728709" cy="1640204"/>
          </a:xfrm>
        </p:grpSpPr>
        <p:sp>
          <p:nvSpPr>
            <p:cNvPr id="1696" name="Google Shape;1696;p57"/>
            <p:cNvSpPr/>
            <p:nvPr/>
          </p:nvSpPr>
          <p:spPr>
            <a:xfrm>
              <a:off x="4879086" y="1907285"/>
              <a:ext cx="3545204" cy="1424939"/>
            </a:xfrm>
            <a:custGeom>
              <a:avLst/>
              <a:gdLst/>
              <a:ahLst/>
              <a:cxnLst/>
              <a:rect l="l" t="t" r="r" b="b"/>
              <a:pathLst>
                <a:path w="3545204" h="1424939" extrusionOk="0">
                  <a:moveTo>
                    <a:pt x="0" y="237489"/>
                  </a:moveTo>
                  <a:lnTo>
                    <a:pt x="4823" y="189619"/>
                  </a:lnTo>
                  <a:lnTo>
                    <a:pt x="18659" y="145035"/>
                  </a:lnTo>
                  <a:lnTo>
                    <a:pt x="40551" y="104694"/>
                  </a:lnTo>
                  <a:lnTo>
                    <a:pt x="69548" y="69548"/>
                  </a:lnTo>
                  <a:lnTo>
                    <a:pt x="104694" y="40551"/>
                  </a:lnTo>
                  <a:lnTo>
                    <a:pt x="145035" y="18659"/>
                  </a:lnTo>
                  <a:lnTo>
                    <a:pt x="189619" y="4823"/>
                  </a:lnTo>
                  <a:lnTo>
                    <a:pt x="237490" y="0"/>
                  </a:lnTo>
                  <a:lnTo>
                    <a:pt x="3307334" y="0"/>
                  </a:lnTo>
                  <a:lnTo>
                    <a:pt x="3355204" y="4823"/>
                  </a:lnTo>
                  <a:lnTo>
                    <a:pt x="3399788" y="18659"/>
                  </a:lnTo>
                  <a:lnTo>
                    <a:pt x="3440129" y="40551"/>
                  </a:lnTo>
                  <a:lnTo>
                    <a:pt x="3475275" y="69548"/>
                  </a:lnTo>
                  <a:lnTo>
                    <a:pt x="3504272" y="104694"/>
                  </a:lnTo>
                  <a:lnTo>
                    <a:pt x="3526164" y="145035"/>
                  </a:lnTo>
                  <a:lnTo>
                    <a:pt x="3540000" y="189619"/>
                  </a:lnTo>
                  <a:lnTo>
                    <a:pt x="3544824" y="237489"/>
                  </a:lnTo>
                  <a:lnTo>
                    <a:pt x="3544824" y="1187449"/>
                  </a:lnTo>
                  <a:lnTo>
                    <a:pt x="3540000" y="1235320"/>
                  </a:lnTo>
                  <a:lnTo>
                    <a:pt x="3526164" y="1279904"/>
                  </a:lnTo>
                  <a:lnTo>
                    <a:pt x="3504272" y="1320245"/>
                  </a:lnTo>
                  <a:lnTo>
                    <a:pt x="3475275" y="1355391"/>
                  </a:lnTo>
                  <a:lnTo>
                    <a:pt x="3440129" y="1384388"/>
                  </a:lnTo>
                  <a:lnTo>
                    <a:pt x="3399788" y="1406280"/>
                  </a:lnTo>
                  <a:lnTo>
                    <a:pt x="3355204" y="1420116"/>
                  </a:lnTo>
                  <a:lnTo>
                    <a:pt x="3307334" y="1424939"/>
                  </a:lnTo>
                  <a:lnTo>
                    <a:pt x="237490" y="1424939"/>
                  </a:lnTo>
                  <a:lnTo>
                    <a:pt x="189619" y="1420116"/>
                  </a:lnTo>
                  <a:lnTo>
                    <a:pt x="145035" y="1406280"/>
                  </a:lnTo>
                  <a:lnTo>
                    <a:pt x="104694" y="1384388"/>
                  </a:lnTo>
                  <a:lnTo>
                    <a:pt x="69548" y="1355391"/>
                  </a:lnTo>
                  <a:lnTo>
                    <a:pt x="40551" y="1320245"/>
                  </a:lnTo>
                  <a:lnTo>
                    <a:pt x="18659" y="1279904"/>
                  </a:lnTo>
                  <a:lnTo>
                    <a:pt x="4823" y="1235320"/>
                  </a:lnTo>
                  <a:lnTo>
                    <a:pt x="0" y="1187449"/>
                  </a:lnTo>
                  <a:lnTo>
                    <a:pt x="0" y="237489"/>
                  </a:lnTo>
                  <a:close/>
                </a:path>
              </a:pathLst>
            </a:custGeom>
            <a:noFill/>
            <a:ln w="19050" cap="flat" cmpd="sng">
              <a:solidFill>
                <a:srgbClr val="3C85C5"/>
              </a:solidFill>
              <a:prstDash val="dot"/>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7" name="Google Shape;1697;p57"/>
            <p:cNvSpPr/>
            <p:nvPr/>
          </p:nvSpPr>
          <p:spPr>
            <a:xfrm>
              <a:off x="6662166" y="2699765"/>
              <a:ext cx="4269740" cy="90169"/>
            </a:xfrm>
            <a:custGeom>
              <a:avLst/>
              <a:gdLst/>
              <a:ahLst/>
              <a:cxnLst/>
              <a:rect l="l" t="t" r="r" b="b"/>
              <a:pathLst>
                <a:path w="4269740" h="90169" extrusionOk="0">
                  <a:moveTo>
                    <a:pt x="506603" y="38100"/>
                  </a:moveTo>
                  <a:lnTo>
                    <a:pt x="481203" y="25400"/>
                  </a:lnTo>
                  <a:lnTo>
                    <a:pt x="430403" y="0"/>
                  </a:lnTo>
                  <a:lnTo>
                    <a:pt x="430403" y="25400"/>
                  </a:lnTo>
                  <a:lnTo>
                    <a:pt x="0" y="25400"/>
                  </a:lnTo>
                  <a:lnTo>
                    <a:pt x="0" y="50800"/>
                  </a:lnTo>
                  <a:lnTo>
                    <a:pt x="430403" y="50800"/>
                  </a:lnTo>
                  <a:lnTo>
                    <a:pt x="430403" y="76200"/>
                  </a:lnTo>
                  <a:lnTo>
                    <a:pt x="481203" y="50800"/>
                  </a:lnTo>
                  <a:lnTo>
                    <a:pt x="506603" y="38100"/>
                  </a:lnTo>
                  <a:close/>
                </a:path>
                <a:path w="4269740" h="90169" extrusionOk="0">
                  <a:moveTo>
                    <a:pt x="4269486" y="51816"/>
                  </a:moveTo>
                  <a:lnTo>
                    <a:pt x="4244086" y="39116"/>
                  </a:lnTo>
                  <a:lnTo>
                    <a:pt x="4193286" y="13716"/>
                  </a:lnTo>
                  <a:lnTo>
                    <a:pt x="4193286" y="39116"/>
                  </a:lnTo>
                  <a:lnTo>
                    <a:pt x="1362456" y="39116"/>
                  </a:lnTo>
                  <a:lnTo>
                    <a:pt x="1362456" y="64516"/>
                  </a:lnTo>
                  <a:lnTo>
                    <a:pt x="4193286" y="64516"/>
                  </a:lnTo>
                  <a:lnTo>
                    <a:pt x="4193286" y="89916"/>
                  </a:lnTo>
                  <a:lnTo>
                    <a:pt x="4244086" y="64516"/>
                  </a:lnTo>
                  <a:lnTo>
                    <a:pt x="4269486" y="51816"/>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8" name="Google Shape;1698;p57"/>
            <p:cNvSpPr/>
            <p:nvPr/>
          </p:nvSpPr>
          <p:spPr>
            <a:xfrm>
              <a:off x="5958078" y="2234945"/>
              <a:ext cx="523239" cy="524510"/>
            </a:xfrm>
            <a:custGeom>
              <a:avLst/>
              <a:gdLst/>
              <a:ahLst/>
              <a:cxnLst/>
              <a:rect l="l" t="t" r="r" b="b"/>
              <a:pathLst>
                <a:path w="523239" h="524510" extrusionOk="0">
                  <a:moveTo>
                    <a:pt x="522719" y="0"/>
                  </a:moveTo>
                  <a:lnTo>
                    <a:pt x="0" y="0"/>
                  </a:lnTo>
                  <a:lnTo>
                    <a:pt x="0" y="164592"/>
                  </a:lnTo>
                  <a:lnTo>
                    <a:pt x="0" y="315468"/>
                  </a:lnTo>
                  <a:lnTo>
                    <a:pt x="0" y="524256"/>
                  </a:lnTo>
                  <a:lnTo>
                    <a:pt x="522719" y="524256"/>
                  </a:lnTo>
                  <a:lnTo>
                    <a:pt x="522719" y="315468"/>
                  </a:lnTo>
                  <a:lnTo>
                    <a:pt x="522719" y="164592"/>
                  </a:lnTo>
                  <a:lnTo>
                    <a:pt x="522719"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699" name="Google Shape;1699;p57"/>
            <p:cNvSpPr/>
            <p:nvPr/>
          </p:nvSpPr>
          <p:spPr>
            <a:xfrm>
              <a:off x="5958077" y="2234945"/>
              <a:ext cx="523239" cy="524510"/>
            </a:xfrm>
            <a:custGeom>
              <a:avLst/>
              <a:gdLst/>
              <a:ahLst/>
              <a:cxnLst/>
              <a:rect l="l" t="t" r="r" b="b"/>
              <a:pathLst>
                <a:path w="523239" h="524510" extrusionOk="0">
                  <a:moveTo>
                    <a:pt x="0" y="524255"/>
                  </a:moveTo>
                  <a:lnTo>
                    <a:pt x="522731" y="524255"/>
                  </a:lnTo>
                  <a:lnTo>
                    <a:pt x="522731" y="0"/>
                  </a:lnTo>
                  <a:lnTo>
                    <a:pt x="0" y="0"/>
                  </a:lnTo>
                  <a:lnTo>
                    <a:pt x="0" y="524255"/>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0" name="Google Shape;1700;p57"/>
            <p:cNvSpPr/>
            <p:nvPr/>
          </p:nvSpPr>
          <p:spPr>
            <a:xfrm>
              <a:off x="6133655" y="2223896"/>
              <a:ext cx="170814" cy="175894"/>
            </a:xfrm>
            <a:custGeom>
              <a:avLst/>
              <a:gdLst/>
              <a:ahLst/>
              <a:cxnLst/>
              <a:rect l="l" t="t" r="r" b="b"/>
              <a:pathLst>
                <a:path w="170814" h="175894" extrusionOk="0">
                  <a:moveTo>
                    <a:pt x="0" y="0"/>
                  </a:moveTo>
                  <a:lnTo>
                    <a:pt x="0" y="175640"/>
                  </a:lnTo>
                </a:path>
                <a:path w="170814" h="175894" extrusionOk="0">
                  <a:moveTo>
                    <a:pt x="170687" y="0"/>
                  </a:moveTo>
                  <a:lnTo>
                    <a:pt x="170687" y="17564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1" name="Google Shape;1701;p57"/>
            <p:cNvSpPr/>
            <p:nvPr/>
          </p:nvSpPr>
          <p:spPr>
            <a:xfrm>
              <a:off x="5948553" y="2388171"/>
              <a:ext cx="541654" cy="34289"/>
            </a:xfrm>
            <a:custGeom>
              <a:avLst/>
              <a:gdLst/>
              <a:ahLst/>
              <a:cxnLst/>
              <a:rect l="l" t="t" r="r" b="b"/>
              <a:pathLst>
                <a:path w="541654" h="34289" extrusionOk="0">
                  <a:moveTo>
                    <a:pt x="541642" y="0"/>
                  </a:moveTo>
                  <a:lnTo>
                    <a:pt x="0" y="0"/>
                  </a:lnTo>
                  <a:lnTo>
                    <a:pt x="0" y="11366"/>
                  </a:lnTo>
                  <a:lnTo>
                    <a:pt x="0" y="22352"/>
                  </a:lnTo>
                  <a:lnTo>
                    <a:pt x="0" y="33718"/>
                  </a:lnTo>
                  <a:lnTo>
                    <a:pt x="541642" y="33718"/>
                  </a:lnTo>
                  <a:lnTo>
                    <a:pt x="541642" y="22352"/>
                  </a:lnTo>
                  <a:lnTo>
                    <a:pt x="541642" y="11366"/>
                  </a:lnTo>
                  <a:lnTo>
                    <a:pt x="541642"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2" name="Google Shape;1702;p57"/>
            <p:cNvSpPr/>
            <p:nvPr/>
          </p:nvSpPr>
          <p:spPr>
            <a:xfrm>
              <a:off x="6316218" y="2567495"/>
              <a:ext cx="173989" cy="0"/>
            </a:xfrm>
            <a:custGeom>
              <a:avLst/>
              <a:gdLst/>
              <a:ahLst/>
              <a:cxnLst/>
              <a:rect l="l" t="t" r="r" b="b"/>
              <a:pathLst>
                <a:path w="173989" h="120000" extrusionOk="0">
                  <a:moveTo>
                    <a:pt x="0" y="0"/>
                  </a:moveTo>
                  <a:lnTo>
                    <a:pt x="173989" y="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3" name="Google Shape;1703;p57"/>
            <p:cNvSpPr/>
            <p:nvPr/>
          </p:nvSpPr>
          <p:spPr>
            <a:xfrm>
              <a:off x="5793486" y="2399537"/>
              <a:ext cx="523239" cy="527685"/>
            </a:xfrm>
            <a:custGeom>
              <a:avLst/>
              <a:gdLst/>
              <a:ahLst/>
              <a:cxnLst/>
              <a:rect l="l" t="t" r="r" b="b"/>
              <a:pathLst>
                <a:path w="523239" h="527685" extrusionOk="0">
                  <a:moveTo>
                    <a:pt x="522732" y="0"/>
                  </a:moveTo>
                  <a:lnTo>
                    <a:pt x="0" y="0"/>
                  </a:lnTo>
                  <a:lnTo>
                    <a:pt x="0" y="150876"/>
                  </a:lnTo>
                  <a:lnTo>
                    <a:pt x="0" y="527304"/>
                  </a:lnTo>
                  <a:lnTo>
                    <a:pt x="522732" y="527304"/>
                  </a:lnTo>
                  <a:lnTo>
                    <a:pt x="522732" y="150876"/>
                  </a:lnTo>
                  <a:lnTo>
                    <a:pt x="522732"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4" name="Google Shape;1704;p57"/>
            <p:cNvSpPr/>
            <p:nvPr/>
          </p:nvSpPr>
          <p:spPr>
            <a:xfrm>
              <a:off x="5793486" y="2399537"/>
              <a:ext cx="523239" cy="527685"/>
            </a:xfrm>
            <a:custGeom>
              <a:avLst/>
              <a:gdLst/>
              <a:ahLst/>
              <a:cxnLst/>
              <a:rect l="l" t="t" r="r" b="b"/>
              <a:pathLst>
                <a:path w="523239" h="527685" extrusionOk="0">
                  <a:moveTo>
                    <a:pt x="0" y="527303"/>
                  </a:moveTo>
                  <a:lnTo>
                    <a:pt x="522732" y="527303"/>
                  </a:lnTo>
                  <a:lnTo>
                    <a:pt x="522732" y="0"/>
                  </a:lnTo>
                  <a:lnTo>
                    <a:pt x="0" y="0"/>
                  </a:lnTo>
                  <a:lnTo>
                    <a:pt x="0" y="5273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5" name="Google Shape;1705;p57"/>
            <p:cNvSpPr/>
            <p:nvPr/>
          </p:nvSpPr>
          <p:spPr>
            <a:xfrm>
              <a:off x="5970587" y="2390012"/>
              <a:ext cx="355600" cy="549275"/>
            </a:xfrm>
            <a:custGeom>
              <a:avLst/>
              <a:gdLst/>
              <a:ahLst/>
              <a:cxnLst/>
              <a:rect l="l" t="t" r="r" b="b"/>
              <a:pathLst>
                <a:path w="355600" h="549275" extrusionOk="0">
                  <a:moveTo>
                    <a:pt x="0" y="0"/>
                  </a:moveTo>
                  <a:lnTo>
                    <a:pt x="0" y="160400"/>
                  </a:lnTo>
                </a:path>
                <a:path w="355600" h="549275" extrusionOk="0">
                  <a:moveTo>
                    <a:pt x="170688" y="160400"/>
                  </a:moveTo>
                  <a:lnTo>
                    <a:pt x="170688" y="548766"/>
                  </a:lnTo>
                </a:path>
                <a:path w="355600" h="549275" extrusionOk="0">
                  <a:moveTo>
                    <a:pt x="170688" y="0"/>
                  </a:moveTo>
                  <a:lnTo>
                    <a:pt x="170688" y="160400"/>
                  </a:lnTo>
                </a:path>
                <a:path w="355600" h="549275" extrusionOk="0">
                  <a:moveTo>
                    <a:pt x="179514" y="185102"/>
                  </a:moveTo>
                  <a:lnTo>
                    <a:pt x="355028" y="185102"/>
                  </a:lnTo>
                </a:path>
                <a:path w="355600" h="549275" extrusionOk="0">
                  <a:moveTo>
                    <a:pt x="179514" y="343598"/>
                  </a:moveTo>
                  <a:lnTo>
                    <a:pt x="355028" y="343598"/>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6" name="Google Shape;1706;p57"/>
            <p:cNvSpPr/>
            <p:nvPr/>
          </p:nvSpPr>
          <p:spPr>
            <a:xfrm>
              <a:off x="5616701" y="2550413"/>
              <a:ext cx="533400" cy="528955"/>
            </a:xfrm>
            <a:custGeom>
              <a:avLst/>
              <a:gdLst/>
              <a:ahLst/>
              <a:cxnLst/>
              <a:rect l="l" t="t" r="r" b="b"/>
              <a:pathLst>
                <a:path w="533400" h="528955" extrusionOk="0">
                  <a:moveTo>
                    <a:pt x="533400" y="0"/>
                  </a:moveTo>
                  <a:lnTo>
                    <a:pt x="0" y="0"/>
                  </a:lnTo>
                  <a:lnTo>
                    <a:pt x="0" y="528827"/>
                  </a:lnTo>
                  <a:lnTo>
                    <a:pt x="533400" y="528827"/>
                  </a:lnTo>
                  <a:lnTo>
                    <a:pt x="533400"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7" name="Google Shape;1707;p57"/>
            <p:cNvSpPr/>
            <p:nvPr/>
          </p:nvSpPr>
          <p:spPr>
            <a:xfrm>
              <a:off x="5616701" y="2550413"/>
              <a:ext cx="533400" cy="528955"/>
            </a:xfrm>
            <a:custGeom>
              <a:avLst/>
              <a:gdLst/>
              <a:ahLst/>
              <a:cxnLst/>
              <a:rect l="l" t="t" r="r" b="b"/>
              <a:pathLst>
                <a:path w="533400" h="528955" extrusionOk="0">
                  <a:moveTo>
                    <a:pt x="0" y="528827"/>
                  </a:moveTo>
                  <a:lnTo>
                    <a:pt x="533400" y="528827"/>
                  </a:lnTo>
                  <a:lnTo>
                    <a:pt x="533400" y="0"/>
                  </a:lnTo>
                  <a:lnTo>
                    <a:pt x="0" y="0"/>
                  </a:lnTo>
                  <a:lnTo>
                    <a:pt x="0" y="528827"/>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8" name="Google Shape;1708;p57"/>
            <p:cNvSpPr/>
            <p:nvPr/>
          </p:nvSpPr>
          <p:spPr>
            <a:xfrm>
              <a:off x="5793486" y="2548889"/>
              <a:ext cx="3810" cy="532764"/>
            </a:xfrm>
            <a:custGeom>
              <a:avLst/>
              <a:gdLst/>
              <a:ahLst/>
              <a:cxnLst/>
              <a:rect l="l" t="t" r="r" b="b"/>
              <a:pathLst>
                <a:path w="3810" h="532764" extrusionOk="0">
                  <a:moveTo>
                    <a:pt x="0" y="0"/>
                  </a:moveTo>
                  <a:lnTo>
                    <a:pt x="3682" y="53263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09" name="Google Shape;1709;p57"/>
            <p:cNvSpPr/>
            <p:nvPr/>
          </p:nvSpPr>
          <p:spPr>
            <a:xfrm>
              <a:off x="5968745" y="2548889"/>
              <a:ext cx="3810" cy="532764"/>
            </a:xfrm>
            <a:custGeom>
              <a:avLst/>
              <a:gdLst/>
              <a:ahLst/>
              <a:cxnLst/>
              <a:rect l="l" t="t" r="r" b="b"/>
              <a:pathLst>
                <a:path w="3810" h="532764" extrusionOk="0">
                  <a:moveTo>
                    <a:pt x="0" y="0"/>
                  </a:moveTo>
                  <a:lnTo>
                    <a:pt x="3682" y="53263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0" name="Google Shape;1710;p57"/>
            <p:cNvSpPr/>
            <p:nvPr/>
          </p:nvSpPr>
          <p:spPr>
            <a:xfrm>
              <a:off x="5616701" y="2724149"/>
              <a:ext cx="534670" cy="3810"/>
            </a:xfrm>
            <a:custGeom>
              <a:avLst/>
              <a:gdLst/>
              <a:ahLst/>
              <a:cxnLst/>
              <a:rect l="l" t="t" r="r" b="b"/>
              <a:pathLst>
                <a:path w="534670" h="3810" extrusionOk="0">
                  <a:moveTo>
                    <a:pt x="0" y="3683"/>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1" name="Google Shape;1711;p57"/>
            <p:cNvSpPr/>
            <p:nvPr/>
          </p:nvSpPr>
          <p:spPr>
            <a:xfrm>
              <a:off x="5616701" y="2882645"/>
              <a:ext cx="534670" cy="3810"/>
            </a:xfrm>
            <a:custGeom>
              <a:avLst/>
              <a:gdLst/>
              <a:ahLst/>
              <a:cxnLst/>
              <a:rect l="l" t="t" r="r" b="b"/>
              <a:pathLst>
                <a:path w="534670" h="3810" extrusionOk="0">
                  <a:moveTo>
                    <a:pt x="0" y="3683"/>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2" name="Google Shape;1712;p57"/>
            <p:cNvSpPr/>
            <p:nvPr/>
          </p:nvSpPr>
          <p:spPr>
            <a:xfrm>
              <a:off x="2433065" y="2713481"/>
              <a:ext cx="2907029" cy="76200"/>
            </a:xfrm>
            <a:custGeom>
              <a:avLst/>
              <a:gdLst/>
              <a:ahLst/>
              <a:cxnLst/>
              <a:rect l="l" t="t" r="r" b="b"/>
              <a:pathLst>
                <a:path w="2907029" h="76200" extrusionOk="0">
                  <a:moveTo>
                    <a:pt x="2830830" y="0"/>
                  </a:moveTo>
                  <a:lnTo>
                    <a:pt x="2830830" y="76200"/>
                  </a:lnTo>
                  <a:lnTo>
                    <a:pt x="2881630" y="50800"/>
                  </a:lnTo>
                  <a:lnTo>
                    <a:pt x="2843530" y="50800"/>
                  </a:lnTo>
                  <a:lnTo>
                    <a:pt x="2843530" y="25400"/>
                  </a:lnTo>
                  <a:lnTo>
                    <a:pt x="2881630" y="25400"/>
                  </a:lnTo>
                  <a:lnTo>
                    <a:pt x="2830830" y="0"/>
                  </a:lnTo>
                  <a:close/>
                </a:path>
                <a:path w="2907029" h="76200" extrusionOk="0">
                  <a:moveTo>
                    <a:pt x="2830830" y="25400"/>
                  </a:moveTo>
                  <a:lnTo>
                    <a:pt x="0" y="25400"/>
                  </a:lnTo>
                  <a:lnTo>
                    <a:pt x="0" y="50800"/>
                  </a:lnTo>
                  <a:lnTo>
                    <a:pt x="2830830" y="50800"/>
                  </a:lnTo>
                  <a:lnTo>
                    <a:pt x="2830830" y="25400"/>
                  </a:lnTo>
                  <a:close/>
                </a:path>
                <a:path w="2907029" h="76200" extrusionOk="0">
                  <a:moveTo>
                    <a:pt x="2881630" y="25400"/>
                  </a:moveTo>
                  <a:lnTo>
                    <a:pt x="2843530" y="25400"/>
                  </a:lnTo>
                  <a:lnTo>
                    <a:pt x="2843530" y="50800"/>
                  </a:lnTo>
                  <a:lnTo>
                    <a:pt x="2881630" y="50800"/>
                  </a:lnTo>
                  <a:lnTo>
                    <a:pt x="2907030" y="38100"/>
                  </a:lnTo>
                  <a:lnTo>
                    <a:pt x="2881630" y="2540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3" name="Google Shape;1713;p57"/>
            <p:cNvSpPr/>
            <p:nvPr/>
          </p:nvSpPr>
          <p:spPr>
            <a:xfrm>
              <a:off x="1447038" y="2062733"/>
              <a:ext cx="1346200" cy="1259204"/>
            </a:xfrm>
            <a:custGeom>
              <a:avLst/>
              <a:gdLst/>
              <a:ahLst/>
              <a:cxnLst/>
              <a:rect l="l" t="t" r="r" b="b"/>
              <a:pathLst>
                <a:path w="1346200" h="1259204" extrusionOk="0">
                  <a:moveTo>
                    <a:pt x="1345679" y="0"/>
                  </a:moveTo>
                  <a:lnTo>
                    <a:pt x="0" y="0"/>
                  </a:lnTo>
                  <a:lnTo>
                    <a:pt x="0" y="105156"/>
                  </a:lnTo>
                  <a:lnTo>
                    <a:pt x="0" y="225552"/>
                  </a:lnTo>
                  <a:lnTo>
                    <a:pt x="0" y="1258824"/>
                  </a:lnTo>
                  <a:lnTo>
                    <a:pt x="1345679" y="1258824"/>
                  </a:lnTo>
                  <a:lnTo>
                    <a:pt x="1345679" y="225552"/>
                  </a:lnTo>
                  <a:lnTo>
                    <a:pt x="1345679" y="105156"/>
                  </a:lnTo>
                  <a:lnTo>
                    <a:pt x="1345679"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4" name="Google Shape;1714;p57"/>
            <p:cNvSpPr/>
            <p:nvPr/>
          </p:nvSpPr>
          <p:spPr>
            <a:xfrm>
              <a:off x="1447037" y="2062733"/>
              <a:ext cx="1346200" cy="1259204"/>
            </a:xfrm>
            <a:custGeom>
              <a:avLst/>
              <a:gdLst/>
              <a:ahLst/>
              <a:cxnLst/>
              <a:rect l="l" t="t" r="r" b="b"/>
              <a:pathLst>
                <a:path w="1346200" h="1259204" extrusionOk="0">
                  <a:moveTo>
                    <a:pt x="0" y="1258824"/>
                  </a:moveTo>
                  <a:lnTo>
                    <a:pt x="1345691" y="1258824"/>
                  </a:lnTo>
                  <a:lnTo>
                    <a:pt x="1345691"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5" name="Google Shape;1715;p57"/>
            <p:cNvSpPr/>
            <p:nvPr/>
          </p:nvSpPr>
          <p:spPr>
            <a:xfrm>
              <a:off x="1673478" y="2053208"/>
              <a:ext cx="901064" cy="114935"/>
            </a:xfrm>
            <a:custGeom>
              <a:avLst/>
              <a:gdLst/>
              <a:ahLst/>
              <a:cxnLst/>
              <a:rect l="l" t="t" r="r" b="b"/>
              <a:pathLst>
                <a:path w="901064" h="114935" extrusionOk="0">
                  <a:moveTo>
                    <a:pt x="446531" y="0"/>
                  </a:moveTo>
                  <a:lnTo>
                    <a:pt x="446531" y="114680"/>
                  </a:lnTo>
                </a:path>
                <a:path w="901064" h="114935" extrusionOk="0">
                  <a:moveTo>
                    <a:pt x="673607" y="0"/>
                  </a:moveTo>
                  <a:lnTo>
                    <a:pt x="673607" y="114680"/>
                  </a:lnTo>
                </a:path>
                <a:path w="901064" h="114935" extrusionOk="0">
                  <a:moveTo>
                    <a:pt x="900683" y="0"/>
                  </a:moveTo>
                  <a:lnTo>
                    <a:pt x="900683" y="114680"/>
                  </a:lnTo>
                </a:path>
                <a:path w="901064" h="114935" extrusionOk="0">
                  <a:moveTo>
                    <a:pt x="219456" y="0"/>
                  </a:moveTo>
                  <a:lnTo>
                    <a:pt x="219456" y="114680"/>
                  </a:lnTo>
                </a:path>
                <a:path w="901064" h="114935" extrusionOk="0">
                  <a:moveTo>
                    <a:pt x="0" y="0"/>
                  </a:moveTo>
                  <a:lnTo>
                    <a:pt x="0" y="114680"/>
                  </a:lnTo>
                </a:path>
              </a:pathLst>
            </a:custGeom>
            <a:noFill/>
            <a:ln w="238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6" name="Google Shape;1716;p57"/>
            <p:cNvSpPr/>
            <p:nvPr/>
          </p:nvSpPr>
          <p:spPr>
            <a:xfrm>
              <a:off x="2686050" y="2275204"/>
              <a:ext cx="116839" cy="840105"/>
            </a:xfrm>
            <a:custGeom>
              <a:avLst/>
              <a:gdLst/>
              <a:ahLst/>
              <a:cxnLst/>
              <a:rect l="l" t="t" r="r" b="b"/>
              <a:pathLst>
                <a:path w="116839" h="840105" extrusionOk="0">
                  <a:moveTo>
                    <a:pt x="0" y="0"/>
                  </a:moveTo>
                  <a:lnTo>
                    <a:pt x="116712" y="0"/>
                  </a:lnTo>
                </a:path>
                <a:path w="116839" h="840105" extrusionOk="0">
                  <a:moveTo>
                    <a:pt x="0" y="210312"/>
                  </a:moveTo>
                  <a:lnTo>
                    <a:pt x="116712" y="210312"/>
                  </a:lnTo>
                </a:path>
                <a:path w="116839" h="840105" extrusionOk="0">
                  <a:moveTo>
                    <a:pt x="0" y="419100"/>
                  </a:moveTo>
                  <a:lnTo>
                    <a:pt x="116712" y="419100"/>
                  </a:lnTo>
                </a:path>
                <a:path w="116839" h="840105" extrusionOk="0">
                  <a:moveTo>
                    <a:pt x="0" y="629412"/>
                  </a:moveTo>
                  <a:lnTo>
                    <a:pt x="116712" y="629412"/>
                  </a:lnTo>
                </a:path>
                <a:path w="116839" h="840105" extrusionOk="0">
                  <a:moveTo>
                    <a:pt x="0" y="839724"/>
                  </a:moveTo>
                  <a:lnTo>
                    <a:pt x="116712" y="839724"/>
                  </a:lnTo>
                </a:path>
              </a:pathLst>
            </a:custGeom>
            <a:noFill/>
            <a:ln w="23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7" name="Google Shape;1717;p57"/>
            <p:cNvSpPr/>
            <p:nvPr/>
          </p:nvSpPr>
          <p:spPr>
            <a:xfrm>
              <a:off x="1338834" y="2167889"/>
              <a:ext cx="1347470" cy="1259204"/>
            </a:xfrm>
            <a:custGeom>
              <a:avLst/>
              <a:gdLst/>
              <a:ahLst/>
              <a:cxnLst/>
              <a:rect l="l" t="t" r="r" b="b"/>
              <a:pathLst>
                <a:path w="1347470" h="1259204" extrusionOk="0">
                  <a:moveTo>
                    <a:pt x="1347216" y="0"/>
                  </a:moveTo>
                  <a:lnTo>
                    <a:pt x="0" y="0"/>
                  </a:lnTo>
                  <a:lnTo>
                    <a:pt x="0" y="120396"/>
                  </a:lnTo>
                  <a:lnTo>
                    <a:pt x="0" y="1258824"/>
                  </a:lnTo>
                  <a:lnTo>
                    <a:pt x="1347216" y="1258824"/>
                  </a:lnTo>
                  <a:lnTo>
                    <a:pt x="1347216" y="120396"/>
                  </a:lnTo>
                  <a:lnTo>
                    <a:pt x="1347216"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8" name="Google Shape;1718;p57"/>
            <p:cNvSpPr/>
            <p:nvPr/>
          </p:nvSpPr>
          <p:spPr>
            <a:xfrm>
              <a:off x="1338833" y="2167889"/>
              <a:ext cx="1347470" cy="1259204"/>
            </a:xfrm>
            <a:custGeom>
              <a:avLst/>
              <a:gdLst/>
              <a:ahLst/>
              <a:cxnLst/>
              <a:rect l="l" t="t" r="r" b="b"/>
              <a:pathLst>
                <a:path w="1347470" h="1259204" extrusionOk="0">
                  <a:moveTo>
                    <a:pt x="0" y="1258824"/>
                  </a:moveTo>
                  <a:lnTo>
                    <a:pt x="1347216" y="1258824"/>
                  </a:lnTo>
                  <a:lnTo>
                    <a:pt x="1347216"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19" name="Google Shape;1719;p57"/>
            <p:cNvSpPr/>
            <p:nvPr/>
          </p:nvSpPr>
          <p:spPr>
            <a:xfrm>
              <a:off x="1566798" y="2158364"/>
              <a:ext cx="899160" cy="130175"/>
            </a:xfrm>
            <a:custGeom>
              <a:avLst/>
              <a:gdLst/>
              <a:ahLst/>
              <a:cxnLst/>
              <a:rect l="l" t="t" r="r" b="b"/>
              <a:pathLst>
                <a:path w="899160" h="130175" extrusionOk="0">
                  <a:moveTo>
                    <a:pt x="445007" y="0"/>
                  </a:moveTo>
                  <a:lnTo>
                    <a:pt x="445007" y="129921"/>
                  </a:lnTo>
                </a:path>
                <a:path w="899160" h="130175" extrusionOk="0">
                  <a:moveTo>
                    <a:pt x="672083" y="0"/>
                  </a:moveTo>
                  <a:lnTo>
                    <a:pt x="672083" y="129921"/>
                  </a:lnTo>
                </a:path>
                <a:path w="899160" h="130175" extrusionOk="0">
                  <a:moveTo>
                    <a:pt x="899159" y="0"/>
                  </a:moveTo>
                  <a:lnTo>
                    <a:pt x="899159" y="129921"/>
                  </a:lnTo>
                </a:path>
                <a:path w="899160" h="130175" extrusionOk="0">
                  <a:moveTo>
                    <a:pt x="219456" y="0"/>
                  </a:moveTo>
                  <a:lnTo>
                    <a:pt x="219456" y="129921"/>
                  </a:lnTo>
                </a:path>
                <a:path w="899160" h="130175" extrusionOk="0">
                  <a:moveTo>
                    <a:pt x="0" y="0"/>
                  </a:moveTo>
                  <a:lnTo>
                    <a:pt x="0" y="129921"/>
                  </a:lnTo>
                </a:path>
              </a:pathLst>
            </a:custGeom>
            <a:noFill/>
            <a:ln w="238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0" name="Google Shape;1720;p57"/>
            <p:cNvSpPr/>
            <p:nvPr/>
          </p:nvSpPr>
          <p:spPr>
            <a:xfrm>
              <a:off x="2548889" y="2380360"/>
              <a:ext cx="146050" cy="840105"/>
            </a:xfrm>
            <a:custGeom>
              <a:avLst/>
              <a:gdLst/>
              <a:ahLst/>
              <a:cxnLst/>
              <a:rect l="l" t="t" r="r" b="b"/>
              <a:pathLst>
                <a:path w="146050" h="840105" extrusionOk="0">
                  <a:moveTo>
                    <a:pt x="0" y="0"/>
                  </a:moveTo>
                  <a:lnTo>
                    <a:pt x="145669" y="0"/>
                  </a:lnTo>
                </a:path>
                <a:path w="146050" h="840105" extrusionOk="0">
                  <a:moveTo>
                    <a:pt x="0" y="210311"/>
                  </a:moveTo>
                  <a:lnTo>
                    <a:pt x="145669" y="210311"/>
                  </a:lnTo>
                </a:path>
                <a:path w="146050" h="840105" extrusionOk="0">
                  <a:moveTo>
                    <a:pt x="0" y="419100"/>
                  </a:moveTo>
                  <a:lnTo>
                    <a:pt x="145669" y="419100"/>
                  </a:lnTo>
                </a:path>
                <a:path w="146050" h="840105" extrusionOk="0">
                  <a:moveTo>
                    <a:pt x="0" y="629411"/>
                  </a:moveTo>
                  <a:lnTo>
                    <a:pt x="145669" y="629411"/>
                  </a:lnTo>
                </a:path>
                <a:path w="146050" h="840105" extrusionOk="0">
                  <a:moveTo>
                    <a:pt x="0" y="839724"/>
                  </a:moveTo>
                  <a:lnTo>
                    <a:pt x="145669" y="839724"/>
                  </a:lnTo>
                </a:path>
              </a:pathLst>
            </a:custGeom>
            <a:noFill/>
            <a:ln w="23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1" name="Google Shape;1721;p57"/>
            <p:cNvSpPr/>
            <p:nvPr/>
          </p:nvSpPr>
          <p:spPr>
            <a:xfrm>
              <a:off x="1203197" y="2288285"/>
              <a:ext cx="1346200" cy="1259204"/>
            </a:xfrm>
            <a:custGeom>
              <a:avLst/>
              <a:gdLst/>
              <a:ahLst/>
              <a:cxnLst/>
              <a:rect l="l" t="t" r="r" b="b"/>
              <a:pathLst>
                <a:path w="1346200" h="1259204" extrusionOk="0">
                  <a:moveTo>
                    <a:pt x="1345692" y="0"/>
                  </a:moveTo>
                  <a:lnTo>
                    <a:pt x="0" y="0"/>
                  </a:lnTo>
                  <a:lnTo>
                    <a:pt x="0" y="1258824"/>
                  </a:lnTo>
                  <a:lnTo>
                    <a:pt x="1345692" y="1258824"/>
                  </a:lnTo>
                  <a:lnTo>
                    <a:pt x="1345692"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2" name="Google Shape;1722;p57"/>
            <p:cNvSpPr/>
            <p:nvPr/>
          </p:nvSpPr>
          <p:spPr>
            <a:xfrm>
              <a:off x="1203197" y="2288285"/>
              <a:ext cx="1346200" cy="1259204"/>
            </a:xfrm>
            <a:custGeom>
              <a:avLst/>
              <a:gdLst/>
              <a:ahLst/>
              <a:cxnLst/>
              <a:rect l="l" t="t" r="r" b="b"/>
              <a:pathLst>
                <a:path w="1346200" h="1259204" extrusionOk="0">
                  <a:moveTo>
                    <a:pt x="0" y="1258824"/>
                  </a:moveTo>
                  <a:lnTo>
                    <a:pt x="1345692" y="1258824"/>
                  </a:lnTo>
                  <a:lnTo>
                    <a:pt x="1345692"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3" name="Google Shape;1723;p57"/>
            <p:cNvSpPr/>
            <p:nvPr/>
          </p:nvSpPr>
          <p:spPr>
            <a:xfrm>
              <a:off x="1873757" y="2288285"/>
              <a:ext cx="5080" cy="1259204"/>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4" name="Google Shape;1724;p57"/>
            <p:cNvSpPr/>
            <p:nvPr/>
          </p:nvSpPr>
          <p:spPr>
            <a:xfrm>
              <a:off x="2100833" y="2288285"/>
              <a:ext cx="5080" cy="1259204"/>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5" name="Google Shape;1725;p57"/>
            <p:cNvSpPr/>
            <p:nvPr/>
          </p:nvSpPr>
          <p:spPr>
            <a:xfrm>
              <a:off x="2327909" y="2288285"/>
              <a:ext cx="5080" cy="1259204"/>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6" name="Google Shape;1726;p57"/>
            <p:cNvSpPr/>
            <p:nvPr/>
          </p:nvSpPr>
          <p:spPr>
            <a:xfrm>
              <a:off x="1646681" y="2288285"/>
              <a:ext cx="5080" cy="1259204"/>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7" name="Google Shape;1727;p57"/>
            <p:cNvSpPr/>
            <p:nvPr/>
          </p:nvSpPr>
          <p:spPr>
            <a:xfrm>
              <a:off x="1427225" y="2288285"/>
              <a:ext cx="5080" cy="1259204"/>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8" name="Google Shape;1728;p57"/>
            <p:cNvSpPr/>
            <p:nvPr/>
          </p:nvSpPr>
          <p:spPr>
            <a:xfrm>
              <a:off x="1203197" y="2497073"/>
              <a:ext cx="1346200" cy="4444"/>
            </a:xfrm>
            <a:custGeom>
              <a:avLst/>
              <a:gdLst/>
              <a:ahLst/>
              <a:cxnLst/>
              <a:rect l="l" t="t" r="r" b="b"/>
              <a:pathLst>
                <a:path w="1346200" h="4444"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29" name="Google Shape;1729;p57"/>
            <p:cNvSpPr/>
            <p:nvPr/>
          </p:nvSpPr>
          <p:spPr>
            <a:xfrm>
              <a:off x="1203197" y="2707385"/>
              <a:ext cx="1346200" cy="4444"/>
            </a:xfrm>
            <a:custGeom>
              <a:avLst/>
              <a:gdLst/>
              <a:ahLst/>
              <a:cxnLst/>
              <a:rect l="l" t="t" r="r" b="b"/>
              <a:pathLst>
                <a:path w="1346200" h="4444"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0" name="Google Shape;1730;p57"/>
            <p:cNvSpPr/>
            <p:nvPr/>
          </p:nvSpPr>
          <p:spPr>
            <a:xfrm>
              <a:off x="1203197" y="2917697"/>
              <a:ext cx="1346200" cy="4444"/>
            </a:xfrm>
            <a:custGeom>
              <a:avLst/>
              <a:gdLst/>
              <a:ahLst/>
              <a:cxnLst/>
              <a:rect l="l" t="t" r="r" b="b"/>
              <a:pathLst>
                <a:path w="1346200" h="4444"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1" name="Google Shape;1731;p57"/>
            <p:cNvSpPr/>
            <p:nvPr/>
          </p:nvSpPr>
          <p:spPr>
            <a:xfrm>
              <a:off x="1203197" y="3126485"/>
              <a:ext cx="1346200" cy="4444"/>
            </a:xfrm>
            <a:custGeom>
              <a:avLst/>
              <a:gdLst/>
              <a:ahLst/>
              <a:cxnLst/>
              <a:rect l="l" t="t" r="r" b="b"/>
              <a:pathLst>
                <a:path w="1346200" h="4444"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2" name="Google Shape;1732;p57"/>
            <p:cNvSpPr/>
            <p:nvPr/>
          </p:nvSpPr>
          <p:spPr>
            <a:xfrm>
              <a:off x="7654289" y="2472689"/>
              <a:ext cx="220979" cy="218439"/>
            </a:xfrm>
            <a:custGeom>
              <a:avLst/>
              <a:gdLst/>
              <a:ahLst/>
              <a:cxnLst/>
              <a:rect l="l" t="t" r="r" b="b"/>
              <a:pathLst>
                <a:path w="220979" h="218439" extrusionOk="0">
                  <a:moveTo>
                    <a:pt x="220979" y="0"/>
                  </a:moveTo>
                  <a:lnTo>
                    <a:pt x="0" y="0"/>
                  </a:lnTo>
                  <a:lnTo>
                    <a:pt x="0" y="217932"/>
                  </a:lnTo>
                  <a:lnTo>
                    <a:pt x="220979" y="217932"/>
                  </a:lnTo>
                  <a:lnTo>
                    <a:pt x="220979"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3" name="Google Shape;1733;p57"/>
            <p:cNvSpPr/>
            <p:nvPr/>
          </p:nvSpPr>
          <p:spPr>
            <a:xfrm>
              <a:off x="7654289" y="2472689"/>
              <a:ext cx="220979" cy="218439"/>
            </a:xfrm>
            <a:custGeom>
              <a:avLst/>
              <a:gdLst/>
              <a:ahLst/>
              <a:cxnLst/>
              <a:rect l="l" t="t" r="r" b="b"/>
              <a:pathLst>
                <a:path w="220979" h="218439" extrusionOk="0">
                  <a:moveTo>
                    <a:pt x="0" y="217932"/>
                  </a:moveTo>
                  <a:lnTo>
                    <a:pt x="220979" y="217932"/>
                  </a:lnTo>
                  <a:lnTo>
                    <a:pt x="220979" y="0"/>
                  </a:lnTo>
                  <a:lnTo>
                    <a:pt x="0" y="0"/>
                  </a:lnTo>
                  <a:lnTo>
                    <a:pt x="0" y="21793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4" name="Google Shape;1734;p57"/>
            <p:cNvSpPr/>
            <p:nvPr/>
          </p:nvSpPr>
          <p:spPr>
            <a:xfrm>
              <a:off x="7509509" y="2609849"/>
              <a:ext cx="222884" cy="218439"/>
            </a:xfrm>
            <a:custGeom>
              <a:avLst/>
              <a:gdLst/>
              <a:ahLst/>
              <a:cxnLst/>
              <a:rect l="l" t="t" r="r" b="b"/>
              <a:pathLst>
                <a:path w="222884" h="218439" extrusionOk="0">
                  <a:moveTo>
                    <a:pt x="222503" y="0"/>
                  </a:moveTo>
                  <a:lnTo>
                    <a:pt x="0" y="0"/>
                  </a:lnTo>
                  <a:lnTo>
                    <a:pt x="0" y="217932"/>
                  </a:lnTo>
                  <a:lnTo>
                    <a:pt x="222503" y="217932"/>
                  </a:lnTo>
                  <a:lnTo>
                    <a:pt x="222503"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5" name="Google Shape;1735;p57"/>
            <p:cNvSpPr/>
            <p:nvPr/>
          </p:nvSpPr>
          <p:spPr>
            <a:xfrm>
              <a:off x="7509509" y="2609849"/>
              <a:ext cx="222884" cy="218439"/>
            </a:xfrm>
            <a:custGeom>
              <a:avLst/>
              <a:gdLst/>
              <a:ahLst/>
              <a:cxnLst/>
              <a:rect l="l" t="t" r="r" b="b"/>
              <a:pathLst>
                <a:path w="222884" h="218439" extrusionOk="0">
                  <a:moveTo>
                    <a:pt x="0" y="217932"/>
                  </a:moveTo>
                  <a:lnTo>
                    <a:pt x="222503" y="217932"/>
                  </a:lnTo>
                  <a:lnTo>
                    <a:pt x="222503" y="0"/>
                  </a:lnTo>
                  <a:lnTo>
                    <a:pt x="0" y="0"/>
                  </a:lnTo>
                  <a:lnTo>
                    <a:pt x="0" y="21793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6" name="Google Shape;1736;p57"/>
            <p:cNvSpPr/>
            <p:nvPr/>
          </p:nvSpPr>
          <p:spPr>
            <a:xfrm>
              <a:off x="7341108" y="2763176"/>
              <a:ext cx="243840" cy="220980"/>
            </a:xfrm>
            <a:custGeom>
              <a:avLst/>
              <a:gdLst/>
              <a:ahLst/>
              <a:cxnLst/>
              <a:rect l="l" t="t" r="r" b="b"/>
              <a:pathLst>
                <a:path w="243840" h="220980" extrusionOk="0">
                  <a:moveTo>
                    <a:pt x="762" y="0"/>
                  </a:moveTo>
                  <a:lnTo>
                    <a:pt x="0" y="0"/>
                  </a:lnTo>
                  <a:lnTo>
                    <a:pt x="0" y="220814"/>
                  </a:lnTo>
                  <a:lnTo>
                    <a:pt x="762" y="220814"/>
                  </a:lnTo>
                  <a:lnTo>
                    <a:pt x="762" y="0"/>
                  </a:lnTo>
                  <a:close/>
                </a:path>
                <a:path w="243840" h="220980" extrusionOk="0">
                  <a:moveTo>
                    <a:pt x="243674" y="0"/>
                  </a:moveTo>
                  <a:lnTo>
                    <a:pt x="235458" y="0"/>
                  </a:lnTo>
                  <a:lnTo>
                    <a:pt x="235458" y="220814"/>
                  </a:lnTo>
                  <a:lnTo>
                    <a:pt x="243674" y="220814"/>
                  </a:lnTo>
                  <a:lnTo>
                    <a:pt x="243674" y="0"/>
                  </a:lnTo>
                  <a:close/>
                </a:path>
              </a:pathLst>
            </a:custGeom>
            <a:solidFill>
              <a:srgbClr val="FD4DEC">
                <a:alpha val="70588"/>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7" name="Google Shape;1737;p57"/>
            <p:cNvSpPr/>
            <p:nvPr/>
          </p:nvSpPr>
          <p:spPr>
            <a:xfrm>
              <a:off x="7584820" y="2464307"/>
              <a:ext cx="299084" cy="520064"/>
            </a:xfrm>
            <a:custGeom>
              <a:avLst/>
              <a:gdLst/>
              <a:ahLst/>
              <a:cxnLst/>
              <a:rect l="l" t="t" r="r" b="b"/>
              <a:pathLst>
                <a:path w="299084" h="520064" extrusionOk="0">
                  <a:moveTo>
                    <a:pt x="298831" y="0"/>
                  </a:moveTo>
                  <a:lnTo>
                    <a:pt x="0" y="298831"/>
                  </a:lnTo>
                  <a:lnTo>
                    <a:pt x="0" y="519684"/>
                  </a:lnTo>
                  <a:lnTo>
                    <a:pt x="298831" y="220853"/>
                  </a:lnTo>
                  <a:lnTo>
                    <a:pt x="298831" y="0"/>
                  </a:lnTo>
                  <a:close/>
                </a:path>
              </a:pathLst>
            </a:custGeom>
            <a:solidFill>
              <a:srgbClr val="CC3DBE">
                <a:alpha val="70588"/>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8" name="Google Shape;1738;p57"/>
            <p:cNvSpPr/>
            <p:nvPr/>
          </p:nvSpPr>
          <p:spPr>
            <a:xfrm>
              <a:off x="7341107" y="2464307"/>
              <a:ext cx="542925" cy="299085"/>
            </a:xfrm>
            <a:custGeom>
              <a:avLst/>
              <a:gdLst/>
              <a:ahLst/>
              <a:cxnLst/>
              <a:rect l="l" t="t" r="r" b="b"/>
              <a:pathLst>
                <a:path w="542925" h="299085" extrusionOk="0">
                  <a:moveTo>
                    <a:pt x="542544" y="0"/>
                  </a:moveTo>
                  <a:lnTo>
                    <a:pt x="298831" y="0"/>
                  </a:lnTo>
                  <a:lnTo>
                    <a:pt x="0" y="298831"/>
                  </a:lnTo>
                  <a:lnTo>
                    <a:pt x="243713" y="298831"/>
                  </a:lnTo>
                  <a:lnTo>
                    <a:pt x="542544" y="0"/>
                  </a:lnTo>
                  <a:close/>
                </a:path>
              </a:pathLst>
            </a:custGeom>
            <a:solidFill>
              <a:srgbClr val="FD6FF0">
                <a:alpha val="70588"/>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39" name="Google Shape;1739;p57"/>
            <p:cNvSpPr/>
            <p:nvPr/>
          </p:nvSpPr>
          <p:spPr>
            <a:xfrm>
              <a:off x="7341869" y="2754629"/>
              <a:ext cx="234950" cy="228600"/>
            </a:xfrm>
            <a:custGeom>
              <a:avLst/>
              <a:gdLst/>
              <a:ahLst/>
              <a:cxnLst/>
              <a:rect l="l" t="t" r="r" b="b"/>
              <a:pathLst>
                <a:path w="234950" h="228600" extrusionOk="0">
                  <a:moveTo>
                    <a:pt x="234696" y="0"/>
                  </a:moveTo>
                  <a:lnTo>
                    <a:pt x="0" y="0"/>
                  </a:lnTo>
                  <a:lnTo>
                    <a:pt x="0" y="228600"/>
                  </a:lnTo>
                  <a:lnTo>
                    <a:pt x="234696" y="228600"/>
                  </a:lnTo>
                  <a:lnTo>
                    <a:pt x="234696"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40" name="Google Shape;1740;p57"/>
            <p:cNvSpPr/>
            <p:nvPr/>
          </p:nvSpPr>
          <p:spPr>
            <a:xfrm>
              <a:off x="7341869" y="2754629"/>
              <a:ext cx="234950" cy="228600"/>
            </a:xfrm>
            <a:custGeom>
              <a:avLst/>
              <a:gdLst/>
              <a:ahLst/>
              <a:cxnLst/>
              <a:rect l="l" t="t" r="r" b="b"/>
              <a:pathLst>
                <a:path w="234950" h="228600" extrusionOk="0">
                  <a:moveTo>
                    <a:pt x="0" y="228600"/>
                  </a:moveTo>
                  <a:lnTo>
                    <a:pt x="234696" y="228600"/>
                  </a:lnTo>
                  <a:lnTo>
                    <a:pt x="234696" y="0"/>
                  </a:lnTo>
                  <a:lnTo>
                    <a:pt x="0" y="0"/>
                  </a:lnTo>
                  <a:lnTo>
                    <a:pt x="0" y="2286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741" name="Google Shape;1741;p57"/>
          <p:cNvSpPr/>
          <p:nvPr/>
        </p:nvSpPr>
        <p:spPr>
          <a:xfrm>
            <a:off x="2621914" y="5469382"/>
            <a:ext cx="2234565" cy="76200"/>
          </a:xfrm>
          <a:custGeom>
            <a:avLst/>
            <a:gdLst/>
            <a:ahLst/>
            <a:cxnLst/>
            <a:rect l="l" t="t" r="r" b="b"/>
            <a:pathLst>
              <a:path w="2234565" h="76200" extrusionOk="0">
                <a:moveTo>
                  <a:pt x="2209510" y="25273"/>
                </a:moveTo>
                <a:lnTo>
                  <a:pt x="2170938" y="25273"/>
                </a:lnTo>
                <a:lnTo>
                  <a:pt x="2171065" y="50673"/>
                </a:lnTo>
                <a:lnTo>
                  <a:pt x="2158449" y="50758"/>
                </a:lnTo>
                <a:lnTo>
                  <a:pt x="2158619" y="76200"/>
                </a:lnTo>
                <a:lnTo>
                  <a:pt x="2234565" y="37592"/>
                </a:lnTo>
                <a:lnTo>
                  <a:pt x="2209510" y="25273"/>
                </a:lnTo>
                <a:close/>
              </a:path>
              <a:path w="2234565" h="76200" extrusionOk="0">
                <a:moveTo>
                  <a:pt x="2158280" y="25358"/>
                </a:moveTo>
                <a:lnTo>
                  <a:pt x="0" y="40005"/>
                </a:lnTo>
                <a:lnTo>
                  <a:pt x="254" y="65405"/>
                </a:lnTo>
                <a:lnTo>
                  <a:pt x="2158449" y="50758"/>
                </a:lnTo>
                <a:lnTo>
                  <a:pt x="2158280" y="25358"/>
                </a:lnTo>
                <a:close/>
              </a:path>
              <a:path w="2234565" h="76200" extrusionOk="0">
                <a:moveTo>
                  <a:pt x="2170938" y="25273"/>
                </a:moveTo>
                <a:lnTo>
                  <a:pt x="2158280" y="25358"/>
                </a:lnTo>
                <a:lnTo>
                  <a:pt x="2158449" y="50758"/>
                </a:lnTo>
                <a:lnTo>
                  <a:pt x="2171065" y="50673"/>
                </a:lnTo>
                <a:lnTo>
                  <a:pt x="2170938" y="25273"/>
                </a:lnTo>
                <a:close/>
              </a:path>
              <a:path w="2234565" h="76200" extrusionOk="0">
                <a:moveTo>
                  <a:pt x="2158111" y="0"/>
                </a:moveTo>
                <a:lnTo>
                  <a:pt x="2158280" y="25358"/>
                </a:lnTo>
                <a:lnTo>
                  <a:pt x="2209510" y="25273"/>
                </a:lnTo>
                <a:lnTo>
                  <a:pt x="2158111"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42" name="Google Shape;1742;p57"/>
          <p:cNvSpPr txBox="1"/>
          <p:nvPr/>
        </p:nvSpPr>
        <p:spPr>
          <a:xfrm>
            <a:off x="955954" y="3911600"/>
            <a:ext cx="14445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MobileNet v2</a:t>
            </a:r>
            <a:endParaRPr sz="1800" b="0" i="0" u="none" strike="noStrike" cap="none">
              <a:solidFill>
                <a:srgbClr val="000000"/>
              </a:solidFill>
              <a:latin typeface="Cambria"/>
              <a:ea typeface="Cambria"/>
              <a:cs typeface="Cambria"/>
              <a:sym typeface="Cambria"/>
            </a:endParaRPr>
          </a:p>
        </p:txBody>
      </p:sp>
      <p:sp>
        <p:nvSpPr>
          <p:cNvPr id="1743" name="Google Shape;1743;p57"/>
          <p:cNvSpPr txBox="1"/>
          <p:nvPr/>
        </p:nvSpPr>
        <p:spPr>
          <a:xfrm>
            <a:off x="6477127" y="5805017"/>
            <a:ext cx="11475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Depthwise</a:t>
            </a:r>
            <a:endParaRPr sz="1800" b="0" i="0" u="none" strike="noStrike" cap="none">
              <a:solidFill>
                <a:srgbClr val="000000"/>
              </a:solidFill>
              <a:latin typeface="Cambria"/>
              <a:ea typeface="Cambria"/>
              <a:cs typeface="Cambria"/>
              <a:sym typeface="Cambria"/>
            </a:endParaRPr>
          </a:p>
        </p:txBody>
      </p:sp>
      <p:sp>
        <p:nvSpPr>
          <p:cNvPr id="1744" name="Google Shape;1744;p57"/>
          <p:cNvSpPr txBox="1"/>
          <p:nvPr/>
        </p:nvSpPr>
        <p:spPr>
          <a:xfrm>
            <a:off x="8361044" y="5805017"/>
            <a:ext cx="10923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Projection</a:t>
            </a:r>
            <a:endParaRPr sz="1800" b="0" i="0" u="none" strike="noStrike" cap="none">
              <a:solidFill>
                <a:srgbClr val="000000"/>
              </a:solidFill>
              <a:latin typeface="Cambria"/>
              <a:ea typeface="Cambria"/>
              <a:cs typeface="Cambria"/>
              <a:sym typeface="Cambria"/>
            </a:endParaRPr>
          </a:p>
        </p:txBody>
      </p:sp>
      <p:grpSp>
        <p:nvGrpSpPr>
          <p:cNvPr id="1745" name="Google Shape;1745;p57"/>
          <p:cNvGrpSpPr/>
          <p:nvPr/>
        </p:nvGrpSpPr>
        <p:grpSpPr>
          <a:xfrm>
            <a:off x="4146041" y="3856482"/>
            <a:ext cx="6785738" cy="2336800"/>
            <a:chOff x="4146041" y="3856482"/>
            <a:chExt cx="6785738" cy="2336800"/>
          </a:xfrm>
        </p:grpSpPr>
        <p:sp>
          <p:nvSpPr>
            <p:cNvPr id="1746" name="Google Shape;1746;p57"/>
            <p:cNvSpPr/>
            <p:nvPr/>
          </p:nvSpPr>
          <p:spPr>
            <a:xfrm>
              <a:off x="4146041" y="3856482"/>
              <a:ext cx="5736590" cy="2336800"/>
            </a:xfrm>
            <a:custGeom>
              <a:avLst/>
              <a:gdLst/>
              <a:ahLst/>
              <a:cxnLst/>
              <a:rect l="l" t="t" r="r" b="b"/>
              <a:pathLst>
                <a:path w="5736590" h="2336800" extrusionOk="0">
                  <a:moveTo>
                    <a:pt x="0" y="389382"/>
                  </a:moveTo>
                  <a:lnTo>
                    <a:pt x="3034" y="340546"/>
                  </a:lnTo>
                  <a:lnTo>
                    <a:pt x="11894" y="293518"/>
                  </a:lnTo>
                  <a:lnTo>
                    <a:pt x="26214" y="248664"/>
                  </a:lnTo>
                  <a:lnTo>
                    <a:pt x="45629" y="206348"/>
                  </a:lnTo>
                  <a:lnTo>
                    <a:pt x="69774" y="166936"/>
                  </a:lnTo>
                  <a:lnTo>
                    <a:pt x="98284" y="130793"/>
                  </a:lnTo>
                  <a:lnTo>
                    <a:pt x="130793" y="98284"/>
                  </a:lnTo>
                  <a:lnTo>
                    <a:pt x="166936" y="69774"/>
                  </a:lnTo>
                  <a:lnTo>
                    <a:pt x="206348" y="45629"/>
                  </a:lnTo>
                  <a:lnTo>
                    <a:pt x="248664" y="26214"/>
                  </a:lnTo>
                  <a:lnTo>
                    <a:pt x="293518" y="11894"/>
                  </a:lnTo>
                  <a:lnTo>
                    <a:pt x="340546" y="3034"/>
                  </a:lnTo>
                  <a:lnTo>
                    <a:pt x="389382" y="0"/>
                  </a:lnTo>
                  <a:lnTo>
                    <a:pt x="5346954" y="0"/>
                  </a:lnTo>
                  <a:lnTo>
                    <a:pt x="5395789" y="3034"/>
                  </a:lnTo>
                  <a:lnTo>
                    <a:pt x="5442817" y="11894"/>
                  </a:lnTo>
                  <a:lnTo>
                    <a:pt x="5487671" y="26214"/>
                  </a:lnTo>
                  <a:lnTo>
                    <a:pt x="5529987" y="45629"/>
                  </a:lnTo>
                  <a:lnTo>
                    <a:pt x="5569399" y="69774"/>
                  </a:lnTo>
                  <a:lnTo>
                    <a:pt x="5605542" y="98284"/>
                  </a:lnTo>
                  <a:lnTo>
                    <a:pt x="5638051" y="130793"/>
                  </a:lnTo>
                  <a:lnTo>
                    <a:pt x="5666561" y="166936"/>
                  </a:lnTo>
                  <a:lnTo>
                    <a:pt x="5690706" y="206348"/>
                  </a:lnTo>
                  <a:lnTo>
                    <a:pt x="5710121" y="248664"/>
                  </a:lnTo>
                  <a:lnTo>
                    <a:pt x="5724441" y="293518"/>
                  </a:lnTo>
                  <a:lnTo>
                    <a:pt x="5733301" y="340546"/>
                  </a:lnTo>
                  <a:lnTo>
                    <a:pt x="5736336" y="389382"/>
                  </a:lnTo>
                  <a:lnTo>
                    <a:pt x="5736336" y="1946897"/>
                  </a:lnTo>
                  <a:lnTo>
                    <a:pt x="5733301" y="1995743"/>
                  </a:lnTo>
                  <a:lnTo>
                    <a:pt x="5724441" y="2042778"/>
                  </a:lnTo>
                  <a:lnTo>
                    <a:pt x="5710121" y="2087637"/>
                  </a:lnTo>
                  <a:lnTo>
                    <a:pt x="5690706" y="2129955"/>
                  </a:lnTo>
                  <a:lnTo>
                    <a:pt x="5666561" y="2169369"/>
                  </a:lnTo>
                  <a:lnTo>
                    <a:pt x="5638051" y="2205511"/>
                  </a:lnTo>
                  <a:lnTo>
                    <a:pt x="5605542" y="2238019"/>
                  </a:lnTo>
                  <a:lnTo>
                    <a:pt x="5569399" y="2266526"/>
                  </a:lnTo>
                  <a:lnTo>
                    <a:pt x="5529987" y="2290669"/>
                  </a:lnTo>
                  <a:lnTo>
                    <a:pt x="5487671" y="2310081"/>
                  </a:lnTo>
                  <a:lnTo>
                    <a:pt x="5442817" y="2324399"/>
                  </a:lnTo>
                  <a:lnTo>
                    <a:pt x="5395789" y="2333258"/>
                  </a:lnTo>
                  <a:lnTo>
                    <a:pt x="5346954" y="2336292"/>
                  </a:lnTo>
                  <a:lnTo>
                    <a:pt x="389382" y="2336292"/>
                  </a:lnTo>
                  <a:lnTo>
                    <a:pt x="340546" y="2333258"/>
                  </a:lnTo>
                  <a:lnTo>
                    <a:pt x="293518" y="2324399"/>
                  </a:lnTo>
                  <a:lnTo>
                    <a:pt x="248664" y="2310081"/>
                  </a:lnTo>
                  <a:lnTo>
                    <a:pt x="206348" y="2290669"/>
                  </a:lnTo>
                  <a:lnTo>
                    <a:pt x="166936" y="2266526"/>
                  </a:lnTo>
                  <a:lnTo>
                    <a:pt x="130793" y="2238019"/>
                  </a:lnTo>
                  <a:lnTo>
                    <a:pt x="98284" y="2205511"/>
                  </a:lnTo>
                  <a:lnTo>
                    <a:pt x="69774" y="2169369"/>
                  </a:lnTo>
                  <a:lnTo>
                    <a:pt x="45629" y="2129955"/>
                  </a:lnTo>
                  <a:lnTo>
                    <a:pt x="26214" y="2087637"/>
                  </a:lnTo>
                  <a:lnTo>
                    <a:pt x="11894" y="2042778"/>
                  </a:lnTo>
                  <a:lnTo>
                    <a:pt x="3034" y="1995743"/>
                  </a:lnTo>
                  <a:lnTo>
                    <a:pt x="0" y="1946897"/>
                  </a:lnTo>
                  <a:lnTo>
                    <a:pt x="0" y="389382"/>
                  </a:lnTo>
                  <a:close/>
                </a:path>
              </a:pathLst>
            </a:custGeom>
            <a:noFill/>
            <a:ln w="22225" cap="flat" cmpd="sng">
              <a:solidFill>
                <a:srgbClr val="FD4D4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47" name="Google Shape;1747;p57"/>
            <p:cNvSpPr/>
            <p:nvPr/>
          </p:nvSpPr>
          <p:spPr>
            <a:xfrm>
              <a:off x="5858764" y="5445633"/>
              <a:ext cx="5073015" cy="90170"/>
            </a:xfrm>
            <a:custGeom>
              <a:avLst/>
              <a:gdLst/>
              <a:ahLst/>
              <a:cxnLst/>
              <a:rect l="l" t="t" r="r" b="b"/>
              <a:pathLst>
                <a:path w="5073015" h="90170" extrusionOk="0">
                  <a:moveTo>
                    <a:pt x="418719" y="64897"/>
                  </a:moveTo>
                  <a:lnTo>
                    <a:pt x="379349" y="64897"/>
                  </a:lnTo>
                  <a:lnTo>
                    <a:pt x="366636" y="64897"/>
                  </a:lnTo>
                  <a:lnTo>
                    <a:pt x="366268" y="90043"/>
                  </a:lnTo>
                  <a:lnTo>
                    <a:pt x="418719" y="64897"/>
                  </a:lnTo>
                  <a:close/>
                </a:path>
                <a:path w="5073015" h="90170" extrusionOk="0">
                  <a:moveTo>
                    <a:pt x="443103" y="53213"/>
                  </a:moveTo>
                  <a:lnTo>
                    <a:pt x="367411" y="13843"/>
                  </a:lnTo>
                  <a:lnTo>
                    <a:pt x="367017" y="39293"/>
                  </a:lnTo>
                  <a:lnTo>
                    <a:pt x="508" y="33401"/>
                  </a:lnTo>
                  <a:lnTo>
                    <a:pt x="0" y="58801"/>
                  </a:lnTo>
                  <a:lnTo>
                    <a:pt x="366636" y="64693"/>
                  </a:lnTo>
                  <a:lnTo>
                    <a:pt x="379349" y="64693"/>
                  </a:lnTo>
                  <a:lnTo>
                    <a:pt x="419150" y="64693"/>
                  </a:lnTo>
                  <a:lnTo>
                    <a:pt x="443103" y="53213"/>
                  </a:lnTo>
                  <a:close/>
                </a:path>
                <a:path w="5073015" h="90170" extrusionOk="0">
                  <a:moveTo>
                    <a:pt x="5047577" y="50927"/>
                  </a:moveTo>
                  <a:lnTo>
                    <a:pt x="5009007" y="50927"/>
                  </a:lnTo>
                  <a:lnTo>
                    <a:pt x="4996345" y="50927"/>
                  </a:lnTo>
                  <a:lnTo>
                    <a:pt x="4996180" y="76200"/>
                  </a:lnTo>
                  <a:lnTo>
                    <a:pt x="5047577" y="50927"/>
                  </a:lnTo>
                  <a:close/>
                </a:path>
                <a:path w="5073015" h="90170" extrusionOk="0">
                  <a:moveTo>
                    <a:pt x="5072634" y="38608"/>
                  </a:moveTo>
                  <a:lnTo>
                    <a:pt x="4996688" y="0"/>
                  </a:lnTo>
                  <a:lnTo>
                    <a:pt x="4996510" y="25463"/>
                  </a:lnTo>
                  <a:lnTo>
                    <a:pt x="3266313" y="15113"/>
                  </a:lnTo>
                  <a:lnTo>
                    <a:pt x="3266059" y="40513"/>
                  </a:lnTo>
                  <a:lnTo>
                    <a:pt x="4996345" y="50863"/>
                  </a:lnTo>
                  <a:lnTo>
                    <a:pt x="5009007" y="50927"/>
                  </a:lnTo>
                  <a:lnTo>
                    <a:pt x="5047729" y="50863"/>
                  </a:lnTo>
                  <a:lnTo>
                    <a:pt x="5072634" y="38608"/>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748" name="Google Shape;1748;p57"/>
          <p:cNvSpPr txBox="1"/>
          <p:nvPr/>
        </p:nvSpPr>
        <p:spPr>
          <a:xfrm>
            <a:off x="4871084" y="5816295"/>
            <a:ext cx="11424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Expansion</a:t>
            </a:r>
            <a:endParaRPr sz="1800" b="0" i="0" u="none" strike="noStrike" cap="none">
              <a:solidFill>
                <a:srgbClr val="000000"/>
              </a:solidFill>
              <a:latin typeface="Cambria"/>
              <a:ea typeface="Cambria"/>
              <a:cs typeface="Cambria"/>
              <a:sym typeface="Cambria"/>
            </a:endParaRPr>
          </a:p>
        </p:txBody>
      </p:sp>
      <p:sp>
        <p:nvSpPr>
          <p:cNvPr id="1749" name="Google Shape;1749;p57"/>
          <p:cNvSpPr/>
          <p:nvPr/>
        </p:nvSpPr>
        <p:spPr>
          <a:xfrm>
            <a:off x="4493514" y="4356353"/>
            <a:ext cx="5078095" cy="1153160"/>
          </a:xfrm>
          <a:custGeom>
            <a:avLst/>
            <a:gdLst/>
            <a:ahLst/>
            <a:cxnLst/>
            <a:rect l="l" t="t" r="r" b="b"/>
            <a:pathLst>
              <a:path w="5078095" h="1153160" extrusionOk="0">
                <a:moveTo>
                  <a:pt x="4572" y="1153033"/>
                </a:moveTo>
                <a:lnTo>
                  <a:pt x="0" y="1153033"/>
                </a:lnTo>
                <a:lnTo>
                  <a:pt x="0" y="0"/>
                </a:lnTo>
                <a:lnTo>
                  <a:pt x="5077714" y="0"/>
                </a:lnTo>
              </a:path>
            </a:pathLst>
          </a:custGeom>
          <a:noFill/>
          <a:ln w="25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0" name="Google Shape;1750;p57"/>
          <p:cNvSpPr txBox="1"/>
          <p:nvPr/>
        </p:nvSpPr>
        <p:spPr>
          <a:xfrm>
            <a:off x="5847334" y="4028313"/>
            <a:ext cx="2205300" cy="289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Residual Connection</a:t>
            </a:r>
            <a:endParaRPr sz="1800" b="0" i="0" u="none" strike="noStrike" cap="none">
              <a:solidFill>
                <a:srgbClr val="000000"/>
              </a:solidFill>
              <a:latin typeface="Cambria"/>
              <a:ea typeface="Cambria"/>
              <a:cs typeface="Cambria"/>
              <a:sym typeface="Cambria"/>
            </a:endParaRPr>
          </a:p>
        </p:txBody>
      </p:sp>
      <p:grpSp>
        <p:nvGrpSpPr>
          <p:cNvPr id="1751" name="Google Shape;1751;p57"/>
          <p:cNvGrpSpPr/>
          <p:nvPr/>
        </p:nvGrpSpPr>
        <p:grpSpPr>
          <a:xfrm>
            <a:off x="1198625" y="4353178"/>
            <a:ext cx="8394954" cy="1814067"/>
            <a:chOff x="1198625" y="4353178"/>
            <a:chExt cx="8394954" cy="1814067"/>
          </a:xfrm>
        </p:grpSpPr>
        <p:sp>
          <p:nvSpPr>
            <p:cNvPr id="1752" name="Google Shape;1752;p57"/>
            <p:cNvSpPr/>
            <p:nvPr/>
          </p:nvSpPr>
          <p:spPr>
            <a:xfrm>
              <a:off x="7861300" y="4353178"/>
              <a:ext cx="1732279" cy="1164589"/>
            </a:xfrm>
            <a:custGeom>
              <a:avLst/>
              <a:gdLst/>
              <a:ahLst/>
              <a:cxnLst/>
              <a:rect l="l" t="t" r="r" b="b"/>
              <a:pathLst>
                <a:path w="1732279" h="1164589" extrusionOk="0">
                  <a:moveTo>
                    <a:pt x="418719" y="1139063"/>
                  </a:moveTo>
                  <a:lnTo>
                    <a:pt x="379349" y="1139063"/>
                  </a:lnTo>
                  <a:lnTo>
                    <a:pt x="366636" y="1139063"/>
                  </a:lnTo>
                  <a:lnTo>
                    <a:pt x="366268" y="1164209"/>
                  </a:lnTo>
                  <a:lnTo>
                    <a:pt x="418719" y="1139063"/>
                  </a:lnTo>
                  <a:close/>
                </a:path>
                <a:path w="1732279" h="1164589" extrusionOk="0">
                  <a:moveTo>
                    <a:pt x="443103" y="1127379"/>
                  </a:moveTo>
                  <a:lnTo>
                    <a:pt x="367411" y="1088009"/>
                  </a:lnTo>
                  <a:lnTo>
                    <a:pt x="367017" y="1113459"/>
                  </a:lnTo>
                  <a:lnTo>
                    <a:pt x="508" y="1107567"/>
                  </a:lnTo>
                  <a:lnTo>
                    <a:pt x="0" y="1132967"/>
                  </a:lnTo>
                  <a:lnTo>
                    <a:pt x="366636" y="1138859"/>
                  </a:lnTo>
                  <a:lnTo>
                    <a:pt x="379349" y="1138859"/>
                  </a:lnTo>
                  <a:lnTo>
                    <a:pt x="419150" y="1138859"/>
                  </a:lnTo>
                  <a:lnTo>
                    <a:pt x="443103" y="1127379"/>
                  </a:lnTo>
                  <a:close/>
                </a:path>
                <a:path w="1732279" h="1164589" extrusionOk="0">
                  <a:moveTo>
                    <a:pt x="1732153" y="1053211"/>
                  </a:moveTo>
                  <a:lnTo>
                    <a:pt x="1703679" y="1052931"/>
                  </a:lnTo>
                  <a:lnTo>
                    <a:pt x="1713103" y="254"/>
                  </a:lnTo>
                  <a:lnTo>
                    <a:pt x="1694053" y="0"/>
                  </a:lnTo>
                  <a:lnTo>
                    <a:pt x="1684629" y="1052741"/>
                  </a:lnTo>
                  <a:lnTo>
                    <a:pt x="1655953" y="1052449"/>
                  </a:lnTo>
                  <a:lnTo>
                    <a:pt x="1693418" y="1129030"/>
                  </a:lnTo>
                  <a:lnTo>
                    <a:pt x="1725790" y="1065657"/>
                  </a:lnTo>
                  <a:lnTo>
                    <a:pt x="1732153" y="1053211"/>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3" name="Google Shape;1753;p57"/>
            <p:cNvSpPr/>
            <p:nvPr/>
          </p:nvSpPr>
          <p:spPr>
            <a:xfrm>
              <a:off x="7026402" y="4808981"/>
              <a:ext cx="521334" cy="524510"/>
            </a:xfrm>
            <a:custGeom>
              <a:avLst/>
              <a:gdLst/>
              <a:ahLst/>
              <a:cxnLst/>
              <a:rect l="l" t="t" r="r" b="b"/>
              <a:pathLst>
                <a:path w="521334" h="524510" extrusionOk="0">
                  <a:moveTo>
                    <a:pt x="521208" y="0"/>
                  </a:moveTo>
                  <a:lnTo>
                    <a:pt x="0" y="0"/>
                  </a:lnTo>
                  <a:lnTo>
                    <a:pt x="0" y="166116"/>
                  </a:lnTo>
                  <a:lnTo>
                    <a:pt x="0" y="315468"/>
                  </a:lnTo>
                  <a:lnTo>
                    <a:pt x="0" y="524256"/>
                  </a:lnTo>
                  <a:lnTo>
                    <a:pt x="521208" y="524256"/>
                  </a:lnTo>
                  <a:lnTo>
                    <a:pt x="521208" y="315468"/>
                  </a:lnTo>
                  <a:lnTo>
                    <a:pt x="521208" y="166116"/>
                  </a:lnTo>
                  <a:lnTo>
                    <a:pt x="521208"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4" name="Google Shape;1754;p57"/>
            <p:cNvSpPr/>
            <p:nvPr/>
          </p:nvSpPr>
          <p:spPr>
            <a:xfrm>
              <a:off x="7026402" y="4808981"/>
              <a:ext cx="521334" cy="524510"/>
            </a:xfrm>
            <a:custGeom>
              <a:avLst/>
              <a:gdLst/>
              <a:ahLst/>
              <a:cxnLst/>
              <a:rect l="l" t="t" r="r" b="b"/>
              <a:pathLst>
                <a:path w="521334" h="524510" extrusionOk="0">
                  <a:moveTo>
                    <a:pt x="0" y="524256"/>
                  </a:moveTo>
                  <a:lnTo>
                    <a:pt x="521207" y="524256"/>
                  </a:lnTo>
                  <a:lnTo>
                    <a:pt x="521207" y="0"/>
                  </a:lnTo>
                  <a:lnTo>
                    <a:pt x="0" y="0"/>
                  </a:lnTo>
                  <a:lnTo>
                    <a:pt x="0" y="52425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5" name="Google Shape;1755;p57"/>
            <p:cNvSpPr/>
            <p:nvPr/>
          </p:nvSpPr>
          <p:spPr>
            <a:xfrm>
              <a:off x="7201916" y="4797932"/>
              <a:ext cx="170815" cy="177164"/>
            </a:xfrm>
            <a:custGeom>
              <a:avLst/>
              <a:gdLst/>
              <a:ahLst/>
              <a:cxnLst/>
              <a:rect l="l" t="t" r="r" b="b"/>
              <a:pathLst>
                <a:path w="170815" h="177164" extrusionOk="0">
                  <a:moveTo>
                    <a:pt x="0" y="0"/>
                  </a:moveTo>
                  <a:lnTo>
                    <a:pt x="0" y="177165"/>
                  </a:lnTo>
                </a:path>
                <a:path w="170815" h="177164" extrusionOk="0">
                  <a:moveTo>
                    <a:pt x="170687" y="0"/>
                  </a:moveTo>
                  <a:lnTo>
                    <a:pt x="170687" y="177165"/>
                  </a:lnTo>
                </a:path>
              </a:pathLst>
            </a:custGeom>
            <a:noFill/>
            <a:ln w="22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6" name="Google Shape;1756;p57"/>
            <p:cNvSpPr/>
            <p:nvPr/>
          </p:nvSpPr>
          <p:spPr>
            <a:xfrm>
              <a:off x="7016877" y="4963743"/>
              <a:ext cx="541654" cy="32385"/>
            </a:xfrm>
            <a:custGeom>
              <a:avLst/>
              <a:gdLst/>
              <a:ahLst/>
              <a:cxnLst/>
              <a:rect l="l" t="t" r="r" b="b"/>
              <a:pathLst>
                <a:path w="541654" h="32385" extrusionOk="0">
                  <a:moveTo>
                    <a:pt x="541655" y="0"/>
                  </a:moveTo>
                  <a:lnTo>
                    <a:pt x="0" y="0"/>
                  </a:lnTo>
                  <a:lnTo>
                    <a:pt x="0" y="11353"/>
                  </a:lnTo>
                  <a:lnTo>
                    <a:pt x="0" y="20815"/>
                  </a:lnTo>
                  <a:lnTo>
                    <a:pt x="0" y="32181"/>
                  </a:lnTo>
                  <a:lnTo>
                    <a:pt x="541655" y="32181"/>
                  </a:lnTo>
                  <a:lnTo>
                    <a:pt x="541655" y="20815"/>
                  </a:lnTo>
                  <a:lnTo>
                    <a:pt x="541655" y="11353"/>
                  </a:lnTo>
                  <a:lnTo>
                    <a:pt x="541655"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7" name="Google Shape;1757;p57"/>
            <p:cNvSpPr/>
            <p:nvPr/>
          </p:nvSpPr>
          <p:spPr>
            <a:xfrm>
              <a:off x="7384541" y="5141531"/>
              <a:ext cx="173990" cy="0"/>
            </a:xfrm>
            <a:custGeom>
              <a:avLst/>
              <a:gdLst/>
              <a:ahLst/>
              <a:cxnLst/>
              <a:rect l="l" t="t" r="r" b="b"/>
              <a:pathLst>
                <a:path w="173990" h="120000" extrusionOk="0">
                  <a:moveTo>
                    <a:pt x="0" y="0"/>
                  </a:moveTo>
                  <a:lnTo>
                    <a:pt x="173990" y="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8" name="Google Shape;1758;p57"/>
            <p:cNvSpPr/>
            <p:nvPr/>
          </p:nvSpPr>
          <p:spPr>
            <a:xfrm>
              <a:off x="6861810" y="4975097"/>
              <a:ext cx="523240" cy="525779"/>
            </a:xfrm>
            <a:custGeom>
              <a:avLst/>
              <a:gdLst/>
              <a:ahLst/>
              <a:cxnLst/>
              <a:rect l="l" t="t" r="r" b="b"/>
              <a:pathLst>
                <a:path w="523240" h="525779" extrusionOk="0">
                  <a:moveTo>
                    <a:pt x="522719" y="0"/>
                  </a:moveTo>
                  <a:lnTo>
                    <a:pt x="0" y="0"/>
                  </a:lnTo>
                  <a:lnTo>
                    <a:pt x="0" y="149352"/>
                  </a:lnTo>
                  <a:lnTo>
                    <a:pt x="0" y="525780"/>
                  </a:lnTo>
                  <a:lnTo>
                    <a:pt x="522719" y="525780"/>
                  </a:lnTo>
                  <a:lnTo>
                    <a:pt x="522719" y="149352"/>
                  </a:lnTo>
                  <a:lnTo>
                    <a:pt x="522719"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59" name="Google Shape;1759;p57"/>
            <p:cNvSpPr/>
            <p:nvPr/>
          </p:nvSpPr>
          <p:spPr>
            <a:xfrm>
              <a:off x="6861810" y="4975097"/>
              <a:ext cx="523240" cy="525779"/>
            </a:xfrm>
            <a:custGeom>
              <a:avLst/>
              <a:gdLst/>
              <a:ahLst/>
              <a:cxnLst/>
              <a:rect l="l" t="t" r="r" b="b"/>
              <a:pathLst>
                <a:path w="523240" h="525779" extrusionOk="0">
                  <a:moveTo>
                    <a:pt x="0" y="525779"/>
                  </a:moveTo>
                  <a:lnTo>
                    <a:pt x="522731" y="525779"/>
                  </a:lnTo>
                  <a:lnTo>
                    <a:pt x="522731" y="0"/>
                  </a:lnTo>
                  <a:lnTo>
                    <a:pt x="0" y="0"/>
                  </a:lnTo>
                  <a:lnTo>
                    <a:pt x="0" y="52577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0" name="Google Shape;1760;p57"/>
            <p:cNvSpPr/>
            <p:nvPr/>
          </p:nvSpPr>
          <p:spPr>
            <a:xfrm>
              <a:off x="7037387" y="4964048"/>
              <a:ext cx="170815" cy="549275"/>
            </a:xfrm>
            <a:custGeom>
              <a:avLst/>
              <a:gdLst/>
              <a:ahLst/>
              <a:cxnLst/>
              <a:rect l="l" t="t" r="r" b="b"/>
              <a:pathLst>
                <a:path w="170815" h="549275" extrusionOk="0">
                  <a:moveTo>
                    <a:pt x="0" y="0"/>
                  </a:moveTo>
                  <a:lnTo>
                    <a:pt x="0" y="160400"/>
                  </a:lnTo>
                </a:path>
                <a:path w="170815" h="549275" extrusionOk="0">
                  <a:moveTo>
                    <a:pt x="170687" y="160400"/>
                  </a:moveTo>
                  <a:lnTo>
                    <a:pt x="170687" y="548767"/>
                  </a:lnTo>
                </a:path>
                <a:path w="170815" h="549275" extrusionOk="0">
                  <a:moveTo>
                    <a:pt x="170687" y="0"/>
                  </a:moveTo>
                  <a:lnTo>
                    <a:pt x="170687" y="16040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1" name="Google Shape;1761;p57"/>
            <p:cNvSpPr/>
            <p:nvPr/>
          </p:nvSpPr>
          <p:spPr>
            <a:xfrm>
              <a:off x="7218425" y="5150675"/>
              <a:ext cx="175895" cy="0"/>
            </a:xfrm>
            <a:custGeom>
              <a:avLst/>
              <a:gdLst/>
              <a:ahLst/>
              <a:cxnLst/>
              <a:rect l="l" t="t" r="r" b="b"/>
              <a:pathLst>
                <a:path w="175895" h="120000" extrusionOk="0">
                  <a:moveTo>
                    <a:pt x="0" y="0"/>
                  </a:moveTo>
                  <a:lnTo>
                    <a:pt x="175513" y="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2" name="Google Shape;1762;p57"/>
            <p:cNvSpPr/>
            <p:nvPr/>
          </p:nvSpPr>
          <p:spPr>
            <a:xfrm>
              <a:off x="7218425" y="5307647"/>
              <a:ext cx="175895" cy="0"/>
            </a:xfrm>
            <a:custGeom>
              <a:avLst/>
              <a:gdLst/>
              <a:ahLst/>
              <a:cxnLst/>
              <a:rect l="l" t="t" r="r" b="b"/>
              <a:pathLst>
                <a:path w="175895" h="120000" extrusionOk="0">
                  <a:moveTo>
                    <a:pt x="0" y="0"/>
                  </a:moveTo>
                  <a:lnTo>
                    <a:pt x="175513" y="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3" name="Google Shape;1763;p57"/>
            <p:cNvSpPr/>
            <p:nvPr/>
          </p:nvSpPr>
          <p:spPr>
            <a:xfrm>
              <a:off x="6683502" y="5124449"/>
              <a:ext cx="535304" cy="528954"/>
            </a:xfrm>
            <a:custGeom>
              <a:avLst/>
              <a:gdLst/>
              <a:ahLst/>
              <a:cxnLst/>
              <a:rect l="l" t="t" r="r" b="b"/>
              <a:pathLst>
                <a:path w="535304" h="528954" extrusionOk="0">
                  <a:moveTo>
                    <a:pt x="534924" y="0"/>
                  </a:moveTo>
                  <a:lnTo>
                    <a:pt x="0" y="0"/>
                  </a:lnTo>
                  <a:lnTo>
                    <a:pt x="0" y="528828"/>
                  </a:lnTo>
                  <a:lnTo>
                    <a:pt x="534924" y="528828"/>
                  </a:lnTo>
                  <a:lnTo>
                    <a:pt x="534924"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4" name="Google Shape;1764;p57"/>
            <p:cNvSpPr/>
            <p:nvPr/>
          </p:nvSpPr>
          <p:spPr>
            <a:xfrm>
              <a:off x="6683502" y="5124449"/>
              <a:ext cx="535304" cy="528954"/>
            </a:xfrm>
            <a:custGeom>
              <a:avLst/>
              <a:gdLst/>
              <a:ahLst/>
              <a:cxnLst/>
              <a:rect l="l" t="t" r="r" b="b"/>
              <a:pathLst>
                <a:path w="535304" h="528954" extrusionOk="0">
                  <a:moveTo>
                    <a:pt x="0" y="528828"/>
                  </a:moveTo>
                  <a:lnTo>
                    <a:pt x="534924" y="528828"/>
                  </a:lnTo>
                  <a:lnTo>
                    <a:pt x="534924" y="0"/>
                  </a:lnTo>
                  <a:lnTo>
                    <a:pt x="0" y="0"/>
                  </a:lnTo>
                  <a:lnTo>
                    <a:pt x="0" y="52882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5" name="Google Shape;1765;p57"/>
            <p:cNvSpPr/>
            <p:nvPr/>
          </p:nvSpPr>
          <p:spPr>
            <a:xfrm>
              <a:off x="6861810" y="5122925"/>
              <a:ext cx="3809" cy="532764"/>
            </a:xfrm>
            <a:custGeom>
              <a:avLst/>
              <a:gdLst/>
              <a:ahLst/>
              <a:cxnLst/>
              <a:rect l="l" t="t" r="r" b="b"/>
              <a:pathLst>
                <a:path w="3809" h="532764" extrusionOk="0">
                  <a:moveTo>
                    <a:pt x="0" y="0"/>
                  </a:moveTo>
                  <a:lnTo>
                    <a:pt x="3682" y="5325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6" name="Google Shape;1766;p57"/>
            <p:cNvSpPr/>
            <p:nvPr/>
          </p:nvSpPr>
          <p:spPr>
            <a:xfrm>
              <a:off x="7035546" y="5122925"/>
              <a:ext cx="3809" cy="532764"/>
            </a:xfrm>
            <a:custGeom>
              <a:avLst/>
              <a:gdLst/>
              <a:ahLst/>
              <a:cxnLst/>
              <a:rect l="l" t="t" r="r" b="b"/>
              <a:pathLst>
                <a:path w="3809" h="532764" extrusionOk="0">
                  <a:moveTo>
                    <a:pt x="0" y="0"/>
                  </a:moveTo>
                  <a:lnTo>
                    <a:pt x="3682" y="5325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7" name="Google Shape;1767;p57"/>
            <p:cNvSpPr/>
            <p:nvPr/>
          </p:nvSpPr>
          <p:spPr>
            <a:xfrm>
              <a:off x="6683502" y="5298185"/>
              <a:ext cx="534670" cy="3810"/>
            </a:xfrm>
            <a:custGeom>
              <a:avLst/>
              <a:gdLst/>
              <a:ahLst/>
              <a:cxnLst/>
              <a:rect l="l" t="t" r="r" b="b"/>
              <a:pathLst>
                <a:path w="534670" h="3810" extrusionOk="0">
                  <a:moveTo>
                    <a:pt x="0" y="3682"/>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8" name="Google Shape;1768;p57"/>
            <p:cNvSpPr/>
            <p:nvPr/>
          </p:nvSpPr>
          <p:spPr>
            <a:xfrm>
              <a:off x="6683502" y="5458205"/>
              <a:ext cx="534670" cy="3810"/>
            </a:xfrm>
            <a:custGeom>
              <a:avLst/>
              <a:gdLst/>
              <a:ahLst/>
              <a:cxnLst/>
              <a:rect l="l" t="t" r="r" b="b"/>
              <a:pathLst>
                <a:path w="534670" h="3810" extrusionOk="0">
                  <a:moveTo>
                    <a:pt x="0" y="3683"/>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69" name="Google Shape;1769;p57"/>
            <p:cNvSpPr/>
            <p:nvPr/>
          </p:nvSpPr>
          <p:spPr>
            <a:xfrm>
              <a:off x="1442466" y="4684013"/>
              <a:ext cx="1347470" cy="1259204"/>
            </a:xfrm>
            <a:custGeom>
              <a:avLst/>
              <a:gdLst/>
              <a:ahLst/>
              <a:cxnLst/>
              <a:rect l="l" t="t" r="r" b="b"/>
              <a:pathLst>
                <a:path w="1347470" h="1259204" extrusionOk="0">
                  <a:moveTo>
                    <a:pt x="1347216" y="0"/>
                  </a:moveTo>
                  <a:lnTo>
                    <a:pt x="0" y="0"/>
                  </a:lnTo>
                  <a:lnTo>
                    <a:pt x="0" y="103644"/>
                  </a:lnTo>
                  <a:lnTo>
                    <a:pt x="0" y="224028"/>
                  </a:lnTo>
                  <a:lnTo>
                    <a:pt x="0" y="1258824"/>
                  </a:lnTo>
                  <a:lnTo>
                    <a:pt x="1347216" y="1258824"/>
                  </a:lnTo>
                  <a:lnTo>
                    <a:pt x="1347216" y="224028"/>
                  </a:lnTo>
                  <a:lnTo>
                    <a:pt x="1347216" y="103644"/>
                  </a:lnTo>
                  <a:lnTo>
                    <a:pt x="1347216"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0" name="Google Shape;1770;p57"/>
            <p:cNvSpPr/>
            <p:nvPr/>
          </p:nvSpPr>
          <p:spPr>
            <a:xfrm>
              <a:off x="1442465" y="4684013"/>
              <a:ext cx="1347470" cy="1259204"/>
            </a:xfrm>
            <a:custGeom>
              <a:avLst/>
              <a:gdLst/>
              <a:ahLst/>
              <a:cxnLst/>
              <a:rect l="l" t="t" r="r" b="b"/>
              <a:pathLst>
                <a:path w="1347470" h="1259204" extrusionOk="0">
                  <a:moveTo>
                    <a:pt x="0" y="1258824"/>
                  </a:moveTo>
                  <a:lnTo>
                    <a:pt x="1347216" y="1258824"/>
                  </a:lnTo>
                  <a:lnTo>
                    <a:pt x="1347216"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1" name="Google Shape;1771;p57"/>
            <p:cNvSpPr/>
            <p:nvPr/>
          </p:nvSpPr>
          <p:spPr>
            <a:xfrm>
              <a:off x="1670430" y="4674488"/>
              <a:ext cx="899160" cy="113664"/>
            </a:xfrm>
            <a:custGeom>
              <a:avLst/>
              <a:gdLst/>
              <a:ahLst/>
              <a:cxnLst/>
              <a:rect l="l" t="t" r="r" b="b"/>
              <a:pathLst>
                <a:path w="899160" h="113664" extrusionOk="0">
                  <a:moveTo>
                    <a:pt x="445007" y="0"/>
                  </a:moveTo>
                  <a:lnTo>
                    <a:pt x="445007" y="113157"/>
                  </a:lnTo>
                </a:path>
                <a:path w="899160" h="113664" extrusionOk="0">
                  <a:moveTo>
                    <a:pt x="672083" y="0"/>
                  </a:moveTo>
                  <a:lnTo>
                    <a:pt x="672083" y="113157"/>
                  </a:lnTo>
                </a:path>
                <a:path w="899160" h="113664" extrusionOk="0">
                  <a:moveTo>
                    <a:pt x="899159" y="0"/>
                  </a:moveTo>
                  <a:lnTo>
                    <a:pt x="899159" y="113157"/>
                  </a:lnTo>
                </a:path>
                <a:path w="899160" h="113664" extrusionOk="0">
                  <a:moveTo>
                    <a:pt x="219456" y="0"/>
                  </a:moveTo>
                  <a:lnTo>
                    <a:pt x="219456" y="113157"/>
                  </a:lnTo>
                </a:path>
                <a:path w="899160" h="113664" extrusionOk="0">
                  <a:moveTo>
                    <a:pt x="0" y="0"/>
                  </a:moveTo>
                  <a:lnTo>
                    <a:pt x="0" y="113157"/>
                  </a:lnTo>
                </a:path>
              </a:pathLst>
            </a:custGeom>
            <a:noFill/>
            <a:ln w="238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2" name="Google Shape;1772;p57"/>
            <p:cNvSpPr/>
            <p:nvPr/>
          </p:nvSpPr>
          <p:spPr>
            <a:xfrm>
              <a:off x="2681477" y="4894960"/>
              <a:ext cx="116839" cy="629920"/>
            </a:xfrm>
            <a:custGeom>
              <a:avLst/>
              <a:gdLst/>
              <a:ahLst/>
              <a:cxnLst/>
              <a:rect l="l" t="t" r="r" b="b"/>
              <a:pathLst>
                <a:path w="116839" h="629920" extrusionOk="0">
                  <a:moveTo>
                    <a:pt x="0" y="0"/>
                  </a:moveTo>
                  <a:lnTo>
                    <a:pt x="116712" y="0"/>
                  </a:lnTo>
                </a:path>
                <a:path w="116839" h="629920" extrusionOk="0">
                  <a:moveTo>
                    <a:pt x="0" y="210312"/>
                  </a:moveTo>
                  <a:lnTo>
                    <a:pt x="116712" y="210312"/>
                  </a:lnTo>
                </a:path>
                <a:path w="116839" h="629920" extrusionOk="0">
                  <a:moveTo>
                    <a:pt x="0" y="420623"/>
                  </a:moveTo>
                  <a:lnTo>
                    <a:pt x="116712" y="420623"/>
                  </a:lnTo>
                </a:path>
                <a:path w="116839" h="629920" extrusionOk="0">
                  <a:moveTo>
                    <a:pt x="0" y="629411"/>
                  </a:moveTo>
                  <a:lnTo>
                    <a:pt x="116712" y="629411"/>
                  </a:lnTo>
                </a:path>
              </a:pathLst>
            </a:custGeom>
            <a:noFill/>
            <a:ln w="23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3" name="Google Shape;1773;p57"/>
            <p:cNvSpPr/>
            <p:nvPr/>
          </p:nvSpPr>
          <p:spPr>
            <a:xfrm>
              <a:off x="2681477" y="5734703"/>
              <a:ext cx="116839" cy="0"/>
            </a:xfrm>
            <a:custGeom>
              <a:avLst/>
              <a:gdLst/>
              <a:ahLst/>
              <a:cxnLst/>
              <a:rect l="l" t="t" r="r" b="b"/>
              <a:pathLst>
                <a:path w="116839" h="120000" extrusionOk="0">
                  <a:moveTo>
                    <a:pt x="0" y="0"/>
                  </a:moveTo>
                  <a:lnTo>
                    <a:pt x="116712" y="0"/>
                  </a:lnTo>
                </a:path>
              </a:pathLst>
            </a:custGeom>
            <a:noFill/>
            <a:ln w="23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4" name="Google Shape;1774;p57"/>
            <p:cNvSpPr/>
            <p:nvPr/>
          </p:nvSpPr>
          <p:spPr>
            <a:xfrm>
              <a:off x="1335786" y="4787658"/>
              <a:ext cx="1346200" cy="1260475"/>
            </a:xfrm>
            <a:custGeom>
              <a:avLst/>
              <a:gdLst/>
              <a:ahLst/>
              <a:cxnLst/>
              <a:rect l="l" t="t" r="r" b="b"/>
              <a:pathLst>
                <a:path w="1346200" h="1260475" extrusionOk="0">
                  <a:moveTo>
                    <a:pt x="1345692" y="0"/>
                  </a:moveTo>
                  <a:lnTo>
                    <a:pt x="0" y="0"/>
                  </a:lnTo>
                  <a:lnTo>
                    <a:pt x="0" y="120383"/>
                  </a:lnTo>
                  <a:lnTo>
                    <a:pt x="0" y="1260335"/>
                  </a:lnTo>
                  <a:lnTo>
                    <a:pt x="1345692" y="1260335"/>
                  </a:lnTo>
                  <a:lnTo>
                    <a:pt x="1345692" y="120383"/>
                  </a:lnTo>
                  <a:lnTo>
                    <a:pt x="1345692"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5" name="Google Shape;1775;p57"/>
            <p:cNvSpPr/>
            <p:nvPr/>
          </p:nvSpPr>
          <p:spPr>
            <a:xfrm>
              <a:off x="1335785" y="4787645"/>
              <a:ext cx="1346200" cy="1260475"/>
            </a:xfrm>
            <a:custGeom>
              <a:avLst/>
              <a:gdLst/>
              <a:ahLst/>
              <a:cxnLst/>
              <a:rect l="l" t="t" r="r" b="b"/>
              <a:pathLst>
                <a:path w="1346200" h="1260475" extrusionOk="0">
                  <a:moveTo>
                    <a:pt x="0" y="1260347"/>
                  </a:moveTo>
                  <a:lnTo>
                    <a:pt x="1345691" y="1260347"/>
                  </a:lnTo>
                  <a:lnTo>
                    <a:pt x="1345691" y="0"/>
                  </a:lnTo>
                  <a:lnTo>
                    <a:pt x="0" y="0"/>
                  </a:lnTo>
                  <a:lnTo>
                    <a:pt x="0" y="1260347"/>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6" name="Google Shape;1776;p57"/>
            <p:cNvSpPr/>
            <p:nvPr/>
          </p:nvSpPr>
          <p:spPr>
            <a:xfrm>
              <a:off x="1562226" y="4778120"/>
              <a:ext cx="899160" cy="130175"/>
            </a:xfrm>
            <a:custGeom>
              <a:avLst/>
              <a:gdLst/>
              <a:ahLst/>
              <a:cxnLst/>
              <a:rect l="l" t="t" r="r" b="b"/>
              <a:pathLst>
                <a:path w="899160" h="130175" extrusionOk="0">
                  <a:moveTo>
                    <a:pt x="446531" y="0"/>
                  </a:moveTo>
                  <a:lnTo>
                    <a:pt x="446531" y="129920"/>
                  </a:lnTo>
                </a:path>
                <a:path w="899160" h="130175" extrusionOk="0">
                  <a:moveTo>
                    <a:pt x="673608" y="0"/>
                  </a:moveTo>
                  <a:lnTo>
                    <a:pt x="673608" y="129920"/>
                  </a:lnTo>
                </a:path>
                <a:path w="899160" h="130175" extrusionOk="0">
                  <a:moveTo>
                    <a:pt x="899160" y="0"/>
                  </a:moveTo>
                  <a:lnTo>
                    <a:pt x="899160" y="129920"/>
                  </a:lnTo>
                </a:path>
                <a:path w="899160" h="130175" extrusionOk="0">
                  <a:moveTo>
                    <a:pt x="219456" y="0"/>
                  </a:moveTo>
                  <a:lnTo>
                    <a:pt x="219456" y="129920"/>
                  </a:lnTo>
                </a:path>
                <a:path w="899160" h="130175" extrusionOk="0">
                  <a:moveTo>
                    <a:pt x="0" y="0"/>
                  </a:moveTo>
                  <a:lnTo>
                    <a:pt x="0" y="129920"/>
                  </a:lnTo>
                </a:path>
              </a:pathLst>
            </a:custGeom>
            <a:noFill/>
            <a:ln w="238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7" name="Google Shape;1777;p57"/>
            <p:cNvSpPr/>
            <p:nvPr/>
          </p:nvSpPr>
          <p:spPr>
            <a:xfrm>
              <a:off x="2545841" y="5000116"/>
              <a:ext cx="146050" cy="421004"/>
            </a:xfrm>
            <a:custGeom>
              <a:avLst/>
              <a:gdLst/>
              <a:ahLst/>
              <a:cxnLst/>
              <a:rect l="l" t="t" r="r" b="b"/>
              <a:pathLst>
                <a:path w="146050" h="421004" extrusionOk="0">
                  <a:moveTo>
                    <a:pt x="0" y="0"/>
                  </a:moveTo>
                  <a:lnTo>
                    <a:pt x="145669" y="0"/>
                  </a:lnTo>
                </a:path>
                <a:path w="146050" h="421004" extrusionOk="0">
                  <a:moveTo>
                    <a:pt x="0" y="210312"/>
                  </a:moveTo>
                  <a:lnTo>
                    <a:pt x="145669" y="210312"/>
                  </a:lnTo>
                </a:path>
                <a:path w="146050" h="421004" extrusionOk="0">
                  <a:moveTo>
                    <a:pt x="0" y="420624"/>
                  </a:moveTo>
                  <a:lnTo>
                    <a:pt x="145669" y="420624"/>
                  </a:lnTo>
                </a:path>
              </a:pathLst>
            </a:custGeom>
            <a:noFill/>
            <a:ln w="23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8" name="Google Shape;1778;p57"/>
            <p:cNvSpPr/>
            <p:nvPr/>
          </p:nvSpPr>
          <p:spPr>
            <a:xfrm>
              <a:off x="2545841" y="5629547"/>
              <a:ext cx="146050" cy="210820"/>
            </a:xfrm>
            <a:custGeom>
              <a:avLst/>
              <a:gdLst/>
              <a:ahLst/>
              <a:cxnLst/>
              <a:rect l="l" t="t" r="r" b="b"/>
              <a:pathLst>
                <a:path w="146050" h="210820" extrusionOk="0">
                  <a:moveTo>
                    <a:pt x="0" y="0"/>
                  </a:moveTo>
                  <a:lnTo>
                    <a:pt x="145669" y="0"/>
                  </a:lnTo>
                </a:path>
                <a:path w="146050" h="210820" extrusionOk="0">
                  <a:moveTo>
                    <a:pt x="0" y="210312"/>
                  </a:moveTo>
                  <a:lnTo>
                    <a:pt x="145669" y="210312"/>
                  </a:lnTo>
                </a:path>
              </a:pathLst>
            </a:custGeom>
            <a:noFill/>
            <a:ln w="23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79" name="Google Shape;1779;p57"/>
            <p:cNvSpPr/>
            <p:nvPr/>
          </p:nvSpPr>
          <p:spPr>
            <a:xfrm>
              <a:off x="1198625" y="4908041"/>
              <a:ext cx="1347470" cy="1259204"/>
            </a:xfrm>
            <a:custGeom>
              <a:avLst/>
              <a:gdLst/>
              <a:ahLst/>
              <a:cxnLst/>
              <a:rect l="l" t="t" r="r" b="b"/>
              <a:pathLst>
                <a:path w="1347470" h="1259204" extrusionOk="0">
                  <a:moveTo>
                    <a:pt x="1347215" y="0"/>
                  </a:moveTo>
                  <a:lnTo>
                    <a:pt x="0" y="0"/>
                  </a:lnTo>
                  <a:lnTo>
                    <a:pt x="0" y="1258824"/>
                  </a:lnTo>
                  <a:lnTo>
                    <a:pt x="1347215" y="1258824"/>
                  </a:lnTo>
                  <a:lnTo>
                    <a:pt x="1347215"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0" name="Google Shape;1780;p57"/>
            <p:cNvSpPr/>
            <p:nvPr/>
          </p:nvSpPr>
          <p:spPr>
            <a:xfrm>
              <a:off x="1198625" y="4908041"/>
              <a:ext cx="1347470" cy="1259204"/>
            </a:xfrm>
            <a:custGeom>
              <a:avLst/>
              <a:gdLst/>
              <a:ahLst/>
              <a:cxnLst/>
              <a:rect l="l" t="t" r="r" b="b"/>
              <a:pathLst>
                <a:path w="1347470" h="1259204" extrusionOk="0">
                  <a:moveTo>
                    <a:pt x="0" y="1258824"/>
                  </a:moveTo>
                  <a:lnTo>
                    <a:pt x="1347215" y="1258824"/>
                  </a:lnTo>
                  <a:lnTo>
                    <a:pt x="1347215"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1" name="Google Shape;1781;p57"/>
            <p:cNvSpPr/>
            <p:nvPr/>
          </p:nvSpPr>
          <p:spPr>
            <a:xfrm>
              <a:off x="1869185" y="4908041"/>
              <a:ext cx="5080" cy="1259204"/>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2" name="Google Shape;1782;p57"/>
            <p:cNvSpPr/>
            <p:nvPr/>
          </p:nvSpPr>
          <p:spPr>
            <a:xfrm>
              <a:off x="2096261" y="4908041"/>
              <a:ext cx="5080" cy="1259204"/>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3" name="Google Shape;1783;p57"/>
            <p:cNvSpPr/>
            <p:nvPr/>
          </p:nvSpPr>
          <p:spPr>
            <a:xfrm>
              <a:off x="2323337" y="4908041"/>
              <a:ext cx="5080" cy="1259204"/>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4" name="Google Shape;1784;p57"/>
            <p:cNvSpPr/>
            <p:nvPr/>
          </p:nvSpPr>
          <p:spPr>
            <a:xfrm>
              <a:off x="1643633" y="4908041"/>
              <a:ext cx="5080" cy="1259204"/>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5" name="Google Shape;1785;p57"/>
            <p:cNvSpPr/>
            <p:nvPr/>
          </p:nvSpPr>
          <p:spPr>
            <a:xfrm>
              <a:off x="1424177" y="4908041"/>
              <a:ext cx="5080" cy="1259204"/>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6" name="Google Shape;1786;p57"/>
            <p:cNvSpPr/>
            <p:nvPr/>
          </p:nvSpPr>
          <p:spPr>
            <a:xfrm>
              <a:off x="1198625" y="5118353"/>
              <a:ext cx="1346200" cy="4445"/>
            </a:xfrm>
            <a:custGeom>
              <a:avLst/>
              <a:gdLst/>
              <a:ahLst/>
              <a:cxnLst/>
              <a:rect l="l" t="t" r="r" b="b"/>
              <a:pathLst>
                <a:path w="1346200" h="4445"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7" name="Google Shape;1787;p57"/>
            <p:cNvSpPr/>
            <p:nvPr/>
          </p:nvSpPr>
          <p:spPr>
            <a:xfrm>
              <a:off x="1198625" y="5327141"/>
              <a:ext cx="1346200" cy="4445"/>
            </a:xfrm>
            <a:custGeom>
              <a:avLst/>
              <a:gdLst/>
              <a:ahLst/>
              <a:cxnLst/>
              <a:rect l="l" t="t" r="r" b="b"/>
              <a:pathLst>
                <a:path w="1346200" h="4445" extrusionOk="0">
                  <a:moveTo>
                    <a:pt x="0" y="4444"/>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8" name="Google Shape;1788;p57"/>
            <p:cNvSpPr/>
            <p:nvPr/>
          </p:nvSpPr>
          <p:spPr>
            <a:xfrm>
              <a:off x="1198625" y="5537453"/>
              <a:ext cx="1346200" cy="4445"/>
            </a:xfrm>
            <a:custGeom>
              <a:avLst/>
              <a:gdLst/>
              <a:ahLst/>
              <a:cxnLst/>
              <a:rect l="l" t="t" r="r" b="b"/>
              <a:pathLst>
                <a:path w="1346200" h="4445"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89" name="Google Shape;1789;p57"/>
            <p:cNvSpPr/>
            <p:nvPr/>
          </p:nvSpPr>
          <p:spPr>
            <a:xfrm>
              <a:off x="1198625" y="5747765"/>
              <a:ext cx="1346200" cy="4445"/>
            </a:xfrm>
            <a:custGeom>
              <a:avLst/>
              <a:gdLst/>
              <a:ahLst/>
              <a:cxnLst/>
              <a:rect l="l" t="t" r="r" b="b"/>
              <a:pathLst>
                <a:path w="1346200" h="4445" extrusionOk="0">
                  <a:moveTo>
                    <a:pt x="0" y="4419"/>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0" name="Google Shape;1790;p57"/>
            <p:cNvSpPr/>
            <p:nvPr/>
          </p:nvSpPr>
          <p:spPr>
            <a:xfrm>
              <a:off x="1198625" y="5956553"/>
              <a:ext cx="1346200" cy="4445"/>
            </a:xfrm>
            <a:custGeom>
              <a:avLst/>
              <a:gdLst/>
              <a:ahLst/>
              <a:cxnLst/>
              <a:rect l="l" t="t" r="r" b="b"/>
              <a:pathLst>
                <a:path w="1346200" h="4445" extrusionOk="0">
                  <a:moveTo>
                    <a:pt x="0" y="4419"/>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1" name="Google Shape;1791;p57"/>
            <p:cNvSpPr/>
            <p:nvPr/>
          </p:nvSpPr>
          <p:spPr>
            <a:xfrm>
              <a:off x="8476488" y="5492660"/>
              <a:ext cx="243840" cy="220979"/>
            </a:xfrm>
            <a:custGeom>
              <a:avLst/>
              <a:gdLst/>
              <a:ahLst/>
              <a:cxnLst/>
              <a:rect l="l" t="t" r="r" b="b"/>
              <a:pathLst>
                <a:path w="243840" h="220979" extrusionOk="0">
                  <a:moveTo>
                    <a:pt x="243674" y="0"/>
                  </a:moveTo>
                  <a:lnTo>
                    <a:pt x="0" y="0"/>
                  </a:lnTo>
                  <a:lnTo>
                    <a:pt x="0" y="218528"/>
                  </a:lnTo>
                  <a:lnTo>
                    <a:pt x="0" y="220814"/>
                  </a:lnTo>
                  <a:lnTo>
                    <a:pt x="243674" y="220814"/>
                  </a:lnTo>
                  <a:lnTo>
                    <a:pt x="243674" y="218528"/>
                  </a:lnTo>
                  <a:lnTo>
                    <a:pt x="243674" y="0"/>
                  </a:lnTo>
                  <a:close/>
                </a:path>
              </a:pathLst>
            </a:custGeom>
            <a:solidFill>
              <a:srgbClr val="FD4DEC">
                <a:alpha val="70588"/>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2" name="Google Shape;1792;p57"/>
            <p:cNvSpPr/>
            <p:nvPr/>
          </p:nvSpPr>
          <p:spPr>
            <a:xfrm>
              <a:off x="8476487" y="5193791"/>
              <a:ext cx="542925" cy="299085"/>
            </a:xfrm>
            <a:custGeom>
              <a:avLst/>
              <a:gdLst/>
              <a:ahLst/>
              <a:cxnLst/>
              <a:rect l="l" t="t" r="r" b="b"/>
              <a:pathLst>
                <a:path w="542925" h="299085" extrusionOk="0">
                  <a:moveTo>
                    <a:pt x="542544" y="0"/>
                  </a:moveTo>
                  <a:lnTo>
                    <a:pt x="298831" y="0"/>
                  </a:lnTo>
                  <a:lnTo>
                    <a:pt x="0" y="298831"/>
                  </a:lnTo>
                  <a:lnTo>
                    <a:pt x="243713" y="298831"/>
                  </a:lnTo>
                  <a:lnTo>
                    <a:pt x="542544" y="0"/>
                  </a:lnTo>
                  <a:close/>
                </a:path>
              </a:pathLst>
            </a:custGeom>
            <a:solidFill>
              <a:srgbClr val="FD6FF0">
                <a:alpha val="70588"/>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3" name="Google Shape;1793;p57"/>
            <p:cNvSpPr/>
            <p:nvPr/>
          </p:nvSpPr>
          <p:spPr>
            <a:xfrm>
              <a:off x="8477249" y="5484113"/>
              <a:ext cx="234950" cy="227329"/>
            </a:xfrm>
            <a:custGeom>
              <a:avLst/>
              <a:gdLst/>
              <a:ahLst/>
              <a:cxnLst/>
              <a:rect l="l" t="t" r="r" b="b"/>
              <a:pathLst>
                <a:path w="234950" h="227329" extrusionOk="0">
                  <a:moveTo>
                    <a:pt x="234696" y="0"/>
                  </a:moveTo>
                  <a:lnTo>
                    <a:pt x="0" y="0"/>
                  </a:lnTo>
                  <a:lnTo>
                    <a:pt x="0" y="227076"/>
                  </a:lnTo>
                  <a:lnTo>
                    <a:pt x="234696" y="227076"/>
                  </a:lnTo>
                  <a:lnTo>
                    <a:pt x="234696"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4" name="Google Shape;1794;p57"/>
            <p:cNvSpPr/>
            <p:nvPr/>
          </p:nvSpPr>
          <p:spPr>
            <a:xfrm>
              <a:off x="8477249" y="5484113"/>
              <a:ext cx="234950" cy="227329"/>
            </a:xfrm>
            <a:custGeom>
              <a:avLst/>
              <a:gdLst/>
              <a:ahLst/>
              <a:cxnLst/>
              <a:rect l="l" t="t" r="r" b="b"/>
              <a:pathLst>
                <a:path w="234950" h="227329" extrusionOk="0">
                  <a:moveTo>
                    <a:pt x="0" y="227076"/>
                  </a:moveTo>
                  <a:lnTo>
                    <a:pt x="234696" y="227076"/>
                  </a:lnTo>
                  <a:lnTo>
                    <a:pt x="234696" y="0"/>
                  </a:lnTo>
                  <a:lnTo>
                    <a:pt x="0" y="0"/>
                  </a:lnTo>
                  <a:lnTo>
                    <a:pt x="0" y="22707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5" name="Google Shape;1795;p57"/>
            <p:cNvSpPr/>
            <p:nvPr/>
          </p:nvSpPr>
          <p:spPr>
            <a:xfrm>
              <a:off x="5468873" y="5215889"/>
              <a:ext cx="220979" cy="218439"/>
            </a:xfrm>
            <a:custGeom>
              <a:avLst/>
              <a:gdLst/>
              <a:ahLst/>
              <a:cxnLst/>
              <a:rect l="l" t="t" r="r" b="b"/>
              <a:pathLst>
                <a:path w="220979" h="218439" extrusionOk="0">
                  <a:moveTo>
                    <a:pt x="220979" y="0"/>
                  </a:moveTo>
                  <a:lnTo>
                    <a:pt x="0" y="0"/>
                  </a:lnTo>
                  <a:lnTo>
                    <a:pt x="0" y="217932"/>
                  </a:lnTo>
                  <a:lnTo>
                    <a:pt x="220979" y="217932"/>
                  </a:lnTo>
                  <a:lnTo>
                    <a:pt x="220979"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6" name="Google Shape;1796;p57"/>
            <p:cNvSpPr/>
            <p:nvPr/>
          </p:nvSpPr>
          <p:spPr>
            <a:xfrm>
              <a:off x="5468873" y="5215889"/>
              <a:ext cx="220979" cy="218439"/>
            </a:xfrm>
            <a:custGeom>
              <a:avLst/>
              <a:gdLst/>
              <a:ahLst/>
              <a:cxnLst/>
              <a:rect l="l" t="t" r="r" b="b"/>
              <a:pathLst>
                <a:path w="220979" h="218439" extrusionOk="0">
                  <a:moveTo>
                    <a:pt x="0" y="217932"/>
                  </a:moveTo>
                  <a:lnTo>
                    <a:pt x="220979" y="217932"/>
                  </a:lnTo>
                  <a:lnTo>
                    <a:pt x="220979" y="0"/>
                  </a:lnTo>
                  <a:lnTo>
                    <a:pt x="0" y="0"/>
                  </a:lnTo>
                  <a:lnTo>
                    <a:pt x="0" y="21793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7" name="Google Shape;1797;p57"/>
            <p:cNvSpPr/>
            <p:nvPr/>
          </p:nvSpPr>
          <p:spPr>
            <a:xfrm>
              <a:off x="5324094" y="5353049"/>
              <a:ext cx="220979" cy="218439"/>
            </a:xfrm>
            <a:custGeom>
              <a:avLst/>
              <a:gdLst/>
              <a:ahLst/>
              <a:cxnLst/>
              <a:rect l="l" t="t" r="r" b="b"/>
              <a:pathLst>
                <a:path w="220979" h="218439" extrusionOk="0">
                  <a:moveTo>
                    <a:pt x="220980" y="0"/>
                  </a:moveTo>
                  <a:lnTo>
                    <a:pt x="0" y="0"/>
                  </a:lnTo>
                  <a:lnTo>
                    <a:pt x="0" y="153327"/>
                  </a:lnTo>
                  <a:lnTo>
                    <a:pt x="0" y="217932"/>
                  </a:lnTo>
                  <a:lnTo>
                    <a:pt x="220980" y="217932"/>
                  </a:lnTo>
                  <a:lnTo>
                    <a:pt x="220980" y="153327"/>
                  </a:lnTo>
                  <a:lnTo>
                    <a:pt x="220980"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8" name="Google Shape;1798;p57"/>
            <p:cNvSpPr/>
            <p:nvPr/>
          </p:nvSpPr>
          <p:spPr>
            <a:xfrm>
              <a:off x="5324093" y="5353049"/>
              <a:ext cx="220979" cy="218439"/>
            </a:xfrm>
            <a:custGeom>
              <a:avLst/>
              <a:gdLst/>
              <a:ahLst/>
              <a:cxnLst/>
              <a:rect l="l" t="t" r="r" b="b"/>
              <a:pathLst>
                <a:path w="220979" h="218439" extrusionOk="0">
                  <a:moveTo>
                    <a:pt x="0" y="217931"/>
                  </a:moveTo>
                  <a:lnTo>
                    <a:pt x="220979" y="217931"/>
                  </a:lnTo>
                  <a:lnTo>
                    <a:pt x="220979" y="0"/>
                  </a:lnTo>
                  <a:lnTo>
                    <a:pt x="0" y="0"/>
                  </a:lnTo>
                  <a:lnTo>
                    <a:pt x="0" y="21793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799" name="Google Shape;1799;p57"/>
            <p:cNvSpPr/>
            <p:nvPr/>
          </p:nvSpPr>
          <p:spPr>
            <a:xfrm>
              <a:off x="5155692" y="5506376"/>
              <a:ext cx="242570" cy="220979"/>
            </a:xfrm>
            <a:custGeom>
              <a:avLst/>
              <a:gdLst/>
              <a:ahLst/>
              <a:cxnLst/>
              <a:rect l="l" t="t" r="r" b="b"/>
              <a:pathLst>
                <a:path w="242570" h="220979" extrusionOk="0">
                  <a:moveTo>
                    <a:pt x="762" y="0"/>
                  </a:moveTo>
                  <a:lnTo>
                    <a:pt x="0" y="0"/>
                  </a:lnTo>
                  <a:lnTo>
                    <a:pt x="0" y="220814"/>
                  </a:lnTo>
                  <a:lnTo>
                    <a:pt x="762" y="220814"/>
                  </a:lnTo>
                  <a:lnTo>
                    <a:pt x="762" y="0"/>
                  </a:lnTo>
                  <a:close/>
                </a:path>
                <a:path w="242570" h="220979" extrusionOk="0">
                  <a:moveTo>
                    <a:pt x="242150" y="0"/>
                  </a:moveTo>
                  <a:lnTo>
                    <a:pt x="235458" y="0"/>
                  </a:lnTo>
                  <a:lnTo>
                    <a:pt x="235458" y="220814"/>
                  </a:lnTo>
                  <a:lnTo>
                    <a:pt x="242150" y="220814"/>
                  </a:lnTo>
                  <a:lnTo>
                    <a:pt x="242150" y="0"/>
                  </a:lnTo>
                  <a:close/>
                </a:path>
              </a:pathLst>
            </a:custGeom>
            <a:solidFill>
              <a:srgbClr val="AD86F1">
                <a:alpha val="8117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00" name="Google Shape;1800;p57"/>
            <p:cNvSpPr/>
            <p:nvPr/>
          </p:nvSpPr>
          <p:spPr>
            <a:xfrm>
              <a:off x="5397880" y="5207507"/>
              <a:ext cx="299085" cy="520064"/>
            </a:xfrm>
            <a:custGeom>
              <a:avLst/>
              <a:gdLst/>
              <a:ahLst/>
              <a:cxnLst/>
              <a:rect l="l" t="t" r="r" b="b"/>
              <a:pathLst>
                <a:path w="299085" h="520064" extrusionOk="0">
                  <a:moveTo>
                    <a:pt x="298831" y="0"/>
                  </a:moveTo>
                  <a:lnTo>
                    <a:pt x="0" y="298831"/>
                  </a:lnTo>
                  <a:lnTo>
                    <a:pt x="0" y="519684"/>
                  </a:lnTo>
                  <a:lnTo>
                    <a:pt x="298831" y="220853"/>
                  </a:lnTo>
                  <a:lnTo>
                    <a:pt x="298831" y="0"/>
                  </a:lnTo>
                  <a:close/>
                </a:path>
              </a:pathLst>
            </a:custGeom>
            <a:solidFill>
              <a:srgbClr val="8B6CC3">
                <a:alpha val="8117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01" name="Google Shape;1801;p57"/>
            <p:cNvSpPr/>
            <p:nvPr/>
          </p:nvSpPr>
          <p:spPr>
            <a:xfrm>
              <a:off x="5155691" y="5207507"/>
              <a:ext cx="541020" cy="299085"/>
            </a:xfrm>
            <a:custGeom>
              <a:avLst/>
              <a:gdLst/>
              <a:ahLst/>
              <a:cxnLst/>
              <a:rect l="l" t="t" r="r" b="b"/>
              <a:pathLst>
                <a:path w="541020" h="299085" extrusionOk="0">
                  <a:moveTo>
                    <a:pt x="541020" y="0"/>
                  </a:moveTo>
                  <a:lnTo>
                    <a:pt x="298831" y="0"/>
                  </a:lnTo>
                  <a:lnTo>
                    <a:pt x="0" y="298831"/>
                  </a:lnTo>
                  <a:lnTo>
                    <a:pt x="242189" y="298831"/>
                  </a:lnTo>
                  <a:lnTo>
                    <a:pt x="541020" y="0"/>
                  </a:lnTo>
                  <a:close/>
                </a:path>
              </a:pathLst>
            </a:custGeom>
            <a:solidFill>
              <a:srgbClr val="BD9FF5">
                <a:alpha val="8117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02" name="Google Shape;1802;p57"/>
            <p:cNvSpPr/>
            <p:nvPr/>
          </p:nvSpPr>
          <p:spPr>
            <a:xfrm>
              <a:off x="5156454" y="5497829"/>
              <a:ext cx="234950" cy="228600"/>
            </a:xfrm>
            <a:custGeom>
              <a:avLst/>
              <a:gdLst/>
              <a:ahLst/>
              <a:cxnLst/>
              <a:rect l="l" t="t" r="r" b="b"/>
              <a:pathLst>
                <a:path w="234950" h="228600" extrusionOk="0">
                  <a:moveTo>
                    <a:pt x="234696" y="0"/>
                  </a:moveTo>
                  <a:lnTo>
                    <a:pt x="0" y="0"/>
                  </a:lnTo>
                  <a:lnTo>
                    <a:pt x="0" y="228600"/>
                  </a:lnTo>
                  <a:lnTo>
                    <a:pt x="234696" y="228600"/>
                  </a:lnTo>
                  <a:lnTo>
                    <a:pt x="234696"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03" name="Google Shape;1803;p57"/>
            <p:cNvSpPr/>
            <p:nvPr/>
          </p:nvSpPr>
          <p:spPr>
            <a:xfrm>
              <a:off x="5156454" y="5497829"/>
              <a:ext cx="234950" cy="228600"/>
            </a:xfrm>
            <a:custGeom>
              <a:avLst/>
              <a:gdLst/>
              <a:ahLst/>
              <a:cxnLst/>
              <a:rect l="l" t="t" r="r" b="b"/>
              <a:pathLst>
                <a:path w="234950" h="228600" extrusionOk="0">
                  <a:moveTo>
                    <a:pt x="0" y="228600"/>
                  </a:moveTo>
                  <a:lnTo>
                    <a:pt x="234696" y="228600"/>
                  </a:lnTo>
                  <a:lnTo>
                    <a:pt x="234696" y="0"/>
                  </a:lnTo>
                  <a:lnTo>
                    <a:pt x="0" y="0"/>
                  </a:lnTo>
                  <a:lnTo>
                    <a:pt x="0" y="2286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1804" name="Google Shape;1804;p57"/>
          <p:cNvPicPr preferRelativeResize="0"/>
          <p:nvPr/>
        </p:nvPicPr>
        <p:blipFill rotWithShape="1">
          <a:blip r:embed="rId3">
            <a:alphaModFix/>
          </a:blip>
          <a:srcRect/>
          <a:stretch/>
        </p:blipFill>
        <p:spPr>
          <a:xfrm>
            <a:off x="5319233" y="1167344"/>
            <a:ext cx="1882683" cy="470670"/>
          </a:xfrm>
          <a:prstGeom prst="rect">
            <a:avLst/>
          </a:prstGeom>
          <a:noFill/>
          <a:ln>
            <a:noFill/>
          </a:ln>
        </p:spPr>
      </p:pic>
      <p:pic>
        <p:nvPicPr>
          <p:cNvPr id="1805" name="Google Shape;1805;p57"/>
          <p:cNvPicPr preferRelativeResize="0"/>
          <p:nvPr/>
        </p:nvPicPr>
        <p:blipFill rotWithShape="1">
          <a:blip r:embed="rId4">
            <a:alphaModFix/>
          </a:blip>
          <a:srcRect/>
          <a:stretch/>
        </p:blipFill>
        <p:spPr>
          <a:xfrm>
            <a:off x="8660661" y="2255543"/>
            <a:ext cx="2114167" cy="385456"/>
          </a:xfrm>
          <a:prstGeom prst="rect">
            <a:avLst/>
          </a:prstGeom>
          <a:noFill/>
          <a:ln>
            <a:noFill/>
          </a:ln>
        </p:spPr>
      </p:pic>
      <p:pic>
        <p:nvPicPr>
          <p:cNvPr id="1806" name="Google Shape;1806;p57"/>
          <p:cNvPicPr preferRelativeResize="0"/>
          <p:nvPr/>
        </p:nvPicPr>
        <p:blipFill rotWithShape="1">
          <a:blip r:embed="rId4">
            <a:alphaModFix/>
          </a:blip>
          <a:srcRect/>
          <a:stretch/>
        </p:blipFill>
        <p:spPr>
          <a:xfrm>
            <a:off x="10002313" y="4922191"/>
            <a:ext cx="2114167" cy="385456"/>
          </a:xfrm>
          <a:prstGeom prst="rect">
            <a:avLst/>
          </a:prstGeom>
          <a:noFill/>
          <a:ln>
            <a:noFill/>
          </a:ln>
        </p:spPr>
      </p:pic>
      <p:pic>
        <p:nvPicPr>
          <p:cNvPr id="1807" name="Google Shape;1807;p57"/>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Shape 1811"/>
        <p:cNvGrpSpPr/>
        <p:nvPr/>
      </p:nvGrpSpPr>
      <p:grpSpPr>
        <a:xfrm>
          <a:off x="0" y="0"/>
          <a:ext cx="0" cy="0"/>
          <a:chOff x="0" y="0"/>
          <a:chExt cx="0" cy="0"/>
        </a:xfrm>
      </p:grpSpPr>
      <p:pic>
        <p:nvPicPr>
          <p:cNvPr id="1812" name="Google Shape;1812;p5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813" name="Google Shape;1813;p58"/>
          <p:cNvSpPr txBox="1"/>
          <p:nvPr/>
        </p:nvSpPr>
        <p:spPr>
          <a:xfrm>
            <a:off x="364575" y="141175"/>
            <a:ext cx="8911500" cy="18777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a:solidFill>
                  <a:schemeClr val="dk1"/>
                </a:solidFill>
              </a:rPr>
              <a:t>MobileNet v2 Bottleneck</a:t>
            </a:r>
            <a:endParaRPr sz="4400" i="0" u="none" strike="noStrike" cap="none">
              <a:solidFill>
                <a:schemeClr val="dk1"/>
              </a:solidFill>
            </a:endParaRPr>
          </a:p>
          <a:p>
            <a:pPr marL="12700" marR="5080" lvl="0" indent="191770" algn="l" rtl="0">
              <a:lnSpc>
                <a:spcPct val="108030"/>
              </a:lnSpc>
              <a:spcBef>
                <a:spcPts val="0"/>
              </a:spcBef>
              <a:spcAft>
                <a:spcPts val="0"/>
              </a:spcAft>
              <a:buClr>
                <a:schemeClr val="dk1"/>
              </a:buClr>
              <a:buSzPts val="6600"/>
              <a:buFont typeface="Arial"/>
              <a:buNone/>
            </a:pPr>
            <a:endParaRPr sz="6600" i="0" u="none" strike="noStrike" cap="none">
              <a:solidFill>
                <a:schemeClr val="dk1"/>
              </a:solidFill>
            </a:endParaRPr>
          </a:p>
        </p:txBody>
      </p:sp>
      <p:sp>
        <p:nvSpPr>
          <p:cNvPr id="1814" name="Google Shape;1814;p58"/>
          <p:cNvSpPr txBox="1"/>
          <p:nvPr/>
        </p:nvSpPr>
        <p:spPr>
          <a:xfrm>
            <a:off x="619432" y="1705675"/>
            <a:ext cx="11051458" cy="4617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dk1"/>
                </a:solidFill>
                <a:latin typeface="Arial"/>
                <a:ea typeface="Arial"/>
                <a:cs typeface="Arial"/>
                <a:sym typeface="Arial"/>
              </a:rPr>
              <a:t>In </a:t>
            </a:r>
            <a:r>
              <a:rPr lang="en-US" sz="2400" b="0" i="0" u="none" strike="noStrike" cap="none" dirty="0" err="1">
                <a:solidFill>
                  <a:schemeClr val="dk1"/>
                </a:solidFill>
                <a:latin typeface="Arial"/>
                <a:ea typeface="Arial"/>
                <a:cs typeface="Arial"/>
                <a:sym typeface="Arial"/>
              </a:rPr>
              <a:t>MobileNet</a:t>
            </a:r>
            <a:r>
              <a:rPr lang="en-US" sz="2400" b="0" i="0" u="none" strike="noStrike" cap="none" dirty="0">
                <a:solidFill>
                  <a:schemeClr val="dk1"/>
                </a:solidFill>
                <a:latin typeface="Arial"/>
                <a:ea typeface="Arial"/>
                <a:cs typeface="Arial"/>
                <a:sym typeface="Arial"/>
              </a:rPr>
              <a:t> v2, there are two main changes:</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One is the addition of a residual connection, similar to </a:t>
            </a:r>
            <a:r>
              <a:rPr lang="en-US" sz="2400" b="0" i="0" u="none" strike="noStrike" cap="none" dirty="0" err="1">
                <a:solidFill>
                  <a:schemeClr val="dk1"/>
                </a:solidFill>
                <a:latin typeface="Arial"/>
                <a:ea typeface="Arial"/>
                <a:cs typeface="Arial"/>
                <a:sym typeface="Arial"/>
              </a:rPr>
              <a:t>ResNet</a:t>
            </a:r>
            <a:r>
              <a:rPr lang="en-US" sz="2400" b="0" i="0" u="none" strike="noStrike" cap="none" dirty="0">
                <a:solidFill>
                  <a:schemeClr val="dk1"/>
                </a:solidFill>
                <a:latin typeface="Arial"/>
                <a:ea typeface="Arial"/>
                <a:cs typeface="Arial"/>
                <a:sym typeface="Arial"/>
              </a:rPr>
              <a:t>, which takes the input from the previous layer and sums it or passes it directly to the next layer, allowing gradients to propagate backward more efficiently.</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The second change is the addition of an expansion layer before the </a:t>
            </a:r>
            <a:r>
              <a:rPr lang="en-US" sz="2400" b="0" i="0" u="none" strike="noStrike" cap="none" dirty="0" err="1">
                <a:solidFill>
                  <a:schemeClr val="dk1"/>
                </a:solidFill>
                <a:latin typeface="Arial"/>
                <a:ea typeface="Arial"/>
                <a:cs typeface="Arial"/>
                <a:sym typeface="Arial"/>
              </a:rPr>
              <a:t>depthwise</a:t>
            </a:r>
            <a:r>
              <a:rPr lang="en-US" sz="2400" b="0" i="0" u="none" strike="noStrike" cap="none" dirty="0">
                <a:solidFill>
                  <a:schemeClr val="dk1"/>
                </a:solidFill>
                <a:latin typeface="Arial"/>
                <a:ea typeface="Arial"/>
                <a:cs typeface="Arial"/>
                <a:sym typeface="Arial"/>
              </a:rPr>
              <a:t> convolution, followed by the pointwise convolution, which is called projection in </a:t>
            </a:r>
            <a:r>
              <a:rPr lang="en-US" sz="2400" b="0" i="0" u="none" strike="noStrike" cap="none" dirty="0" err="1">
                <a:solidFill>
                  <a:schemeClr val="dk1"/>
                </a:solidFill>
                <a:latin typeface="Arial"/>
                <a:ea typeface="Arial"/>
                <a:cs typeface="Arial"/>
                <a:sym typeface="Arial"/>
              </a:rPr>
              <a:t>MobileNet</a:t>
            </a:r>
            <a:r>
              <a:rPr lang="en-US" sz="2400" b="0" i="0" u="none" strike="noStrike" cap="none" dirty="0">
                <a:solidFill>
                  <a:schemeClr val="dk1"/>
                </a:solidFill>
                <a:latin typeface="Arial"/>
                <a:ea typeface="Arial"/>
                <a:cs typeface="Arial"/>
                <a:sym typeface="Arial"/>
              </a:rPr>
              <a:t> v2. The expansion layer increases the dimension of the input by a factor of six, while the projection layer reduces it back down to a smaller set of values, thus enabling a richer set of computations while keeping the memory requirements relatively small.</a:t>
            </a:r>
            <a:endParaRPr sz="24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Shape 1818"/>
        <p:cNvGrpSpPr/>
        <p:nvPr/>
      </p:nvGrpSpPr>
      <p:grpSpPr>
        <a:xfrm>
          <a:off x="0" y="0"/>
          <a:ext cx="0" cy="0"/>
          <a:chOff x="0" y="0"/>
          <a:chExt cx="0" cy="0"/>
        </a:xfrm>
      </p:grpSpPr>
      <p:sp>
        <p:nvSpPr>
          <p:cNvPr id="1819" name="Google Shape;1819;p59"/>
          <p:cNvSpPr/>
          <p:nvPr/>
        </p:nvSpPr>
        <p:spPr>
          <a:xfrm>
            <a:off x="3048000" y="2650235"/>
            <a:ext cx="2100580" cy="1344295"/>
          </a:xfrm>
          <a:custGeom>
            <a:avLst/>
            <a:gdLst/>
            <a:ahLst/>
            <a:cxnLst/>
            <a:rect l="l" t="t" r="r" b="b"/>
            <a:pathLst>
              <a:path w="2100579" h="1344295" extrusionOk="0">
                <a:moveTo>
                  <a:pt x="2100072" y="0"/>
                </a:moveTo>
                <a:lnTo>
                  <a:pt x="0" y="378587"/>
                </a:lnTo>
                <a:lnTo>
                  <a:pt x="0" y="965581"/>
                </a:lnTo>
                <a:lnTo>
                  <a:pt x="2100072" y="1344168"/>
                </a:lnTo>
                <a:lnTo>
                  <a:pt x="2100072" y="0"/>
                </a:lnTo>
                <a:close/>
              </a:path>
            </a:pathLst>
          </a:custGeom>
          <a:solidFill>
            <a:srgbClr val="6E1CE2">
              <a:alpha val="58823"/>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0" name="Google Shape;1820;p59"/>
          <p:cNvSpPr/>
          <p:nvPr/>
        </p:nvSpPr>
        <p:spPr>
          <a:xfrm>
            <a:off x="7652004" y="2648711"/>
            <a:ext cx="2100580" cy="1343025"/>
          </a:xfrm>
          <a:custGeom>
            <a:avLst/>
            <a:gdLst/>
            <a:ahLst/>
            <a:cxnLst/>
            <a:rect l="l" t="t" r="r" b="b"/>
            <a:pathLst>
              <a:path w="2100579" h="1343025" extrusionOk="0">
                <a:moveTo>
                  <a:pt x="0" y="0"/>
                </a:moveTo>
                <a:lnTo>
                  <a:pt x="0" y="1342644"/>
                </a:lnTo>
                <a:lnTo>
                  <a:pt x="2100072" y="964565"/>
                </a:lnTo>
                <a:lnTo>
                  <a:pt x="2100072" y="378079"/>
                </a:lnTo>
                <a:lnTo>
                  <a:pt x="0" y="0"/>
                </a:lnTo>
                <a:close/>
              </a:path>
            </a:pathLst>
          </a:custGeom>
          <a:solidFill>
            <a:srgbClr val="FF00FF">
              <a:alpha val="4901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1" name="Google Shape;1821;p59"/>
          <p:cNvSpPr/>
          <p:nvPr/>
        </p:nvSpPr>
        <p:spPr>
          <a:xfrm>
            <a:off x="5305044" y="3532632"/>
            <a:ext cx="1624965" cy="5080"/>
          </a:xfrm>
          <a:custGeom>
            <a:avLst/>
            <a:gdLst/>
            <a:ahLst/>
            <a:cxnLst/>
            <a:rect l="l" t="t" r="r" b="b"/>
            <a:pathLst>
              <a:path w="1624965" h="5079" extrusionOk="0">
                <a:moveTo>
                  <a:pt x="0" y="4571"/>
                </a:moveTo>
                <a:lnTo>
                  <a:pt x="1624583" y="4571"/>
                </a:lnTo>
                <a:lnTo>
                  <a:pt x="1624583" y="0"/>
                </a:lnTo>
                <a:lnTo>
                  <a:pt x="0" y="0"/>
                </a:lnTo>
                <a:lnTo>
                  <a:pt x="0" y="4571"/>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1822" name="Google Shape;1822;p59"/>
          <p:cNvGrpSpPr/>
          <p:nvPr/>
        </p:nvGrpSpPr>
        <p:grpSpPr>
          <a:xfrm>
            <a:off x="1744217" y="2067305"/>
            <a:ext cx="8926830" cy="1935226"/>
            <a:chOff x="1744217" y="2067305"/>
            <a:chExt cx="8926830" cy="1935226"/>
          </a:xfrm>
        </p:grpSpPr>
        <p:sp>
          <p:nvSpPr>
            <p:cNvPr id="1823" name="Google Shape;1823;p59"/>
            <p:cNvSpPr/>
            <p:nvPr/>
          </p:nvSpPr>
          <p:spPr>
            <a:xfrm>
              <a:off x="5305044" y="3090671"/>
              <a:ext cx="2399030" cy="447040"/>
            </a:xfrm>
            <a:custGeom>
              <a:avLst/>
              <a:gdLst/>
              <a:ahLst/>
              <a:cxnLst/>
              <a:rect l="l" t="t" r="r" b="b"/>
              <a:pathLst>
                <a:path w="2399029" h="447039" extrusionOk="0">
                  <a:moveTo>
                    <a:pt x="2398776" y="0"/>
                  </a:moveTo>
                  <a:lnTo>
                    <a:pt x="0" y="0"/>
                  </a:lnTo>
                  <a:lnTo>
                    <a:pt x="0" y="214922"/>
                  </a:lnTo>
                  <a:lnTo>
                    <a:pt x="0" y="441972"/>
                  </a:lnTo>
                  <a:lnTo>
                    <a:pt x="2395690" y="441972"/>
                  </a:lnTo>
                  <a:lnTo>
                    <a:pt x="2395690" y="446532"/>
                  </a:lnTo>
                  <a:lnTo>
                    <a:pt x="2398776" y="446532"/>
                  </a:lnTo>
                  <a:lnTo>
                    <a:pt x="2398776" y="441972"/>
                  </a:lnTo>
                  <a:lnTo>
                    <a:pt x="2398776" y="214922"/>
                  </a:lnTo>
                  <a:lnTo>
                    <a:pt x="2398776"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4" name="Google Shape;1824;p59"/>
            <p:cNvSpPr/>
            <p:nvPr/>
          </p:nvSpPr>
          <p:spPr>
            <a:xfrm>
              <a:off x="1744217" y="2067305"/>
              <a:ext cx="8926830" cy="1461135"/>
            </a:xfrm>
            <a:custGeom>
              <a:avLst/>
              <a:gdLst/>
              <a:ahLst/>
              <a:cxnLst/>
              <a:rect l="l" t="t" r="r" b="b"/>
              <a:pathLst>
                <a:path w="8926830" h="1461135" extrusionOk="0">
                  <a:moveTo>
                    <a:pt x="0" y="1461008"/>
                  </a:moveTo>
                  <a:lnTo>
                    <a:pt x="6731" y="1461008"/>
                  </a:lnTo>
                  <a:lnTo>
                    <a:pt x="6731" y="0"/>
                  </a:lnTo>
                  <a:lnTo>
                    <a:pt x="8926449" y="0"/>
                  </a:lnTo>
                </a:path>
              </a:pathLst>
            </a:custGeom>
            <a:noFill/>
            <a:ln w="25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5" name="Google Shape;1825;p59"/>
            <p:cNvSpPr/>
            <p:nvPr/>
          </p:nvSpPr>
          <p:spPr>
            <a:xfrm>
              <a:off x="5254713" y="3532631"/>
              <a:ext cx="1675130" cy="469900"/>
            </a:xfrm>
            <a:custGeom>
              <a:avLst/>
              <a:gdLst/>
              <a:ahLst/>
              <a:cxnLst/>
              <a:rect l="l" t="t" r="r" b="b"/>
              <a:pathLst>
                <a:path w="1675129" h="469900" extrusionOk="0">
                  <a:moveTo>
                    <a:pt x="0" y="469391"/>
                  </a:moveTo>
                  <a:lnTo>
                    <a:pt x="1674914" y="469391"/>
                  </a:lnTo>
                  <a:lnTo>
                    <a:pt x="1674914" y="0"/>
                  </a:lnTo>
                  <a:lnTo>
                    <a:pt x="0" y="0"/>
                  </a:lnTo>
                  <a:lnTo>
                    <a:pt x="0" y="469391"/>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26" name="Google Shape;1826;p59"/>
            <p:cNvSpPr/>
            <p:nvPr/>
          </p:nvSpPr>
          <p:spPr>
            <a:xfrm>
              <a:off x="5394959" y="2645663"/>
              <a:ext cx="2399030" cy="447040"/>
            </a:xfrm>
            <a:custGeom>
              <a:avLst/>
              <a:gdLst/>
              <a:ahLst/>
              <a:cxnLst/>
              <a:rect l="l" t="t" r="r" b="b"/>
              <a:pathLst>
                <a:path w="2399029" h="447039" extrusionOk="0">
                  <a:moveTo>
                    <a:pt x="2398776" y="0"/>
                  </a:moveTo>
                  <a:lnTo>
                    <a:pt x="0" y="0"/>
                  </a:lnTo>
                  <a:lnTo>
                    <a:pt x="0" y="446531"/>
                  </a:lnTo>
                  <a:lnTo>
                    <a:pt x="2398776" y="446531"/>
                  </a:lnTo>
                  <a:lnTo>
                    <a:pt x="2398776"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827" name="Google Shape;1827;p59"/>
          <p:cNvSpPr txBox="1">
            <a:spLocks noGrp="1"/>
          </p:cNvSpPr>
          <p:nvPr>
            <p:ph type="title"/>
          </p:nvPr>
        </p:nvSpPr>
        <p:spPr>
          <a:xfrm>
            <a:off x="916939" y="637108"/>
            <a:ext cx="64275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MobileNet v2 Bottleneck</a:t>
            </a:r>
            <a:endParaRPr sz="4400">
              <a:latin typeface="Arial"/>
              <a:ea typeface="Arial"/>
              <a:cs typeface="Arial"/>
              <a:sym typeface="Arial"/>
            </a:endParaRPr>
          </a:p>
        </p:txBody>
      </p:sp>
      <p:sp>
        <p:nvSpPr>
          <p:cNvPr id="1828" name="Google Shape;1828;p59"/>
          <p:cNvSpPr txBox="1"/>
          <p:nvPr/>
        </p:nvSpPr>
        <p:spPr>
          <a:xfrm>
            <a:off x="5201539" y="1678051"/>
            <a:ext cx="22053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Residual Connection</a:t>
            </a:r>
            <a:endParaRPr sz="1800" b="0" i="0" u="none" strike="noStrike" cap="none">
              <a:solidFill>
                <a:srgbClr val="000000"/>
              </a:solidFill>
              <a:latin typeface="Cambria"/>
              <a:ea typeface="Cambria"/>
              <a:cs typeface="Cambria"/>
              <a:sym typeface="Cambria"/>
            </a:endParaRPr>
          </a:p>
        </p:txBody>
      </p:sp>
      <p:grpSp>
        <p:nvGrpSpPr>
          <p:cNvPr id="1829" name="Google Shape;1829;p59"/>
          <p:cNvGrpSpPr/>
          <p:nvPr/>
        </p:nvGrpSpPr>
        <p:grpSpPr>
          <a:xfrm>
            <a:off x="401510" y="2051938"/>
            <a:ext cx="11389995" cy="1952156"/>
            <a:chOff x="401510" y="2051938"/>
            <a:chExt cx="11389995" cy="1952156"/>
          </a:xfrm>
        </p:grpSpPr>
        <p:sp>
          <p:nvSpPr>
            <p:cNvPr id="1830" name="Google Shape;1830;p59"/>
            <p:cNvSpPr/>
            <p:nvPr/>
          </p:nvSpPr>
          <p:spPr>
            <a:xfrm>
              <a:off x="401510" y="2051938"/>
              <a:ext cx="11389995" cy="1521460"/>
            </a:xfrm>
            <a:custGeom>
              <a:avLst/>
              <a:gdLst/>
              <a:ahLst/>
              <a:cxnLst/>
              <a:rect l="l" t="t" r="r" b="b"/>
              <a:pathLst>
                <a:path w="11389995" h="1521460" extrusionOk="0">
                  <a:moveTo>
                    <a:pt x="1703387" y="1482979"/>
                  </a:moveTo>
                  <a:lnTo>
                    <a:pt x="1678190" y="1470533"/>
                  </a:lnTo>
                  <a:lnTo>
                    <a:pt x="1627060" y="1445260"/>
                  </a:lnTo>
                  <a:lnTo>
                    <a:pt x="1627174" y="1470596"/>
                  </a:lnTo>
                  <a:lnTo>
                    <a:pt x="0" y="1478661"/>
                  </a:lnTo>
                  <a:lnTo>
                    <a:pt x="127" y="1504061"/>
                  </a:lnTo>
                  <a:lnTo>
                    <a:pt x="1627301" y="1495996"/>
                  </a:lnTo>
                  <a:lnTo>
                    <a:pt x="1627441" y="1521460"/>
                  </a:lnTo>
                  <a:lnTo>
                    <a:pt x="1703387" y="1482979"/>
                  </a:lnTo>
                  <a:close/>
                </a:path>
                <a:path w="11389995" h="1521460" extrusionOk="0">
                  <a:moveTo>
                    <a:pt x="3941635" y="1450987"/>
                  </a:moveTo>
                  <a:lnTo>
                    <a:pt x="3918166" y="1440053"/>
                  </a:lnTo>
                  <a:lnTo>
                    <a:pt x="3864419" y="1415034"/>
                  </a:lnTo>
                  <a:lnTo>
                    <a:pt x="3865130" y="1440408"/>
                  </a:lnTo>
                  <a:lnTo>
                    <a:pt x="3155886" y="1460119"/>
                  </a:lnTo>
                  <a:lnTo>
                    <a:pt x="3156648" y="1485531"/>
                  </a:lnTo>
                  <a:lnTo>
                    <a:pt x="3865854" y="1465808"/>
                  </a:lnTo>
                  <a:lnTo>
                    <a:pt x="3866578" y="1491246"/>
                  </a:lnTo>
                  <a:lnTo>
                    <a:pt x="3941635" y="1450987"/>
                  </a:lnTo>
                  <a:close/>
                </a:path>
                <a:path w="11389995" h="1521460" extrusionOk="0">
                  <a:moveTo>
                    <a:pt x="6156223" y="1493393"/>
                  </a:moveTo>
                  <a:lnTo>
                    <a:pt x="6116002" y="1493393"/>
                  </a:lnTo>
                  <a:lnTo>
                    <a:pt x="6103290" y="1493393"/>
                  </a:lnTo>
                  <a:lnTo>
                    <a:pt x="6102667" y="1518539"/>
                  </a:lnTo>
                  <a:lnTo>
                    <a:pt x="6156223" y="1493393"/>
                  </a:lnTo>
                  <a:close/>
                </a:path>
                <a:path w="11389995" h="1521460" extrusionOk="0">
                  <a:moveTo>
                    <a:pt x="6179756" y="1482344"/>
                  </a:moveTo>
                  <a:lnTo>
                    <a:pt x="6104572" y="1442339"/>
                  </a:lnTo>
                  <a:lnTo>
                    <a:pt x="6103937" y="1467688"/>
                  </a:lnTo>
                  <a:lnTo>
                    <a:pt x="5774753" y="1459611"/>
                  </a:lnTo>
                  <a:lnTo>
                    <a:pt x="5774245" y="1485011"/>
                  </a:lnTo>
                  <a:lnTo>
                    <a:pt x="6103302" y="1493088"/>
                  </a:lnTo>
                  <a:lnTo>
                    <a:pt x="6116002" y="1493088"/>
                  </a:lnTo>
                  <a:lnTo>
                    <a:pt x="6156884" y="1493088"/>
                  </a:lnTo>
                  <a:lnTo>
                    <a:pt x="6179756" y="1482344"/>
                  </a:lnTo>
                  <a:close/>
                </a:path>
                <a:path w="11389995" h="1521460" extrusionOk="0">
                  <a:moveTo>
                    <a:pt x="8521471" y="1493393"/>
                  </a:moveTo>
                  <a:lnTo>
                    <a:pt x="8481250" y="1493393"/>
                  </a:lnTo>
                  <a:lnTo>
                    <a:pt x="8468538" y="1493393"/>
                  </a:lnTo>
                  <a:lnTo>
                    <a:pt x="8467915" y="1518539"/>
                  </a:lnTo>
                  <a:lnTo>
                    <a:pt x="8521471" y="1493393"/>
                  </a:lnTo>
                  <a:close/>
                </a:path>
                <a:path w="11389995" h="1521460" extrusionOk="0">
                  <a:moveTo>
                    <a:pt x="8545004" y="1482344"/>
                  </a:moveTo>
                  <a:lnTo>
                    <a:pt x="8469820" y="1442339"/>
                  </a:lnTo>
                  <a:lnTo>
                    <a:pt x="8469185" y="1467688"/>
                  </a:lnTo>
                  <a:lnTo>
                    <a:pt x="8140001" y="1459611"/>
                  </a:lnTo>
                  <a:lnTo>
                    <a:pt x="8139493" y="1485011"/>
                  </a:lnTo>
                  <a:lnTo>
                    <a:pt x="8468550" y="1493088"/>
                  </a:lnTo>
                  <a:lnTo>
                    <a:pt x="8481250" y="1493088"/>
                  </a:lnTo>
                  <a:lnTo>
                    <a:pt x="8522132" y="1493088"/>
                  </a:lnTo>
                  <a:lnTo>
                    <a:pt x="8545004" y="1482344"/>
                  </a:lnTo>
                  <a:close/>
                </a:path>
                <a:path w="11389995" h="1521460" extrusionOk="0">
                  <a:moveTo>
                    <a:pt x="11389805" y="1472311"/>
                  </a:moveTo>
                  <a:lnTo>
                    <a:pt x="11364405" y="1459611"/>
                  </a:lnTo>
                  <a:lnTo>
                    <a:pt x="11313605" y="1434211"/>
                  </a:lnTo>
                  <a:lnTo>
                    <a:pt x="11313605" y="1459611"/>
                  </a:lnTo>
                  <a:lnTo>
                    <a:pt x="10291813" y="1459611"/>
                  </a:lnTo>
                  <a:lnTo>
                    <a:pt x="10307663" y="1427099"/>
                  </a:lnTo>
                  <a:lnTo>
                    <a:pt x="10313987" y="1414157"/>
                  </a:lnTo>
                  <a:lnTo>
                    <a:pt x="10314114" y="1413891"/>
                  </a:lnTo>
                  <a:lnTo>
                    <a:pt x="10288702" y="1414157"/>
                  </a:lnTo>
                  <a:lnTo>
                    <a:pt x="10273855" y="0"/>
                  </a:lnTo>
                  <a:lnTo>
                    <a:pt x="10248455" y="254"/>
                  </a:lnTo>
                  <a:lnTo>
                    <a:pt x="10263302" y="1414411"/>
                  </a:lnTo>
                  <a:lnTo>
                    <a:pt x="10237914" y="1414653"/>
                  </a:lnTo>
                  <a:lnTo>
                    <a:pt x="10260952" y="1459611"/>
                  </a:lnTo>
                  <a:lnTo>
                    <a:pt x="10081323" y="1459611"/>
                  </a:lnTo>
                  <a:lnTo>
                    <a:pt x="10081323" y="1485011"/>
                  </a:lnTo>
                  <a:lnTo>
                    <a:pt x="10273970" y="1485011"/>
                  </a:lnTo>
                  <a:lnTo>
                    <a:pt x="10276776" y="1490472"/>
                  </a:lnTo>
                  <a:lnTo>
                    <a:pt x="10279431" y="1485011"/>
                  </a:lnTo>
                  <a:lnTo>
                    <a:pt x="11313605" y="1485011"/>
                  </a:lnTo>
                  <a:lnTo>
                    <a:pt x="11313605" y="1510411"/>
                  </a:lnTo>
                  <a:lnTo>
                    <a:pt x="11364405" y="1485011"/>
                  </a:lnTo>
                  <a:lnTo>
                    <a:pt x="11389805" y="1472311"/>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1" name="Google Shape;1831;p59"/>
            <p:cNvSpPr/>
            <p:nvPr/>
          </p:nvSpPr>
          <p:spPr>
            <a:xfrm>
              <a:off x="2311908" y="3212211"/>
              <a:ext cx="738505" cy="643890"/>
            </a:xfrm>
            <a:custGeom>
              <a:avLst/>
              <a:gdLst/>
              <a:ahLst/>
              <a:cxnLst/>
              <a:rect l="l" t="t" r="r" b="b"/>
              <a:pathLst>
                <a:path w="738505" h="643889" extrusionOk="0">
                  <a:moveTo>
                    <a:pt x="737996" y="0"/>
                  </a:moveTo>
                  <a:lnTo>
                    <a:pt x="0" y="0"/>
                  </a:lnTo>
                  <a:lnTo>
                    <a:pt x="0" y="643508"/>
                  </a:lnTo>
                  <a:lnTo>
                    <a:pt x="737996" y="643508"/>
                  </a:lnTo>
                  <a:lnTo>
                    <a:pt x="737996" y="0"/>
                  </a:lnTo>
                  <a:close/>
                </a:path>
              </a:pathLst>
            </a:custGeom>
            <a:solidFill>
              <a:srgbClr val="2E549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2" name="Google Shape;1832;p59"/>
            <p:cNvSpPr/>
            <p:nvPr/>
          </p:nvSpPr>
          <p:spPr>
            <a:xfrm>
              <a:off x="3049905" y="2997708"/>
              <a:ext cx="214629" cy="858519"/>
            </a:xfrm>
            <a:custGeom>
              <a:avLst/>
              <a:gdLst/>
              <a:ahLst/>
              <a:cxnLst/>
              <a:rect l="l" t="t" r="r" b="b"/>
              <a:pathLst>
                <a:path w="214629" h="858520" extrusionOk="0">
                  <a:moveTo>
                    <a:pt x="214503" y="0"/>
                  </a:moveTo>
                  <a:lnTo>
                    <a:pt x="0" y="214502"/>
                  </a:lnTo>
                  <a:lnTo>
                    <a:pt x="0" y="858011"/>
                  </a:lnTo>
                  <a:lnTo>
                    <a:pt x="214503" y="643508"/>
                  </a:lnTo>
                  <a:lnTo>
                    <a:pt x="214503" y="0"/>
                  </a:lnTo>
                  <a:close/>
                </a:path>
              </a:pathLst>
            </a:custGeom>
            <a:solidFill>
              <a:srgbClr val="25447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3" name="Google Shape;1833;p59"/>
            <p:cNvSpPr/>
            <p:nvPr/>
          </p:nvSpPr>
          <p:spPr>
            <a:xfrm>
              <a:off x="2311908" y="2997708"/>
              <a:ext cx="952500" cy="214629"/>
            </a:xfrm>
            <a:custGeom>
              <a:avLst/>
              <a:gdLst/>
              <a:ahLst/>
              <a:cxnLst/>
              <a:rect l="l" t="t" r="r" b="b"/>
              <a:pathLst>
                <a:path w="952500" h="214630" extrusionOk="0">
                  <a:moveTo>
                    <a:pt x="952500" y="0"/>
                  </a:moveTo>
                  <a:lnTo>
                    <a:pt x="214503" y="0"/>
                  </a:lnTo>
                  <a:lnTo>
                    <a:pt x="0" y="214502"/>
                  </a:lnTo>
                  <a:lnTo>
                    <a:pt x="737997" y="214502"/>
                  </a:lnTo>
                  <a:lnTo>
                    <a:pt x="952500" y="0"/>
                  </a:lnTo>
                  <a:close/>
                </a:path>
              </a:pathLst>
            </a:custGeom>
            <a:solidFill>
              <a:srgbClr val="5776A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4" name="Google Shape;1834;p59"/>
            <p:cNvSpPr/>
            <p:nvPr/>
          </p:nvSpPr>
          <p:spPr>
            <a:xfrm>
              <a:off x="2311908" y="2997708"/>
              <a:ext cx="952500" cy="858519"/>
            </a:xfrm>
            <a:custGeom>
              <a:avLst/>
              <a:gdLst/>
              <a:ahLst/>
              <a:cxnLst/>
              <a:rect l="l" t="t" r="r" b="b"/>
              <a:pathLst>
                <a:path w="952500" h="858520" extrusionOk="0">
                  <a:moveTo>
                    <a:pt x="0" y="214502"/>
                  </a:moveTo>
                  <a:lnTo>
                    <a:pt x="214503" y="0"/>
                  </a:lnTo>
                  <a:lnTo>
                    <a:pt x="952500" y="0"/>
                  </a:lnTo>
                  <a:lnTo>
                    <a:pt x="952500" y="643508"/>
                  </a:lnTo>
                  <a:lnTo>
                    <a:pt x="737997" y="858011"/>
                  </a:lnTo>
                  <a:lnTo>
                    <a:pt x="0" y="858011"/>
                  </a:lnTo>
                  <a:lnTo>
                    <a:pt x="0" y="214502"/>
                  </a:lnTo>
                  <a:close/>
                </a:path>
                <a:path w="952500" h="858520" extrusionOk="0">
                  <a:moveTo>
                    <a:pt x="0" y="214502"/>
                  </a:moveTo>
                  <a:lnTo>
                    <a:pt x="737997" y="214502"/>
                  </a:lnTo>
                  <a:lnTo>
                    <a:pt x="952500" y="0"/>
                  </a:lnTo>
                </a:path>
                <a:path w="952500" h="858520" extrusionOk="0">
                  <a:moveTo>
                    <a:pt x="737997" y="214502"/>
                  </a:moveTo>
                  <a:lnTo>
                    <a:pt x="737997" y="858011"/>
                  </a:lnTo>
                </a:path>
              </a:pathLst>
            </a:custGeom>
            <a:noFill/>
            <a:ln w="9525"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5" name="Google Shape;1835;p59"/>
            <p:cNvSpPr/>
            <p:nvPr/>
          </p:nvSpPr>
          <p:spPr>
            <a:xfrm>
              <a:off x="9285731" y="3097911"/>
              <a:ext cx="738505" cy="643890"/>
            </a:xfrm>
            <a:custGeom>
              <a:avLst/>
              <a:gdLst/>
              <a:ahLst/>
              <a:cxnLst/>
              <a:rect l="l" t="t" r="r" b="b"/>
              <a:pathLst>
                <a:path w="738504" h="643889" extrusionOk="0">
                  <a:moveTo>
                    <a:pt x="737997" y="0"/>
                  </a:moveTo>
                  <a:lnTo>
                    <a:pt x="0" y="0"/>
                  </a:lnTo>
                  <a:lnTo>
                    <a:pt x="0" y="643508"/>
                  </a:lnTo>
                  <a:lnTo>
                    <a:pt x="737997" y="643508"/>
                  </a:lnTo>
                  <a:lnTo>
                    <a:pt x="737997" y="0"/>
                  </a:lnTo>
                  <a:close/>
                </a:path>
              </a:pathLst>
            </a:custGeom>
            <a:solidFill>
              <a:srgbClr val="2E549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6" name="Google Shape;1836;p59"/>
            <p:cNvSpPr/>
            <p:nvPr/>
          </p:nvSpPr>
          <p:spPr>
            <a:xfrm>
              <a:off x="10023729" y="2883408"/>
              <a:ext cx="214629" cy="858519"/>
            </a:xfrm>
            <a:custGeom>
              <a:avLst/>
              <a:gdLst/>
              <a:ahLst/>
              <a:cxnLst/>
              <a:rect l="l" t="t" r="r" b="b"/>
              <a:pathLst>
                <a:path w="214629" h="858520" extrusionOk="0">
                  <a:moveTo>
                    <a:pt x="214503" y="0"/>
                  </a:moveTo>
                  <a:lnTo>
                    <a:pt x="0" y="214502"/>
                  </a:lnTo>
                  <a:lnTo>
                    <a:pt x="0" y="858011"/>
                  </a:lnTo>
                  <a:lnTo>
                    <a:pt x="214503" y="643508"/>
                  </a:lnTo>
                  <a:lnTo>
                    <a:pt x="214503" y="0"/>
                  </a:lnTo>
                  <a:close/>
                </a:path>
              </a:pathLst>
            </a:custGeom>
            <a:solidFill>
              <a:srgbClr val="25447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7" name="Google Shape;1837;p59"/>
            <p:cNvSpPr/>
            <p:nvPr/>
          </p:nvSpPr>
          <p:spPr>
            <a:xfrm>
              <a:off x="9285731" y="2883408"/>
              <a:ext cx="952500" cy="214629"/>
            </a:xfrm>
            <a:custGeom>
              <a:avLst/>
              <a:gdLst/>
              <a:ahLst/>
              <a:cxnLst/>
              <a:rect l="l" t="t" r="r" b="b"/>
              <a:pathLst>
                <a:path w="952500" h="214630" extrusionOk="0">
                  <a:moveTo>
                    <a:pt x="952500" y="0"/>
                  </a:moveTo>
                  <a:lnTo>
                    <a:pt x="214503" y="0"/>
                  </a:lnTo>
                  <a:lnTo>
                    <a:pt x="0" y="214502"/>
                  </a:lnTo>
                  <a:lnTo>
                    <a:pt x="737997" y="214502"/>
                  </a:lnTo>
                  <a:lnTo>
                    <a:pt x="952500" y="0"/>
                  </a:lnTo>
                  <a:close/>
                </a:path>
              </a:pathLst>
            </a:custGeom>
            <a:solidFill>
              <a:srgbClr val="5776A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8" name="Google Shape;1838;p59"/>
            <p:cNvSpPr/>
            <p:nvPr/>
          </p:nvSpPr>
          <p:spPr>
            <a:xfrm>
              <a:off x="9285731" y="2883408"/>
              <a:ext cx="952500" cy="858519"/>
            </a:xfrm>
            <a:custGeom>
              <a:avLst/>
              <a:gdLst/>
              <a:ahLst/>
              <a:cxnLst/>
              <a:rect l="l" t="t" r="r" b="b"/>
              <a:pathLst>
                <a:path w="952500" h="858520" extrusionOk="0">
                  <a:moveTo>
                    <a:pt x="0" y="214502"/>
                  </a:moveTo>
                  <a:lnTo>
                    <a:pt x="214503" y="0"/>
                  </a:lnTo>
                  <a:lnTo>
                    <a:pt x="952500" y="0"/>
                  </a:lnTo>
                  <a:lnTo>
                    <a:pt x="952500" y="643508"/>
                  </a:lnTo>
                  <a:lnTo>
                    <a:pt x="737997" y="858011"/>
                  </a:lnTo>
                  <a:lnTo>
                    <a:pt x="0" y="858011"/>
                  </a:lnTo>
                  <a:lnTo>
                    <a:pt x="0" y="214502"/>
                  </a:lnTo>
                  <a:close/>
                </a:path>
                <a:path w="952500" h="858520" extrusionOk="0">
                  <a:moveTo>
                    <a:pt x="0" y="214502"/>
                  </a:moveTo>
                  <a:lnTo>
                    <a:pt x="737997" y="214502"/>
                  </a:lnTo>
                  <a:lnTo>
                    <a:pt x="952500" y="0"/>
                  </a:lnTo>
                </a:path>
                <a:path w="952500" h="858520" extrusionOk="0">
                  <a:moveTo>
                    <a:pt x="737997" y="214502"/>
                  </a:moveTo>
                  <a:lnTo>
                    <a:pt x="737997" y="858011"/>
                  </a:lnTo>
                </a:path>
              </a:pathLst>
            </a:custGeom>
            <a:noFill/>
            <a:ln w="9525"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39" name="Google Shape;1839;p59"/>
            <p:cNvSpPr/>
            <p:nvPr/>
          </p:nvSpPr>
          <p:spPr>
            <a:xfrm>
              <a:off x="4483607" y="3304070"/>
              <a:ext cx="771525" cy="698500"/>
            </a:xfrm>
            <a:custGeom>
              <a:avLst/>
              <a:gdLst/>
              <a:ahLst/>
              <a:cxnLst/>
              <a:rect l="l" t="t" r="r" b="b"/>
              <a:pathLst>
                <a:path w="771525" h="698500" extrusionOk="0">
                  <a:moveTo>
                    <a:pt x="771105" y="0"/>
                  </a:moveTo>
                  <a:lnTo>
                    <a:pt x="0" y="0"/>
                  </a:lnTo>
                  <a:lnTo>
                    <a:pt x="0" y="697953"/>
                  </a:lnTo>
                  <a:lnTo>
                    <a:pt x="771105" y="697953"/>
                  </a:lnTo>
                  <a:lnTo>
                    <a:pt x="771105" y="0"/>
                  </a:lnTo>
                  <a:close/>
                </a:path>
              </a:pathLst>
            </a:custGeom>
            <a:solidFill>
              <a:srgbClr val="2E549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0" name="Google Shape;1840;p59"/>
            <p:cNvSpPr/>
            <p:nvPr/>
          </p:nvSpPr>
          <p:spPr>
            <a:xfrm>
              <a:off x="5254751" y="2645664"/>
              <a:ext cx="658495" cy="1356360"/>
            </a:xfrm>
            <a:custGeom>
              <a:avLst/>
              <a:gdLst/>
              <a:ahLst/>
              <a:cxnLst/>
              <a:rect l="l" t="t" r="r" b="b"/>
              <a:pathLst>
                <a:path w="658495" h="1356360" extrusionOk="0">
                  <a:moveTo>
                    <a:pt x="658368" y="0"/>
                  </a:moveTo>
                  <a:lnTo>
                    <a:pt x="0" y="658367"/>
                  </a:lnTo>
                  <a:lnTo>
                    <a:pt x="0" y="1356359"/>
                  </a:lnTo>
                  <a:lnTo>
                    <a:pt x="658368" y="697991"/>
                  </a:lnTo>
                  <a:lnTo>
                    <a:pt x="658368" y="0"/>
                  </a:lnTo>
                  <a:close/>
                </a:path>
              </a:pathLst>
            </a:custGeom>
            <a:solidFill>
              <a:srgbClr val="25447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1" name="Google Shape;1841;p59"/>
            <p:cNvSpPr/>
            <p:nvPr/>
          </p:nvSpPr>
          <p:spPr>
            <a:xfrm>
              <a:off x="4483607" y="2645664"/>
              <a:ext cx="1430020" cy="658495"/>
            </a:xfrm>
            <a:custGeom>
              <a:avLst/>
              <a:gdLst/>
              <a:ahLst/>
              <a:cxnLst/>
              <a:rect l="l" t="t" r="r" b="b"/>
              <a:pathLst>
                <a:path w="1430020" h="658495" extrusionOk="0">
                  <a:moveTo>
                    <a:pt x="1429512" y="0"/>
                  </a:moveTo>
                  <a:lnTo>
                    <a:pt x="658368" y="0"/>
                  </a:lnTo>
                  <a:lnTo>
                    <a:pt x="0" y="658367"/>
                  </a:lnTo>
                  <a:lnTo>
                    <a:pt x="771144" y="658367"/>
                  </a:lnTo>
                  <a:lnTo>
                    <a:pt x="1429512" y="0"/>
                  </a:lnTo>
                  <a:close/>
                </a:path>
              </a:pathLst>
            </a:custGeom>
            <a:solidFill>
              <a:srgbClr val="5776A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2" name="Google Shape;1842;p59"/>
            <p:cNvSpPr/>
            <p:nvPr/>
          </p:nvSpPr>
          <p:spPr>
            <a:xfrm>
              <a:off x="4483607" y="2645664"/>
              <a:ext cx="1430020" cy="1356360"/>
            </a:xfrm>
            <a:custGeom>
              <a:avLst/>
              <a:gdLst/>
              <a:ahLst/>
              <a:cxnLst/>
              <a:rect l="l" t="t" r="r" b="b"/>
              <a:pathLst>
                <a:path w="1430020" h="1356360" extrusionOk="0">
                  <a:moveTo>
                    <a:pt x="0" y="658367"/>
                  </a:moveTo>
                  <a:lnTo>
                    <a:pt x="658368" y="0"/>
                  </a:lnTo>
                  <a:lnTo>
                    <a:pt x="1429512" y="0"/>
                  </a:lnTo>
                  <a:lnTo>
                    <a:pt x="1429512" y="697991"/>
                  </a:lnTo>
                  <a:lnTo>
                    <a:pt x="771144" y="1356359"/>
                  </a:lnTo>
                  <a:lnTo>
                    <a:pt x="0" y="1356359"/>
                  </a:lnTo>
                  <a:lnTo>
                    <a:pt x="0" y="658367"/>
                  </a:lnTo>
                  <a:close/>
                </a:path>
                <a:path w="1430020" h="1356360" extrusionOk="0">
                  <a:moveTo>
                    <a:pt x="0" y="658367"/>
                  </a:moveTo>
                  <a:lnTo>
                    <a:pt x="771144" y="658367"/>
                  </a:lnTo>
                  <a:lnTo>
                    <a:pt x="1429512" y="0"/>
                  </a:lnTo>
                </a:path>
                <a:path w="1430020" h="1356360" extrusionOk="0">
                  <a:moveTo>
                    <a:pt x="771144" y="658367"/>
                  </a:moveTo>
                  <a:lnTo>
                    <a:pt x="771144" y="1356359"/>
                  </a:lnTo>
                </a:path>
              </a:pathLst>
            </a:custGeom>
            <a:noFill/>
            <a:ln w="9525"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3" name="Google Shape;1843;p59"/>
            <p:cNvSpPr/>
            <p:nvPr/>
          </p:nvSpPr>
          <p:spPr>
            <a:xfrm>
              <a:off x="6929628" y="3305594"/>
              <a:ext cx="771525" cy="698500"/>
            </a:xfrm>
            <a:custGeom>
              <a:avLst/>
              <a:gdLst/>
              <a:ahLst/>
              <a:cxnLst/>
              <a:rect l="l" t="t" r="r" b="b"/>
              <a:pathLst>
                <a:path w="771525" h="698500" extrusionOk="0">
                  <a:moveTo>
                    <a:pt x="771105" y="0"/>
                  </a:moveTo>
                  <a:lnTo>
                    <a:pt x="0" y="0"/>
                  </a:lnTo>
                  <a:lnTo>
                    <a:pt x="0" y="697953"/>
                  </a:lnTo>
                  <a:lnTo>
                    <a:pt x="771105" y="697953"/>
                  </a:lnTo>
                  <a:lnTo>
                    <a:pt x="771105" y="0"/>
                  </a:lnTo>
                  <a:close/>
                </a:path>
              </a:pathLst>
            </a:custGeom>
            <a:solidFill>
              <a:srgbClr val="2E549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4" name="Google Shape;1844;p59"/>
            <p:cNvSpPr/>
            <p:nvPr/>
          </p:nvSpPr>
          <p:spPr>
            <a:xfrm>
              <a:off x="7700771" y="2647188"/>
              <a:ext cx="658495" cy="1356360"/>
            </a:xfrm>
            <a:custGeom>
              <a:avLst/>
              <a:gdLst/>
              <a:ahLst/>
              <a:cxnLst/>
              <a:rect l="l" t="t" r="r" b="b"/>
              <a:pathLst>
                <a:path w="658495" h="1356360" extrusionOk="0">
                  <a:moveTo>
                    <a:pt x="658368" y="0"/>
                  </a:moveTo>
                  <a:lnTo>
                    <a:pt x="0" y="658368"/>
                  </a:lnTo>
                  <a:lnTo>
                    <a:pt x="0" y="1356360"/>
                  </a:lnTo>
                  <a:lnTo>
                    <a:pt x="658368" y="697992"/>
                  </a:lnTo>
                  <a:lnTo>
                    <a:pt x="658368" y="0"/>
                  </a:lnTo>
                  <a:close/>
                </a:path>
              </a:pathLst>
            </a:custGeom>
            <a:solidFill>
              <a:srgbClr val="25447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5" name="Google Shape;1845;p59"/>
            <p:cNvSpPr/>
            <p:nvPr/>
          </p:nvSpPr>
          <p:spPr>
            <a:xfrm>
              <a:off x="6929628" y="2647188"/>
              <a:ext cx="1430020" cy="658495"/>
            </a:xfrm>
            <a:custGeom>
              <a:avLst/>
              <a:gdLst/>
              <a:ahLst/>
              <a:cxnLst/>
              <a:rect l="l" t="t" r="r" b="b"/>
              <a:pathLst>
                <a:path w="1430020" h="658495" extrusionOk="0">
                  <a:moveTo>
                    <a:pt x="1429512" y="0"/>
                  </a:moveTo>
                  <a:lnTo>
                    <a:pt x="658368" y="0"/>
                  </a:lnTo>
                  <a:lnTo>
                    <a:pt x="0" y="658368"/>
                  </a:lnTo>
                  <a:lnTo>
                    <a:pt x="771144" y="658368"/>
                  </a:lnTo>
                  <a:lnTo>
                    <a:pt x="1429512" y="0"/>
                  </a:lnTo>
                  <a:close/>
                </a:path>
              </a:pathLst>
            </a:custGeom>
            <a:solidFill>
              <a:srgbClr val="5776A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46" name="Google Shape;1846;p59"/>
            <p:cNvSpPr/>
            <p:nvPr/>
          </p:nvSpPr>
          <p:spPr>
            <a:xfrm>
              <a:off x="6929628" y="2647188"/>
              <a:ext cx="1430020" cy="1356360"/>
            </a:xfrm>
            <a:custGeom>
              <a:avLst/>
              <a:gdLst/>
              <a:ahLst/>
              <a:cxnLst/>
              <a:rect l="l" t="t" r="r" b="b"/>
              <a:pathLst>
                <a:path w="1430020" h="1356360" extrusionOk="0">
                  <a:moveTo>
                    <a:pt x="0" y="658368"/>
                  </a:moveTo>
                  <a:lnTo>
                    <a:pt x="658368" y="0"/>
                  </a:lnTo>
                  <a:lnTo>
                    <a:pt x="1429512" y="0"/>
                  </a:lnTo>
                  <a:lnTo>
                    <a:pt x="1429512" y="697992"/>
                  </a:lnTo>
                  <a:lnTo>
                    <a:pt x="771144" y="1356360"/>
                  </a:lnTo>
                  <a:lnTo>
                    <a:pt x="0" y="1356360"/>
                  </a:lnTo>
                  <a:lnTo>
                    <a:pt x="0" y="658368"/>
                  </a:lnTo>
                  <a:close/>
                </a:path>
                <a:path w="1430020" h="1356360" extrusionOk="0">
                  <a:moveTo>
                    <a:pt x="0" y="658368"/>
                  </a:moveTo>
                  <a:lnTo>
                    <a:pt x="771144" y="658368"/>
                  </a:lnTo>
                  <a:lnTo>
                    <a:pt x="1429512" y="0"/>
                  </a:lnTo>
                </a:path>
                <a:path w="1430020" h="1356360" extrusionOk="0">
                  <a:moveTo>
                    <a:pt x="771144" y="658368"/>
                  </a:moveTo>
                  <a:lnTo>
                    <a:pt x="771144" y="1356360"/>
                  </a:lnTo>
                </a:path>
              </a:pathLst>
            </a:custGeom>
            <a:noFill/>
            <a:ln w="9525"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847" name="Google Shape;1847;p59"/>
          <p:cNvSpPr txBox="1"/>
          <p:nvPr/>
        </p:nvSpPr>
        <p:spPr>
          <a:xfrm>
            <a:off x="3298952" y="5595620"/>
            <a:ext cx="1142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Expansion</a:t>
            </a:r>
            <a:endParaRPr sz="1800" b="0" i="0" u="none" strike="noStrike" cap="none">
              <a:solidFill>
                <a:srgbClr val="000000"/>
              </a:solidFill>
              <a:latin typeface="Cambria"/>
              <a:ea typeface="Cambria"/>
              <a:cs typeface="Cambria"/>
              <a:sym typeface="Cambria"/>
            </a:endParaRPr>
          </a:p>
        </p:txBody>
      </p:sp>
      <p:grpSp>
        <p:nvGrpSpPr>
          <p:cNvPr id="1848" name="Google Shape;1848;p59"/>
          <p:cNvGrpSpPr/>
          <p:nvPr/>
        </p:nvGrpSpPr>
        <p:grpSpPr>
          <a:xfrm>
            <a:off x="1123950" y="1448561"/>
            <a:ext cx="10231120" cy="4570730"/>
            <a:chOff x="1123950" y="1448561"/>
            <a:chExt cx="10231120" cy="4570730"/>
          </a:xfrm>
        </p:grpSpPr>
        <p:sp>
          <p:nvSpPr>
            <p:cNvPr id="1849" name="Google Shape;1849;p59"/>
            <p:cNvSpPr/>
            <p:nvPr/>
          </p:nvSpPr>
          <p:spPr>
            <a:xfrm>
              <a:off x="1123950" y="1448561"/>
              <a:ext cx="10231120" cy="4570730"/>
            </a:xfrm>
            <a:custGeom>
              <a:avLst/>
              <a:gdLst/>
              <a:ahLst/>
              <a:cxnLst/>
              <a:rect l="l" t="t" r="r" b="b"/>
              <a:pathLst>
                <a:path w="10231120" h="4570730" extrusionOk="0">
                  <a:moveTo>
                    <a:pt x="0" y="761746"/>
                  </a:moveTo>
                  <a:lnTo>
                    <a:pt x="1498" y="713566"/>
                  </a:lnTo>
                  <a:lnTo>
                    <a:pt x="5934" y="666184"/>
                  </a:lnTo>
                  <a:lnTo>
                    <a:pt x="13218" y="619688"/>
                  </a:lnTo>
                  <a:lnTo>
                    <a:pt x="23261" y="574167"/>
                  </a:lnTo>
                  <a:lnTo>
                    <a:pt x="35974" y="529711"/>
                  </a:lnTo>
                  <a:lnTo>
                    <a:pt x="51267" y="486409"/>
                  </a:lnTo>
                  <a:lnTo>
                    <a:pt x="69053" y="444350"/>
                  </a:lnTo>
                  <a:lnTo>
                    <a:pt x="89240" y="403623"/>
                  </a:lnTo>
                  <a:lnTo>
                    <a:pt x="111741" y="364317"/>
                  </a:lnTo>
                  <a:lnTo>
                    <a:pt x="136465" y="326522"/>
                  </a:lnTo>
                  <a:lnTo>
                    <a:pt x="163325" y="290326"/>
                  </a:lnTo>
                  <a:lnTo>
                    <a:pt x="192230" y="255819"/>
                  </a:lnTo>
                  <a:lnTo>
                    <a:pt x="223091" y="223091"/>
                  </a:lnTo>
                  <a:lnTo>
                    <a:pt x="255819" y="192230"/>
                  </a:lnTo>
                  <a:lnTo>
                    <a:pt x="290326" y="163325"/>
                  </a:lnTo>
                  <a:lnTo>
                    <a:pt x="326522" y="136465"/>
                  </a:lnTo>
                  <a:lnTo>
                    <a:pt x="364317" y="111741"/>
                  </a:lnTo>
                  <a:lnTo>
                    <a:pt x="403623" y="89240"/>
                  </a:lnTo>
                  <a:lnTo>
                    <a:pt x="444350" y="69053"/>
                  </a:lnTo>
                  <a:lnTo>
                    <a:pt x="486409" y="51267"/>
                  </a:lnTo>
                  <a:lnTo>
                    <a:pt x="529711" y="35974"/>
                  </a:lnTo>
                  <a:lnTo>
                    <a:pt x="574167" y="23261"/>
                  </a:lnTo>
                  <a:lnTo>
                    <a:pt x="619688" y="13218"/>
                  </a:lnTo>
                  <a:lnTo>
                    <a:pt x="666184" y="5934"/>
                  </a:lnTo>
                  <a:lnTo>
                    <a:pt x="713566" y="1498"/>
                  </a:lnTo>
                  <a:lnTo>
                    <a:pt x="761746" y="0"/>
                  </a:lnTo>
                  <a:lnTo>
                    <a:pt x="9468866" y="0"/>
                  </a:lnTo>
                  <a:lnTo>
                    <a:pt x="9517045" y="1498"/>
                  </a:lnTo>
                  <a:lnTo>
                    <a:pt x="9564427" y="5934"/>
                  </a:lnTo>
                  <a:lnTo>
                    <a:pt x="9610923" y="13218"/>
                  </a:lnTo>
                  <a:lnTo>
                    <a:pt x="9656444" y="23261"/>
                  </a:lnTo>
                  <a:lnTo>
                    <a:pt x="9700900" y="35974"/>
                  </a:lnTo>
                  <a:lnTo>
                    <a:pt x="9744202" y="51267"/>
                  </a:lnTo>
                  <a:lnTo>
                    <a:pt x="9786261" y="69053"/>
                  </a:lnTo>
                  <a:lnTo>
                    <a:pt x="9826988" y="89240"/>
                  </a:lnTo>
                  <a:lnTo>
                    <a:pt x="9866294" y="111741"/>
                  </a:lnTo>
                  <a:lnTo>
                    <a:pt x="9904089" y="136465"/>
                  </a:lnTo>
                  <a:lnTo>
                    <a:pt x="9940285" y="163325"/>
                  </a:lnTo>
                  <a:lnTo>
                    <a:pt x="9974792" y="192230"/>
                  </a:lnTo>
                  <a:lnTo>
                    <a:pt x="10007520" y="223091"/>
                  </a:lnTo>
                  <a:lnTo>
                    <a:pt x="10038381" y="255819"/>
                  </a:lnTo>
                  <a:lnTo>
                    <a:pt x="10067286" y="290326"/>
                  </a:lnTo>
                  <a:lnTo>
                    <a:pt x="10094146" y="326522"/>
                  </a:lnTo>
                  <a:lnTo>
                    <a:pt x="10118870" y="364317"/>
                  </a:lnTo>
                  <a:lnTo>
                    <a:pt x="10141371" y="403623"/>
                  </a:lnTo>
                  <a:lnTo>
                    <a:pt x="10161558" y="444350"/>
                  </a:lnTo>
                  <a:lnTo>
                    <a:pt x="10179344" y="486409"/>
                  </a:lnTo>
                  <a:lnTo>
                    <a:pt x="10194637" y="529711"/>
                  </a:lnTo>
                  <a:lnTo>
                    <a:pt x="10207350" y="574167"/>
                  </a:lnTo>
                  <a:lnTo>
                    <a:pt x="10217393" y="619688"/>
                  </a:lnTo>
                  <a:lnTo>
                    <a:pt x="10224677" y="666184"/>
                  </a:lnTo>
                  <a:lnTo>
                    <a:pt x="10229113" y="713566"/>
                  </a:lnTo>
                  <a:lnTo>
                    <a:pt x="10230612" y="761746"/>
                  </a:lnTo>
                  <a:lnTo>
                    <a:pt x="10230612" y="3808729"/>
                  </a:lnTo>
                  <a:lnTo>
                    <a:pt x="10229113" y="3856903"/>
                  </a:lnTo>
                  <a:lnTo>
                    <a:pt x="10224677" y="3904281"/>
                  </a:lnTo>
                  <a:lnTo>
                    <a:pt x="10217393" y="3950773"/>
                  </a:lnTo>
                  <a:lnTo>
                    <a:pt x="10207350" y="3996291"/>
                  </a:lnTo>
                  <a:lnTo>
                    <a:pt x="10194637" y="4040745"/>
                  </a:lnTo>
                  <a:lnTo>
                    <a:pt x="10179344" y="4084045"/>
                  </a:lnTo>
                  <a:lnTo>
                    <a:pt x="10161558" y="4126103"/>
                  </a:lnTo>
                  <a:lnTo>
                    <a:pt x="10141371" y="4166830"/>
                  </a:lnTo>
                  <a:lnTo>
                    <a:pt x="10118870" y="4206136"/>
                  </a:lnTo>
                  <a:lnTo>
                    <a:pt x="10094146" y="4243931"/>
                  </a:lnTo>
                  <a:lnTo>
                    <a:pt x="10067286" y="4280127"/>
                  </a:lnTo>
                  <a:lnTo>
                    <a:pt x="10038381" y="4314635"/>
                  </a:lnTo>
                  <a:lnTo>
                    <a:pt x="10007520" y="4347365"/>
                  </a:lnTo>
                  <a:lnTo>
                    <a:pt x="9974792" y="4378228"/>
                  </a:lnTo>
                  <a:lnTo>
                    <a:pt x="9940285" y="4407135"/>
                  </a:lnTo>
                  <a:lnTo>
                    <a:pt x="9904089" y="4433996"/>
                  </a:lnTo>
                  <a:lnTo>
                    <a:pt x="9866294" y="4458722"/>
                  </a:lnTo>
                  <a:lnTo>
                    <a:pt x="9826988" y="4481225"/>
                  </a:lnTo>
                  <a:lnTo>
                    <a:pt x="9786261" y="4501414"/>
                  </a:lnTo>
                  <a:lnTo>
                    <a:pt x="9744202" y="4519201"/>
                  </a:lnTo>
                  <a:lnTo>
                    <a:pt x="9700900" y="4534497"/>
                  </a:lnTo>
                  <a:lnTo>
                    <a:pt x="9656444" y="4547211"/>
                  </a:lnTo>
                  <a:lnTo>
                    <a:pt x="9610923" y="4557255"/>
                  </a:lnTo>
                  <a:lnTo>
                    <a:pt x="9564427" y="4564540"/>
                  </a:lnTo>
                  <a:lnTo>
                    <a:pt x="9517045" y="4568977"/>
                  </a:lnTo>
                  <a:lnTo>
                    <a:pt x="9468866" y="4570476"/>
                  </a:lnTo>
                  <a:lnTo>
                    <a:pt x="761746" y="4570476"/>
                  </a:lnTo>
                  <a:lnTo>
                    <a:pt x="713566" y="4568977"/>
                  </a:lnTo>
                  <a:lnTo>
                    <a:pt x="666184" y="4564540"/>
                  </a:lnTo>
                  <a:lnTo>
                    <a:pt x="619688" y="4557255"/>
                  </a:lnTo>
                  <a:lnTo>
                    <a:pt x="574167" y="4547211"/>
                  </a:lnTo>
                  <a:lnTo>
                    <a:pt x="529711" y="4534497"/>
                  </a:lnTo>
                  <a:lnTo>
                    <a:pt x="486409" y="4519201"/>
                  </a:lnTo>
                  <a:lnTo>
                    <a:pt x="444350" y="4501414"/>
                  </a:lnTo>
                  <a:lnTo>
                    <a:pt x="403623" y="4481225"/>
                  </a:lnTo>
                  <a:lnTo>
                    <a:pt x="364317" y="4458722"/>
                  </a:lnTo>
                  <a:lnTo>
                    <a:pt x="326522" y="4433996"/>
                  </a:lnTo>
                  <a:lnTo>
                    <a:pt x="290326" y="4407135"/>
                  </a:lnTo>
                  <a:lnTo>
                    <a:pt x="255819" y="4378228"/>
                  </a:lnTo>
                  <a:lnTo>
                    <a:pt x="223091" y="4347365"/>
                  </a:lnTo>
                  <a:lnTo>
                    <a:pt x="192230" y="4314635"/>
                  </a:lnTo>
                  <a:lnTo>
                    <a:pt x="163325" y="4280127"/>
                  </a:lnTo>
                  <a:lnTo>
                    <a:pt x="136465" y="4243931"/>
                  </a:lnTo>
                  <a:lnTo>
                    <a:pt x="111741" y="4206136"/>
                  </a:lnTo>
                  <a:lnTo>
                    <a:pt x="89240" y="4166830"/>
                  </a:lnTo>
                  <a:lnTo>
                    <a:pt x="69053" y="4126103"/>
                  </a:lnTo>
                  <a:lnTo>
                    <a:pt x="51267" y="4084045"/>
                  </a:lnTo>
                  <a:lnTo>
                    <a:pt x="35974" y="4040745"/>
                  </a:lnTo>
                  <a:lnTo>
                    <a:pt x="23261" y="3996291"/>
                  </a:lnTo>
                  <a:lnTo>
                    <a:pt x="13218" y="3950773"/>
                  </a:lnTo>
                  <a:lnTo>
                    <a:pt x="5934" y="3904281"/>
                  </a:lnTo>
                  <a:lnTo>
                    <a:pt x="1498" y="3856903"/>
                  </a:lnTo>
                  <a:lnTo>
                    <a:pt x="0" y="3808729"/>
                  </a:lnTo>
                  <a:lnTo>
                    <a:pt x="0" y="761746"/>
                  </a:lnTo>
                  <a:close/>
                </a:path>
              </a:pathLst>
            </a:custGeom>
            <a:noFill/>
            <a:ln w="22225" cap="flat" cmpd="sng">
              <a:solidFill>
                <a:srgbClr val="FD4D4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0" name="Google Shape;1850;p59"/>
            <p:cNvSpPr/>
            <p:nvPr/>
          </p:nvSpPr>
          <p:spPr>
            <a:xfrm>
              <a:off x="6227826" y="4609337"/>
              <a:ext cx="523240" cy="523240"/>
            </a:xfrm>
            <a:custGeom>
              <a:avLst/>
              <a:gdLst/>
              <a:ahLst/>
              <a:cxnLst/>
              <a:rect l="l" t="t" r="r" b="b"/>
              <a:pathLst>
                <a:path w="523240" h="523239" extrusionOk="0">
                  <a:moveTo>
                    <a:pt x="522732" y="0"/>
                  </a:moveTo>
                  <a:lnTo>
                    <a:pt x="0" y="0"/>
                  </a:lnTo>
                  <a:lnTo>
                    <a:pt x="0" y="164592"/>
                  </a:lnTo>
                  <a:lnTo>
                    <a:pt x="0" y="313944"/>
                  </a:lnTo>
                  <a:lnTo>
                    <a:pt x="0" y="522732"/>
                  </a:lnTo>
                  <a:lnTo>
                    <a:pt x="522732" y="522732"/>
                  </a:lnTo>
                  <a:lnTo>
                    <a:pt x="522732" y="313944"/>
                  </a:lnTo>
                  <a:lnTo>
                    <a:pt x="522732" y="164592"/>
                  </a:lnTo>
                  <a:lnTo>
                    <a:pt x="522732"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1" name="Google Shape;1851;p59"/>
            <p:cNvSpPr/>
            <p:nvPr/>
          </p:nvSpPr>
          <p:spPr>
            <a:xfrm>
              <a:off x="6227826" y="4609338"/>
              <a:ext cx="523240" cy="523240"/>
            </a:xfrm>
            <a:custGeom>
              <a:avLst/>
              <a:gdLst/>
              <a:ahLst/>
              <a:cxnLst/>
              <a:rect l="l" t="t" r="r" b="b"/>
              <a:pathLst>
                <a:path w="523240" h="523239" extrusionOk="0">
                  <a:moveTo>
                    <a:pt x="0" y="522731"/>
                  </a:moveTo>
                  <a:lnTo>
                    <a:pt x="522731" y="522731"/>
                  </a:lnTo>
                  <a:lnTo>
                    <a:pt x="522731" y="0"/>
                  </a:lnTo>
                  <a:lnTo>
                    <a:pt x="0" y="0"/>
                  </a:lnTo>
                  <a:lnTo>
                    <a:pt x="0" y="52273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2" name="Google Shape;1852;p59"/>
            <p:cNvSpPr/>
            <p:nvPr/>
          </p:nvSpPr>
          <p:spPr>
            <a:xfrm>
              <a:off x="6403403" y="4598288"/>
              <a:ext cx="0" cy="175895"/>
            </a:xfrm>
            <a:custGeom>
              <a:avLst/>
              <a:gdLst/>
              <a:ahLst/>
              <a:cxnLst/>
              <a:rect l="l" t="t" r="r" b="b"/>
              <a:pathLst>
                <a:path w="120000" h="175895" extrusionOk="0">
                  <a:moveTo>
                    <a:pt x="0" y="0"/>
                  </a:moveTo>
                  <a:lnTo>
                    <a:pt x="0" y="175641"/>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3" name="Google Shape;1853;p59"/>
            <p:cNvSpPr/>
            <p:nvPr/>
          </p:nvSpPr>
          <p:spPr>
            <a:xfrm>
              <a:off x="6574028" y="4598288"/>
              <a:ext cx="0" cy="175895"/>
            </a:xfrm>
            <a:custGeom>
              <a:avLst/>
              <a:gdLst/>
              <a:ahLst/>
              <a:cxnLst/>
              <a:rect l="l" t="t" r="r" b="b"/>
              <a:pathLst>
                <a:path w="120000" h="175895" extrusionOk="0">
                  <a:moveTo>
                    <a:pt x="0" y="0"/>
                  </a:moveTo>
                  <a:lnTo>
                    <a:pt x="0" y="175641"/>
                  </a:lnTo>
                </a:path>
              </a:pathLst>
            </a:custGeom>
            <a:noFill/>
            <a:ln w="22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4" name="Google Shape;1854;p59"/>
            <p:cNvSpPr/>
            <p:nvPr/>
          </p:nvSpPr>
          <p:spPr>
            <a:xfrm>
              <a:off x="6218301" y="4762563"/>
              <a:ext cx="541655" cy="32384"/>
            </a:xfrm>
            <a:custGeom>
              <a:avLst/>
              <a:gdLst/>
              <a:ahLst/>
              <a:cxnLst/>
              <a:rect l="l" t="t" r="r" b="b"/>
              <a:pathLst>
                <a:path w="541654" h="32385" extrusionOk="0">
                  <a:moveTo>
                    <a:pt x="541655" y="0"/>
                  </a:moveTo>
                  <a:lnTo>
                    <a:pt x="0" y="0"/>
                  </a:lnTo>
                  <a:lnTo>
                    <a:pt x="0" y="11366"/>
                  </a:lnTo>
                  <a:lnTo>
                    <a:pt x="0" y="20828"/>
                  </a:lnTo>
                  <a:lnTo>
                    <a:pt x="0" y="32194"/>
                  </a:lnTo>
                  <a:lnTo>
                    <a:pt x="541655" y="32194"/>
                  </a:lnTo>
                  <a:lnTo>
                    <a:pt x="541655" y="20828"/>
                  </a:lnTo>
                  <a:lnTo>
                    <a:pt x="541655" y="11366"/>
                  </a:lnTo>
                  <a:lnTo>
                    <a:pt x="541655"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5" name="Google Shape;1855;p59"/>
            <p:cNvSpPr/>
            <p:nvPr/>
          </p:nvSpPr>
          <p:spPr>
            <a:xfrm>
              <a:off x="6585965" y="4940363"/>
              <a:ext cx="173990" cy="0"/>
            </a:xfrm>
            <a:custGeom>
              <a:avLst/>
              <a:gdLst/>
              <a:ahLst/>
              <a:cxnLst/>
              <a:rect l="l" t="t" r="r" b="b"/>
              <a:pathLst>
                <a:path w="173990" h="120000" extrusionOk="0">
                  <a:moveTo>
                    <a:pt x="0" y="0"/>
                  </a:moveTo>
                  <a:lnTo>
                    <a:pt x="173989" y="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6" name="Google Shape;1856;p59"/>
            <p:cNvSpPr/>
            <p:nvPr/>
          </p:nvSpPr>
          <p:spPr>
            <a:xfrm>
              <a:off x="6064758" y="4773929"/>
              <a:ext cx="521334" cy="525780"/>
            </a:xfrm>
            <a:custGeom>
              <a:avLst/>
              <a:gdLst/>
              <a:ahLst/>
              <a:cxnLst/>
              <a:rect l="l" t="t" r="r" b="b"/>
              <a:pathLst>
                <a:path w="521334" h="525779" extrusionOk="0">
                  <a:moveTo>
                    <a:pt x="521208" y="0"/>
                  </a:moveTo>
                  <a:lnTo>
                    <a:pt x="0" y="0"/>
                  </a:lnTo>
                  <a:lnTo>
                    <a:pt x="0" y="149352"/>
                  </a:lnTo>
                  <a:lnTo>
                    <a:pt x="0" y="525780"/>
                  </a:lnTo>
                  <a:lnTo>
                    <a:pt x="521208" y="525780"/>
                  </a:lnTo>
                  <a:lnTo>
                    <a:pt x="521208" y="149352"/>
                  </a:lnTo>
                  <a:lnTo>
                    <a:pt x="521208"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7" name="Google Shape;1857;p59"/>
            <p:cNvSpPr/>
            <p:nvPr/>
          </p:nvSpPr>
          <p:spPr>
            <a:xfrm>
              <a:off x="6064758" y="4773929"/>
              <a:ext cx="521334" cy="525780"/>
            </a:xfrm>
            <a:custGeom>
              <a:avLst/>
              <a:gdLst/>
              <a:ahLst/>
              <a:cxnLst/>
              <a:rect l="l" t="t" r="r" b="b"/>
              <a:pathLst>
                <a:path w="521334" h="525779" extrusionOk="0">
                  <a:moveTo>
                    <a:pt x="0" y="525780"/>
                  </a:moveTo>
                  <a:lnTo>
                    <a:pt x="521208" y="525780"/>
                  </a:lnTo>
                  <a:lnTo>
                    <a:pt x="521208" y="0"/>
                  </a:lnTo>
                  <a:lnTo>
                    <a:pt x="0" y="0"/>
                  </a:lnTo>
                  <a:lnTo>
                    <a:pt x="0" y="52578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8" name="Google Shape;1858;p59"/>
            <p:cNvSpPr/>
            <p:nvPr/>
          </p:nvSpPr>
          <p:spPr>
            <a:xfrm>
              <a:off x="6240335" y="4762880"/>
              <a:ext cx="170815" cy="549275"/>
            </a:xfrm>
            <a:custGeom>
              <a:avLst/>
              <a:gdLst/>
              <a:ahLst/>
              <a:cxnLst/>
              <a:rect l="l" t="t" r="r" b="b"/>
              <a:pathLst>
                <a:path w="170814" h="549275" extrusionOk="0">
                  <a:moveTo>
                    <a:pt x="0" y="0"/>
                  </a:moveTo>
                  <a:lnTo>
                    <a:pt x="0" y="160401"/>
                  </a:lnTo>
                </a:path>
                <a:path w="170814" h="549275" extrusionOk="0">
                  <a:moveTo>
                    <a:pt x="170688" y="160401"/>
                  </a:moveTo>
                  <a:lnTo>
                    <a:pt x="170688" y="548767"/>
                  </a:lnTo>
                </a:path>
                <a:path w="170814" h="549275" extrusionOk="0">
                  <a:moveTo>
                    <a:pt x="170688" y="0"/>
                  </a:moveTo>
                  <a:lnTo>
                    <a:pt x="170688" y="160401"/>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59" name="Google Shape;1859;p59"/>
            <p:cNvSpPr/>
            <p:nvPr/>
          </p:nvSpPr>
          <p:spPr>
            <a:xfrm>
              <a:off x="6419850" y="4949507"/>
              <a:ext cx="177165" cy="157480"/>
            </a:xfrm>
            <a:custGeom>
              <a:avLst/>
              <a:gdLst/>
              <a:ahLst/>
              <a:cxnLst/>
              <a:rect l="l" t="t" r="r" b="b"/>
              <a:pathLst>
                <a:path w="177165" h="157479" extrusionOk="0">
                  <a:moveTo>
                    <a:pt x="0" y="0"/>
                  </a:moveTo>
                  <a:lnTo>
                    <a:pt x="177038" y="0"/>
                  </a:lnTo>
                </a:path>
                <a:path w="177165" h="157479" extrusionOk="0">
                  <a:moveTo>
                    <a:pt x="0" y="156971"/>
                  </a:moveTo>
                  <a:lnTo>
                    <a:pt x="177038" y="156971"/>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0" name="Google Shape;1860;p59"/>
            <p:cNvSpPr/>
            <p:nvPr/>
          </p:nvSpPr>
          <p:spPr>
            <a:xfrm>
              <a:off x="5886450" y="4923282"/>
              <a:ext cx="533400" cy="528955"/>
            </a:xfrm>
            <a:custGeom>
              <a:avLst/>
              <a:gdLst/>
              <a:ahLst/>
              <a:cxnLst/>
              <a:rect l="l" t="t" r="r" b="b"/>
              <a:pathLst>
                <a:path w="533400" h="528954" extrusionOk="0">
                  <a:moveTo>
                    <a:pt x="533400" y="0"/>
                  </a:moveTo>
                  <a:lnTo>
                    <a:pt x="0" y="0"/>
                  </a:lnTo>
                  <a:lnTo>
                    <a:pt x="0" y="528828"/>
                  </a:lnTo>
                  <a:lnTo>
                    <a:pt x="533400" y="528828"/>
                  </a:lnTo>
                  <a:lnTo>
                    <a:pt x="533400"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1" name="Google Shape;1861;p59"/>
            <p:cNvSpPr/>
            <p:nvPr/>
          </p:nvSpPr>
          <p:spPr>
            <a:xfrm>
              <a:off x="5886450" y="4923282"/>
              <a:ext cx="533400" cy="528955"/>
            </a:xfrm>
            <a:custGeom>
              <a:avLst/>
              <a:gdLst/>
              <a:ahLst/>
              <a:cxnLst/>
              <a:rect l="l" t="t" r="r" b="b"/>
              <a:pathLst>
                <a:path w="533400" h="528954" extrusionOk="0">
                  <a:moveTo>
                    <a:pt x="0" y="528828"/>
                  </a:moveTo>
                  <a:lnTo>
                    <a:pt x="533400" y="528828"/>
                  </a:lnTo>
                  <a:lnTo>
                    <a:pt x="533400" y="0"/>
                  </a:lnTo>
                  <a:lnTo>
                    <a:pt x="0" y="0"/>
                  </a:lnTo>
                  <a:lnTo>
                    <a:pt x="0" y="52882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2" name="Google Shape;1862;p59"/>
            <p:cNvSpPr/>
            <p:nvPr/>
          </p:nvSpPr>
          <p:spPr>
            <a:xfrm>
              <a:off x="6063234" y="4921758"/>
              <a:ext cx="3810" cy="532765"/>
            </a:xfrm>
            <a:custGeom>
              <a:avLst/>
              <a:gdLst/>
              <a:ahLst/>
              <a:cxnLst/>
              <a:rect l="l" t="t" r="r" b="b"/>
              <a:pathLst>
                <a:path w="3810" h="532764" extrusionOk="0">
                  <a:moveTo>
                    <a:pt x="0" y="0"/>
                  </a:moveTo>
                  <a:lnTo>
                    <a:pt x="3682" y="53263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3" name="Google Shape;1863;p59"/>
            <p:cNvSpPr/>
            <p:nvPr/>
          </p:nvSpPr>
          <p:spPr>
            <a:xfrm>
              <a:off x="6238494" y="4921758"/>
              <a:ext cx="3810" cy="532765"/>
            </a:xfrm>
            <a:custGeom>
              <a:avLst/>
              <a:gdLst/>
              <a:ahLst/>
              <a:cxnLst/>
              <a:rect l="l" t="t" r="r" b="b"/>
              <a:pathLst>
                <a:path w="3810" h="532764" extrusionOk="0">
                  <a:moveTo>
                    <a:pt x="0" y="0"/>
                  </a:moveTo>
                  <a:lnTo>
                    <a:pt x="3682" y="53263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4" name="Google Shape;1864;p59"/>
            <p:cNvSpPr/>
            <p:nvPr/>
          </p:nvSpPr>
          <p:spPr>
            <a:xfrm>
              <a:off x="5886450" y="5097017"/>
              <a:ext cx="534670" cy="3810"/>
            </a:xfrm>
            <a:custGeom>
              <a:avLst/>
              <a:gdLst/>
              <a:ahLst/>
              <a:cxnLst/>
              <a:rect l="l" t="t" r="r" b="b"/>
              <a:pathLst>
                <a:path w="534670" h="3810" extrusionOk="0">
                  <a:moveTo>
                    <a:pt x="0" y="3682"/>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65" name="Google Shape;1865;p59"/>
            <p:cNvSpPr/>
            <p:nvPr/>
          </p:nvSpPr>
          <p:spPr>
            <a:xfrm>
              <a:off x="5886450" y="5257038"/>
              <a:ext cx="534670" cy="3810"/>
            </a:xfrm>
            <a:custGeom>
              <a:avLst/>
              <a:gdLst/>
              <a:ahLst/>
              <a:cxnLst/>
              <a:rect l="l" t="t" r="r" b="b"/>
              <a:pathLst>
                <a:path w="534670" h="3810" extrusionOk="0">
                  <a:moveTo>
                    <a:pt x="0" y="3683"/>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866" name="Google Shape;1866;p59"/>
          <p:cNvSpPr txBox="1"/>
          <p:nvPr/>
        </p:nvSpPr>
        <p:spPr>
          <a:xfrm>
            <a:off x="5806566" y="5591962"/>
            <a:ext cx="114744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Depthwise</a:t>
            </a:r>
            <a:endParaRPr sz="1800" b="0" i="0" u="none" strike="noStrike" cap="none">
              <a:solidFill>
                <a:srgbClr val="000000"/>
              </a:solidFill>
              <a:latin typeface="Cambria"/>
              <a:ea typeface="Cambria"/>
              <a:cs typeface="Cambria"/>
              <a:sym typeface="Cambria"/>
            </a:endParaRPr>
          </a:p>
        </p:txBody>
      </p:sp>
      <p:sp>
        <p:nvSpPr>
          <p:cNvPr id="1867" name="Google Shape;1867;p59"/>
          <p:cNvSpPr txBox="1"/>
          <p:nvPr/>
        </p:nvSpPr>
        <p:spPr>
          <a:xfrm>
            <a:off x="8314181" y="5565140"/>
            <a:ext cx="106172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Pointwise</a:t>
            </a:r>
            <a:endParaRPr sz="1800" b="0" i="0" u="none" strike="noStrike" cap="none">
              <a:solidFill>
                <a:srgbClr val="000000"/>
              </a:solidFill>
              <a:latin typeface="Cambria"/>
              <a:ea typeface="Cambria"/>
              <a:cs typeface="Cambria"/>
              <a:sym typeface="Cambria"/>
            </a:endParaRPr>
          </a:p>
        </p:txBody>
      </p:sp>
      <p:grpSp>
        <p:nvGrpSpPr>
          <p:cNvPr id="1868" name="Google Shape;1868;p59"/>
          <p:cNvGrpSpPr/>
          <p:nvPr/>
        </p:nvGrpSpPr>
        <p:grpSpPr>
          <a:xfrm>
            <a:off x="3640835" y="4764023"/>
            <a:ext cx="5476113" cy="532257"/>
            <a:chOff x="3640835" y="4764023"/>
            <a:chExt cx="5476113" cy="532257"/>
          </a:xfrm>
        </p:grpSpPr>
        <p:sp>
          <p:nvSpPr>
            <p:cNvPr id="1869" name="Google Shape;1869;p59"/>
            <p:cNvSpPr/>
            <p:nvPr/>
          </p:nvSpPr>
          <p:spPr>
            <a:xfrm>
              <a:off x="8887205" y="4772405"/>
              <a:ext cx="220979" cy="218440"/>
            </a:xfrm>
            <a:custGeom>
              <a:avLst/>
              <a:gdLst/>
              <a:ahLst/>
              <a:cxnLst/>
              <a:rect l="l" t="t" r="r" b="b"/>
              <a:pathLst>
                <a:path w="220979" h="218439" extrusionOk="0">
                  <a:moveTo>
                    <a:pt x="220979" y="0"/>
                  </a:moveTo>
                  <a:lnTo>
                    <a:pt x="0" y="0"/>
                  </a:lnTo>
                  <a:lnTo>
                    <a:pt x="0" y="217932"/>
                  </a:lnTo>
                  <a:lnTo>
                    <a:pt x="220979" y="217932"/>
                  </a:lnTo>
                  <a:lnTo>
                    <a:pt x="220979"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0" name="Google Shape;1870;p59"/>
            <p:cNvSpPr/>
            <p:nvPr/>
          </p:nvSpPr>
          <p:spPr>
            <a:xfrm>
              <a:off x="8887205" y="4772405"/>
              <a:ext cx="220979" cy="218440"/>
            </a:xfrm>
            <a:custGeom>
              <a:avLst/>
              <a:gdLst/>
              <a:ahLst/>
              <a:cxnLst/>
              <a:rect l="l" t="t" r="r" b="b"/>
              <a:pathLst>
                <a:path w="220979" h="218439" extrusionOk="0">
                  <a:moveTo>
                    <a:pt x="0" y="217932"/>
                  </a:moveTo>
                  <a:lnTo>
                    <a:pt x="220979" y="217932"/>
                  </a:lnTo>
                  <a:lnTo>
                    <a:pt x="220979" y="0"/>
                  </a:lnTo>
                  <a:lnTo>
                    <a:pt x="0" y="0"/>
                  </a:lnTo>
                  <a:lnTo>
                    <a:pt x="0" y="21793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1" name="Google Shape;1871;p59"/>
            <p:cNvSpPr/>
            <p:nvPr/>
          </p:nvSpPr>
          <p:spPr>
            <a:xfrm>
              <a:off x="8742426" y="4909565"/>
              <a:ext cx="220979" cy="218440"/>
            </a:xfrm>
            <a:custGeom>
              <a:avLst/>
              <a:gdLst/>
              <a:ahLst/>
              <a:cxnLst/>
              <a:rect l="l" t="t" r="r" b="b"/>
              <a:pathLst>
                <a:path w="220979" h="218439" extrusionOk="0">
                  <a:moveTo>
                    <a:pt x="220979" y="0"/>
                  </a:moveTo>
                  <a:lnTo>
                    <a:pt x="0" y="0"/>
                  </a:lnTo>
                  <a:lnTo>
                    <a:pt x="0" y="217931"/>
                  </a:lnTo>
                  <a:lnTo>
                    <a:pt x="220979" y="217931"/>
                  </a:lnTo>
                  <a:lnTo>
                    <a:pt x="220979"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2" name="Google Shape;1872;p59"/>
            <p:cNvSpPr/>
            <p:nvPr/>
          </p:nvSpPr>
          <p:spPr>
            <a:xfrm>
              <a:off x="8742426" y="4909565"/>
              <a:ext cx="220979" cy="218440"/>
            </a:xfrm>
            <a:custGeom>
              <a:avLst/>
              <a:gdLst/>
              <a:ahLst/>
              <a:cxnLst/>
              <a:rect l="l" t="t" r="r" b="b"/>
              <a:pathLst>
                <a:path w="220979" h="218439" extrusionOk="0">
                  <a:moveTo>
                    <a:pt x="0" y="217931"/>
                  </a:moveTo>
                  <a:lnTo>
                    <a:pt x="220979" y="217931"/>
                  </a:lnTo>
                  <a:lnTo>
                    <a:pt x="220979" y="0"/>
                  </a:lnTo>
                  <a:lnTo>
                    <a:pt x="0" y="0"/>
                  </a:lnTo>
                  <a:lnTo>
                    <a:pt x="0" y="21793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3" name="Google Shape;1873;p59"/>
            <p:cNvSpPr/>
            <p:nvPr/>
          </p:nvSpPr>
          <p:spPr>
            <a:xfrm>
              <a:off x="8574024" y="5062905"/>
              <a:ext cx="243840" cy="220979"/>
            </a:xfrm>
            <a:custGeom>
              <a:avLst/>
              <a:gdLst/>
              <a:ahLst/>
              <a:cxnLst/>
              <a:rect l="l" t="t" r="r" b="b"/>
              <a:pathLst>
                <a:path w="243840" h="220979" extrusionOk="0">
                  <a:moveTo>
                    <a:pt x="762" y="0"/>
                  </a:moveTo>
                  <a:lnTo>
                    <a:pt x="0" y="0"/>
                  </a:lnTo>
                  <a:lnTo>
                    <a:pt x="0" y="220802"/>
                  </a:lnTo>
                  <a:lnTo>
                    <a:pt x="762" y="220802"/>
                  </a:lnTo>
                  <a:lnTo>
                    <a:pt x="762" y="0"/>
                  </a:lnTo>
                  <a:close/>
                </a:path>
                <a:path w="243840" h="220979" extrusionOk="0">
                  <a:moveTo>
                    <a:pt x="243674" y="0"/>
                  </a:moveTo>
                  <a:lnTo>
                    <a:pt x="235458" y="0"/>
                  </a:lnTo>
                  <a:lnTo>
                    <a:pt x="235458" y="220802"/>
                  </a:lnTo>
                  <a:lnTo>
                    <a:pt x="243674" y="220802"/>
                  </a:lnTo>
                  <a:lnTo>
                    <a:pt x="243674"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4" name="Google Shape;1874;p59"/>
            <p:cNvSpPr/>
            <p:nvPr/>
          </p:nvSpPr>
          <p:spPr>
            <a:xfrm>
              <a:off x="8817736" y="4764023"/>
              <a:ext cx="299085" cy="520065"/>
            </a:xfrm>
            <a:custGeom>
              <a:avLst/>
              <a:gdLst/>
              <a:ahLst/>
              <a:cxnLst/>
              <a:rect l="l" t="t" r="r" b="b"/>
              <a:pathLst>
                <a:path w="299084" h="520064" extrusionOk="0">
                  <a:moveTo>
                    <a:pt x="298831" y="0"/>
                  </a:moveTo>
                  <a:lnTo>
                    <a:pt x="0" y="298831"/>
                  </a:lnTo>
                  <a:lnTo>
                    <a:pt x="0" y="519684"/>
                  </a:lnTo>
                  <a:lnTo>
                    <a:pt x="298831" y="220853"/>
                  </a:lnTo>
                  <a:lnTo>
                    <a:pt x="298831"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5" name="Google Shape;1875;p59"/>
            <p:cNvSpPr/>
            <p:nvPr/>
          </p:nvSpPr>
          <p:spPr>
            <a:xfrm>
              <a:off x="8574023" y="4764023"/>
              <a:ext cx="542925" cy="299085"/>
            </a:xfrm>
            <a:custGeom>
              <a:avLst/>
              <a:gdLst/>
              <a:ahLst/>
              <a:cxnLst/>
              <a:rect l="l" t="t" r="r" b="b"/>
              <a:pathLst>
                <a:path w="542925" h="299085" extrusionOk="0">
                  <a:moveTo>
                    <a:pt x="542544" y="0"/>
                  </a:moveTo>
                  <a:lnTo>
                    <a:pt x="298831" y="0"/>
                  </a:lnTo>
                  <a:lnTo>
                    <a:pt x="0" y="298831"/>
                  </a:lnTo>
                  <a:lnTo>
                    <a:pt x="243713" y="298831"/>
                  </a:lnTo>
                  <a:lnTo>
                    <a:pt x="542544"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6" name="Google Shape;1876;p59"/>
            <p:cNvSpPr/>
            <p:nvPr/>
          </p:nvSpPr>
          <p:spPr>
            <a:xfrm>
              <a:off x="8574785" y="5055869"/>
              <a:ext cx="234950" cy="227329"/>
            </a:xfrm>
            <a:custGeom>
              <a:avLst/>
              <a:gdLst/>
              <a:ahLst/>
              <a:cxnLst/>
              <a:rect l="l" t="t" r="r" b="b"/>
              <a:pathLst>
                <a:path w="234950" h="227329" extrusionOk="0">
                  <a:moveTo>
                    <a:pt x="234696" y="0"/>
                  </a:moveTo>
                  <a:lnTo>
                    <a:pt x="0" y="0"/>
                  </a:lnTo>
                  <a:lnTo>
                    <a:pt x="0" y="227075"/>
                  </a:lnTo>
                  <a:lnTo>
                    <a:pt x="234696" y="227075"/>
                  </a:lnTo>
                  <a:lnTo>
                    <a:pt x="234696"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7" name="Google Shape;1877;p59"/>
            <p:cNvSpPr/>
            <p:nvPr/>
          </p:nvSpPr>
          <p:spPr>
            <a:xfrm>
              <a:off x="8574785" y="5055869"/>
              <a:ext cx="234950" cy="227329"/>
            </a:xfrm>
            <a:custGeom>
              <a:avLst/>
              <a:gdLst/>
              <a:ahLst/>
              <a:cxnLst/>
              <a:rect l="l" t="t" r="r" b="b"/>
              <a:pathLst>
                <a:path w="234950" h="227329" extrusionOk="0">
                  <a:moveTo>
                    <a:pt x="0" y="227075"/>
                  </a:moveTo>
                  <a:lnTo>
                    <a:pt x="234696" y="227075"/>
                  </a:lnTo>
                  <a:lnTo>
                    <a:pt x="234696" y="0"/>
                  </a:lnTo>
                  <a:lnTo>
                    <a:pt x="0" y="0"/>
                  </a:lnTo>
                  <a:lnTo>
                    <a:pt x="0" y="227075"/>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8" name="Google Shape;1878;p59"/>
            <p:cNvSpPr/>
            <p:nvPr/>
          </p:nvSpPr>
          <p:spPr>
            <a:xfrm>
              <a:off x="3954017" y="4784597"/>
              <a:ext cx="220979" cy="218440"/>
            </a:xfrm>
            <a:custGeom>
              <a:avLst/>
              <a:gdLst/>
              <a:ahLst/>
              <a:cxnLst/>
              <a:rect l="l" t="t" r="r" b="b"/>
              <a:pathLst>
                <a:path w="220979" h="218439" extrusionOk="0">
                  <a:moveTo>
                    <a:pt x="220979" y="0"/>
                  </a:moveTo>
                  <a:lnTo>
                    <a:pt x="0" y="0"/>
                  </a:lnTo>
                  <a:lnTo>
                    <a:pt x="0" y="217931"/>
                  </a:lnTo>
                  <a:lnTo>
                    <a:pt x="220979" y="217931"/>
                  </a:lnTo>
                  <a:lnTo>
                    <a:pt x="220979"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79" name="Google Shape;1879;p59"/>
            <p:cNvSpPr/>
            <p:nvPr/>
          </p:nvSpPr>
          <p:spPr>
            <a:xfrm>
              <a:off x="3954017" y="4784597"/>
              <a:ext cx="220979" cy="218440"/>
            </a:xfrm>
            <a:custGeom>
              <a:avLst/>
              <a:gdLst/>
              <a:ahLst/>
              <a:cxnLst/>
              <a:rect l="l" t="t" r="r" b="b"/>
              <a:pathLst>
                <a:path w="220979" h="218439" extrusionOk="0">
                  <a:moveTo>
                    <a:pt x="0" y="217931"/>
                  </a:moveTo>
                  <a:lnTo>
                    <a:pt x="220979" y="217931"/>
                  </a:lnTo>
                  <a:lnTo>
                    <a:pt x="220979" y="0"/>
                  </a:lnTo>
                  <a:lnTo>
                    <a:pt x="0" y="0"/>
                  </a:lnTo>
                  <a:lnTo>
                    <a:pt x="0" y="21793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0" name="Google Shape;1880;p59"/>
            <p:cNvSpPr/>
            <p:nvPr/>
          </p:nvSpPr>
          <p:spPr>
            <a:xfrm>
              <a:off x="3809238" y="4921757"/>
              <a:ext cx="222885" cy="218440"/>
            </a:xfrm>
            <a:custGeom>
              <a:avLst/>
              <a:gdLst/>
              <a:ahLst/>
              <a:cxnLst/>
              <a:rect l="l" t="t" r="r" b="b"/>
              <a:pathLst>
                <a:path w="222885" h="218439" extrusionOk="0">
                  <a:moveTo>
                    <a:pt x="222504" y="0"/>
                  </a:moveTo>
                  <a:lnTo>
                    <a:pt x="0" y="0"/>
                  </a:lnTo>
                  <a:lnTo>
                    <a:pt x="0" y="153327"/>
                  </a:lnTo>
                  <a:lnTo>
                    <a:pt x="0" y="217932"/>
                  </a:lnTo>
                  <a:lnTo>
                    <a:pt x="222504" y="217932"/>
                  </a:lnTo>
                  <a:lnTo>
                    <a:pt x="222504" y="153327"/>
                  </a:lnTo>
                  <a:lnTo>
                    <a:pt x="222504"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1" name="Google Shape;1881;p59"/>
            <p:cNvSpPr/>
            <p:nvPr/>
          </p:nvSpPr>
          <p:spPr>
            <a:xfrm>
              <a:off x="3809237" y="4921757"/>
              <a:ext cx="222885" cy="218440"/>
            </a:xfrm>
            <a:custGeom>
              <a:avLst/>
              <a:gdLst/>
              <a:ahLst/>
              <a:cxnLst/>
              <a:rect l="l" t="t" r="r" b="b"/>
              <a:pathLst>
                <a:path w="222885" h="218439" extrusionOk="0">
                  <a:moveTo>
                    <a:pt x="0" y="217932"/>
                  </a:moveTo>
                  <a:lnTo>
                    <a:pt x="222503" y="217932"/>
                  </a:lnTo>
                  <a:lnTo>
                    <a:pt x="222503" y="0"/>
                  </a:lnTo>
                  <a:lnTo>
                    <a:pt x="0" y="0"/>
                  </a:lnTo>
                  <a:lnTo>
                    <a:pt x="0" y="21793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2" name="Google Shape;1882;p59"/>
            <p:cNvSpPr/>
            <p:nvPr/>
          </p:nvSpPr>
          <p:spPr>
            <a:xfrm>
              <a:off x="3640836" y="5075084"/>
              <a:ext cx="243840" cy="220979"/>
            </a:xfrm>
            <a:custGeom>
              <a:avLst/>
              <a:gdLst/>
              <a:ahLst/>
              <a:cxnLst/>
              <a:rect l="l" t="t" r="r" b="b"/>
              <a:pathLst>
                <a:path w="243839" h="220979" extrusionOk="0">
                  <a:moveTo>
                    <a:pt x="762" y="0"/>
                  </a:moveTo>
                  <a:lnTo>
                    <a:pt x="0" y="0"/>
                  </a:lnTo>
                  <a:lnTo>
                    <a:pt x="0" y="220814"/>
                  </a:lnTo>
                  <a:lnTo>
                    <a:pt x="762" y="220814"/>
                  </a:lnTo>
                  <a:lnTo>
                    <a:pt x="762" y="0"/>
                  </a:lnTo>
                  <a:close/>
                </a:path>
                <a:path w="243839" h="220979" extrusionOk="0">
                  <a:moveTo>
                    <a:pt x="243674" y="0"/>
                  </a:moveTo>
                  <a:lnTo>
                    <a:pt x="235458" y="0"/>
                  </a:lnTo>
                  <a:lnTo>
                    <a:pt x="235458" y="220814"/>
                  </a:lnTo>
                  <a:lnTo>
                    <a:pt x="243674" y="220814"/>
                  </a:lnTo>
                  <a:lnTo>
                    <a:pt x="243674" y="0"/>
                  </a:lnTo>
                  <a:close/>
                </a:path>
              </a:pathLst>
            </a:custGeom>
            <a:solidFill>
              <a:srgbClr val="AD86F1">
                <a:alpha val="8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3" name="Google Shape;1883;p59"/>
            <p:cNvSpPr/>
            <p:nvPr/>
          </p:nvSpPr>
          <p:spPr>
            <a:xfrm>
              <a:off x="3884548" y="4776215"/>
              <a:ext cx="299085" cy="520065"/>
            </a:xfrm>
            <a:custGeom>
              <a:avLst/>
              <a:gdLst/>
              <a:ahLst/>
              <a:cxnLst/>
              <a:rect l="l" t="t" r="r" b="b"/>
              <a:pathLst>
                <a:path w="299085" h="520064" extrusionOk="0">
                  <a:moveTo>
                    <a:pt x="298831" y="0"/>
                  </a:moveTo>
                  <a:lnTo>
                    <a:pt x="0" y="298830"/>
                  </a:lnTo>
                  <a:lnTo>
                    <a:pt x="0" y="519683"/>
                  </a:lnTo>
                  <a:lnTo>
                    <a:pt x="298831" y="220852"/>
                  </a:lnTo>
                  <a:lnTo>
                    <a:pt x="298831" y="0"/>
                  </a:lnTo>
                  <a:close/>
                </a:path>
              </a:pathLst>
            </a:custGeom>
            <a:solidFill>
              <a:srgbClr val="8B6CC3">
                <a:alpha val="8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4" name="Google Shape;1884;p59"/>
            <p:cNvSpPr/>
            <p:nvPr/>
          </p:nvSpPr>
          <p:spPr>
            <a:xfrm>
              <a:off x="3640835" y="4776215"/>
              <a:ext cx="542925" cy="299085"/>
            </a:xfrm>
            <a:custGeom>
              <a:avLst/>
              <a:gdLst/>
              <a:ahLst/>
              <a:cxnLst/>
              <a:rect l="l" t="t" r="r" b="b"/>
              <a:pathLst>
                <a:path w="542925" h="299085" extrusionOk="0">
                  <a:moveTo>
                    <a:pt x="542544" y="0"/>
                  </a:moveTo>
                  <a:lnTo>
                    <a:pt x="298831" y="0"/>
                  </a:lnTo>
                  <a:lnTo>
                    <a:pt x="0" y="298830"/>
                  </a:lnTo>
                  <a:lnTo>
                    <a:pt x="243713" y="298830"/>
                  </a:lnTo>
                  <a:lnTo>
                    <a:pt x="542544" y="0"/>
                  </a:lnTo>
                  <a:close/>
                </a:path>
              </a:pathLst>
            </a:custGeom>
            <a:solidFill>
              <a:srgbClr val="BD9FF5">
                <a:alpha val="8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5" name="Google Shape;1885;p59"/>
            <p:cNvSpPr/>
            <p:nvPr/>
          </p:nvSpPr>
          <p:spPr>
            <a:xfrm>
              <a:off x="3641597" y="5068061"/>
              <a:ext cx="234950" cy="227329"/>
            </a:xfrm>
            <a:custGeom>
              <a:avLst/>
              <a:gdLst/>
              <a:ahLst/>
              <a:cxnLst/>
              <a:rect l="l" t="t" r="r" b="b"/>
              <a:pathLst>
                <a:path w="234950" h="227329" extrusionOk="0">
                  <a:moveTo>
                    <a:pt x="234696" y="0"/>
                  </a:moveTo>
                  <a:lnTo>
                    <a:pt x="0" y="0"/>
                  </a:lnTo>
                  <a:lnTo>
                    <a:pt x="0" y="227075"/>
                  </a:lnTo>
                  <a:lnTo>
                    <a:pt x="234696" y="227075"/>
                  </a:lnTo>
                  <a:lnTo>
                    <a:pt x="234696"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886" name="Google Shape;1886;p59"/>
            <p:cNvSpPr/>
            <p:nvPr/>
          </p:nvSpPr>
          <p:spPr>
            <a:xfrm>
              <a:off x="3641597" y="5068061"/>
              <a:ext cx="234950" cy="227329"/>
            </a:xfrm>
            <a:custGeom>
              <a:avLst/>
              <a:gdLst/>
              <a:ahLst/>
              <a:cxnLst/>
              <a:rect l="l" t="t" r="r" b="b"/>
              <a:pathLst>
                <a:path w="234950" h="227329" extrusionOk="0">
                  <a:moveTo>
                    <a:pt x="0" y="227075"/>
                  </a:moveTo>
                  <a:lnTo>
                    <a:pt x="234696" y="227075"/>
                  </a:lnTo>
                  <a:lnTo>
                    <a:pt x="234696" y="0"/>
                  </a:lnTo>
                  <a:lnTo>
                    <a:pt x="0" y="0"/>
                  </a:lnTo>
                  <a:lnTo>
                    <a:pt x="0" y="227075"/>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1887" name="Google Shape;1887;p59"/>
          <p:cNvPicPr preferRelativeResize="0"/>
          <p:nvPr/>
        </p:nvPicPr>
        <p:blipFill rotWithShape="1">
          <a:blip r:embed="rId3">
            <a:alphaModFix/>
          </a:blip>
          <a:srcRect/>
          <a:stretch/>
        </p:blipFill>
        <p:spPr>
          <a:xfrm>
            <a:off x="2277137" y="3957306"/>
            <a:ext cx="887048" cy="302894"/>
          </a:xfrm>
          <a:prstGeom prst="rect">
            <a:avLst/>
          </a:prstGeom>
          <a:noFill/>
          <a:ln>
            <a:noFill/>
          </a:ln>
        </p:spPr>
      </p:pic>
      <p:pic>
        <p:nvPicPr>
          <p:cNvPr id="1888" name="Google Shape;1888;p59"/>
          <p:cNvPicPr preferRelativeResize="0"/>
          <p:nvPr/>
        </p:nvPicPr>
        <p:blipFill rotWithShape="1">
          <a:blip r:embed="rId4">
            <a:alphaModFix/>
          </a:blip>
          <a:srcRect/>
          <a:stretch/>
        </p:blipFill>
        <p:spPr>
          <a:xfrm>
            <a:off x="4413523" y="4076737"/>
            <a:ext cx="981436" cy="263065"/>
          </a:xfrm>
          <a:prstGeom prst="rect">
            <a:avLst/>
          </a:prstGeom>
          <a:noFill/>
          <a:ln>
            <a:noFill/>
          </a:ln>
        </p:spPr>
      </p:pic>
      <p:pic>
        <p:nvPicPr>
          <p:cNvPr id="1889" name="Google Shape;1889;p59"/>
          <p:cNvPicPr preferRelativeResize="0"/>
          <p:nvPr/>
        </p:nvPicPr>
        <p:blipFill rotWithShape="1">
          <a:blip r:embed="rId4">
            <a:alphaModFix/>
          </a:blip>
          <a:srcRect/>
          <a:stretch/>
        </p:blipFill>
        <p:spPr>
          <a:xfrm>
            <a:off x="6824672" y="4107348"/>
            <a:ext cx="981436" cy="263065"/>
          </a:xfrm>
          <a:prstGeom prst="rect">
            <a:avLst/>
          </a:prstGeom>
          <a:noFill/>
          <a:ln>
            <a:noFill/>
          </a:ln>
        </p:spPr>
      </p:pic>
      <p:pic>
        <p:nvPicPr>
          <p:cNvPr id="1890" name="Google Shape;1890;p59"/>
          <p:cNvPicPr preferRelativeResize="0"/>
          <p:nvPr/>
        </p:nvPicPr>
        <p:blipFill rotWithShape="1">
          <a:blip r:embed="rId3">
            <a:alphaModFix/>
          </a:blip>
          <a:srcRect/>
          <a:stretch/>
        </p:blipFill>
        <p:spPr>
          <a:xfrm>
            <a:off x="9281850" y="3785679"/>
            <a:ext cx="887048" cy="302894"/>
          </a:xfrm>
          <a:prstGeom prst="rect">
            <a:avLst/>
          </a:prstGeom>
          <a:noFill/>
          <a:ln>
            <a:noFill/>
          </a:ln>
        </p:spPr>
      </p:pic>
      <p:pic>
        <p:nvPicPr>
          <p:cNvPr id="1891" name="Google Shape;1891;p59"/>
          <p:cNvPicPr preferRelativeResize="0"/>
          <p:nvPr/>
        </p:nvPicPr>
        <p:blipFill rotWithShape="1">
          <a:blip r:embed="rId5">
            <a:alphaModFix/>
          </a:blip>
          <a:srcRect/>
          <a:stretch/>
        </p:blipFill>
        <p:spPr>
          <a:xfrm>
            <a:off x="3407354" y="5301906"/>
            <a:ext cx="1021869" cy="299084"/>
          </a:xfrm>
          <a:prstGeom prst="rect">
            <a:avLst/>
          </a:prstGeom>
          <a:noFill/>
          <a:ln>
            <a:noFill/>
          </a:ln>
        </p:spPr>
      </p:pic>
      <p:pic>
        <p:nvPicPr>
          <p:cNvPr id="1892" name="Google Shape;1892;p59"/>
          <p:cNvPicPr preferRelativeResize="0"/>
          <p:nvPr/>
        </p:nvPicPr>
        <p:blipFill rotWithShape="1">
          <a:blip r:embed="rId6">
            <a:alphaModFix/>
          </a:blip>
          <a:srcRect/>
          <a:stretch/>
        </p:blipFill>
        <p:spPr>
          <a:xfrm>
            <a:off x="2619076" y="4762455"/>
            <a:ext cx="1000345" cy="294220"/>
          </a:xfrm>
          <a:prstGeom prst="rect">
            <a:avLst/>
          </a:prstGeom>
          <a:noFill/>
          <a:ln>
            <a:noFill/>
          </a:ln>
        </p:spPr>
      </p:pic>
      <p:pic>
        <p:nvPicPr>
          <p:cNvPr id="1893" name="Google Shape;1893;p59"/>
          <p:cNvPicPr preferRelativeResize="0"/>
          <p:nvPr/>
        </p:nvPicPr>
        <p:blipFill rotWithShape="1">
          <a:blip r:embed="rId7">
            <a:alphaModFix/>
          </a:blip>
          <a:srcRect/>
          <a:stretch/>
        </p:blipFill>
        <p:spPr>
          <a:xfrm>
            <a:off x="8341709" y="5352028"/>
            <a:ext cx="916178" cy="248962"/>
          </a:xfrm>
          <a:prstGeom prst="rect">
            <a:avLst/>
          </a:prstGeom>
          <a:noFill/>
          <a:ln>
            <a:noFill/>
          </a:ln>
        </p:spPr>
      </p:pic>
      <p:pic>
        <p:nvPicPr>
          <p:cNvPr id="1894" name="Google Shape;1894;p59"/>
          <p:cNvPicPr preferRelativeResize="0"/>
          <p:nvPr/>
        </p:nvPicPr>
        <p:blipFill rotWithShape="1">
          <a:blip r:embed="rId8">
            <a:alphaModFix/>
          </a:blip>
          <a:srcRect/>
          <a:stretch/>
        </p:blipFill>
        <p:spPr>
          <a:xfrm>
            <a:off x="9224671" y="4892189"/>
            <a:ext cx="799057" cy="216215"/>
          </a:xfrm>
          <a:prstGeom prst="rect">
            <a:avLst/>
          </a:prstGeom>
          <a:noFill/>
          <a:ln>
            <a:noFill/>
          </a:ln>
        </p:spPr>
      </p:pic>
      <p:pic>
        <p:nvPicPr>
          <p:cNvPr id="1895" name="Google Shape;1895;p59"/>
          <p:cNvPicPr preferRelativeResize="0"/>
          <p:nvPr/>
        </p:nvPicPr>
        <p:blipFill rotWithShape="1">
          <a:blip r:embed="rId9">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Shape 1899"/>
        <p:cNvGrpSpPr/>
        <p:nvPr/>
      </p:nvGrpSpPr>
      <p:grpSpPr>
        <a:xfrm>
          <a:off x="0" y="0"/>
          <a:ext cx="0" cy="0"/>
          <a:chOff x="0" y="0"/>
          <a:chExt cx="0" cy="0"/>
        </a:xfrm>
      </p:grpSpPr>
      <p:sp>
        <p:nvSpPr>
          <p:cNvPr id="1900" name="Google Shape;1900;p60"/>
          <p:cNvSpPr txBox="1">
            <a:spLocks noGrp="1"/>
          </p:cNvSpPr>
          <p:nvPr>
            <p:ph type="title"/>
          </p:nvPr>
        </p:nvSpPr>
        <p:spPr>
          <a:xfrm>
            <a:off x="916939" y="431382"/>
            <a:ext cx="2733000" cy="1260900"/>
          </a:xfrm>
          <a:prstGeom prst="rect">
            <a:avLst/>
          </a:prstGeom>
          <a:noFill/>
          <a:ln>
            <a:noFill/>
          </a:ln>
        </p:spPr>
        <p:txBody>
          <a:bodyPr spcFirstLastPara="1" wrap="square" lIns="0" tIns="21907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MobileNet</a:t>
            </a:r>
            <a:endParaRPr sz="4400">
              <a:latin typeface="Arial"/>
              <a:ea typeface="Arial"/>
              <a:cs typeface="Arial"/>
              <a:sym typeface="Arial"/>
            </a:endParaRPr>
          </a:p>
          <a:p>
            <a:pPr marL="51435" lvl="0" indent="0" algn="l" rtl="0">
              <a:lnSpc>
                <a:spcPct val="100000"/>
              </a:lnSpc>
              <a:spcBef>
                <a:spcPts val="665"/>
              </a:spcBef>
              <a:spcAft>
                <a:spcPts val="0"/>
              </a:spcAft>
              <a:buSzPts val="1400"/>
              <a:buNone/>
            </a:pPr>
            <a:r>
              <a:rPr lang="en-US" sz="1800">
                <a:latin typeface="Arial"/>
                <a:ea typeface="Arial"/>
                <a:cs typeface="Arial"/>
                <a:sym typeface="Arial"/>
              </a:rPr>
              <a:t>MobileNet v1</a:t>
            </a:r>
            <a:endParaRPr sz="1800">
              <a:latin typeface="Arial"/>
              <a:ea typeface="Arial"/>
              <a:cs typeface="Arial"/>
              <a:sym typeface="Arial"/>
            </a:endParaRPr>
          </a:p>
        </p:txBody>
      </p:sp>
      <p:grpSp>
        <p:nvGrpSpPr>
          <p:cNvPr id="1901" name="Google Shape;1901;p60"/>
          <p:cNvGrpSpPr/>
          <p:nvPr/>
        </p:nvGrpSpPr>
        <p:grpSpPr>
          <a:xfrm>
            <a:off x="1203197" y="1907285"/>
            <a:ext cx="9728709" cy="1640205"/>
            <a:chOff x="1203197" y="1907285"/>
            <a:chExt cx="9728709" cy="1640205"/>
          </a:xfrm>
        </p:grpSpPr>
        <p:sp>
          <p:nvSpPr>
            <p:cNvPr id="1902" name="Google Shape;1902;p60"/>
            <p:cNvSpPr/>
            <p:nvPr/>
          </p:nvSpPr>
          <p:spPr>
            <a:xfrm>
              <a:off x="4879086" y="1907285"/>
              <a:ext cx="3545204" cy="1424940"/>
            </a:xfrm>
            <a:custGeom>
              <a:avLst/>
              <a:gdLst/>
              <a:ahLst/>
              <a:cxnLst/>
              <a:rect l="l" t="t" r="r" b="b"/>
              <a:pathLst>
                <a:path w="3545204" h="1424939" extrusionOk="0">
                  <a:moveTo>
                    <a:pt x="0" y="237489"/>
                  </a:moveTo>
                  <a:lnTo>
                    <a:pt x="4823" y="189619"/>
                  </a:lnTo>
                  <a:lnTo>
                    <a:pt x="18659" y="145035"/>
                  </a:lnTo>
                  <a:lnTo>
                    <a:pt x="40551" y="104694"/>
                  </a:lnTo>
                  <a:lnTo>
                    <a:pt x="69548" y="69548"/>
                  </a:lnTo>
                  <a:lnTo>
                    <a:pt x="104694" y="40551"/>
                  </a:lnTo>
                  <a:lnTo>
                    <a:pt x="145035" y="18659"/>
                  </a:lnTo>
                  <a:lnTo>
                    <a:pt x="189619" y="4823"/>
                  </a:lnTo>
                  <a:lnTo>
                    <a:pt x="237490" y="0"/>
                  </a:lnTo>
                  <a:lnTo>
                    <a:pt x="3307334" y="0"/>
                  </a:lnTo>
                  <a:lnTo>
                    <a:pt x="3355204" y="4823"/>
                  </a:lnTo>
                  <a:lnTo>
                    <a:pt x="3399788" y="18659"/>
                  </a:lnTo>
                  <a:lnTo>
                    <a:pt x="3440129" y="40551"/>
                  </a:lnTo>
                  <a:lnTo>
                    <a:pt x="3475275" y="69548"/>
                  </a:lnTo>
                  <a:lnTo>
                    <a:pt x="3504272" y="104694"/>
                  </a:lnTo>
                  <a:lnTo>
                    <a:pt x="3526164" y="145035"/>
                  </a:lnTo>
                  <a:lnTo>
                    <a:pt x="3540000" y="189619"/>
                  </a:lnTo>
                  <a:lnTo>
                    <a:pt x="3544824" y="237489"/>
                  </a:lnTo>
                  <a:lnTo>
                    <a:pt x="3544824" y="1187449"/>
                  </a:lnTo>
                  <a:lnTo>
                    <a:pt x="3540000" y="1235320"/>
                  </a:lnTo>
                  <a:lnTo>
                    <a:pt x="3526164" y="1279904"/>
                  </a:lnTo>
                  <a:lnTo>
                    <a:pt x="3504272" y="1320245"/>
                  </a:lnTo>
                  <a:lnTo>
                    <a:pt x="3475275" y="1355391"/>
                  </a:lnTo>
                  <a:lnTo>
                    <a:pt x="3440129" y="1384388"/>
                  </a:lnTo>
                  <a:lnTo>
                    <a:pt x="3399788" y="1406280"/>
                  </a:lnTo>
                  <a:lnTo>
                    <a:pt x="3355204" y="1420116"/>
                  </a:lnTo>
                  <a:lnTo>
                    <a:pt x="3307334" y="1424939"/>
                  </a:lnTo>
                  <a:lnTo>
                    <a:pt x="237490" y="1424939"/>
                  </a:lnTo>
                  <a:lnTo>
                    <a:pt x="189619" y="1420116"/>
                  </a:lnTo>
                  <a:lnTo>
                    <a:pt x="145035" y="1406280"/>
                  </a:lnTo>
                  <a:lnTo>
                    <a:pt x="104694" y="1384388"/>
                  </a:lnTo>
                  <a:lnTo>
                    <a:pt x="69548" y="1355391"/>
                  </a:lnTo>
                  <a:lnTo>
                    <a:pt x="40551" y="1320245"/>
                  </a:lnTo>
                  <a:lnTo>
                    <a:pt x="18659" y="1279904"/>
                  </a:lnTo>
                  <a:lnTo>
                    <a:pt x="4823" y="1235320"/>
                  </a:lnTo>
                  <a:lnTo>
                    <a:pt x="0" y="1187449"/>
                  </a:lnTo>
                  <a:lnTo>
                    <a:pt x="0" y="237489"/>
                  </a:lnTo>
                  <a:close/>
                </a:path>
              </a:pathLst>
            </a:custGeom>
            <a:noFill/>
            <a:ln w="19050" cap="flat" cmpd="sng">
              <a:solidFill>
                <a:srgbClr val="3C85C5"/>
              </a:solidFill>
              <a:prstDash val="dot"/>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3" name="Google Shape;1903;p60"/>
            <p:cNvSpPr/>
            <p:nvPr/>
          </p:nvSpPr>
          <p:spPr>
            <a:xfrm>
              <a:off x="6662166" y="2699765"/>
              <a:ext cx="4269740" cy="90170"/>
            </a:xfrm>
            <a:custGeom>
              <a:avLst/>
              <a:gdLst/>
              <a:ahLst/>
              <a:cxnLst/>
              <a:rect l="l" t="t" r="r" b="b"/>
              <a:pathLst>
                <a:path w="4269740" h="90169" extrusionOk="0">
                  <a:moveTo>
                    <a:pt x="506603" y="38100"/>
                  </a:moveTo>
                  <a:lnTo>
                    <a:pt x="481203" y="25400"/>
                  </a:lnTo>
                  <a:lnTo>
                    <a:pt x="430403" y="0"/>
                  </a:lnTo>
                  <a:lnTo>
                    <a:pt x="430403" y="25400"/>
                  </a:lnTo>
                  <a:lnTo>
                    <a:pt x="0" y="25400"/>
                  </a:lnTo>
                  <a:lnTo>
                    <a:pt x="0" y="50800"/>
                  </a:lnTo>
                  <a:lnTo>
                    <a:pt x="430403" y="50800"/>
                  </a:lnTo>
                  <a:lnTo>
                    <a:pt x="430403" y="76200"/>
                  </a:lnTo>
                  <a:lnTo>
                    <a:pt x="481203" y="50800"/>
                  </a:lnTo>
                  <a:lnTo>
                    <a:pt x="506603" y="38100"/>
                  </a:lnTo>
                  <a:close/>
                </a:path>
                <a:path w="4269740" h="90169" extrusionOk="0">
                  <a:moveTo>
                    <a:pt x="4269486" y="51816"/>
                  </a:moveTo>
                  <a:lnTo>
                    <a:pt x="4244086" y="39116"/>
                  </a:lnTo>
                  <a:lnTo>
                    <a:pt x="4193286" y="13716"/>
                  </a:lnTo>
                  <a:lnTo>
                    <a:pt x="4193286" y="39116"/>
                  </a:lnTo>
                  <a:lnTo>
                    <a:pt x="1362456" y="39116"/>
                  </a:lnTo>
                  <a:lnTo>
                    <a:pt x="1362456" y="64516"/>
                  </a:lnTo>
                  <a:lnTo>
                    <a:pt x="4193286" y="64516"/>
                  </a:lnTo>
                  <a:lnTo>
                    <a:pt x="4193286" y="89916"/>
                  </a:lnTo>
                  <a:lnTo>
                    <a:pt x="4244086" y="64516"/>
                  </a:lnTo>
                  <a:lnTo>
                    <a:pt x="4269486" y="51816"/>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4" name="Google Shape;1904;p60"/>
            <p:cNvSpPr/>
            <p:nvPr/>
          </p:nvSpPr>
          <p:spPr>
            <a:xfrm>
              <a:off x="5958078" y="2234945"/>
              <a:ext cx="523240" cy="524510"/>
            </a:xfrm>
            <a:custGeom>
              <a:avLst/>
              <a:gdLst/>
              <a:ahLst/>
              <a:cxnLst/>
              <a:rect l="l" t="t" r="r" b="b"/>
              <a:pathLst>
                <a:path w="523239" h="524510" extrusionOk="0">
                  <a:moveTo>
                    <a:pt x="522719" y="0"/>
                  </a:moveTo>
                  <a:lnTo>
                    <a:pt x="0" y="0"/>
                  </a:lnTo>
                  <a:lnTo>
                    <a:pt x="0" y="164592"/>
                  </a:lnTo>
                  <a:lnTo>
                    <a:pt x="0" y="315468"/>
                  </a:lnTo>
                  <a:lnTo>
                    <a:pt x="0" y="524256"/>
                  </a:lnTo>
                  <a:lnTo>
                    <a:pt x="522719" y="524256"/>
                  </a:lnTo>
                  <a:lnTo>
                    <a:pt x="522719" y="315468"/>
                  </a:lnTo>
                  <a:lnTo>
                    <a:pt x="522719" y="164592"/>
                  </a:lnTo>
                  <a:lnTo>
                    <a:pt x="522719"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5" name="Google Shape;1905;p60"/>
            <p:cNvSpPr/>
            <p:nvPr/>
          </p:nvSpPr>
          <p:spPr>
            <a:xfrm>
              <a:off x="5958077" y="2234945"/>
              <a:ext cx="523240" cy="524510"/>
            </a:xfrm>
            <a:custGeom>
              <a:avLst/>
              <a:gdLst/>
              <a:ahLst/>
              <a:cxnLst/>
              <a:rect l="l" t="t" r="r" b="b"/>
              <a:pathLst>
                <a:path w="523239" h="524510" extrusionOk="0">
                  <a:moveTo>
                    <a:pt x="0" y="524255"/>
                  </a:moveTo>
                  <a:lnTo>
                    <a:pt x="522731" y="524255"/>
                  </a:lnTo>
                  <a:lnTo>
                    <a:pt x="522731" y="0"/>
                  </a:lnTo>
                  <a:lnTo>
                    <a:pt x="0" y="0"/>
                  </a:lnTo>
                  <a:lnTo>
                    <a:pt x="0" y="524255"/>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6" name="Google Shape;1906;p60"/>
            <p:cNvSpPr/>
            <p:nvPr/>
          </p:nvSpPr>
          <p:spPr>
            <a:xfrm>
              <a:off x="6133655" y="2223896"/>
              <a:ext cx="170815" cy="175895"/>
            </a:xfrm>
            <a:custGeom>
              <a:avLst/>
              <a:gdLst/>
              <a:ahLst/>
              <a:cxnLst/>
              <a:rect l="l" t="t" r="r" b="b"/>
              <a:pathLst>
                <a:path w="170814" h="175894" extrusionOk="0">
                  <a:moveTo>
                    <a:pt x="0" y="0"/>
                  </a:moveTo>
                  <a:lnTo>
                    <a:pt x="0" y="175640"/>
                  </a:lnTo>
                </a:path>
                <a:path w="170814" h="175894" extrusionOk="0">
                  <a:moveTo>
                    <a:pt x="170687" y="0"/>
                  </a:moveTo>
                  <a:lnTo>
                    <a:pt x="170687" y="17564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7" name="Google Shape;1907;p60"/>
            <p:cNvSpPr/>
            <p:nvPr/>
          </p:nvSpPr>
          <p:spPr>
            <a:xfrm>
              <a:off x="5948553" y="2388171"/>
              <a:ext cx="541655" cy="34290"/>
            </a:xfrm>
            <a:custGeom>
              <a:avLst/>
              <a:gdLst/>
              <a:ahLst/>
              <a:cxnLst/>
              <a:rect l="l" t="t" r="r" b="b"/>
              <a:pathLst>
                <a:path w="541654" h="34289" extrusionOk="0">
                  <a:moveTo>
                    <a:pt x="541642" y="0"/>
                  </a:moveTo>
                  <a:lnTo>
                    <a:pt x="0" y="0"/>
                  </a:lnTo>
                  <a:lnTo>
                    <a:pt x="0" y="11366"/>
                  </a:lnTo>
                  <a:lnTo>
                    <a:pt x="0" y="22352"/>
                  </a:lnTo>
                  <a:lnTo>
                    <a:pt x="0" y="33718"/>
                  </a:lnTo>
                  <a:lnTo>
                    <a:pt x="541642" y="33718"/>
                  </a:lnTo>
                  <a:lnTo>
                    <a:pt x="541642" y="22352"/>
                  </a:lnTo>
                  <a:lnTo>
                    <a:pt x="541642" y="11366"/>
                  </a:lnTo>
                  <a:lnTo>
                    <a:pt x="541642"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8" name="Google Shape;1908;p60"/>
            <p:cNvSpPr/>
            <p:nvPr/>
          </p:nvSpPr>
          <p:spPr>
            <a:xfrm>
              <a:off x="6316218" y="2567495"/>
              <a:ext cx="173990" cy="0"/>
            </a:xfrm>
            <a:custGeom>
              <a:avLst/>
              <a:gdLst/>
              <a:ahLst/>
              <a:cxnLst/>
              <a:rect l="l" t="t" r="r" b="b"/>
              <a:pathLst>
                <a:path w="173989" h="120000" extrusionOk="0">
                  <a:moveTo>
                    <a:pt x="0" y="0"/>
                  </a:moveTo>
                  <a:lnTo>
                    <a:pt x="173989" y="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09" name="Google Shape;1909;p60"/>
            <p:cNvSpPr/>
            <p:nvPr/>
          </p:nvSpPr>
          <p:spPr>
            <a:xfrm>
              <a:off x="5793486" y="2399537"/>
              <a:ext cx="523240" cy="527685"/>
            </a:xfrm>
            <a:custGeom>
              <a:avLst/>
              <a:gdLst/>
              <a:ahLst/>
              <a:cxnLst/>
              <a:rect l="l" t="t" r="r" b="b"/>
              <a:pathLst>
                <a:path w="523239" h="527685" extrusionOk="0">
                  <a:moveTo>
                    <a:pt x="522732" y="0"/>
                  </a:moveTo>
                  <a:lnTo>
                    <a:pt x="0" y="0"/>
                  </a:lnTo>
                  <a:lnTo>
                    <a:pt x="0" y="150876"/>
                  </a:lnTo>
                  <a:lnTo>
                    <a:pt x="0" y="527304"/>
                  </a:lnTo>
                  <a:lnTo>
                    <a:pt x="522732" y="527304"/>
                  </a:lnTo>
                  <a:lnTo>
                    <a:pt x="522732" y="150876"/>
                  </a:lnTo>
                  <a:lnTo>
                    <a:pt x="522732"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0" name="Google Shape;1910;p60"/>
            <p:cNvSpPr/>
            <p:nvPr/>
          </p:nvSpPr>
          <p:spPr>
            <a:xfrm>
              <a:off x="5793486" y="2399537"/>
              <a:ext cx="523240" cy="527685"/>
            </a:xfrm>
            <a:custGeom>
              <a:avLst/>
              <a:gdLst/>
              <a:ahLst/>
              <a:cxnLst/>
              <a:rect l="l" t="t" r="r" b="b"/>
              <a:pathLst>
                <a:path w="523239" h="527685" extrusionOk="0">
                  <a:moveTo>
                    <a:pt x="0" y="527303"/>
                  </a:moveTo>
                  <a:lnTo>
                    <a:pt x="522732" y="527303"/>
                  </a:lnTo>
                  <a:lnTo>
                    <a:pt x="522732" y="0"/>
                  </a:lnTo>
                  <a:lnTo>
                    <a:pt x="0" y="0"/>
                  </a:lnTo>
                  <a:lnTo>
                    <a:pt x="0" y="52730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1" name="Google Shape;1911;p60"/>
            <p:cNvSpPr/>
            <p:nvPr/>
          </p:nvSpPr>
          <p:spPr>
            <a:xfrm>
              <a:off x="5970587" y="2390012"/>
              <a:ext cx="355600" cy="549275"/>
            </a:xfrm>
            <a:custGeom>
              <a:avLst/>
              <a:gdLst/>
              <a:ahLst/>
              <a:cxnLst/>
              <a:rect l="l" t="t" r="r" b="b"/>
              <a:pathLst>
                <a:path w="355600" h="549275" extrusionOk="0">
                  <a:moveTo>
                    <a:pt x="0" y="0"/>
                  </a:moveTo>
                  <a:lnTo>
                    <a:pt x="0" y="160400"/>
                  </a:lnTo>
                </a:path>
                <a:path w="355600" h="549275" extrusionOk="0">
                  <a:moveTo>
                    <a:pt x="170688" y="160400"/>
                  </a:moveTo>
                  <a:lnTo>
                    <a:pt x="170688" y="548766"/>
                  </a:lnTo>
                </a:path>
                <a:path w="355600" h="549275" extrusionOk="0">
                  <a:moveTo>
                    <a:pt x="170688" y="0"/>
                  </a:moveTo>
                  <a:lnTo>
                    <a:pt x="170688" y="160400"/>
                  </a:lnTo>
                </a:path>
                <a:path w="355600" h="549275" extrusionOk="0">
                  <a:moveTo>
                    <a:pt x="179514" y="185102"/>
                  </a:moveTo>
                  <a:lnTo>
                    <a:pt x="355028" y="185102"/>
                  </a:lnTo>
                </a:path>
                <a:path w="355600" h="549275" extrusionOk="0">
                  <a:moveTo>
                    <a:pt x="179514" y="343598"/>
                  </a:moveTo>
                  <a:lnTo>
                    <a:pt x="355028" y="343598"/>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2" name="Google Shape;1912;p60"/>
            <p:cNvSpPr/>
            <p:nvPr/>
          </p:nvSpPr>
          <p:spPr>
            <a:xfrm>
              <a:off x="5616701" y="2550413"/>
              <a:ext cx="533400" cy="528955"/>
            </a:xfrm>
            <a:custGeom>
              <a:avLst/>
              <a:gdLst/>
              <a:ahLst/>
              <a:cxnLst/>
              <a:rect l="l" t="t" r="r" b="b"/>
              <a:pathLst>
                <a:path w="533400" h="528955" extrusionOk="0">
                  <a:moveTo>
                    <a:pt x="533400" y="0"/>
                  </a:moveTo>
                  <a:lnTo>
                    <a:pt x="0" y="0"/>
                  </a:lnTo>
                  <a:lnTo>
                    <a:pt x="0" y="528827"/>
                  </a:lnTo>
                  <a:lnTo>
                    <a:pt x="533400" y="528827"/>
                  </a:lnTo>
                  <a:lnTo>
                    <a:pt x="533400"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3" name="Google Shape;1913;p60"/>
            <p:cNvSpPr/>
            <p:nvPr/>
          </p:nvSpPr>
          <p:spPr>
            <a:xfrm>
              <a:off x="5616701" y="2550413"/>
              <a:ext cx="533400" cy="528955"/>
            </a:xfrm>
            <a:custGeom>
              <a:avLst/>
              <a:gdLst/>
              <a:ahLst/>
              <a:cxnLst/>
              <a:rect l="l" t="t" r="r" b="b"/>
              <a:pathLst>
                <a:path w="533400" h="528955" extrusionOk="0">
                  <a:moveTo>
                    <a:pt x="0" y="528827"/>
                  </a:moveTo>
                  <a:lnTo>
                    <a:pt x="533400" y="528827"/>
                  </a:lnTo>
                  <a:lnTo>
                    <a:pt x="533400" y="0"/>
                  </a:lnTo>
                  <a:lnTo>
                    <a:pt x="0" y="0"/>
                  </a:lnTo>
                  <a:lnTo>
                    <a:pt x="0" y="528827"/>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4" name="Google Shape;1914;p60"/>
            <p:cNvSpPr/>
            <p:nvPr/>
          </p:nvSpPr>
          <p:spPr>
            <a:xfrm>
              <a:off x="5793486" y="2548889"/>
              <a:ext cx="3810" cy="532765"/>
            </a:xfrm>
            <a:custGeom>
              <a:avLst/>
              <a:gdLst/>
              <a:ahLst/>
              <a:cxnLst/>
              <a:rect l="l" t="t" r="r" b="b"/>
              <a:pathLst>
                <a:path w="3810" h="532764" extrusionOk="0">
                  <a:moveTo>
                    <a:pt x="0" y="0"/>
                  </a:moveTo>
                  <a:lnTo>
                    <a:pt x="3682" y="53263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5" name="Google Shape;1915;p60"/>
            <p:cNvSpPr/>
            <p:nvPr/>
          </p:nvSpPr>
          <p:spPr>
            <a:xfrm>
              <a:off x="5968745" y="2548889"/>
              <a:ext cx="3810" cy="532765"/>
            </a:xfrm>
            <a:custGeom>
              <a:avLst/>
              <a:gdLst/>
              <a:ahLst/>
              <a:cxnLst/>
              <a:rect l="l" t="t" r="r" b="b"/>
              <a:pathLst>
                <a:path w="3810" h="532764" extrusionOk="0">
                  <a:moveTo>
                    <a:pt x="0" y="0"/>
                  </a:moveTo>
                  <a:lnTo>
                    <a:pt x="3682" y="53263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6" name="Google Shape;1916;p60"/>
            <p:cNvSpPr/>
            <p:nvPr/>
          </p:nvSpPr>
          <p:spPr>
            <a:xfrm>
              <a:off x="5616701" y="2724149"/>
              <a:ext cx="534670" cy="3810"/>
            </a:xfrm>
            <a:custGeom>
              <a:avLst/>
              <a:gdLst/>
              <a:ahLst/>
              <a:cxnLst/>
              <a:rect l="l" t="t" r="r" b="b"/>
              <a:pathLst>
                <a:path w="534670" h="3810" extrusionOk="0">
                  <a:moveTo>
                    <a:pt x="0" y="3683"/>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7" name="Google Shape;1917;p60"/>
            <p:cNvSpPr/>
            <p:nvPr/>
          </p:nvSpPr>
          <p:spPr>
            <a:xfrm>
              <a:off x="5616701" y="2882645"/>
              <a:ext cx="534670" cy="3810"/>
            </a:xfrm>
            <a:custGeom>
              <a:avLst/>
              <a:gdLst/>
              <a:ahLst/>
              <a:cxnLst/>
              <a:rect l="l" t="t" r="r" b="b"/>
              <a:pathLst>
                <a:path w="534670" h="3810" extrusionOk="0">
                  <a:moveTo>
                    <a:pt x="0" y="3683"/>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8" name="Google Shape;1918;p60"/>
            <p:cNvSpPr/>
            <p:nvPr/>
          </p:nvSpPr>
          <p:spPr>
            <a:xfrm>
              <a:off x="2433065" y="2713481"/>
              <a:ext cx="2907030" cy="76200"/>
            </a:xfrm>
            <a:custGeom>
              <a:avLst/>
              <a:gdLst/>
              <a:ahLst/>
              <a:cxnLst/>
              <a:rect l="l" t="t" r="r" b="b"/>
              <a:pathLst>
                <a:path w="2907029" h="76200" extrusionOk="0">
                  <a:moveTo>
                    <a:pt x="2830830" y="0"/>
                  </a:moveTo>
                  <a:lnTo>
                    <a:pt x="2830830" y="76200"/>
                  </a:lnTo>
                  <a:lnTo>
                    <a:pt x="2881630" y="50800"/>
                  </a:lnTo>
                  <a:lnTo>
                    <a:pt x="2843530" y="50800"/>
                  </a:lnTo>
                  <a:lnTo>
                    <a:pt x="2843530" y="25400"/>
                  </a:lnTo>
                  <a:lnTo>
                    <a:pt x="2881630" y="25400"/>
                  </a:lnTo>
                  <a:lnTo>
                    <a:pt x="2830830" y="0"/>
                  </a:lnTo>
                  <a:close/>
                </a:path>
                <a:path w="2907029" h="76200" extrusionOk="0">
                  <a:moveTo>
                    <a:pt x="2830830" y="25400"/>
                  </a:moveTo>
                  <a:lnTo>
                    <a:pt x="0" y="25400"/>
                  </a:lnTo>
                  <a:lnTo>
                    <a:pt x="0" y="50800"/>
                  </a:lnTo>
                  <a:lnTo>
                    <a:pt x="2830830" y="50800"/>
                  </a:lnTo>
                  <a:lnTo>
                    <a:pt x="2830830" y="25400"/>
                  </a:lnTo>
                  <a:close/>
                </a:path>
                <a:path w="2907029" h="76200" extrusionOk="0">
                  <a:moveTo>
                    <a:pt x="2881630" y="25400"/>
                  </a:moveTo>
                  <a:lnTo>
                    <a:pt x="2843530" y="25400"/>
                  </a:lnTo>
                  <a:lnTo>
                    <a:pt x="2843530" y="50800"/>
                  </a:lnTo>
                  <a:lnTo>
                    <a:pt x="2881630" y="50800"/>
                  </a:lnTo>
                  <a:lnTo>
                    <a:pt x="2907030" y="38100"/>
                  </a:lnTo>
                  <a:lnTo>
                    <a:pt x="2881630" y="2540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19" name="Google Shape;1919;p60"/>
            <p:cNvSpPr/>
            <p:nvPr/>
          </p:nvSpPr>
          <p:spPr>
            <a:xfrm>
              <a:off x="1447038" y="2062733"/>
              <a:ext cx="1346200" cy="1259205"/>
            </a:xfrm>
            <a:custGeom>
              <a:avLst/>
              <a:gdLst/>
              <a:ahLst/>
              <a:cxnLst/>
              <a:rect l="l" t="t" r="r" b="b"/>
              <a:pathLst>
                <a:path w="1346200" h="1259204" extrusionOk="0">
                  <a:moveTo>
                    <a:pt x="1345679" y="0"/>
                  </a:moveTo>
                  <a:lnTo>
                    <a:pt x="0" y="0"/>
                  </a:lnTo>
                  <a:lnTo>
                    <a:pt x="0" y="105156"/>
                  </a:lnTo>
                  <a:lnTo>
                    <a:pt x="0" y="225552"/>
                  </a:lnTo>
                  <a:lnTo>
                    <a:pt x="0" y="1258824"/>
                  </a:lnTo>
                  <a:lnTo>
                    <a:pt x="1345679" y="1258824"/>
                  </a:lnTo>
                  <a:lnTo>
                    <a:pt x="1345679" y="225552"/>
                  </a:lnTo>
                  <a:lnTo>
                    <a:pt x="1345679" y="105156"/>
                  </a:lnTo>
                  <a:lnTo>
                    <a:pt x="1345679"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0" name="Google Shape;1920;p60"/>
            <p:cNvSpPr/>
            <p:nvPr/>
          </p:nvSpPr>
          <p:spPr>
            <a:xfrm>
              <a:off x="1447037" y="2062733"/>
              <a:ext cx="1346200" cy="1259205"/>
            </a:xfrm>
            <a:custGeom>
              <a:avLst/>
              <a:gdLst/>
              <a:ahLst/>
              <a:cxnLst/>
              <a:rect l="l" t="t" r="r" b="b"/>
              <a:pathLst>
                <a:path w="1346200" h="1259204" extrusionOk="0">
                  <a:moveTo>
                    <a:pt x="0" y="1258824"/>
                  </a:moveTo>
                  <a:lnTo>
                    <a:pt x="1345691" y="1258824"/>
                  </a:lnTo>
                  <a:lnTo>
                    <a:pt x="1345691"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1" name="Google Shape;1921;p60"/>
            <p:cNvSpPr/>
            <p:nvPr/>
          </p:nvSpPr>
          <p:spPr>
            <a:xfrm>
              <a:off x="1673478" y="2053208"/>
              <a:ext cx="901065" cy="114935"/>
            </a:xfrm>
            <a:custGeom>
              <a:avLst/>
              <a:gdLst/>
              <a:ahLst/>
              <a:cxnLst/>
              <a:rect l="l" t="t" r="r" b="b"/>
              <a:pathLst>
                <a:path w="901064" h="114935" extrusionOk="0">
                  <a:moveTo>
                    <a:pt x="446531" y="0"/>
                  </a:moveTo>
                  <a:lnTo>
                    <a:pt x="446531" y="114680"/>
                  </a:lnTo>
                </a:path>
                <a:path w="901064" h="114935" extrusionOk="0">
                  <a:moveTo>
                    <a:pt x="673607" y="0"/>
                  </a:moveTo>
                  <a:lnTo>
                    <a:pt x="673607" y="114680"/>
                  </a:lnTo>
                </a:path>
                <a:path w="901064" h="114935" extrusionOk="0">
                  <a:moveTo>
                    <a:pt x="900683" y="0"/>
                  </a:moveTo>
                  <a:lnTo>
                    <a:pt x="900683" y="114680"/>
                  </a:lnTo>
                </a:path>
                <a:path w="901064" h="114935" extrusionOk="0">
                  <a:moveTo>
                    <a:pt x="219456" y="0"/>
                  </a:moveTo>
                  <a:lnTo>
                    <a:pt x="219456" y="114680"/>
                  </a:lnTo>
                </a:path>
                <a:path w="901064" h="114935" extrusionOk="0">
                  <a:moveTo>
                    <a:pt x="0" y="0"/>
                  </a:moveTo>
                  <a:lnTo>
                    <a:pt x="0" y="114680"/>
                  </a:lnTo>
                </a:path>
              </a:pathLst>
            </a:custGeom>
            <a:noFill/>
            <a:ln w="238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2" name="Google Shape;1922;p60"/>
            <p:cNvSpPr/>
            <p:nvPr/>
          </p:nvSpPr>
          <p:spPr>
            <a:xfrm>
              <a:off x="2686050" y="2275204"/>
              <a:ext cx="116839" cy="840105"/>
            </a:xfrm>
            <a:custGeom>
              <a:avLst/>
              <a:gdLst/>
              <a:ahLst/>
              <a:cxnLst/>
              <a:rect l="l" t="t" r="r" b="b"/>
              <a:pathLst>
                <a:path w="116839" h="840105" extrusionOk="0">
                  <a:moveTo>
                    <a:pt x="0" y="0"/>
                  </a:moveTo>
                  <a:lnTo>
                    <a:pt x="116712" y="0"/>
                  </a:lnTo>
                </a:path>
                <a:path w="116839" h="840105" extrusionOk="0">
                  <a:moveTo>
                    <a:pt x="0" y="210312"/>
                  </a:moveTo>
                  <a:lnTo>
                    <a:pt x="116712" y="210312"/>
                  </a:lnTo>
                </a:path>
                <a:path w="116839" h="840105" extrusionOk="0">
                  <a:moveTo>
                    <a:pt x="0" y="419100"/>
                  </a:moveTo>
                  <a:lnTo>
                    <a:pt x="116712" y="419100"/>
                  </a:lnTo>
                </a:path>
                <a:path w="116839" h="840105" extrusionOk="0">
                  <a:moveTo>
                    <a:pt x="0" y="629412"/>
                  </a:moveTo>
                  <a:lnTo>
                    <a:pt x="116712" y="629412"/>
                  </a:lnTo>
                </a:path>
                <a:path w="116839" h="840105" extrusionOk="0">
                  <a:moveTo>
                    <a:pt x="0" y="839724"/>
                  </a:moveTo>
                  <a:lnTo>
                    <a:pt x="116712" y="839724"/>
                  </a:lnTo>
                </a:path>
              </a:pathLst>
            </a:custGeom>
            <a:noFill/>
            <a:ln w="23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3" name="Google Shape;1923;p60"/>
            <p:cNvSpPr/>
            <p:nvPr/>
          </p:nvSpPr>
          <p:spPr>
            <a:xfrm>
              <a:off x="1338834" y="2167889"/>
              <a:ext cx="1347470" cy="1259205"/>
            </a:xfrm>
            <a:custGeom>
              <a:avLst/>
              <a:gdLst/>
              <a:ahLst/>
              <a:cxnLst/>
              <a:rect l="l" t="t" r="r" b="b"/>
              <a:pathLst>
                <a:path w="1347470" h="1259204" extrusionOk="0">
                  <a:moveTo>
                    <a:pt x="1347216" y="0"/>
                  </a:moveTo>
                  <a:lnTo>
                    <a:pt x="0" y="0"/>
                  </a:lnTo>
                  <a:lnTo>
                    <a:pt x="0" y="120396"/>
                  </a:lnTo>
                  <a:lnTo>
                    <a:pt x="0" y="1258824"/>
                  </a:lnTo>
                  <a:lnTo>
                    <a:pt x="1347216" y="1258824"/>
                  </a:lnTo>
                  <a:lnTo>
                    <a:pt x="1347216" y="120396"/>
                  </a:lnTo>
                  <a:lnTo>
                    <a:pt x="1347216"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4" name="Google Shape;1924;p60"/>
            <p:cNvSpPr/>
            <p:nvPr/>
          </p:nvSpPr>
          <p:spPr>
            <a:xfrm>
              <a:off x="1338833" y="2167889"/>
              <a:ext cx="1347470" cy="1259205"/>
            </a:xfrm>
            <a:custGeom>
              <a:avLst/>
              <a:gdLst/>
              <a:ahLst/>
              <a:cxnLst/>
              <a:rect l="l" t="t" r="r" b="b"/>
              <a:pathLst>
                <a:path w="1347470" h="1259204" extrusionOk="0">
                  <a:moveTo>
                    <a:pt x="0" y="1258824"/>
                  </a:moveTo>
                  <a:lnTo>
                    <a:pt x="1347216" y="1258824"/>
                  </a:lnTo>
                  <a:lnTo>
                    <a:pt x="1347216"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5" name="Google Shape;1925;p60"/>
            <p:cNvSpPr/>
            <p:nvPr/>
          </p:nvSpPr>
          <p:spPr>
            <a:xfrm>
              <a:off x="1566798" y="2158364"/>
              <a:ext cx="899160" cy="130175"/>
            </a:xfrm>
            <a:custGeom>
              <a:avLst/>
              <a:gdLst/>
              <a:ahLst/>
              <a:cxnLst/>
              <a:rect l="l" t="t" r="r" b="b"/>
              <a:pathLst>
                <a:path w="899160" h="130175" extrusionOk="0">
                  <a:moveTo>
                    <a:pt x="445007" y="0"/>
                  </a:moveTo>
                  <a:lnTo>
                    <a:pt x="445007" y="129921"/>
                  </a:lnTo>
                </a:path>
                <a:path w="899160" h="130175" extrusionOk="0">
                  <a:moveTo>
                    <a:pt x="672083" y="0"/>
                  </a:moveTo>
                  <a:lnTo>
                    <a:pt x="672083" y="129921"/>
                  </a:lnTo>
                </a:path>
                <a:path w="899160" h="130175" extrusionOk="0">
                  <a:moveTo>
                    <a:pt x="899159" y="0"/>
                  </a:moveTo>
                  <a:lnTo>
                    <a:pt x="899159" y="129921"/>
                  </a:lnTo>
                </a:path>
                <a:path w="899160" h="130175" extrusionOk="0">
                  <a:moveTo>
                    <a:pt x="219456" y="0"/>
                  </a:moveTo>
                  <a:lnTo>
                    <a:pt x="219456" y="129921"/>
                  </a:lnTo>
                </a:path>
                <a:path w="899160" h="130175" extrusionOk="0">
                  <a:moveTo>
                    <a:pt x="0" y="0"/>
                  </a:moveTo>
                  <a:lnTo>
                    <a:pt x="0" y="129921"/>
                  </a:lnTo>
                </a:path>
              </a:pathLst>
            </a:custGeom>
            <a:noFill/>
            <a:ln w="238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6" name="Google Shape;1926;p60"/>
            <p:cNvSpPr/>
            <p:nvPr/>
          </p:nvSpPr>
          <p:spPr>
            <a:xfrm>
              <a:off x="2548889" y="2380360"/>
              <a:ext cx="146050" cy="840105"/>
            </a:xfrm>
            <a:custGeom>
              <a:avLst/>
              <a:gdLst/>
              <a:ahLst/>
              <a:cxnLst/>
              <a:rect l="l" t="t" r="r" b="b"/>
              <a:pathLst>
                <a:path w="146050" h="840105" extrusionOk="0">
                  <a:moveTo>
                    <a:pt x="0" y="0"/>
                  </a:moveTo>
                  <a:lnTo>
                    <a:pt x="145669" y="0"/>
                  </a:lnTo>
                </a:path>
                <a:path w="146050" h="840105" extrusionOk="0">
                  <a:moveTo>
                    <a:pt x="0" y="210311"/>
                  </a:moveTo>
                  <a:lnTo>
                    <a:pt x="145669" y="210311"/>
                  </a:lnTo>
                </a:path>
                <a:path w="146050" h="840105" extrusionOk="0">
                  <a:moveTo>
                    <a:pt x="0" y="419100"/>
                  </a:moveTo>
                  <a:lnTo>
                    <a:pt x="145669" y="419100"/>
                  </a:lnTo>
                </a:path>
                <a:path w="146050" h="840105" extrusionOk="0">
                  <a:moveTo>
                    <a:pt x="0" y="629411"/>
                  </a:moveTo>
                  <a:lnTo>
                    <a:pt x="145669" y="629411"/>
                  </a:lnTo>
                </a:path>
                <a:path w="146050" h="840105" extrusionOk="0">
                  <a:moveTo>
                    <a:pt x="0" y="839724"/>
                  </a:moveTo>
                  <a:lnTo>
                    <a:pt x="145669" y="839724"/>
                  </a:lnTo>
                </a:path>
              </a:pathLst>
            </a:custGeom>
            <a:noFill/>
            <a:ln w="23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7" name="Google Shape;1927;p60"/>
            <p:cNvSpPr/>
            <p:nvPr/>
          </p:nvSpPr>
          <p:spPr>
            <a:xfrm>
              <a:off x="1203197" y="2288285"/>
              <a:ext cx="1346200" cy="1259205"/>
            </a:xfrm>
            <a:custGeom>
              <a:avLst/>
              <a:gdLst/>
              <a:ahLst/>
              <a:cxnLst/>
              <a:rect l="l" t="t" r="r" b="b"/>
              <a:pathLst>
                <a:path w="1346200" h="1259204" extrusionOk="0">
                  <a:moveTo>
                    <a:pt x="1345692" y="0"/>
                  </a:moveTo>
                  <a:lnTo>
                    <a:pt x="0" y="0"/>
                  </a:lnTo>
                  <a:lnTo>
                    <a:pt x="0" y="1258824"/>
                  </a:lnTo>
                  <a:lnTo>
                    <a:pt x="1345692" y="1258824"/>
                  </a:lnTo>
                  <a:lnTo>
                    <a:pt x="1345692"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8" name="Google Shape;1928;p60"/>
            <p:cNvSpPr/>
            <p:nvPr/>
          </p:nvSpPr>
          <p:spPr>
            <a:xfrm>
              <a:off x="1203197" y="2288285"/>
              <a:ext cx="1346200" cy="1259205"/>
            </a:xfrm>
            <a:custGeom>
              <a:avLst/>
              <a:gdLst/>
              <a:ahLst/>
              <a:cxnLst/>
              <a:rect l="l" t="t" r="r" b="b"/>
              <a:pathLst>
                <a:path w="1346200" h="1259204" extrusionOk="0">
                  <a:moveTo>
                    <a:pt x="0" y="1258824"/>
                  </a:moveTo>
                  <a:lnTo>
                    <a:pt x="1345692" y="1258824"/>
                  </a:lnTo>
                  <a:lnTo>
                    <a:pt x="1345692"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29" name="Google Shape;1929;p60"/>
            <p:cNvSpPr/>
            <p:nvPr/>
          </p:nvSpPr>
          <p:spPr>
            <a:xfrm>
              <a:off x="1873757" y="2288285"/>
              <a:ext cx="5080" cy="1259205"/>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0" name="Google Shape;1930;p60"/>
            <p:cNvSpPr/>
            <p:nvPr/>
          </p:nvSpPr>
          <p:spPr>
            <a:xfrm>
              <a:off x="2100833" y="2288285"/>
              <a:ext cx="5080" cy="1259205"/>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1" name="Google Shape;1931;p60"/>
            <p:cNvSpPr/>
            <p:nvPr/>
          </p:nvSpPr>
          <p:spPr>
            <a:xfrm>
              <a:off x="2327909" y="2288285"/>
              <a:ext cx="5080" cy="1259205"/>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2" name="Google Shape;1932;p60"/>
            <p:cNvSpPr/>
            <p:nvPr/>
          </p:nvSpPr>
          <p:spPr>
            <a:xfrm>
              <a:off x="1646681" y="2288285"/>
              <a:ext cx="5080" cy="1259205"/>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3" name="Google Shape;1933;p60"/>
            <p:cNvSpPr/>
            <p:nvPr/>
          </p:nvSpPr>
          <p:spPr>
            <a:xfrm>
              <a:off x="1427225" y="2288285"/>
              <a:ext cx="5080" cy="1259205"/>
            </a:xfrm>
            <a:custGeom>
              <a:avLst/>
              <a:gdLst/>
              <a:ahLst/>
              <a:cxnLst/>
              <a:rect l="l" t="t" r="r" b="b"/>
              <a:pathLst>
                <a:path w="5080" h="1259204" extrusionOk="0">
                  <a:moveTo>
                    <a:pt x="0" y="0"/>
                  </a:moveTo>
                  <a:lnTo>
                    <a:pt x="4699" y="125907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4" name="Google Shape;1934;p60"/>
            <p:cNvSpPr/>
            <p:nvPr/>
          </p:nvSpPr>
          <p:spPr>
            <a:xfrm>
              <a:off x="1203197" y="2497073"/>
              <a:ext cx="1346200" cy="4445"/>
            </a:xfrm>
            <a:custGeom>
              <a:avLst/>
              <a:gdLst/>
              <a:ahLst/>
              <a:cxnLst/>
              <a:rect l="l" t="t" r="r" b="b"/>
              <a:pathLst>
                <a:path w="1346200" h="4444"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5" name="Google Shape;1935;p60"/>
            <p:cNvSpPr/>
            <p:nvPr/>
          </p:nvSpPr>
          <p:spPr>
            <a:xfrm>
              <a:off x="1203197" y="2707385"/>
              <a:ext cx="1346200" cy="4445"/>
            </a:xfrm>
            <a:custGeom>
              <a:avLst/>
              <a:gdLst/>
              <a:ahLst/>
              <a:cxnLst/>
              <a:rect l="l" t="t" r="r" b="b"/>
              <a:pathLst>
                <a:path w="1346200" h="4444"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6" name="Google Shape;1936;p60"/>
            <p:cNvSpPr/>
            <p:nvPr/>
          </p:nvSpPr>
          <p:spPr>
            <a:xfrm>
              <a:off x="1203197" y="2917697"/>
              <a:ext cx="1346200" cy="4445"/>
            </a:xfrm>
            <a:custGeom>
              <a:avLst/>
              <a:gdLst/>
              <a:ahLst/>
              <a:cxnLst/>
              <a:rect l="l" t="t" r="r" b="b"/>
              <a:pathLst>
                <a:path w="1346200" h="4444"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7" name="Google Shape;1937;p60"/>
            <p:cNvSpPr/>
            <p:nvPr/>
          </p:nvSpPr>
          <p:spPr>
            <a:xfrm>
              <a:off x="1203197" y="3126485"/>
              <a:ext cx="1346200" cy="4445"/>
            </a:xfrm>
            <a:custGeom>
              <a:avLst/>
              <a:gdLst/>
              <a:ahLst/>
              <a:cxnLst/>
              <a:rect l="l" t="t" r="r" b="b"/>
              <a:pathLst>
                <a:path w="1346200" h="4444"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8" name="Google Shape;1938;p60"/>
            <p:cNvSpPr/>
            <p:nvPr/>
          </p:nvSpPr>
          <p:spPr>
            <a:xfrm>
              <a:off x="1203197" y="3336797"/>
              <a:ext cx="1346200" cy="4445"/>
            </a:xfrm>
            <a:custGeom>
              <a:avLst/>
              <a:gdLst/>
              <a:ahLst/>
              <a:cxnLst/>
              <a:rect l="l" t="t" r="r" b="b"/>
              <a:pathLst>
                <a:path w="1346200" h="4445"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39" name="Google Shape;1939;p60"/>
            <p:cNvSpPr/>
            <p:nvPr/>
          </p:nvSpPr>
          <p:spPr>
            <a:xfrm>
              <a:off x="7654289" y="2472689"/>
              <a:ext cx="220979" cy="218440"/>
            </a:xfrm>
            <a:custGeom>
              <a:avLst/>
              <a:gdLst/>
              <a:ahLst/>
              <a:cxnLst/>
              <a:rect l="l" t="t" r="r" b="b"/>
              <a:pathLst>
                <a:path w="220979" h="218439" extrusionOk="0">
                  <a:moveTo>
                    <a:pt x="220979" y="0"/>
                  </a:moveTo>
                  <a:lnTo>
                    <a:pt x="0" y="0"/>
                  </a:lnTo>
                  <a:lnTo>
                    <a:pt x="0" y="217932"/>
                  </a:lnTo>
                  <a:lnTo>
                    <a:pt x="220979" y="217932"/>
                  </a:lnTo>
                  <a:lnTo>
                    <a:pt x="220979"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0" name="Google Shape;1940;p60"/>
            <p:cNvSpPr/>
            <p:nvPr/>
          </p:nvSpPr>
          <p:spPr>
            <a:xfrm>
              <a:off x="7654289" y="2472689"/>
              <a:ext cx="220979" cy="218440"/>
            </a:xfrm>
            <a:custGeom>
              <a:avLst/>
              <a:gdLst/>
              <a:ahLst/>
              <a:cxnLst/>
              <a:rect l="l" t="t" r="r" b="b"/>
              <a:pathLst>
                <a:path w="220979" h="218439" extrusionOk="0">
                  <a:moveTo>
                    <a:pt x="0" y="217932"/>
                  </a:moveTo>
                  <a:lnTo>
                    <a:pt x="220979" y="217932"/>
                  </a:lnTo>
                  <a:lnTo>
                    <a:pt x="220979" y="0"/>
                  </a:lnTo>
                  <a:lnTo>
                    <a:pt x="0" y="0"/>
                  </a:lnTo>
                  <a:lnTo>
                    <a:pt x="0" y="21793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1" name="Google Shape;1941;p60"/>
            <p:cNvSpPr/>
            <p:nvPr/>
          </p:nvSpPr>
          <p:spPr>
            <a:xfrm>
              <a:off x="7509509" y="2609849"/>
              <a:ext cx="222885" cy="218440"/>
            </a:xfrm>
            <a:custGeom>
              <a:avLst/>
              <a:gdLst/>
              <a:ahLst/>
              <a:cxnLst/>
              <a:rect l="l" t="t" r="r" b="b"/>
              <a:pathLst>
                <a:path w="222884" h="218439" extrusionOk="0">
                  <a:moveTo>
                    <a:pt x="222503" y="0"/>
                  </a:moveTo>
                  <a:lnTo>
                    <a:pt x="0" y="0"/>
                  </a:lnTo>
                  <a:lnTo>
                    <a:pt x="0" y="217932"/>
                  </a:lnTo>
                  <a:lnTo>
                    <a:pt x="222503" y="217932"/>
                  </a:lnTo>
                  <a:lnTo>
                    <a:pt x="222503"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2" name="Google Shape;1942;p60"/>
            <p:cNvSpPr/>
            <p:nvPr/>
          </p:nvSpPr>
          <p:spPr>
            <a:xfrm>
              <a:off x="7509509" y="2609849"/>
              <a:ext cx="222885" cy="218440"/>
            </a:xfrm>
            <a:custGeom>
              <a:avLst/>
              <a:gdLst/>
              <a:ahLst/>
              <a:cxnLst/>
              <a:rect l="l" t="t" r="r" b="b"/>
              <a:pathLst>
                <a:path w="222884" h="218439" extrusionOk="0">
                  <a:moveTo>
                    <a:pt x="0" y="217932"/>
                  </a:moveTo>
                  <a:lnTo>
                    <a:pt x="222503" y="217932"/>
                  </a:lnTo>
                  <a:lnTo>
                    <a:pt x="222503" y="0"/>
                  </a:lnTo>
                  <a:lnTo>
                    <a:pt x="0" y="0"/>
                  </a:lnTo>
                  <a:lnTo>
                    <a:pt x="0" y="21793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3" name="Google Shape;1943;p60"/>
            <p:cNvSpPr/>
            <p:nvPr/>
          </p:nvSpPr>
          <p:spPr>
            <a:xfrm>
              <a:off x="7341108" y="2763176"/>
              <a:ext cx="243840" cy="220979"/>
            </a:xfrm>
            <a:custGeom>
              <a:avLst/>
              <a:gdLst/>
              <a:ahLst/>
              <a:cxnLst/>
              <a:rect l="l" t="t" r="r" b="b"/>
              <a:pathLst>
                <a:path w="243840" h="220980" extrusionOk="0">
                  <a:moveTo>
                    <a:pt x="762" y="0"/>
                  </a:moveTo>
                  <a:lnTo>
                    <a:pt x="0" y="0"/>
                  </a:lnTo>
                  <a:lnTo>
                    <a:pt x="0" y="220814"/>
                  </a:lnTo>
                  <a:lnTo>
                    <a:pt x="762" y="220814"/>
                  </a:lnTo>
                  <a:lnTo>
                    <a:pt x="762" y="0"/>
                  </a:lnTo>
                  <a:close/>
                </a:path>
                <a:path w="243840" h="220980" extrusionOk="0">
                  <a:moveTo>
                    <a:pt x="243674" y="0"/>
                  </a:moveTo>
                  <a:lnTo>
                    <a:pt x="235458" y="0"/>
                  </a:lnTo>
                  <a:lnTo>
                    <a:pt x="235458" y="220814"/>
                  </a:lnTo>
                  <a:lnTo>
                    <a:pt x="243674" y="220814"/>
                  </a:lnTo>
                  <a:lnTo>
                    <a:pt x="243674"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4" name="Google Shape;1944;p60"/>
            <p:cNvSpPr/>
            <p:nvPr/>
          </p:nvSpPr>
          <p:spPr>
            <a:xfrm>
              <a:off x="7584820" y="2464307"/>
              <a:ext cx="299085" cy="520065"/>
            </a:xfrm>
            <a:custGeom>
              <a:avLst/>
              <a:gdLst/>
              <a:ahLst/>
              <a:cxnLst/>
              <a:rect l="l" t="t" r="r" b="b"/>
              <a:pathLst>
                <a:path w="299084" h="520064" extrusionOk="0">
                  <a:moveTo>
                    <a:pt x="298831" y="0"/>
                  </a:moveTo>
                  <a:lnTo>
                    <a:pt x="0" y="298831"/>
                  </a:lnTo>
                  <a:lnTo>
                    <a:pt x="0" y="519684"/>
                  </a:lnTo>
                  <a:lnTo>
                    <a:pt x="298831" y="220853"/>
                  </a:lnTo>
                  <a:lnTo>
                    <a:pt x="298831"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5" name="Google Shape;1945;p60"/>
            <p:cNvSpPr/>
            <p:nvPr/>
          </p:nvSpPr>
          <p:spPr>
            <a:xfrm>
              <a:off x="7341107" y="2464307"/>
              <a:ext cx="542925" cy="299085"/>
            </a:xfrm>
            <a:custGeom>
              <a:avLst/>
              <a:gdLst/>
              <a:ahLst/>
              <a:cxnLst/>
              <a:rect l="l" t="t" r="r" b="b"/>
              <a:pathLst>
                <a:path w="542925" h="299085" extrusionOk="0">
                  <a:moveTo>
                    <a:pt x="542544" y="0"/>
                  </a:moveTo>
                  <a:lnTo>
                    <a:pt x="298831" y="0"/>
                  </a:lnTo>
                  <a:lnTo>
                    <a:pt x="0" y="298831"/>
                  </a:lnTo>
                  <a:lnTo>
                    <a:pt x="243713" y="298831"/>
                  </a:lnTo>
                  <a:lnTo>
                    <a:pt x="542544"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6" name="Google Shape;1946;p60"/>
            <p:cNvSpPr/>
            <p:nvPr/>
          </p:nvSpPr>
          <p:spPr>
            <a:xfrm>
              <a:off x="7341869" y="2754629"/>
              <a:ext cx="234950" cy="228600"/>
            </a:xfrm>
            <a:custGeom>
              <a:avLst/>
              <a:gdLst/>
              <a:ahLst/>
              <a:cxnLst/>
              <a:rect l="l" t="t" r="r" b="b"/>
              <a:pathLst>
                <a:path w="234950" h="228600" extrusionOk="0">
                  <a:moveTo>
                    <a:pt x="234696" y="0"/>
                  </a:moveTo>
                  <a:lnTo>
                    <a:pt x="0" y="0"/>
                  </a:lnTo>
                  <a:lnTo>
                    <a:pt x="0" y="228600"/>
                  </a:lnTo>
                  <a:lnTo>
                    <a:pt x="234696" y="228600"/>
                  </a:lnTo>
                  <a:lnTo>
                    <a:pt x="234696"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7" name="Google Shape;1947;p60"/>
            <p:cNvSpPr/>
            <p:nvPr/>
          </p:nvSpPr>
          <p:spPr>
            <a:xfrm>
              <a:off x="7341869" y="2754629"/>
              <a:ext cx="234950" cy="228600"/>
            </a:xfrm>
            <a:custGeom>
              <a:avLst/>
              <a:gdLst/>
              <a:ahLst/>
              <a:cxnLst/>
              <a:rect l="l" t="t" r="r" b="b"/>
              <a:pathLst>
                <a:path w="234950" h="228600" extrusionOk="0">
                  <a:moveTo>
                    <a:pt x="0" y="228600"/>
                  </a:moveTo>
                  <a:lnTo>
                    <a:pt x="234696" y="228600"/>
                  </a:lnTo>
                  <a:lnTo>
                    <a:pt x="234696" y="0"/>
                  </a:lnTo>
                  <a:lnTo>
                    <a:pt x="0" y="0"/>
                  </a:lnTo>
                  <a:lnTo>
                    <a:pt x="0" y="2286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948" name="Google Shape;1948;p60"/>
          <p:cNvSpPr/>
          <p:nvPr/>
        </p:nvSpPr>
        <p:spPr>
          <a:xfrm>
            <a:off x="2621914" y="5469382"/>
            <a:ext cx="2234565" cy="76200"/>
          </a:xfrm>
          <a:custGeom>
            <a:avLst/>
            <a:gdLst/>
            <a:ahLst/>
            <a:cxnLst/>
            <a:rect l="l" t="t" r="r" b="b"/>
            <a:pathLst>
              <a:path w="2234565" h="76200" extrusionOk="0">
                <a:moveTo>
                  <a:pt x="2209510" y="25273"/>
                </a:moveTo>
                <a:lnTo>
                  <a:pt x="2170938" y="25273"/>
                </a:lnTo>
                <a:lnTo>
                  <a:pt x="2171065" y="50673"/>
                </a:lnTo>
                <a:lnTo>
                  <a:pt x="2158449" y="50758"/>
                </a:lnTo>
                <a:lnTo>
                  <a:pt x="2158619" y="76200"/>
                </a:lnTo>
                <a:lnTo>
                  <a:pt x="2234565" y="37592"/>
                </a:lnTo>
                <a:lnTo>
                  <a:pt x="2209510" y="25273"/>
                </a:lnTo>
                <a:close/>
              </a:path>
              <a:path w="2234565" h="76200" extrusionOk="0">
                <a:moveTo>
                  <a:pt x="2158280" y="25358"/>
                </a:moveTo>
                <a:lnTo>
                  <a:pt x="0" y="40005"/>
                </a:lnTo>
                <a:lnTo>
                  <a:pt x="254" y="65405"/>
                </a:lnTo>
                <a:lnTo>
                  <a:pt x="2158449" y="50758"/>
                </a:lnTo>
                <a:lnTo>
                  <a:pt x="2158280" y="25358"/>
                </a:lnTo>
                <a:close/>
              </a:path>
              <a:path w="2234565" h="76200" extrusionOk="0">
                <a:moveTo>
                  <a:pt x="2170938" y="25273"/>
                </a:moveTo>
                <a:lnTo>
                  <a:pt x="2158280" y="25358"/>
                </a:lnTo>
                <a:lnTo>
                  <a:pt x="2158449" y="50758"/>
                </a:lnTo>
                <a:lnTo>
                  <a:pt x="2171065" y="50673"/>
                </a:lnTo>
                <a:lnTo>
                  <a:pt x="2170938" y="25273"/>
                </a:lnTo>
                <a:close/>
              </a:path>
              <a:path w="2234565" h="76200" extrusionOk="0">
                <a:moveTo>
                  <a:pt x="2158111" y="0"/>
                </a:moveTo>
                <a:lnTo>
                  <a:pt x="2158280" y="25358"/>
                </a:lnTo>
                <a:lnTo>
                  <a:pt x="2209510" y="25273"/>
                </a:lnTo>
                <a:lnTo>
                  <a:pt x="2158111"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49" name="Google Shape;1949;p60"/>
          <p:cNvSpPr txBox="1"/>
          <p:nvPr/>
        </p:nvSpPr>
        <p:spPr>
          <a:xfrm>
            <a:off x="955954" y="3911600"/>
            <a:ext cx="14446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MobileNet v2</a:t>
            </a:r>
            <a:endParaRPr sz="1800" b="0" i="0" u="none" strike="noStrike" cap="none">
              <a:solidFill>
                <a:srgbClr val="000000"/>
              </a:solidFill>
              <a:latin typeface="Cambria"/>
              <a:ea typeface="Cambria"/>
              <a:cs typeface="Cambria"/>
              <a:sym typeface="Cambria"/>
            </a:endParaRPr>
          </a:p>
        </p:txBody>
      </p:sp>
      <p:sp>
        <p:nvSpPr>
          <p:cNvPr id="1950" name="Google Shape;1950;p60"/>
          <p:cNvSpPr txBox="1"/>
          <p:nvPr/>
        </p:nvSpPr>
        <p:spPr>
          <a:xfrm>
            <a:off x="6477127" y="5805017"/>
            <a:ext cx="114744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Depthwise</a:t>
            </a:r>
            <a:endParaRPr sz="1800" b="0" i="0" u="none" strike="noStrike" cap="none">
              <a:solidFill>
                <a:srgbClr val="000000"/>
              </a:solidFill>
              <a:latin typeface="Cambria"/>
              <a:ea typeface="Cambria"/>
              <a:cs typeface="Cambria"/>
              <a:sym typeface="Cambria"/>
            </a:endParaRPr>
          </a:p>
        </p:txBody>
      </p:sp>
      <p:sp>
        <p:nvSpPr>
          <p:cNvPr id="1951" name="Google Shape;1951;p60"/>
          <p:cNvSpPr txBox="1"/>
          <p:nvPr/>
        </p:nvSpPr>
        <p:spPr>
          <a:xfrm>
            <a:off x="8361044" y="5805017"/>
            <a:ext cx="109220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Projection</a:t>
            </a:r>
            <a:endParaRPr sz="1800" b="0" i="0" u="none" strike="noStrike" cap="none">
              <a:solidFill>
                <a:srgbClr val="000000"/>
              </a:solidFill>
              <a:latin typeface="Cambria"/>
              <a:ea typeface="Cambria"/>
              <a:cs typeface="Cambria"/>
              <a:sym typeface="Cambria"/>
            </a:endParaRPr>
          </a:p>
        </p:txBody>
      </p:sp>
      <p:grpSp>
        <p:nvGrpSpPr>
          <p:cNvPr id="1952" name="Google Shape;1952;p60"/>
          <p:cNvGrpSpPr/>
          <p:nvPr/>
        </p:nvGrpSpPr>
        <p:grpSpPr>
          <a:xfrm>
            <a:off x="4146041" y="3856482"/>
            <a:ext cx="6785738" cy="2336800"/>
            <a:chOff x="4146041" y="3856482"/>
            <a:chExt cx="6785738" cy="2336800"/>
          </a:xfrm>
        </p:grpSpPr>
        <p:sp>
          <p:nvSpPr>
            <p:cNvPr id="1953" name="Google Shape;1953;p60"/>
            <p:cNvSpPr/>
            <p:nvPr/>
          </p:nvSpPr>
          <p:spPr>
            <a:xfrm>
              <a:off x="4146041" y="3856482"/>
              <a:ext cx="5736590" cy="2336800"/>
            </a:xfrm>
            <a:custGeom>
              <a:avLst/>
              <a:gdLst/>
              <a:ahLst/>
              <a:cxnLst/>
              <a:rect l="l" t="t" r="r" b="b"/>
              <a:pathLst>
                <a:path w="5736590" h="2336800" extrusionOk="0">
                  <a:moveTo>
                    <a:pt x="0" y="389382"/>
                  </a:moveTo>
                  <a:lnTo>
                    <a:pt x="3034" y="340546"/>
                  </a:lnTo>
                  <a:lnTo>
                    <a:pt x="11894" y="293518"/>
                  </a:lnTo>
                  <a:lnTo>
                    <a:pt x="26214" y="248664"/>
                  </a:lnTo>
                  <a:lnTo>
                    <a:pt x="45629" y="206348"/>
                  </a:lnTo>
                  <a:lnTo>
                    <a:pt x="69774" y="166936"/>
                  </a:lnTo>
                  <a:lnTo>
                    <a:pt x="98284" y="130793"/>
                  </a:lnTo>
                  <a:lnTo>
                    <a:pt x="130793" y="98284"/>
                  </a:lnTo>
                  <a:lnTo>
                    <a:pt x="166936" y="69774"/>
                  </a:lnTo>
                  <a:lnTo>
                    <a:pt x="206348" y="45629"/>
                  </a:lnTo>
                  <a:lnTo>
                    <a:pt x="248664" y="26214"/>
                  </a:lnTo>
                  <a:lnTo>
                    <a:pt x="293518" y="11894"/>
                  </a:lnTo>
                  <a:lnTo>
                    <a:pt x="340546" y="3034"/>
                  </a:lnTo>
                  <a:lnTo>
                    <a:pt x="389382" y="0"/>
                  </a:lnTo>
                  <a:lnTo>
                    <a:pt x="5346954" y="0"/>
                  </a:lnTo>
                  <a:lnTo>
                    <a:pt x="5395789" y="3034"/>
                  </a:lnTo>
                  <a:lnTo>
                    <a:pt x="5442817" y="11894"/>
                  </a:lnTo>
                  <a:lnTo>
                    <a:pt x="5487671" y="26214"/>
                  </a:lnTo>
                  <a:lnTo>
                    <a:pt x="5529987" y="45629"/>
                  </a:lnTo>
                  <a:lnTo>
                    <a:pt x="5569399" y="69774"/>
                  </a:lnTo>
                  <a:lnTo>
                    <a:pt x="5605542" y="98284"/>
                  </a:lnTo>
                  <a:lnTo>
                    <a:pt x="5638051" y="130793"/>
                  </a:lnTo>
                  <a:lnTo>
                    <a:pt x="5666561" y="166936"/>
                  </a:lnTo>
                  <a:lnTo>
                    <a:pt x="5690706" y="206348"/>
                  </a:lnTo>
                  <a:lnTo>
                    <a:pt x="5710121" y="248664"/>
                  </a:lnTo>
                  <a:lnTo>
                    <a:pt x="5724441" y="293518"/>
                  </a:lnTo>
                  <a:lnTo>
                    <a:pt x="5733301" y="340546"/>
                  </a:lnTo>
                  <a:lnTo>
                    <a:pt x="5736336" y="389382"/>
                  </a:lnTo>
                  <a:lnTo>
                    <a:pt x="5736336" y="1946897"/>
                  </a:lnTo>
                  <a:lnTo>
                    <a:pt x="5733301" y="1995743"/>
                  </a:lnTo>
                  <a:lnTo>
                    <a:pt x="5724441" y="2042778"/>
                  </a:lnTo>
                  <a:lnTo>
                    <a:pt x="5710121" y="2087637"/>
                  </a:lnTo>
                  <a:lnTo>
                    <a:pt x="5690706" y="2129955"/>
                  </a:lnTo>
                  <a:lnTo>
                    <a:pt x="5666561" y="2169369"/>
                  </a:lnTo>
                  <a:lnTo>
                    <a:pt x="5638051" y="2205511"/>
                  </a:lnTo>
                  <a:lnTo>
                    <a:pt x="5605542" y="2238019"/>
                  </a:lnTo>
                  <a:lnTo>
                    <a:pt x="5569399" y="2266526"/>
                  </a:lnTo>
                  <a:lnTo>
                    <a:pt x="5529987" y="2290669"/>
                  </a:lnTo>
                  <a:lnTo>
                    <a:pt x="5487671" y="2310081"/>
                  </a:lnTo>
                  <a:lnTo>
                    <a:pt x="5442817" y="2324399"/>
                  </a:lnTo>
                  <a:lnTo>
                    <a:pt x="5395789" y="2333258"/>
                  </a:lnTo>
                  <a:lnTo>
                    <a:pt x="5346954" y="2336292"/>
                  </a:lnTo>
                  <a:lnTo>
                    <a:pt x="389382" y="2336292"/>
                  </a:lnTo>
                  <a:lnTo>
                    <a:pt x="340546" y="2333258"/>
                  </a:lnTo>
                  <a:lnTo>
                    <a:pt x="293518" y="2324399"/>
                  </a:lnTo>
                  <a:lnTo>
                    <a:pt x="248664" y="2310081"/>
                  </a:lnTo>
                  <a:lnTo>
                    <a:pt x="206348" y="2290669"/>
                  </a:lnTo>
                  <a:lnTo>
                    <a:pt x="166936" y="2266526"/>
                  </a:lnTo>
                  <a:lnTo>
                    <a:pt x="130793" y="2238019"/>
                  </a:lnTo>
                  <a:lnTo>
                    <a:pt x="98284" y="2205511"/>
                  </a:lnTo>
                  <a:lnTo>
                    <a:pt x="69774" y="2169369"/>
                  </a:lnTo>
                  <a:lnTo>
                    <a:pt x="45629" y="2129955"/>
                  </a:lnTo>
                  <a:lnTo>
                    <a:pt x="26214" y="2087637"/>
                  </a:lnTo>
                  <a:lnTo>
                    <a:pt x="11894" y="2042778"/>
                  </a:lnTo>
                  <a:lnTo>
                    <a:pt x="3034" y="1995743"/>
                  </a:lnTo>
                  <a:lnTo>
                    <a:pt x="0" y="1946897"/>
                  </a:lnTo>
                  <a:lnTo>
                    <a:pt x="0" y="389382"/>
                  </a:lnTo>
                  <a:close/>
                </a:path>
              </a:pathLst>
            </a:custGeom>
            <a:noFill/>
            <a:ln w="22225" cap="flat" cmpd="sng">
              <a:solidFill>
                <a:srgbClr val="FD4D4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54" name="Google Shape;1954;p60"/>
            <p:cNvSpPr/>
            <p:nvPr/>
          </p:nvSpPr>
          <p:spPr>
            <a:xfrm>
              <a:off x="5858764" y="5445633"/>
              <a:ext cx="5073015" cy="90170"/>
            </a:xfrm>
            <a:custGeom>
              <a:avLst/>
              <a:gdLst/>
              <a:ahLst/>
              <a:cxnLst/>
              <a:rect l="l" t="t" r="r" b="b"/>
              <a:pathLst>
                <a:path w="5073015" h="90170" extrusionOk="0">
                  <a:moveTo>
                    <a:pt x="418719" y="64897"/>
                  </a:moveTo>
                  <a:lnTo>
                    <a:pt x="379349" y="64897"/>
                  </a:lnTo>
                  <a:lnTo>
                    <a:pt x="366636" y="64897"/>
                  </a:lnTo>
                  <a:lnTo>
                    <a:pt x="366268" y="90043"/>
                  </a:lnTo>
                  <a:lnTo>
                    <a:pt x="418719" y="64897"/>
                  </a:lnTo>
                  <a:close/>
                </a:path>
                <a:path w="5073015" h="90170" extrusionOk="0">
                  <a:moveTo>
                    <a:pt x="443103" y="53213"/>
                  </a:moveTo>
                  <a:lnTo>
                    <a:pt x="367411" y="13843"/>
                  </a:lnTo>
                  <a:lnTo>
                    <a:pt x="367017" y="39293"/>
                  </a:lnTo>
                  <a:lnTo>
                    <a:pt x="508" y="33401"/>
                  </a:lnTo>
                  <a:lnTo>
                    <a:pt x="0" y="58801"/>
                  </a:lnTo>
                  <a:lnTo>
                    <a:pt x="366636" y="64693"/>
                  </a:lnTo>
                  <a:lnTo>
                    <a:pt x="379349" y="64693"/>
                  </a:lnTo>
                  <a:lnTo>
                    <a:pt x="419150" y="64693"/>
                  </a:lnTo>
                  <a:lnTo>
                    <a:pt x="443103" y="53213"/>
                  </a:lnTo>
                  <a:close/>
                </a:path>
                <a:path w="5073015" h="90170" extrusionOk="0">
                  <a:moveTo>
                    <a:pt x="5047577" y="50927"/>
                  </a:moveTo>
                  <a:lnTo>
                    <a:pt x="5009007" y="50927"/>
                  </a:lnTo>
                  <a:lnTo>
                    <a:pt x="4996345" y="50927"/>
                  </a:lnTo>
                  <a:lnTo>
                    <a:pt x="4996180" y="76200"/>
                  </a:lnTo>
                  <a:lnTo>
                    <a:pt x="5047577" y="50927"/>
                  </a:lnTo>
                  <a:close/>
                </a:path>
                <a:path w="5073015" h="90170" extrusionOk="0">
                  <a:moveTo>
                    <a:pt x="5072634" y="38608"/>
                  </a:moveTo>
                  <a:lnTo>
                    <a:pt x="4996688" y="0"/>
                  </a:lnTo>
                  <a:lnTo>
                    <a:pt x="4996510" y="25463"/>
                  </a:lnTo>
                  <a:lnTo>
                    <a:pt x="3266313" y="15113"/>
                  </a:lnTo>
                  <a:lnTo>
                    <a:pt x="3266059" y="40513"/>
                  </a:lnTo>
                  <a:lnTo>
                    <a:pt x="4996345" y="50863"/>
                  </a:lnTo>
                  <a:lnTo>
                    <a:pt x="5009007" y="50927"/>
                  </a:lnTo>
                  <a:lnTo>
                    <a:pt x="5047729" y="50863"/>
                  </a:lnTo>
                  <a:lnTo>
                    <a:pt x="5072634" y="38608"/>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1955" name="Google Shape;1955;p60"/>
          <p:cNvSpPr txBox="1"/>
          <p:nvPr/>
        </p:nvSpPr>
        <p:spPr>
          <a:xfrm>
            <a:off x="4871084" y="5816295"/>
            <a:ext cx="114236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Expansion</a:t>
            </a:r>
            <a:endParaRPr sz="1800" b="0" i="0" u="none" strike="noStrike" cap="none">
              <a:solidFill>
                <a:srgbClr val="000000"/>
              </a:solidFill>
              <a:latin typeface="Cambria"/>
              <a:ea typeface="Cambria"/>
              <a:cs typeface="Cambria"/>
              <a:sym typeface="Cambria"/>
            </a:endParaRPr>
          </a:p>
        </p:txBody>
      </p:sp>
      <p:sp>
        <p:nvSpPr>
          <p:cNvPr id="1956" name="Google Shape;1956;p60"/>
          <p:cNvSpPr/>
          <p:nvPr/>
        </p:nvSpPr>
        <p:spPr>
          <a:xfrm>
            <a:off x="4493514" y="4356353"/>
            <a:ext cx="5078095" cy="1153160"/>
          </a:xfrm>
          <a:custGeom>
            <a:avLst/>
            <a:gdLst/>
            <a:ahLst/>
            <a:cxnLst/>
            <a:rect l="l" t="t" r="r" b="b"/>
            <a:pathLst>
              <a:path w="5078095" h="1153160" extrusionOk="0">
                <a:moveTo>
                  <a:pt x="4572" y="1153033"/>
                </a:moveTo>
                <a:lnTo>
                  <a:pt x="0" y="1153033"/>
                </a:lnTo>
                <a:lnTo>
                  <a:pt x="0" y="0"/>
                </a:lnTo>
                <a:lnTo>
                  <a:pt x="5077714" y="0"/>
                </a:lnTo>
              </a:path>
            </a:pathLst>
          </a:custGeom>
          <a:noFill/>
          <a:ln w="25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57" name="Google Shape;1957;p60"/>
          <p:cNvSpPr txBox="1"/>
          <p:nvPr/>
        </p:nvSpPr>
        <p:spPr>
          <a:xfrm>
            <a:off x="5847334" y="4028313"/>
            <a:ext cx="22053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mbria"/>
                <a:ea typeface="Cambria"/>
                <a:cs typeface="Cambria"/>
                <a:sym typeface="Cambria"/>
              </a:rPr>
              <a:t>Residual Connection</a:t>
            </a:r>
            <a:endParaRPr sz="1800" b="0" i="0" u="none" strike="noStrike" cap="none">
              <a:solidFill>
                <a:srgbClr val="000000"/>
              </a:solidFill>
              <a:latin typeface="Cambria"/>
              <a:ea typeface="Cambria"/>
              <a:cs typeface="Cambria"/>
              <a:sym typeface="Cambria"/>
            </a:endParaRPr>
          </a:p>
        </p:txBody>
      </p:sp>
      <p:grpSp>
        <p:nvGrpSpPr>
          <p:cNvPr id="1958" name="Google Shape;1958;p60"/>
          <p:cNvGrpSpPr/>
          <p:nvPr/>
        </p:nvGrpSpPr>
        <p:grpSpPr>
          <a:xfrm>
            <a:off x="1198625" y="4353178"/>
            <a:ext cx="8394955" cy="1814068"/>
            <a:chOff x="1198625" y="4353178"/>
            <a:chExt cx="8394955" cy="1814068"/>
          </a:xfrm>
        </p:grpSpPr>
        <p:sp>
          <p:nvSpPr>
            <p:cNvPr id="1959" name="Google Shape;1959;p60"/>
            <p:cNvSpPr/>
            <p:nvPr/>
          </p:nvSpPr>
          <p:spPr>
            <a:xfrm>
              <a:off x="7861300" y="4353178"/>
              <a:ext cx="1732280" cy="1164590"/>
            </a:xfrm>
            <a:custGeom>
              <a:avLst/>
              <a:gdLst/>
              <a:ahLst/>
              <a:cxnLst/>
              <a:rect l="l" t="t" r="r" b="b"/>
              <a:pathLst>
                <a:path w="1732279" h="1164589" extrusionOk="0">
                  <a:moveTo>
                    <a:pt x="418719" y="1139063"/>
                  </a:moveTo>
                  <a:lnTo>
                    <a:pt x="379349" y="1139063"/>
                  </a:lnTo>
                  <a:lnTo>
                    <a:pt x="366636" y="1139063"/>
                  </a:lnTo>
                  <a:lnTo>
                    <a:pt x="366268" y="1164209"/>
                  </a:lnTo>
                  <a:lnTo>
                    <a:pt x="418719" y="1139063"/>
                  </a:lnTo>
                  <a:close/>
                </a:path>
                <a:path w="1732279" h="1164589" extrusionOk="0">
                  <a:moveTo>
                    <a:pt x="443103" y="1127379"/>
                  </a:moveTo>
                  <a:lnTo>
                    <a:pt x="367411" y="1088009"/>
                  </a:lnTo>
                  <a:lnTo>
                    <a:pt x="367017" y="1113459"/>
                  </a:lnTo>
                  <a:lnTo>
                    <a:pt x="508" y="1107567"/>
                  </a:lnTo>
                  <a:lnTo>
                    <a:pt x="0" y="1132967"/>
                  </a:lnTo>
                  <a:lnTo>
                    <a:pt x="366636" y="1138859"/>
                  </a:lnTo>
                  <a:lnTo>
                    <a:pt x="379349" y="1138859"/>
                  </a:lnTo>
                  <a:lnTo>
                    <a:pt x="419150" y="1138859"/>
                  </a:lnTo>
                  <a:lnTo>
                    <a:pt x="443103" y="1127379"/>
                  </a:lnTo>
                  <a:close/>
                </a:path>
                <a:path w="1732279" h="1164589" extrusionOk="0">
                  <a:moveTo>
                    <a:pt x="1732153" y="1053211"/>
                  </a:moveTo>
                  <a:lnTo>
                    <a:pt x="1703679" y="1052931"/>
                  </a:lnTo>
                  <a:lnTo>
                    <a:pt x="1713103" y="254"/>
                  </a:lnTo>
                  <a:lnTo>
                    <a:pt x="1694053" y="0"/>
                  </a:lnTo>
                  <a:lnTo>
                    <a:pt x="1684629" y="1052741"/>
                  </a:lnTo>
                  <a:lnTo>
                    <a:pt x="1655953" y="1052449"/>
                  </a:lnTo>
                  <a:lnTo>
                    <a:pt x="1693418" y="1129030"/>
                  </a:lnTo>
                  <a:lnTo>
                    <a:pt x="1725790" y="1065657"/>
                  </a:lnTo>
                  <a:lnTo>
                    <a:pt x="1732153" y="1053211"/>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0" name="Google Shape;1960;p60"/>
            <p:cNvSpPr/>
            <p:nvPr/>
          </p:nvSpPr>
          <p:spPr>
            <a:xfrm>
              <a:off x="7026402" y="4808981"/>
              <a:ext cx="521334" cy="524510"/>
            </a:xfrm>
            <a:custGeom>
              <a:avLst/>
              <a:gdLst/>
              <a:ahLst/>
              <a:cxnLst/>
              <a:rect l="l" t="t" r="r" b="b"/>
              <a:pathLst>
                <a:path w="521334" h="524510" extrusionOk="0">
                  <a:moveTo>
                    <a:pt x="521208" y="0"/>
                  </a:moveTo>
                  <a:lnTo>
                    <a:pt x="0" y="0"/>
                  </a:lnTo>
                  <a:lnTo>
                    <a:pt x="0" y="166116"/>
                  </a:lnTo>
                  <a:lnTo>
                    <a:pt x="0" y="315468"/>
                  </a:lnTo>
                  <a:lnTo>
                    <a:pt x="0" y="524256"/>
                  </a:lnTo>
                  <a:lnTo>
                    <a:pt x="521208" y="524256"/>
                  </a:lnTo>
                  <a:lnTo>
                    <a:pt x="521208" y="315468"/>
                  </a:lnTo>
                  <a:lnTo>
                    <a:pt x="521208" y="166116"/>
                  </a:lnTo>
                  <a:lnTo>
                    <a:pt x="521208"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1" name="Google Shape;1961;p60"/>
            <p:cNvSpPr/>
            <p:nvPr/>
          </p:nvSpPr>
          <p:spPr>
            <a:xfrm>
              <a:off x="7026402" y="4808981"/>
              <a:ext cx="521334" cy="524510"/>
            </a:xfrm>
            <a:custGeom>
              <a:avLst/>
              <a:gdLst/>
              <a:ahLst/>
              <a:cxnLst/>
              <a:rect l="l" t="t" r="r" b="b"/>
              <a:pathLst>
                <a:path w="521334" h="524510" extrusionOk="0">
                  <a:moveTo>
                    <a:pt x="0" y="524256"/>
                  </a:moveTo>
                  <a:lnTo>
                    <a:pt x="521207" y="524256"/>
                  </a:lnTo>
                  <a:lnTo>
                    <a:pt x="521207" y="0"/>
                  </a:lnTo>
                  <a:lnTo>
                    <a:pt x="0" y="0"/>
                  </a:lnTo>
                  <a:lnTo>
                    <a:pt x="0" y="52425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2" name="Google Shape;1962;p60"/>
            <p:cNvSpPr/>
            <p:nvPr/>
          </p:nvSpPr>
          <p:spPr>
            <a:xfrm>
              <a:off x="7201916" y="4797932"/>
              <a:ext cx="170815" cy="177165"/>
            </a:xfrm>
            <a:custGeom>
              <a:avLst/>
              <a:gdLst/>
              <a:ahLst/>
              <a:cxnLst/>
              <a:rect l="l" t="t" r="r" b="b"/>
              <a:pathLst>
                <a:path w="170815" h="177164" extrusionOk="0">
                  <a:moveTo>
                    <a:pt x="0" y="0"/>
                  </a:moveTo>
                  <a:lnTo>
                    <a:pt x="0" y="177165"/>
                  </a:lnTo>
                </a:path>
                <a:path w="170815" h="177164" extrusionOk="0">
                  <a:moveTo>
                    <a:pt x="170687" y="0"/>
                  </a:moveTo>
                  <a:lnTo>
                    <a:pt x="170687" y="177165"/>
                  </a:lnTo>
                </a:path>
              </a:pathLst>
            </a:custGeom>
            <a:noFill/>
            <a:ln w="226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3" name="Google Shape;1963;p60"/>
            <p:cNvSpPr/>
            <p:nvPr/>
          </p:nvSpPr>
          <p:spPr>
            <a:xfrm>
              <a:off x="7016877" y="4963743"/>
              <a:ext cx="541655" cy="32384"/>
            </a:xfrm>
            <a:custGeom>
              <a:avLst/>
              <a:gdLst/>
              <a:ahLst/>
              <a:cxnLst/>
              <a:rect l="l" t="t" r="r" b="b"/>
              <a:pathLst>
                <a:path w="541654" h="32385" extrusionOk="0">
                  <a:moveTo>
                    <a:pt x="541655" y="0"/>
                  </a:moveTo>
                  <a:lnTo>
                    <a:pt x="0" y="0"/>
                  </a:lnTo>
                  <a:lnTo>
                    <a:pt x="0" y="11353"/>
                  </a:lnTo>
                  <a:lnTo>
                    <a:pt x="0" y="20815"/>
                  </a:lnTo>
                  <a:lnTo>
                    <a:pt x="0" y="32181"/>
                  </a:lnTo>
                  <a:lnTo>
                    <a:pt x="541655" y="32181"/>
                  </a:lnTo>
                  <a:lnTo>
                    <a:pt x="541655" y="20815"/>
                  </a:lnTo>
                  <a:lnTo>
                    <a:pt x="541655" y="11353"/>
                  </a:lnTo>
                  <a:lnTo>
                    <a:pt x="541655"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4" name="Google Shape;1964;p60"/>
            <p:cNvSpPr/>
            <p:nvPr/>
          </p:nvSpPr>
          <p:spPr>
            <a:xfrm>
              <a:off x="7384541" y="5141531"/>
              <a:ext cx="173990" cy="0"/>
            </a:xfrm>
            <a:custGeom>
              <a:avLst/>
              <a:gdLst/>
              <a:ahLst/>
              <a:cxnLst/>
              <a:rect l="l" t="t" r="r" b="b"/>
              <a:pathLst>
                <a:path w="173990" h="120000" extrusionOk="0">
                  <a:moveTo>
                    <a:pt x="0" y="0"/>
                  </a:moveTo>
                  <a:lnTo>
                    <a:pt x="173990" y="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5" name="Google Shape;1965;p60"/>
            <p:cNvSpPr/>
            <p:nvPr/>
          </p:nvSpPr>
          <p:spPr>
            <a:xfrm>
              <a:off x="6861810" y="4975097"/>
              <a:ext cx="523240" cy="525780"/>
            </a:xfrm>
            <a:custGeom>
              <a:avLst/>
              <a:gdLst/>
              <a:ahLst/>
              <a:cxnLst/>
              <a:rect l="l" t="t" r="r" b="b"/>
              <a:pathLst>
                <a:path w="523240" h="525779" extrusionOk="0">
                  <a:moveTo>
                    <a:pt x="522719" y="0"/>
                  </a:moveTo>
                  <a:lnTo>
                    <a:pt x="0" y="0"/>
                  </a:lnTo>
                  <a:lnTo>
                    <a:pt x="0" y="149352"/>
                  </a:lnTo>
                  <a:lnTo>
                    <a:pt x="0" y="525780"/>
                  </a:lnTo>
                  <a:lnTo>
                    <a:pt x="522719" y="525780"/>
                  </a:lnTo>
                  <a:lnTo>
                    <a:pt x="522719" y="149352"/>
                  </a:lnTo>
                  <a:lnTo>
                    <a:pt x="522719"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6" name="Google Shape;1966;p60"/>
            <p:cNvSpPr/>
            <p:nvPr/>
          </p:nvSpPr>
          <p:spPr>
            <a:xfrm>
              <a:off x="6861810" y="4975097"/>
              <a:ext cx="523240" cy="525780"/>
            </a:xfrm>
            <a:custGeom>
              <a:avLst/>
              <a:gdLst/>
              <a:ahLst/>
              <a:cxnLst/>
              <a:rect l="l" t="t" r="r" b="b"/>
              <a:pathLst>
                <a:path w="523240" h="525779" extrusionOk="0">
                  <a:moveTo>
                    <a:pt x="0" y="525779"/>
                  </a:moveTo>
                  <a:lnTo>
                    <a:pt x="522731" y="525779"/>
                  </a:lnTo>
                  <a:lnTo>
                    <a:pt x="522731" y="0"/>
                  </a:lnTo>
                  <a:lnTo>
                    <a:pt x="0" y="0"/>
                  </a:lnTo>
                  <a:lnTo>
                    <a:pt x="0" y="52577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7" name="Google Shape;1967;p60"/>
            <p:cNvSpPr/>
            <p:nvPr/>
          </p:nvSpPr>
          <p:spPr>
            <a:xfrm>
              <a:off x="7037387" y="4964048"/>
              <a:ext cx="170815" cy="549275"/>
            </a:xfrm>
            <a:custGeom>
              <a:avLst/>
              <a:gdLst/>
              <a:ahLst/>
              <a:cxnLst/>
              <a:rect l="l" t="t" r="r" b="b"/>
              <a:pathLst>
                <a:path w="170815" h="549275" extrusionOk="0">
                  <a:moveTo>
                    <a:pt x="0" y="0"/>
                  </a:moveTo>
                  <a:lnTo>
                    <a:pt x="0" y="160400"/>
                  </a:lnTo>
                </a:path>
                <a:path w="170815" h="549275" extrusionOk="0">
                  <a:moveTo>
                    <a:pt x="170687" y="160400"/>
                  </a:moveTo>
                  <a:lnTo>
                    <a:pt x="170687" y="548767"/>
                  </a:lnTo>
                </a:path>
                <a:path w="170815" h="549275" extrusionOk="0">
                  <a:moveTo>
                    <a:pt x="170687" y="0"/>
                  </a:moveTo>
                  <a:lnTo>
                    <a:pt x="170687" y="16040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8" name="Google Shape;1968;p60"/>
            <p:cNvSpPr/>
            <p:nvPr/>
          </p:nvSpPr>
          <p:spPr>
            <a:xfrm>
              <a:off x="7218425" y="5150675"/>
              <a:ext cx="175895" cy="0"/>
            </a:xfrm>
            <a:custGeom>
              <a:avLst/>
              <a:gdLst/>
              <a:ahLst/>
              <a:cxnLst/>
              <a:rect l="l" t="t" r="r" b="b"/>
              <a:pathLst>
                <a:path w="175895" h="120000" extrusionOk="0">
                  <a:moveTo>
                    <a:pt x="0" y="0"/>
                  </a:moveTo>
                  <a:lnTo>
                    <a:pt x="175513" y="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69" name="Google Shape;1969;p60"/>
            <p:cNvSpPr/>
            <p:nvPr/>
          </p:nvSpPr>
          <p:spPr>
            <a:xfrm>
              <a:off x="7218425" y="5307647"/>
              <a:ext cx="175895" cy="0"/>
            </a:xfrm>
            <a:custGeom>
              <a:avLst/>
              <a:gdLst/>
              <a:ahLst/>
              <a:cxnLst/>
              <a:rect l="l" t="t" r="r" b="b"/>
              <a:pathLst>
                <a:path w="175895" h="120000" extrusionOk="0">
                  <a:moveTo>
                    <a:pt x="0" y="0"/>
                  </a:moveTo>
                  <a:lnTo>
                    <a:pt x="175513" y="0"/>
                  </a:lnTo>
                </a:path>
              </a:pathLst>
            </a:custGeom>
            <a:noFill/>
            <a:ln w="227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0" name="Google Shape;1970;p60"/>
            <p:cNvSpPr/>
            <p:nvPr/>
          </p:nvSpPr>
          <p:spPr>
            <a:xfrm>
              <a:off x="6683502" y="5124449"/>
              <a:ext cx="535305" cy="528955"/>
            </a:xfrm>
            <a:custGeom>
              <a:avLst/>
              <a:gdLst/>
              <a:ahLst/>
              <a:cxnLst/>
              <a:rect l="l" t="t" r="r" b="b"/>
              <a:pathLst>
                <a:path w="535304" h="528954" extrusionOk="0">
                  <a:moveTo>
                    <a:pt x="534924" y="0"/>
                  </a:moveTo>
                  <a:lnTo>
                    <a:pt x="0" y="0"/>
                  </a:lnTo>
                  <a:lnTo>
                    <a:pt x="0" y="528828"/>
                  </a:lnTo>
                  <a:lnTo>
                    <a:pt x="534924" y="528828"/>
                  </a:lnTo>
                  <a:lnTo>
                    <a:pt x="534924"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1" name="Google Shape;1971;p60"/>
            <p:cNvSpPr/>
            <p:nvPr/>
          </p:nvSpPr>
          <p:spPr>
            <a:xfrm>
              <a:off x="6683502" y="5124449"/>
              <a:ext cx="535305" cy="528955"/>
            </a:xfrm>
            <a:custGeom>
              <a:avLst/>
              <a:gdLst/>
              <a:ahLst/>
              <a:cxnLst/>
              <a:rect l="l" t="t" r="r" b="b"/>
              <a:pathLst>
                <a:path w="535304" h="528954" extrusionOk="0">
                  <a:moveTo>
                    <a:pt x="0" y="528828"/>
                  </a:moveTo>
                  <a:lnTo>
                    <a:pt x="534924" y="528828"/>
                  </a:lnTo>
                  <a:lnTo>
                    <a:pt x="534924" y="0"/>
                  </a:lnTo>
                  <a:lnTo>
                    <a:pt x="0" y="0"/>
                  </a:lnTo>
                  <a:lnTo>
                    <a:pt x="0" y="52882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2" name="Google Shape;1972;p60"/>
            <p:cNvSpPr/>
            <p:nvPr/>
          </p:nvSpPr>
          <p:spPr>
            <a:xfrm>
              <a:off x="6861810" y="5122925"/>
              <a:ext cx="3810" cy="532765"/>
            </a:xfrm>
            <a:custGeom>
              <a:avLst/>
              <a:gdLst/>
              <a:ahLst/>
              <a:cxnLst/>
              <a:rect l="l" t="t" r="r" b="b"/>
              <a:pathLst>
                <a:path w="3809" h="532764" extrusionOk="0">
                  <a:moveTo>
                    <a:pt x="0" y="0"/>
                  </a:moveTo>
                  <a:lnTo>
                    <a:pt x="3682" y="5325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3" name="Google Shape;1973;p60"/>
            <p:cNvSpPr/>
            <p:nvPr/>
          </p:nvSpPr>
          <p:spPr>
            <a:xfrm>
              <a:off x="7035546" y="5122925"/>
              <a:ext cx="3810" cy="532765"/>
            </a:xfrm>
            <a:custGeom>
              <a:avLst/>
              <a:gdLst/>
              <a:ahLst/>
              <a:cxnLst/>
              <a:rect l="l" t="t" r="r" b="b"/>
              <a:pathLst>
                <a:path w="3809" h="532764" extrusionOk="0">
                  <a:moveTo>
                    <a:pt x="0" y="0"/>
                  </a:moveTo>
                  <a:lnTo>
                    <a:pt x="3682" y="5325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4" name="Google Shape;1974;p60"/>
            <p:cNvSpPr/>
            <p:nvPr/>
          </p:nvSpPr>
          <p:spPr>
            <a:xfrm>
              <a:off x="6683502" y="5298185"/>
              <a:ext cx="534670" cy="3810"/>
            </a:xfrm>
            <a:custGeom>
              <a:avLst/>
              <a:gdLst/>
              <a:ahLst/>
              <a:cxnLst/>
              <a:rect l="l" t="t" r="r" b="b"/>
              <a:pathLst>
                <a:path w="534670" h="3810" extrusionOk="0">
                  <a:moveTo>
                    <a:pt x="0" y="3682"/>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5" name="Google Shape;1975;p60"/>
            <p:cNvSpPr/>
            <p:nvPr/>
          </p:nvSpPr>
          <p:spPr>
            <a:xfrm>
              <a:off x="6683502" y="5458205"/>
              <a:ext cx="534670" cy="3810"/>
            </a:xfrm>
            <a:custGeom>
              <a:avLst/>
              <a:gdLst/>
              <a:ahLst/>
              <a:cxnLst/>
              <a:rect l="l" t="t" r="r" b="b"/>
              <a:pathLst>
                <a:path w="534670" h="3810" extrusionOk="0">
                  <a:moveTo>
                    <a:pt x="0" y="3683"/>
                  </a:moveTo>
                  <a:lnTo>
                    <a:pt x="534416"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6" name="Google Shape;1976;p60"/>
            <p:cNvSpPr/>
            <p:nvPr/>
          </p:nvSpPr>
          <p:spPr>
            <a:xfrm>
              <a:off x="1442466" y="4684013"/>
              <a:ext cx="1347470" cy="1259205"/>
            </a:xfrm>
            <a:custGeom>
              <a:avLst/>
              <a:gdLst/>
              <a:ahLst/>
              <a:cxnLst/>
              <a:rect l="l" t="t" r="r" b="b"/>
              <a:pathLst>
                <a:path w="1347470" h="1259204" extrusionOk="0">
                  <a:moveTo>
                    <a:pt x="1347216" y="0"/>
                  </a:moveTo>
                  <a:lnTo>
                    <a:pt x="0" y="0"/>
                  </a:lnTo>
                  <a:lnTo>
                    <a:pt x="0" y="103644"/>
                  </a:lnTo>
                  <a:lnTo>
                    <a:pt x="0" y="224028"/>
                  </a:lnTo>
                  <a:lnTo>
                    <a:pt x="0" y="1258824"/>
                  </a:lnTo>
                  <a:lnTo>
                    <a:pt x="1347216" y="1258824"/>
                  </a:lnTo>
                  <a:lnTo>
                    <a:pt x="1347216" y="224028"/>
                  </a:lnTo>
                  <a:lnTo>
                    <a:pt x="1347216" y="103644"/>
                  </a:lnTo>
                  <a:lnTo>
                    <a:pt x="1347216"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7" name="Google Shape;1977;p60"/>
            <p:cNvSpPr/>
            <p:nvPr/>
          </p:nvSpPr>
          <p:spPr>
            <a:xfrm>
              <a:off x="1442465" y="4684013"/>
              <a:ext cx="1347470" cy="1259205"/>
            </a:xfrm>
            <a:custGeom>
              <a:avLst/>
              <a:gdLst/>
              <a:ahLst/>
              <a:cxnLst/>
              <a:rect l="l" t="t" r="r" b="b"/>
              <a:pathLst>
                <a:path w="1347470" h="1259204" extrusionOk="0">
                  <a:moveTo>
                    <a:pt x="0" y="1258824"/>
                  </a:moveTo>
                  <a:lnTo>
                    <a:pt x="1347216" y="1258824"/>
                  </a:lnTo>
                  <a:lnTo>
                    <a:pt x="1347216"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8" name="Google Shape;1978;p60"/>
            <p:cNvSpPr/>
            <p:nvPr/>
          </p:nvSpPr>
          <p:spPr>
            <a:xfrm>
              <a:off x="1670430" y="4674488"/>
              <a:ext cx="899160" cy="113664"/>
            </a:xfrm>
            <a:custGeom>
              <a:avLst/>
              <a:gdLst/>
              <a:ahLst/>
              <a:cxnLst/>
              <a:rect l="l" t="t" r="r" b="b"/>
              <a:pathLst>
                <a:path w="899160" h="113664" extrusionOk="0">
                  <a:moveTo>
                    <a:pt x="445007" y="0"/>
                  </a:moveTo>
                  <a:lnTo>
                    <a:pt x="445007" y="113157"/>
                  </a:lnTo>
                </a:path>
                <a:path w="899160" h="113664" extrusionOk="0">
                  <a:moveTo>
                    <a:pt x="672083" y="0"/>
                  </a:moveTo>
                  <a:lnTo>
                    <a:pt x="672083" y="113157"/>
                  </a:lnTo>
                </a:path>
                <a:path w="899160" h="113664" extrusionOk="0">
                  <a:moveTo>
                    <a:pt x="899159" y="0"/>
                  </a:moveTo>
                  <a:lnTo>
                    <a:pt x="899159" y="113157"/>
                  </a:lnTo>
                </a:path>
                <a:path w="899160" h="113664" extrusionOk="0">
                  <a:moveTo>
                    <a:pt x="219456" y="0"/>
                  </a:moveTo>
                  <a:lnTo>
                    <a:pt x="219456" y="113157"/>
                  </a:lnTo>
                </a:path>
                <a:path w="899160" h="113664" extrusionOk="0">
                  <a:moveTo>
                    <a:pt x="0" y="0"/>
                  </a:moveTo>
                  <a:lnTo>
                    <a:pt x="0" y="113157"/>
                  </a:lnTo>
                </a:path>
              </a:pathLst>
            </a:custGeom>
            <a:noFill/>
            <a:ln w="238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79" name="Google Shape;1979;p60"/>
            <p:cNvSpPr/>
            <p:nvPr/>
          </p:nvSpPr>
          <p:spPr>
            <a:xfrm>
              <a:off x="2681477" y="4894960"/>
              <a:ext cx="116839" cy="629920"/>
            </a:xfrm>
            <a:custGeom>
              <a:avLst/>
              <a:gdLst/>
              <a:ahLst/>
              <a:cxnLst/>
              <a:rect l="l" t="t" r="r" b="b"/>
              <a:pathLst>
                <a:path w="116839" h="629920" extrusionOk="0">
                  <a:moveTo>
                    <a:pt x="0" y="0"/>
                  </a:moveTo>
                  <a:lnTo>
                    <a:pt x="116712" y="0"/>
                  </a:lnTo>
                </a:path>
                <a:path w="116839" h="629920" extrusionOk="0">
                  <a:moveTo>
                    <a:pt x="0" y="210312"/>
                  </a:moveTo>
                  <a:lnTo>
                    <a:pt x="116712" y="210312"/>
                  </a:lnTo>
                </a:path>
                <a:path w="116839" h="629920" extrusionOk="0">
                  <a:moveTo>
                    <a:pt x="0" y="420623"/>
                  </a:moveTo>
                  <a:lnTo>
                    <a:pt x="116712" y="420623"/>
                  </a:lnTo>
                </a:path>
                <a:path w="116839" h="629920" extrusionOk="0">
                  <a:moveTo>
                    <a:pt x="0" y="629411"/>
                  </a:moveTo>
                  <a:lnTo>
                    <a:pt x="116712" y="629411"/>
                  </a:lnTo>
                </a:path>
              </a:pathLst>
            </a:custGeom>
            <a:noFill/>
            <a:ln w="23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0" name="Google Shape;1980;p60"/>
            <p:cNvSpPr/>
            <p:nvPr/>
          </p:nvSpPr>
          <p:spPr>
            <a:xfrm>
              <a:off x="2681477" y="5734703"/>
              <a:ext cx="116839" cy="0"/>
            </a:xfrm>
            <a:custGeom>
              <a:avLst/>
              <a:gdLst/>
              <a:ahLst/>
              <a:cxnLst/>
              <a:rect l="l" t="t" r="r" b="b"/>
              <a:pathLst>
                <a:path w="116839" h="120000" extrusionOk="0">
                  <a:moveTo>
                    <a:pt x="0" y="0"/>
                  </a:moveTo>
                  <a:lnTo>
                    <a:pt x="116712" y="0"/>
                  </a:lnTo>
                </a:path>
              </a:pathLst>
            </a:custGeom>
            <a:noFill/>
            <a:ln w="23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1" name="Google Shape;1981;p60"/>
            <p:cNvSpPr/>
            <p:nvPr/>
          </p:nvSpPr>
          <p:spPr>
            <a:xfrm>
              <a:off x="1335786" y="4787658"/>
              <a:ext cx="1346200" cy="1260475"/>
            </a:xfrm>
            <a:custGeom>
              <a:avLst/>
              <a:gdLst/>
              <a:ahLst/>
              <a:cxnLst/>
              <a:rect l="l" t="t" r="r" b="b"/>
              <a:pathLst>
                <a:path w="1346200" h="1260475" extrusionOk="0">
                  <a:moveTo>
                    <a:pt x="1345692" y="0"/>
                  </a:moveTo>
                  <a:lnTo>
                    <a:pt x="0" y="0"/>
                  </a:lnTo>
                  <a:lnTo>
                    <a:pt x="0" y="120383"/>
                  </a:lnTo>
                  <a:lnTo>
                    <a:pt x="0" y="1260335"/>
                  </a:lnTo>
                  <a:lnTo>
                    <a:pt x="1345692" y="1260335"/>
                  </a:lnTo>
                  <a:lnTo>
                    <a:pt x="1345692" y="120383"/>
                  </a:lnTo>
                  <a:lnTo>
                    <a:pt x="1345692"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2" name="Google Shape;1982;p60"/>
            <p:cNvSpPr/>
            <p:nvPr/>
          </p:nvSpPr>
          <p:spPr>
            <a:xfrm>
              <a:off x="1335785" y="4787645"/>
              <a:ext cx="1346200" cy="1260475"/>
            </a:xfrm>
            <a:custGeom>
              <a:avLst/>
              <a:gdLst/>
              <a:ahLst/>
              <a:cxnLst/>
              <a:rect l="l" t="t" r="r" b="b"/>
              <a:pathLst>
                <a:path w="1346200" h="1260475" extrusionOk="0">
                  <a:moveTo>
                    <a:pt x="0" y="1260347"/>
                  </a:moveTo>
                  <a:lnTo>
                    <a:pt x="1345691" y="1260347"/>
                  </a:lnTo>
                  <a:lnTo>
                    <a:pt x="1345691" y="0"/>
                  </a:lnTo>
                  <a:lnTo>
                    <a:pt x="0" y="0"/>
                  </a:lnTo>
                  <a:lnTo>
                    <a:pt x="0" y="1260347"/>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3" name="Google Shape;1983;p60"/>
            <p:cNvSpPr/>
            <p:nvPr/>
          </p:nvSpPr>
          <p:spPr>
            <a:xfrm>
              <a:off x="1562226" y="4778120"/>
              <a:ext cx="899160" cy="130175"/>
            </a:xfrm>
            <a:custGeom>
              <a:avLst/>
              <a:gdLst/>
              <a:ahLst/>
              <a:cxnLst/>
              <a:rect l="l" t="t" r="r" b="b"/>
              <a:pathLst>
                <a:path w="899160" h="130175" extrusionOk="0">
                  <a:moveTo>
                    <a:pt x="446531" y="0"/>
                  </a:moveTo>
                  <a:lnTo>
                    <a:pt x="446531" y="129920"/>
                  </a:lnTo>
                </a:path>
                <a:path w="899160" h="130175" extrusionOk="0">
                  <a:moveTo>
                    <a:pt x="673608" y="0"/>
                  </a:moveTo>
                  <a:lnTo>
                    <a:pt x="673608" y="129920"/>
                  </a:lnTo>
                </a:path>
                <a:path w="899160" h="130175" extrusionOk="0">
                  <a:moveTo>
                    <a:pt x="899160" y="0"/>
                  </a:moveTo>
                  <a:lnTo>
                    <a:pt x="899160" y="129920"/>
                  </a:lnTo>
                </a:path>
                <a:path w="899160" h="130175" extrusionOk="0">
                  <a:moveTo>
                    <a:pt x="219456" y="0"/>
                  </a:moveTo>
                  <a:lnTo>
                    <a:pt x="219456" y="129920"/>
                  </a:lnTo>
                </a:path>
                <a:path w="899160" h="130175" extrusionOk="0">
                  <a:moveTo>
                    <a:pt x="0" y="0"/>
                  </a:moveTo>
                  <a:lnTo>
                    <a:pt x="0" y="129920"/>
                  </a:lnTo>
                </a:path>
              </a:pathLst>
            </a:custGeom>
            <a:noFill/>
            <a:ln w="238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4" name="Google Shape;1984;p60"/>
            <p:cNvSpPr/>
            <p:nvPr/>
          </p:nvSpPr>
          <p:spPr>
            <a:xfrm>
              <a:off x="2545841" y="5000116"/>
              <a:ext cx="146050" cy="421005"/>
            </a:xfrm>
            <a:custGeom>
              <a:avLst/>
              <a:gdLst/>
              <a:ahLst/>
              <a:cxnLst/>
              <a:rect l="l" t="t" r="r" b="b"/>
              <a:pathLst>
                <a:path w="146050" h="421004" extrusionOk="0">
                  <a:moveTo>
                    <a:pt x="0" y="0"/>
                  </a:moveTo>
                  <a:lnTo>
                    <a:pt x="145669" y="0"/>
                  </a:lnTo>
                </a:path>
                <a:path w="146050" h="421004" extrusionOk="0">
                  <a:moveTo>
                    <a:pt x="0" y="210312"/>
                  </a:moveTo>
                  <a:lnTo>
                    <a:pt x="145669" y="210312"/>
                  </a:lnTo>
                </a:path>
                <a:path w="146050" h="421004" extrusionOk="0">
                  <a:moveTo>
                    <a:pt x="0" y="420624"/>
                  </a:moveTo>
                  <a:lnTo>
                    <a:pt x="145669" y="420624"/>
                  </a:lnTo>
                </a:path>
              </a:pathLst>
            </a:custGeom>
            <a:noFill/>
            <a:ln w="23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5" name="Google Shape;1985;p60"/>
            <p:cNvSpPr/>
            <p:nvPr/>
          </p:nvSpPr>
          <p:spPr>
            <a:xfrm>
              <a:off x="2545841" y="5629547"/>
              <a:ext cx="146050" cy="210820"/>
            </a:xfrm>
            <a:custGeom>
              <a:avLst/>
              <a:gdLst/>
              <a:ahLst/>
              <a:cxnLst/>
              <a:rect l="l" t="t" r="r" b="b"/>
              <a:pathLst>
                <a:path w="146050" h="210820" extrusionOk="0">
                  <a:moveTo>
                    <a:pt x="0" y="0"/>
                  </a:moveTo>
                  <a:lnTo>
                    <a:pt x="145669" y="0"/>
                  </a:lnTo>
                </a:path>
                <a:path w="146050" h="210820" extrusionOk="0">
                  <a:moveTo>
                    <a:pt x="0" y="210312"/>
                  </a:moveTo>
                  <a:lnTo>
                    <a:pt x="145669" y="210312"/>
                  </a:lnTo>
                </a:path>
              </a:pathLst>
            </a:custGeom>
            <a:noFill/>
            <a:ln w="234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6" name="Google Shape;1986;p60"/>
            <p:cNvSpPr/>
            <p:nvPr/>
          </p:nvSpPr>
          <p:spPr>
            <a:xfrm>
              <a:off x="1198625" y="4908041"/>
              <a:ext cx="1347470" cy="1259205"/>
            </a:xfrm>
            <a:custGeom>
              <a:avLst/>
              <a:gdLst/>
              <a:ahLst/>
              <a:cxnLst/>
              <a:rect l="l" t="t" r="r" b="b"/>
              <a:pathLst>
                <a:path w="1347470" h="1259204" extrusionOk="0">
                  <a:moveTo>
                    <a:pt x="1347215" y="0"/>
                  </a:moveTo>
                  <a:lnTo>
                    <a:pt x="0" y="0"/>
                  </a:lnTo>
                  <a:lnTo>
                    <a:pt x="0" y="1258824"/>
                  </a:lnTo>
                  <a:lnTo>
                    <a:pt x="1347215" y="1258824"/>
                  </a:lnTo>
                  <a:lnTo>
                    <a:pt x="1347215"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7" name="Google Shape;1987;p60"/>
            <p:cNvSpPr/>
            <p:nvPr/>
          </p:nvSpPr>
          <p:spPr>
            <a:xfrm>
              <a:off x="1198625" y="4908041"/>
              <a:ext cx="1347470" cy="1259205"/>
            </a:xfrm>
            <a:custGeom>
              <a:avLst/>
              <a:gdLst/>
              <a:ahLst/>
              <a:cxnLst/>
              <a:rect l="l" t="t" r="r" b="b"/>
              <a:pathLst>
                <a:path w="1347470" h="1259204" extrusionOk="0">
                  <a:moveTo>
                    <a:pt x="0" y="1258824"/>
                  </a:moveTo>
                  <a:lnTo>
                    <a:pt x="1347215" y="1258824"/>
                  </a:lnTo>
                  <a:lnTo>
                    <a:pt x="1347215" y="0"/>
                  </a:lnTo>
                  <a:lnTo>
                    <a:pt x="0" y="0"/>
                  </a:lnTo>
                  <a:lnTo>
                    <a:pt x="0" y="1258824"/>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8" name="Google Shape;1988;p60"/>
            <p:cNvSpPr/>
            <p:nvPr/>
          </p:nvSpPr>
          <p:spPr>
            <a:xfrm>
              <a:off x="1869185" y="4908041"/>
              <a:ext cx="5080" cy="1259205"/>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89" name="Google Shape;1989;p60"/>
            <p:cNvSpPr/>
            <p:nvPr/>
          </p:nvSpPr>
          <p:spPr>
            <a:xfrm>
              <a:off x="2096261" y="4908041"/>
              <a:ext cx="5080" cy="1259205"/>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0" name="Google Shape;1990;p60"/>
            <p:cNvSpPr/>
            <p:nvPr/>
          </p:nvSpPr>
          <p:spPr>
            <a:xfrm>
              <a:off x="2323337" y="4908041"/>
              <a:ext cx="5080" cy="1259205"/>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1" name="Google Shape;1991;p60"/>
            <p:cNvSpPr/>
            <p:nvPr/>
          </p:nvSpPr>
          <p:spPr>
            <a:xfrm>
              <a:off x="1643633" y="4908041"/>
              <a:ext cx="5080" cy="1259205"/>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2" name="Google Shape;1992;p60"/>
            <p:cNvSpPr/>
            <p:nvPr/>
          </p:nvSpPr>
          <p:spPr>
            <a:xfrm>
              <a:off x="1424177" y="4908041"/>
              <a:ext cx="5080" cy="1259205"/>
            </a:xfrm>
            <a:custGeom>
              <a:avLst/>
              <a:gdLst/>
              <a:ahLst/>
              <a:cxnLst/>
              <a:rect l="l" t="t" r="r" b="b"/>
              <a:pathLst>
                <a:path w="5080" h="1259204" extrusionOk="0">
                  <a:moveTo>
                    <a:pt x="0" y="0"/>
                  </a:moveTo>
                  <a:lnTo>
                    <a:pt x="4699" y="1259128"/>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3" name="Google Shape;1993;p60"/>
            <p:cNvSpPr/>
            <p:nvPr/>
          </p:nvSpPr>
          <p:spPr>
            <a:xfrm>
              <a:off x="1198625" y="5118353"/>
              <a:ext cx="1346200" cy="4445"/>
            </a:xfrm>
            <a:custGeom>
              <a:avLst/>
              <a:gdLst/>
              <a:ahLst/>
              <a:cxnLst/>
              <a:rect l="l" t="t" r="r" b="b"/>
              <a:pathLst>
                <a:path w="1346200" h="4445"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4" name="Google Shape;1994;p60"/>
            <p:cNvSpPr/>
            <p:nvPr/>
          </p:nvSpPr>
          <p:spPr>
            <a:xfrm>
              <a:off x="1198625" y="5327141"/>
              <a:ext cx="1346200" cy="4445"/>
            </a:xfrm>
            <a:custGeom>
              <a:avLst/>
              <a:gdLst/>
              <a:ahLst/>
              <a:cxnLst/>
              <a:rect l="l" t="t" r="r" b="b"/>
              <a:pathLst>
                <a:path w="1346200" h="4445" extrusionOk="0">
                  <a:moveTo>
                    <a:pt x="0" y="4444"/>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5" name="Google Shape;1995;p60"/>
            <p:cNvSpPr/>
            <p:nvPr/>
          </p:nvSpPr>
          <p:spPr>
            <a:xfrm>
              <a:off x="1198625" y="5537453"/>
              <a:ext cx="1346200" cy="4445"/>
            </a:xfrm>
            <a:custGeom>
              <a:avLst/>
              <a:gdLst/>
              <a:ahLst/>
              <a:cxnLst/>
              <a:rect l="l" t="t" r="r" b="b"/>
              <a:pathLst>
                <a:path w="1346200" h="4445" extrusionOk="0">
                  <a:moveTo>
                    <a:pt x="0" y="4445"/>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6" name="Google Shape;1996;p60"/>
            <p:cNvSpPr/>
            <p:nvPr/>
          </p:nvSpPr>
          <p:spPr>
            <a:xfrm>
              <a:off x="1198625" y="5747765"/>
              <a:ext cx="1346200" cy="4445"/>
            </a:xfrm>
            <a:custGeom>
              <a:avLst/>
              <a:gdLst/>
              <a:ahLst/>
              <a:cxnLst/>
              <a:rect l="l" t="t" r="r" b="b"/>
              <a:pathLst>
                <a:path w="1346200" h="4445" extrusionOk="0">
                  <a:moveTo>
                    <a:pt x="0" y="4419"/>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7" name="Google Shape;1997;p60"/>
            <p:cNvSpPr/>
            <p:nvPr/>
          </p:nvSpPr>
          <p:spPr>
            <a:xfrm>
              <a:off x="1198625" y="5956553"/>
              <a:ext cx="1346200" cy="4445"/>
            </a:xfrm>
            <a:custGeom>
              <a:avLst/>
              <a:gdLst/>
              <a:ahLst/>
              <a:cxnLst/>
              <a:rect l="l" t="t" r="r" b="b"/>
              <a:pathLst>
                <a:path w="1346200" h="4445" extrusionOk="0">
                  <a:moveTo>
                    <a:pt x="0" y="4419"/>
                  </a:moveTo>
                  <a:lnTo>
                    <a:pt x="134620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8" name="Google Shape;1998;p60"/>
            <p:cNvSpPr/>
            <p:nvPr/>
          </p:nvSpPr>
          <p:spPr>
            <a:xfrm>
              <a:off x="8789669" y="5202173"/>
              <a:ext cx="220979" cy="218440"/>
            </a:xfrm>
            <a:custGeom>
              <a:avLst/>
              <a:gdLst/>
              <a:ahLst/>
              <a:cxnLst/>
              <a:rect l="l" t="t" r="r" b="b"/>
              <a:pathLst>
                <a:path w="220979" h="218439" extrusionOk="0">
                  <a:moveTo>
                    <a:pt x="220979" y="0"/>
                  </a:moveTo>
                  <a:lnTo>
                    <a:pt x="0" y="0"/>
                  </a:lnTo>
                  <a:lnTo>
                    <a:pt x="0" y="217931"/>
                  </a:lnTo>
                  <a:lnTo>
                    <a:pt x="220979" y="217931"/>
                  </a:lnTo>
                  <a:lnTo>
                    <a:pt x="220979"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999" name="Google Shape;1999;p60"/>
            <p:cNvSpPr/>
            <p:nvPr/>
          </p:nvSpPr>
          <p:spPr>
            <a:xfrm>
              <a:off x="8789669" y="5202173"/>
              <a:ext cx="220979" cy="218440"/>
            </a:xfrm>
            <a:custGeom>
              <a:avLst/>
              <a:gdLst/>
              <a:ahLst/>
              <a:cxnLst/>
              <a:rect l="l" t="t" r="r" b="b"/>
              <a:pathLst>
                <a:path w="220979" h="218439" extrusionOk="0">
                  <a:moveTo>
                    <a:pt x="0" y="217931"/>
                  </a:moveTo>
                  <a:lnTo>
                    <a:pt x="220979" y="217931"/>
                  </a:lnTo>
                  <a:lnTo>
                    <a:pt x="220979" y="0"/>
                  </a:lnTo>
                  <a:lnTo>
                    <a:pt x="0" y="0"/>
                  </a:lnTo>
                  <a:lnTo>
                    <a:pt x="0" y="21793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0" name="Google Shape;2000;p60"/>
            <p:cNvSpPr/>
            <p:nvPr/>
          </p:nvSpPr>
          <p:spPr>
            <a:xfrm>
              <a:off x="8644890" y="5339333"/>
              <a:ext cx="220979" cy="218440"/>
            </a:xfrm>
            <a:custGeom>
              <a:avLst/>
              <a:gdLst/>
              <a:ahLst/>
              <a:cxnLst/>
              <a:rect l="l" t="t" r="r" b="b"/>
              <a:pathLst>
                <a:path w="220979" h="218439" extrusionOk="0">
                  <a:moveTo>
                    <a:pt x="220979" y="0"/>
                  </a:moveTo>
                  <a:lnTo>
                    <a:pt x="0" y="0"/>
                  </a:lnTo>
                  <a:lnTo>
                    <a:pt x="0" y="217931"/>
                  </a:lnTo>
                  <a:lnTo>
                    <a:pt x="220979" y="217931"/>
                  </a:lnTo>
                  <a:lnTo>
                    <a:pt x="220979"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1" name="Google Shape;2001;p60"/>
            <p:cNvSpPr/>
            <p:nvPr/>
          </p:nvSpPr>
          <p:spPr>
            <a:xfrm>
              <a:off x="8644890" y="5339333"/>
              <a:ext cx="220979" cy="218440"/>
            </a:xfrm>
            <a:custGeom>
              <a:avLst/>
              <a:gdLst/>
              <a:ahLst/>
              <a:cxnLst/>
              <a:rect l="l" t="t" r="r" b="b"/>
              <a:pathLst>
                <a:path w="220979" h="218439" extrusionOk="0">
                  <a:moveTo>
                    <a:pt x="0" y="217931"/>
                  </a:moveTo>
                  <a:lnTo>
                    <a:pt x="220979" y="217931"/>
                  </a:lnTo>
                  <a:lnTo>
                    <a:pt x="220979" y="0"/>
                  </a:lnTo>
                  <a:lnTo>
                    <a:pt x="0" y="0"/>
                  </a:lnTo>
                  <a:lnTo>
                    <a:pt x="0" y="21793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2" name="Google Shape;2002;p60"/>
            <p:cNvSpPr/>
            <p:nvPr/>
          </p:nvSpPr>
          <p:spPr>
            <a:xfrm>
              <a:off x="8476488" y="5492660"/>
              <a:ext cx="243840" cy="220979"/>
            </a:xfrm>
            <a:custGeom>
              <a:avLst/>
              <a:gdLst/>
              <a:ahLst/>
              <a:cxnLst/>
              <a:rect l="l" t="t" r="r" b="b"/>
              <a:pathLst>
                <a:path w="243840" h="220979" extrusionOk="0">
                  <a:moveTo>
                    <a:pt x="243674" y="0"/>
                  </a:moveTo>
                  <a:lnTo>
                    <a:pt x="0" y="0"/>
                  </a:lnTo>
                  <a:lnTo>
                    <a:pt x="0" y="218528"/>
                  </a:lnTo>
                  <a:lnTo>
                    <a:pt x="0" y="220814"/>
                  </a:lnTo>
                  <a:lnTo>
                    <a:pt x="243674" y="220814"/>
                  </a:lnTo>
                  <a:lnTo>
                    <a:pt x="243674" y="218528"/>
                  </a:lnTo>
                  <a:lnTo>
                    <a:pt x="243674" y="0"/>
                  </a:lnTo>
                  <a:close/>
                </a:path>
              </a:pathLst>
            </a:custGeom>
            <a:solidFill>
              <a:srgbClr val="FD4DEC">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3" name="Google Shape;2003;p60"/>
            <p:cNvSpPr/>
            <p:nvPr/>
          </p:nvSpPr>
          <p:spPr>
            <a:xfrm>
              <a:off x="8720200" y="5193791"/>
              <a:ext cx="299085" cy="520065"/>
            </a:xfrm>
            <a:custGeom>
              <a:avLst/>
              <a:gdLst/>
              <a:ahLst/>
              <a:cxnLst/>
              <a:rect l="l" t="t" r="r" b="b"/>
              <a:pathLst>
                <a:path w="299084" h="520064" extrusionOk="0">
                  <a:moveTo>
                    <a:pt x="298831" y="0"/>
                  </a:moveTo>
                  <a:lnTo>
                    <a:pt x="0" y="298831"/>
                  </a:lnTo>
                  <a:lnTo>
                    <a:pt x="0" y="519684"/>
                  </a:lnTo>
                  <a:lnTo>
                    <a:pt x="298831" y="220853"/>
                  </a:lnTo>
                  <a:lnTo>
                    <a:pt x="298831"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4" name="Google Shape;2004;p60"/>
            <p:cNvSpPr/>
            <p:nvPr/>
          </p:nvSpPr>
          <p:spPr>
            <a:xfrm>
              <a:off x="8476487" y="5193791"/>
              <a:ext cx="542925" cy="299085"/>
            </a:xfrm>
            <a:custGeom>
              <a:avLst/>
              <a:gdLst/>
              <a:ahLst/>
              <a:cxnLst/>
              <a:rect l="l" t="t" r="r" b="b"/>
              <a:pathLst>
                <a:path w="542925" h="299085" extrusionOk="0">
                  <a:moveTo>
                    <a:pt x="542544" y="0"/>
                  </a:moveTo>
                  <a:lnTo>
                    <a:pt x="298831" y="0"/>
                  </a:lnTo>
                  <a:lnTo>
                    <a:pt x="0" y="298831"/>
                  </a:lnTo>
                  <a:lnTo>
                    <a:pt x="243713" y="298831"/>
                  </a:lnTo>
                  <a:lnTo>
                    <a:pt x="542544"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5" name="Google Shape;2005;p60"/>
            <p:cNvSpPr/>
            <p:nvPr/>
          </p:nvSpPr>
          <p:spPr>
            <a:xfrm>
              <a:off x="8477249" y="5484113"/>
              <a:ext cx="234950" cy="227329"/>
            </a:xfrm>
            <a:custGeom>
              <a:avLst/>
              <a:gdLst/>
              <a:ahLst/>
              <a:cxnLst/>
              <a:rect l="l" t="t" r="r" b="b"/>
              <a:pathLst>
                <a:path w="234950" h="227329" extrusionOk="0">
                  <a:moveTo>
                    <a:pt x="234696" y="0"/>
                  </a:moveTo>
                  <a:lnTo>
                    <a:pt x="0" y="0"/>
                  </a:lnTo>
                  <a:lnTo>
                    <a:pt x="0" y="227076"/>
                  </a:lnTo>
                  <a:lnTo>
                    <a:pt x="234696" y="227076"/>
                  </a:lnTo>
                  <a:lnTo>
                    <a:pt x="234696"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6" name="Google Shape;2006;p60"/>
            <p:cNvSpPr/>
            <p:nvPr/>
          </p:nvSpPr>
          <p:spPr>
            <a:xfrm>
              <a:off x="8477249" y="5484113"/>
              <a:ext cx="234950" cy="227329"/>
            </a:xfrm>
            <a:custGeom>
              <a:avLst/>
              <a:gdLst/>
              <a:ahLst/>
              <a:cxnLst/>
              <a:rect l="l" t="t" r="r" b="b"/>
              <a:pathLst>
                <a:path w="234950" h="227329" extrusionOk="0">
                  <a:moveTo>
                    <a:pt x="0" y="227076"/>
                  </a:moveTo>
                  <a:lnTo>
                    <a:pt x="234696" y="227076"/>
                  </a:lnTo>
                  <a:lnTo>
                    <a:pt x="234696" y="0"/>
                  </a:lnTo>
                  <a:lnTo>
                    <a:pt x="0" y="0"/>
                  </a:lnTo>
                  <a:lnTo>
                    <a:pt x="0" y="227076"/>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7" name="Google Shape;2007;p60"/>
            <p:cNvSpPr/>
            <p:nvPr/>
          </p:nvSpPr>
          <p:spPr>
            <a:xfrm>
              <a:off x="5468873" y="5215889"/>
              <a:ext cx="220979" cy="218440"/>
            </a:xfrm>
            <a:custGeom>
              <a:avLst/>
              <a:gdLst/>
              <a:ahLst/>
              <a:cxnLst/>
              <a:rect l="l" t="t" r="r" b="b"/>
              <a:pathLst>
                <a:path w="220979" h="218439" extrusionOk="0">
                  <a:moveTo>
                    <a:pt x="220979" y="0"/>
                  </a:moveTo>
                  <a:lnTo>
                    <a:pt x="0" y="0"/>
                  </a:lnTo>
                  <a:lnTo>
                    <a:pt x="0" y="217932"/>
                  </a:lnTo>
                  <a:lnTo>
                    <a:pt x="220979" y="217932"/>
                  </a:lnTo>
                  <a:lnTo>
                    <a:pt x="220979"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8" name="Google Shape;2008;p60"/>
            <p:cNvSpPr/>
            <p:nvPr/>
          </p:nvSpPr>
          <p:spPr>
            <a:xfrm>
              <a:off x="5468873" y="5215889"/>
              <a:ext cx="220979" cy="218440"/>
            </a:xfrm>
            <a:custGeom>
              <a:avLst/>
              <a:gdLst/>
              <a:ahLst/>
              <a:cxnLst/>
              <a:rect l="l" t="t" r="r" b="b"/>
              <a:pathLst>
                <a:path w="220979" h="218439" extrusionOk="0">
                  <a:moveTo>
                    <a:pt x="0" y="217932"/>
                  </a:moveTo>
                  <a:lnTo>
                    <a:pt x="220979" y="217932"/>
                  </a:lnTo>
                  <a:lnTo>
                    <a:pt x="220979" y="0"/>
                  </a:lnTo>
                  <a:lnTo>
                    <a:pt x="0" y="0"/>
                  </a:lnTo>
                  <a:lnTo>
                    <a:pt x="0" y="21793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09" name="Google Shape;2009;p60"/>
            <p:cNvSpPr/>
            <p:nvPr/>
          </p:nvSpPr>
          <p:spPr>
            <a:xfrm>
              <a:off x="5324094" y="5353049"/>
              <a:ext cx="220979" cy="218440"/>
            </a:xfrm>
            <a:custGeom>
              <a:avLst/>
              <a:gdLst/>
              <a:ahLst/>
              <a:cxnLst/>
              <a:rect l="l" t="t" r="r" b="b"/>
              <a:pathLst>
                <a:path w="220979" h="218439" extrusionOk="0">
                  <a:moveTo>
                    <a:pt x="220980" y="0"/>
                  </a:moveTo>
                  <a:lnTo>
                    <a:pt x="0" y="0"/>
                  </a:lnTo>
                  <a:lnTo>
                    <a:pt x="0" y="153327"/>
                  </a:lnTo>
                  <a:lnTo>
                    <a:pt x="0" y="217932"/>
                  </a:lnTo>
                  <a:lnTo>
                    <a:pt x="220980" y="217932"/>
                  </a:lnTo>
                  <a:lnTo>
                    <a:pt x="220980" y="153327"/>
                  </a:lnTo>
                  <a:lnTo>
                    <a:pt x="220980"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0" name="Google Shape;2010;p60"/>
            <p:cNvSpPr/>
            <p:nvPr/>
          </p:nvSpPr>
          <p:spPr>
            <a:xfrm>
              <a:off x="5324093" y="5353049"/>
              <a:ext cx="220979" cy="218440"/>
            </a:xfrm>
            <a:custGeom>
              <a:avLst/>
              <a:gdLst/>
              <a:ahLst/>
              <a:cxnLst/>
              <a:rect l="l" t="t" r="r" b="b"/>
              <a:pathLst>
                <a:path w="220979" h="218439" extrusionOk="0">
                  <a:moveTo>
                    <a:pt x="0" y="217931"/>
                  </a:moveTo>
                  <a:lnTo>
                    <a:pt x="220979" y="217931"/>
                  </a:lnTo>
                  <a:lnTo>
                    <a:pt x="220979" y="0"/>
                  </a:lnTo>
                  <a:lnTo>
                    <a:pt x="0" y="0"/>
                  </a:lnTo>
                  <a:lnTo>
                    <a:pt x="0" y="21793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1" name="Google Shape;2011;p60"/>
            <p:cNvSpPr/>
            <p:nvPr/>
          </p:nvSpPr>
          <p:spPr>
            <a:xfrm>
              <a:off x="5155692" y="5506376"/>
              <a:ext cx="242570" cy="220979"/>
            </a:xfrm>
            <a:custGeom>
              <a:avLst/>
              <a:gdLst/>
              <a:ahLst/>
              <a:cxnLst/>
              <a:rect l="l" t="t" r="r" b="b"/>
              <a:pathLst>
                <a:path w="242570" h="220979" extrusionOk="0">
                  <a:moveTo>
                    <a:pt x="762" y="0"/>
                  </a:moveTo>
                  <a:lnTo>
                    <a:pt x="0" y="0"/>
                  </a:lnTo>
                  <a:lnTo>
                    <a:pt x="0" y="220814"/>
                  </a:lnTo>
                  <a:lnTo>
                    <a:pt x="762" y="220814"/>
                  </a:lnTo>
                  <a:lnTo>
                    <a:pt x="762" y="0"/>
                  </a:lnTo>
                  <a:close/>
                </a:path>
                <a:path w="242570" h="220979" extrusionOk="0">
                  <a:moveTo>
                    <a:pt x="242150" y="0"/>
                  </a:moveTo>
                  <a:lnTo>
                    <a:pt x="235458" y="0"/>
                  </a:lnTo>
                  <a:lnTo>
                    <a:pt x="235458" y="220814"/>
                  </a:lnTo>
                  <a:lnTo>
                    <a:pt x="242150" y="220814"/>
                  </a:lnTo>
                  <a:lnTo>
                    <a:pt x="242150" y="0"/>
                  </a:lnTo>
                  <a:close/>
                </a:path>
              </a:pathLst>
            </a:custGeom>
            <a:solidFill>
              <a:srgbClr val="AD86F1">
                <a:alpha val="8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2" name="Google Shape;2012;p60"/>
            <p:cNvSpPr/>
            <p:nvPr/>
          </p:nvSpPr>
          <p:spPr>
            <a:xfrm>
              <a:off x="5397880" y="5207507"/>
              <a:ext cx="299085" cy="520065"/>
            </a:xfrm>
            <a:custGeom>
              <a:avLst/>
              <a:gdLst/>
              <a:ahLst/>
              <a:cxnLst/>
              <a:rect l="l" t="t" r="r" b="b"/>
              <a:pathLst>
                <a:path w="299085" h="520064" extrusionOk="0">
                  <a:moveTo>
                    <a:pt x="298831" y="0"/>
                  </a:moveTo>
                  <a:lnTo>
                    <a:pt x="0" y="298831"/>
                  </a:lnTo>
                  <a:lnTo>
                    <a:pt x="0" y="519684"/>
                  </a:lnTo>
                  <a:lnTo>
                    <a:pt x="298831" y="220853"/>
                  </a:lnTo>
                  <a:lnTo>
                    <a:pt x="298831" y="0"/>
                  </a:lnTo>
                  <a:close/>
                </a:path>
              </a:pathLst>
            </a:custGeom>
            <a:solidFill>
              <a:srgbClr val="8B6CC3">
                <a:alpha val="8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3" name="Google Shape;2013;p60"/>
            <p:cNvSpPr/>
            <p:nvPr/>
          </p:nvSpPr>
          <p:spPr>
            <a:xfrm>
              <a:off x="5155691" y="5207507"/>
              <a:ext cx="541020" cy="299085"/>
            </a:xfrm>
            <a:custGeom>
              <a:avLst/>
              <a:gdLst/>
              <a:ahLst/>
              <a:cxnLst/>
              <a:rect l="l" t="t" r="r" b="b"/>
              <a:pathLst>
                <a:path w="541020" h="299085" extrusionOk="0">
                  <a:moveTo>
                    <a:pt x="541020" y="0"/>
                  </a:moveTo>
                  <a:lnTo>
                    <a:pt x="298831" y="0"/>
                  </a:lnTo>
                  <a:lnTo>
                    <a:pt x="0" y="298831"/>
                  </a:lnTo>
                  <a:lnTo>
                    <a:pt x="242189" y="298831"/>
                  </a:lnTo>
                  <a:lnTo>
                    <a:pt x="541020" y="0"/>
                  </a:lnTo>
                  <a:close/>
                </a:path>
              </a:pathLst>
            </a:custGeom>
            <a:solidFill>
              <a:srgbClr val="BD9FF5">
                <a:alpha val="8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4" name="Google Shape;2014;p60"/>
            <p:cNvSpPr/>
            <p:nvPr/>
          </p:nvSpPr>
          <p:spPr>
            <a:xfrm>
              <a:off x="5156454" y="5497829"/>
              <a:ext cx="234950" cy="228600"/>
            </a:xfrm>
            <a:custGeom>
              <a:avLst/>
              <a:gdLst/>
              <a:ahLst/>
              <a:cxnLst/>
              <a:rect l="l" t="t" r="r" b="b"/>
              <a:pathLst>
                <a:path w="234950" h="228600" extrusionOk="0">
                  <a:moveTo>
                    <a:pt x="234696" y="0"/>
                  </a:moveTo>
                  <a:lnTo>
                    <a:pt x="0" y="0"/>
                  </a:lnTo>
                  <a:lnTo>
                    <a:pt x="0" y="228600"/>
                  </a:lnTo>
                  <a:lnTo>
                    <a:pt x="234696" y="228600"/>
                  </a:lnTo>
                  <a:lnTo>
                    <a:pt x="234696"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15" name="Google Shape;2015;p60"/>
            <p:cNvSpPr/>
            <p:nvPr/>
          </p:nvSpPr>
          <p:spPr>
            <a:xfrm>
              <a:off x="5156454" y="5497829"/>
              <a:ext cx="234950" cy="228600"/>
            </a:xfrm>
            <a:custGeom>
              <a:avLst/>
              <a:gdLst/>
              <a:ahLst/>
              <a:cxnLst/>
              <a:rect l="l" t="t" r="r" b="b"/>
              <a:pathLst>
                <a:path w="234950" h="228600" extrusionOk="0">
                  <a:moveTo>
                    <a:pt x="0" y="228600"/>
                  </a:moveTo>
                  <a:lnTo>
                    <a:pt x="234696" y="228600"/>
                  </a:lnTo>
                  <a:lnTo>
                    <a:pt x="234696" y="0"/>
                  </a:lnTo>
                  <a:lnTo>
                    <a:pt x="0" y="0"/>
                  </a:lnTo>
                  <a:lnTo>
                    <a:pt x="0" y="22860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2016" name="Google Shape;2016;p60"/>
          <p:cNvPicPr preferRelativeResize="0"/>
          <p:nvPr/>
        </p:nvPicPr>
        <p:blipFill rotWithShape="1">
          <a:blip r:embed="rId3">
            <a:alphaModFix/>
          </a:blip>
          <a:srcRect/>
          <a:stretch/>
        </p:blipFill>
        <p:spPr>
          <a:xfrm>
            <a:off x="8934281" y="3423109"/>
            <a:ext cx="1188468" cy="371397"/>
          </a:xfrm>
          <a:prstGeom prst="rect">
            <a:avLst/>
          </a:prstGeom>
          <a:noFill/>
          <a:ln>
            <a:noFill/>
          </a:ln>
        </p:spPr>
      </p:pic>
      <p:pic>
        <p:nvPicPr>
          <p:cNvPr id="2017" name="Google Shape;2017;p60"/>
          <p:cNvPicPr preferRelativeResize="0"/>
          <p:nvPr/>
        </p:nvPicPr>
        <p:blipFill rotWithShape="1">
          <a:blip r:embed="rId4">
            <a:alphaModFix/>
          </a:blip>
          <a:srcRect/>
          <a:stretch/>
        </p:blipFill>
        <p:spPr>
          <a:xfrm>
            <a:off x="10001982" y="4977890"/>
            <a:ext cx="2114167" cy="385456"/>
          </a:xfrm>
          <a:prstGeom prst="rect">
            <a:avLst/>
          </a:prstGeom>
          <a:noFill/>
          <a:ln>
            <a:noFill/>
          </a:ln>
        </p:spPr>
      </p:pic>
      <p:pic>
        <p:nvPicPr>
          <p:cNvPr id="2018" name="Google Shape;2018;p60"/>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Shape 2022"/>
        <p:cNvGrpSpPr/>
        <p:nvPr/>
      </p:nvGrpSpPr>
      <p:grpSpPr>
        <a:xfrm>
          <a:off x="0" y="0"/>
          <a:ext cx="0" cy="0"/>
          <a:chOff x="0" y="0"/>
          <a:chExt cx="0" cy="0"/>
        </a:xfrm>
      </p:grpSpPr>
      <p:pic>
        <p:nvPicPr>
          <p:cNvPr id="2023" name="Google Shape;2023;p6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024" name="Google Shape;2024;p61"/>
          <p:cNvSpPr txBox="1"/>
          <p:nvPr/>
        </p:nvSpPr>
        <p:spPr>
          <a:xfrm>
            <a:off x="364575" y="141175"/>
            <a:ext cx="8911500" cy="18777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a:solidFill>
                  <a:schemeClr val="dk1"/>
                </a:solidFill>
              </a:rPr>
              <a:t>MobileNet v2 Full Architecture</a:t>
            </a:r>
            <a:endParaRPr sz="4400" i="0" u="none" strike="noStrike" cap="none">
              <a:solidFill>
                <a:schemeClr val="dk1"/>
              </a:solidFill>
            </a:endParaRPr>
          </a:p>
          <a:p>
            <a:pPr marL="12700" marR="5080" lvl="0" indent="191770" algn="l" rtl="0">
              <a:lnSpc>
                <a:spcPct val="108030"/>
              </a:lnSpc>
              <a:spcBef>
                <a:spcPts val="0"/>
              </a:spcBef>
              <a:spcAft>
                <a:spcPts val="0"/>
              </a:spcAft>
              <a:buClr>
                <a:schemeClr val="dk1"/>
              </a:buClr>
              <a:buSzPts val="6600"/>
              <a:buFont typeface="Arial"/>
              <a:buNone/>
            </a:pPr>
            <a:endParaRPr sz="6600" i="0" u="none" strike="noStrike" cap="none">
              <a:solidFill>
                <a:schemeClr val="dk1"/>
              </a:solidFill>
            </a:endParaRPr>
          </a:p>
        </p:txBody>
      </p:sp>
      <p:sp>
        <p:nvSpPr>
          <p:cNvPr id="2025" name="Google Shape;2025;p61"/>
          <p:cNvSpPr txBox="1"/>
          <p:nvPr/>
        </p:nvSpPr>
        <p:spPr>
          <a:xfrm>
            <a:off x="501445" y="1705675"/>
            <a:ext cx="11120284" cy="4247286"/>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rgbClr val="000000"/>
              </a:buClr>
              <a:buSzPts val="2400"/>
              <a:buFont typeface="Arial"/>
              <a:buChar char="●"/>
            </a:pPr>
            <a:r>
              <a:rPr lang="en-US" sz="2400" b="0" i="0" u="none" strike="noStrike" cap="none" dirty="0">
                <a:solidFill>
                  <a:srgbClr val="000000"/>
                </a:solidFill>
                <a:latin typeface="Arial"/>
                <a:ea typeface="Arial"/>
                <a:cs typeface="Arial"/>
                <a:sym typeface="Arial"/>
              </a:rPr>
              <a:t>The bottleneck block in </a:t>
            </a:r>
            <a:r>
              <a:rPr lang="en-US" sz="2400" b="0" i="0" u="none" strike="noStrike" cap="none" dirty="0" err="1">
                <a:solidFill>
                  <a:srgbClr val="000000"/>
                </a:solidFill>
                <a:latin typeface="Arial"/>
                <a:ea typeface="Arial"/>
                <a:cs typeface="Arial"/>
                <a:sym typeface="Arial"/>
              </a:rPr>
              <a:t>MobileNet</a:t>
            </a:r>
            <a:r>
              <a:rPr lang="en-US" sz="2400" b="0" i="0" u="none" strike="noStrike" cap="none" dirty="0">
                <a:solidFill>
                  <a:srgbClr val="000000"/>
                </a:solidFill>
                <a:latin typeface="Arial"/>
                <a:ea typeface="Arial"/>
                <a:cs typeface="Arial"/>
                <a:sym typeface="Arial"/>
              </a:rPr>
              <a:t> v2 uses the expansion operation to increase the size of the representation within the bottleneck block, allowing the neural network to learn a richer function. The pointwise convolution or projection operation is used to project it back down to a smaller set of values, reducing the memory requirements. The </a:t>
            </a:r>
            <a:r>
              <a:rPr lang="en-US" sz="2400" b="0" i="0" u="none" strike="noStrike" cap="none" dirty="0" err="1">
                <a:solidFill>
                  <a:srgbClr val="000000"/>
                </a:solidFill>
                <a:latin typeface="Arial"/>
                <a:ea typeface="Arial"/>
                <a:cs typeface="Arial"/>
                <a:sym typeface="Arial"/>
              </a:rPr>
              <a:t>MobileNet</a:t>
            </a:r>
            <a:r>
              <a:rPr lang="en-US" sz="2400" b="0" i="0" u="none" strike="noStrike" cap="none" dirty="0">
                <a:solidFill>
                  <a:srgbClr val="000000"/>
                </a:solidFill>
                <a:latin typeface="Arial"/>
                <a:ea typeface="Arial"/>
                <a:cs typeface="Arial"/>
                <a:sym typeface="Arial"/>
              </a:rPr>
              <a:t> v2 architecture repeats this bottleneck block 17 times and ends with a pooling layer, a fully connected layer, and a </a:t>
            </a:r>
            <a:r>
              <a:rPr lang="en-US" sz="2400" b="0" i="0" u="none" strike="noStrike" cap="none" dirty="0" err="1">
                <a:solidFill>
                  <a:srgbClr val="000000"/>
                </a:solidFill>
                <a:latin typeface="Arial"/>
                <a:ea typeface="Arial"/>
                <a:cs typeface="Arial"/>
                <a:sym typeface="Arial"/>
              </a:rPr>
              <a:t>softmax</a:t>
            </a:r>
            <a:r>
              <a:rPr lang="en-US" sz="2400" b="0" i="0" u="none" strike="noStrike" cap="none" dirty="0">
                <a:solidFill>
                  <a:srgbClr val="000000"/>
                </a:solidFill>
                <a:latin typeface="Arial"/>
                <a:ea typeface="Arial"/>
                <a:cs typeface="Arial"/>
                <a:sym typeface="Arial"/>
              </a:rPr>
              <a:t> layer to generate the classification output.</a:t>
            </a:r>
            <a:endParaRPr sz="2400" b="0" i="0" u="none" strike="noStrike" cap="none" dirty="0">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US" sz="2400" b="0" i="0" u="none" strike="noStrike" cap="none" dirty="0" err="1">
                <a:solidFill>
                  <a:srgbClr val="000000"/>
                </a:solidFill>
                <a:latin typeface="Arial"/>
                <a:ea typeface="Arial"/>
                <a:cs typeface="Arial"/>
                <a:sym typeface="Arial"/>
              </a:rPr>
              <a:t>MobileNet</a:t>
            </a:r>
            <a:r>
              <a:rPr lang="en-US" sz="2400" b="0" i="0" u="none" strike="noStrike" cap="none" dirty="0">
                <a:solidFill>
                  <a:srgbClr val="000000"/>
                </a:solidFill>
                <a:latin typeface="Arial"/>
                <a:ea typeface="Arial"/>
                <a:cs typeface="Arial"/>
                <a:sym typeface="Arial"/>
              </a:rPr>
              <a:t> v2 achieves better performance than </a:t>
            </a:r>
            <a:r>
              <a:rPr lang="en-US" sz="2400" b="0" i="0" u="none" strike="noStrike" cap="none" dirty="0" err="1">
                <a:solidFill>
                  <a:srgbClr val="000000"/>
                </a:solidFill>
                <a:latin typeface="Arial"/>
                <a:ea typeface="Arial"/>
                <a:cs typeface="Arial"/>
                <a:sym typeface="Arial"/>
              </a:rPr>
              <a:t>MobileNet</a:t>
            </a:r>
            <a:r>
              <a:rPr lang="en-US" sz="2400" b="0" i="0" u="none" strike="noStrike" cap="none" dirty="0">
                <a:solidFill>
                  <a:srgbClr val="000000"/>
                </a:solidFill>
                <a:latin typeface="Arial"/>
                <a:ea typeface="Arial"/>
                <a:cs typeface="Arial"/>
                <a:sym typeface="Arial"/>
              </a:rPr>
              <a:t> v1 while continuing to use only a modest amount of compute and memory resources. If you are interested in building efficient neural networks, the video also briefly mentions the concept of efficient nets as another useful idea to learn about.</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Shape 2029"/>
        <p:cNvGrpSpPr/>
        <p:nvPr/>
      </p:nvGrpSpPr>
      <p:grpSpPr>
        <a:xfrm>
          <a:off x="0" y="0"/>
          <a:ext cx="0" cy="0"/>
          <a:chOff x="0" y="0"/>
          <a:chExt cx="0" cy="0"/>
        </a:xfrm>
      </p:grpSpPr>
      <p:sp>
        <p:nvSpPr>
          <p:cNvPr id="2030" name="Google Shape;2030;p62"/>
          <p:cNvSpPr txBox="1">
            <a:spLocks noGrp="1"/>
          </p:cNvSpPr>
          <p:nvPr>
            <p:ph type="title"/>
          </p:nvPr>
        </p:nvSpPr>
        <p:spPr>
          <a:xfrm>
            <a:off x="916939" y="637108"/>
            <a:ext cx="81243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MobileNet v2 Full Architecture</a:t>
            </a:r>
            <a:endParaRPr sz="4400">
              <a:latin typeface="Arial"/>
              <a:ea typeface="Arial"/>
              <a:cs typeface="Arial"/>
              <a:sym typeface="Arial"/>
            </a:endParaRPr>
          </a:p>
        </p:txBody>
      </p:sp>
      <p:grpSp>
        <p:nvGrpSpPr>
          <p:cNvPr id="2031" name="Google Shape;2031;p62"/>
          <p:cNvGrpSpPr/>
          <p:nvPr/>
        </p:nvGrpSpPr>
        <p:grpSpPr>
          <a:xfrm>
            <a:off x="3607943" y="2775966"/>
            <a:ext cx="3245358" cy="1242060"/>
            <a:chOff x="3607943" y="2775966"/>
            <a:chExt cx="3245358" cy="1242060"/>
          </a:xfrm>
        </p:grpSpPr>
        <p:sp>
          <p:nvSpPr>
            <p:cNvPr id="2032" name="Google Shape;2032;p62"/>
            <p:cNvSpPr/>
            <p:nvPr/>
          </p:nvSpPr>
          <p:spPr>
            <a:xfrm>
              <a:off x="3708653" y="2775966"/>
              <a:ext cx="2940050" cy="1242060"/>
            </a:xfrm>
            <a:custGeom>
              <a:avLst/>
              <a:gdLst/>
              <a:ahLst/>
              <a:cxnLst/>
              <a:rect l="l" t="t" r="r" b="b"/>
              <a:pathLst>
                <a:path w="2940050" h="1242060" extrusionOk="0">
                  <a:moveTo>
                    <a:pt x="0" y="207010"/>
                  </a:moveTo>
                  <a:lnTo>
                    <a:pt x="5468" y="159553"/>
                  </a:lnTo>
                  <a:lnTo>
                    <a:pt x="21045" y="115984"/>
                  </a:lnTo>
                  <a:lnTo>
                    <a:pt x="45486" y="77547"/>
                  </a:lnTo>
                  <a:lnTo>
                    <a:pt x="77547" y="45486"/>
                  </a:lnTo>
                  <a:lnTo>
                    <a:pt x="115984" y="21045"/>
                  </a:lnTo>
                  <a:lnTo>
                    <a:pt x="159553" y="5468"/>
                  </a:lnTo>
                  <a:lnTo>
                    <a:pt x="207010" y="0"/>
                  </a:lnTo>
                  <a:lnTo>
                    <a:pt x="2732786" y="0"/>
                  </a:lnTo>
                  <a:lnTo>
                    <a:pt x="2780242" y="5468"/>
                  </a:lnTo>
                  <a:lnTo>
                    <a:pt x="2823811" y="21045"/>
                  </a:lnTo>
                  <a:lnTo>
                    <a:pt x="2862248" y="45486"/>
                  </a:lnTo>
                  <a:lnTo>
                    <a:pt x="2894309" y="77547"/>
                  </a:lnTo>
                  <a:lnTo>
                    <a:pt x="2918750" y="115984"/>
                  </a:lnTo>
                  <a:lnTo>
                    <a:pt x="2934327" y="159553"/>
                  </a:lnTo>
                  <a:lnTo>
                    <a:pt x="2939796" y="207010"/>
                  </a:lnTo>
                  <a:lnTo>
                    <a:pt x="2939796" y="1035050"/>
                  </a:lnTo>
                  <a:lnTo>
                    <a:pt x="2934327" y="1082506"/>
                  </a:lnTo>
                  <a:lnTo>
                    <a:pt x="2918750" y="1126075"/>
                  </a:lnTo>
                  <a:lnTo>
                    <a:pt x="2894309" y="1164512"/>
                  </a:lnTo>
                  <a:lnTo>
                    <a:pt x="2862248" y="1196573"/>
                  </a:lnTo>
                  <a:lnTo>
                    <a:pt x="2823811" y="1221014"/>
                  </a:lnTo>
                  <a:lnTo>
                    <a:pt x="2780242" y="1236591"/>
                  </a:lnTo>
                  <a:lnTo>
                    <a:pt x="2732786" y="1242060"/>
                  </a:lnTo>
                  <a:lnTo>
                    <a:pt x="207010" y="1242060"/>
                  </a:lnTo>
                  <a:lnTo>
                    <a:pt x="159553" y="1236591"/>
                  </a:lnTo>
                  <a:lnTo>
                    <a:pt x="115984" y="1221014"/>
                  </a:lnTo>
                  <a:lnTo>
                    <a:pt x="77547" y="1196573"/>
                  </a:lnTo>
                  <a:lnTo>
                    <a:pt x="45486" y="1164512"/>
                  </a:lnTo>
                  <a:lnTo>
                    <a:pt x="21045" y="1126075"/>
                  </a:lnTo>
                  <a:lnTo>
                    <a:pt x="5468" y="1082506"/>
                  </a:lnTo>
                  <a:lnTo>
                    <a:pt x="0" y="1035050"/>
                  </a:lnTo>
                  <a:lnTo>
                    <a:pt x="0" y="207010"/>
                  </a:lnTo>
                  <a:close/>
                </a:path>
              </a:pathLst>
            </a:custGeom>
            <a:noFill/>
            <a:ln w="19050" cap="flat" cmpd="sng">
              <a:solidFill>
                <a:srgbClr val="FD4D4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3" name="Google Shape;2033;p62"/>
            <p:cNvSpPr/>
            <p:nvPr/>
          </p:nvSpPr>
          <p:spPr>
            <a:xfrm>
              <a:off x="4555871" y="3576192"/>
              <a:ext cx="2297430" cy="86995"/>
            </a:xfrm>
            <a:custGeom>
              <a:avLst/>
              <a:gdLst/>
              <a:ahLst/>
              <a:cxnLst/>
              <a:rect l="l" t="t" r="r" b="b"/>
              <a:pathLst>
                <a:path w="2297429" h="86995" extrusionOk="0">
                  <a:moveTo>
                    <a:pt x="239369" y="58547"/>
                  </a:moveTo>
                  <a:lnTo>
                    <a:pt x="193294" y="58547"/>
                  </a:lnTo>
                  <a:lnTo>
                    <a:pt x="180594" y="58547"/>
                  </a:lnTo>
                  <a:lnTo>
                    <a:pt x="180086" y="86868"/>
                  </a:lnTo>
                  <a:lnTo>
                    <a:pt x="239369" y="58547"/>
                  </a:lnTo>
                  <a:close/>
                </a:path>
                <a:path w="2297429" h="86995" extrusionOk="0">
                  <a:moveTo>
                    <a:pt x="256921" y="50165"/>
                  </a:moveTo>
                  <a:lnTo>
                    <a:pt x="181483" y="10668"/>
                  </a:lnTo>
                  <a:lnTo>
                    <a:pt x="180949" y="39281"/>
                  </a:lnTo>
                  <a:lnTo>
                    <a:pt x="254" y="36068"/>
                  </a:lnTo>
                  <a:lnTo>
                    <a:pt x="0" y="55118"/>
                  </a:lnTo>
                  <a:lnTo>
                    <a:pt x="180606" y="58331"/>
                  </a:lnTo>
                  <a:lnTo>
                    <a:pt x="193294" y="58331"/>
                  </a:lnTo>
                  <a:lnTo>
                    <a:pt x="239839" y="58331"/>
                  </a:lnTo>
                  <a:lnTo>
                    <a:pt x="256921" y="50165"/>
                  </a:lnTo>
                  <a:close/>
                </a:path>
                <a:path w="2297429" h="86995" extrusionOk="0">
                  <a:moveTo>
                    <a:pt x="1211681" y="47879"/>
                  </a:moveTo>
                  <a:lnTo>
                    <a:pt x="1165606" y="47879"/>
                  </a:lnTo>
                  <a:lnTo>
                    <a:pt x="1152906" y="47879"/>
                  </a:lnTo>
                  <a:lnTo>
                    <a:pt x="1152398" y="76200"/>
                  </a:lnTo>
                  <a:lnTo>
                    <a:pt x="1211681" y="47879"/>
                  </a:lnTo>
                  <a:close/>
                </a:path>
                <a:path w="2297429" h="86995" extrusionOk="0">
                  <a:moveTo>
                    <a:pt x="1229233" y="39497"/>
                  </a:moveTo>
                  <a:lnTo>
                    <a:pt x="1153795" y="0"/>
                  </a:lnTo>
                  <a:lnTo>
                    <a:pt x="1153261" y="28613"/>
                  </a:lnTo>
                  <a:lnTo>
                    <a:pt x="972566" y="25400"/>
                  </a:lnTo>
                  <a:lnTo>
                    <a:pt x="972312" y="44450"/>
                  </a:lnTo>
                  <a:lnTo>
                    <a:pt x="1152918" y="47663"/>
                  </a:lnTo>
                  <a:lnTo>
                    <a:pt x="1165606" y="47663"/>
                  </a:lnTo>
                  <a:lnTo>
                    <a:pt x="1212151" y="47663"/>
                  </a:lnTo>
                  <a:lnTo>
                    <a:pt x="1229233" y="39497"/>
                  </a:lnTo>
                  <a:close/>
                </a:path>
                <a:path w="2297429" h="86995" extrusionOk="0">
                  <a:moveTo>
                    <a:pt x="2278608" y="48514"/>
                  </a:moveTo>
                  <a:lnTo>
                    <a:pt x="2233422" y="48514"/>
                  </a:lnTo>
                  <a:lnTo>
                    <a:pt x="2220696" y="48514"/>
                  </a:lnTo>
                  <a:lnTo>
                    <a:pt x="2220468" y="76962"/>
                  </a:lnTo>
                  <a:lnTo>
                    <a:pt x="2278608" y="48514"/>
                  </a:lnTo>
                  <a:close/>
                </a:path>
                <a:path w="2297429" h="86995" extrusionOk="0">
                  <a:moveTo>
                    <a:pt x="2297049" y="39497"/>
                  </a:moveTo>
                  <a:lnTo>
                    <a:pt x="2221103" y="762"/>
                  </a:lnTo>
                  <a:lnTo>
                    <a:pt x="2220861" y="29375"/>
                  </a:lnTo>
                  <a:lnTo>
                    <a:pt x="1722374" y="25400"/>
                  </a:lnTo>
                  <a:lnTo>
                    <a:pt x="1722120" y="44450"/>
                  </a:lnTo>
                  <a:lnTo>
                    <a:pt x="2220696" y="48425"/>
                  </a:lnTo>
                  <a:lnTo>
                    <a:pt x="2233422" y="48514"/>
                  </a:lnTo>
                  <a:lnTo>
                    <a:pt x="2278811" y="48425"/>
                  </a:lnTo>
                  <a:lnTo>
                    <a:pt x="2297049" y="39497"/>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4" name="Google Shape;2034;p62"/>
            <p:cNvSpPr/>
            <p:nvPr/>
          </p:nvSpPr>
          <p:spPr>
            <a:xfrm>
              <a:off x="3877563" y="2939034"/>
              <a:ext cx="2607945" cy="666115"/>
            </a:xfrm>
            <a:custGeom>
              <a:avLst/>
              <a:gdLst/>
              <a:ahLst/>
              <a:cxnLst/>
              <a:rect l="l" t="t" r="r" b="b"/>
              <a:pathLst>
                <a:path w="2607945" h="666114" extrusionOk="0">
                  <a:moveTo>
                    <a:pt x="253" y="666114"/>
                  </a:moveTo>
                  <a:lnTo>
                    <a:pt x="0" y="666114"/>
                  </a:lnTo>
                  <a:lnTo>
                    <a:pt x="0" y="0"/>
                  </a:lnTo>
                  <a:lnTo>
                    <a:pt x="2607564"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5" name="Google Shape;2035;p62"/>
            <p:cNvSpPr/>
            <p:nvPr/>
          </p:nvSpPr>
          <p:spPr>
            <a:xfrm>
              <a:off x="3607943" y="2939033"/>
              <a:ext cx="2922270" cy="711200"/>
            </a:xfrm>
            <a:custGeom>
              <a:avLst/>
              <a:gdLst/>
              <a:ahLst/>
              <a:cxnLst/>
              <a:rect l="l" t="t" r="r" b="b"/>
              <a:pathLst>
                <a:path w="2922270" h="711200" extrusionOk="0">
                  <a:moveTo>
                    <a:pt x="441629" y="682510"/>
                  </a:moveTo>
                  <a:lnTo>
                    <a:pt x="396240" y="682510"/>
                  </a:lnTo>
                  <a:lnTo>
                    <a:pt x="383565" y="682510"/>
                  </a:lnTo>
                  <a:lnTo>
                    <a:pt x="383286" y="710958"/>
                  </a:lnTo>
                  <a:lnTo>
                    <a:pt x="441629" y="682510"/>
                  </a:lnTo>
                  <a:close/>
                </a:path>
                <a:path w="2922270" h="711200" extrusionOk="0">
                  <a:moveTo>
                    <a:pt x="459867" y="673620"/>
                  </a:moveTo>
                  <a:lnTo>
                    <a:pt x="384048" y="634758"/>
                  </a:lnTo>
                  <a:lnTo>
                    <a:pt x="383755" y="663333"/>
                  </a:lnTo>
                  <a:lnTo>
                    <a:pt x="254" y="659523"/>
                  </a:lnTo>
                  <a:lnTo>
                    <a:pt x="0" y="678573"/>
                  </a:lnTo>
                  <a:lnTo>
                    <a:pt x="383565" y="682383"/>
                  </a:lnTo>
                  <a:lnTo>
                    <a:pt x="396240" y="682510"/>
                  </a:lnTo>
                  <a:lnTo>
                    <a:pt x="441883" y="682383"/>
                  </a:lnTo>
                  <a:lnTo>
                    <a:pt x="459867" y="673620"/>
                  </a:lnTo>
                  <a:close/>
                </a:path>
                <a:path w="2922270" h="711200" extrusionOk="0">
                  <a:moveTo>
                    <a:pt x="2921762" y="605663"/>
                  </a:moveTo>
                  <a:lnTo>
                    <a:pt x="2893199" y="605624"/>
                  </a:lnTo>
                  <a:lnTo>
                    <a:pt x="2894203" y="0"/>
                  </a:lnTo>
                  <a:lnTo>
                    <a:pt x="2875153" y="0"/>
                  </a:lnTo>
                  <a:lnTo>
                    <a:pt x="2874149" y="605586"/>
                  </a:lnTo>
                  <a:lnTo>
                    <a:pt x="2845562" y="605536"/>
                  </a:lnTo>
                  <a:lnTo>
                    <a:pt x="2883535" y="681863"/>
                  </a:lnTo>
                  <a:lnTo>
                    <a:pt x="2915386" y="618363"/>
                  </a:lnTo>
                  <a:lnTo>
                    <a:pt x="2921762" y="605663"/>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6" name="Google Shape;2036;p62"/>
            <p:cNvSpPr/>
            <p:nvPr/>
          </p:nvSpPr>
          <p:spPr>
            <a:xfrm>
              <a:off x="5107686" y="3274313"/>
              <a:ext cx="335280" cy="320040"/>
            </a:xfrm>
            <a:custGeom>
              <a:avLst/>
              <a:gdLst/>
              <a:ahLst/>
              <a:cxnLst/>
              <a:rect l="l" t="t" r="r" b="b"/>
              <a:pathLst>
                <a:path w="335279" h="320039" extrusionOk="0">
                  <a:moveTo>
                    <a:pt x="335280" y="0"/>
                  </a:moveTo>
                  <a:lnTo>
                    <a:pt x="0" y="0"/>
                  </a:lnTo>
                  <a:lnTo>
                    <a:pt x="0" y="100584"/>
                  </a:lnTo>
                  <a:lnTo>
                    <a:pt x="0" y="192024"/>
                  </a:lnTo>
                  <a:lnTo>
                    <a:pt x="0" y="320040"/>
                  </a:lnTo>
                  <a:lnTo>
                    <a:pt x="335280" y="320040"/>
                  </a:lnTo>
                  <a:lnTo>
                    <a:pt x="335280" y="192024"/>
                  </a:lnTo>
                  <a:lnTo>
                    <a:pt x="335280" y="100584"/>
                  </a:lnTo>
                  <a:lnTo>
                    <a:pt x="335280" y="0"/>
                  </a:lnTo>
                  <a:close/>
                </a:path>
              </a:pathLst>
            </a:custGeom>
            <a:solidFill>
              <a:srgbClr val="9FC5E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7" name="Google Shape;2037;p62"/>
            <p:cNvSpPr/>
            <p:nvPr/>
          </p:nvSpPr>
          <p:spPr>
            <a:xfrm>
              <a:off x="5107685" y="3274314"/>
              <a:ext cx="335280" cy="320040"/>
            </a:xfrm>
            <a:custGeom>
              <a:avLst/>
              <a:gdLst/>
              <a:ahLst/>
              <a:cxnLst/>
              <a:rect l="l" t="t" r="r" b="b"/>
              <a:pathLst>
                <a:path w="335279" h="320039" extrusionOk="0">
                  <a:moveTo>
                    <a:pt x="0" y="320039"/>
                  </a:moveTo>
                  <a:lnTo>
                    <a:pt x="335279" y="320039"/>
                  </a:lnTo>
                  <a:lnTo>
                    <a:pt x="335279" y="0"/>
                  </a:lnTo>
                  <a:lnTo>
                    <a:pt x="0" y="0"/>
                  </a:lnTo>
                  <a:lnTo>
                    <a:pt x="0" y="32003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8" name="Google Shape;2038;p62"/>
            <p:cNvSpPr/>
            <p:nvPr/>
          </p:nvSpPr>
          <p:spPr>
            <a:xfrm>
              <a:off x="5220080" y="3264789"/>
              <a:ext cx="109855" cy="340995"/>
            </a:xfrm>
            <a:custGeom>
              <a:avLst/>
              <a:gdLst/>
              <a:ahLst/>
              <a:cxnLst/>
              <a:rect l="l" t="t" r="r" b="b"/>
              <a:pathLst>
                <a:path w="109854" h="340995" extrusionOk="0">
                  <a:moveTo>
                    <a:pt x="0" y="0"/>
                  </a:moveTo>
                  <a:lnTo>
                    <a:pt x="0" y="110109"/>
                  </a:lnTo>
                </a:path>
                <a:path w="109854" h="340995" extrusionOk="0">
                  <a:moveTo>
                    <a:pt x="109727" y="110109"/>
                  </a:moveTo>
                  <a:lnTo>
                    <a:pt x="109727" y="340740"/>
                  </a:lnTo>
                </a:path>
                <a:path w="109854" h="340995" extrusionOk="0">
                  <a:moveTo>
                    <a:pt x="109727" y="0"/>
                  </a:moveTo>
                  <a:lnTo>
                    <a:pt x="109727" y="110109"/>
                  </a:lnTo>
                </a:path>
              </a:pathLst>
            </a:custGeom>
            <a:noFill/>
            <a:ln w="21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39" name="Google Shape;2039;p62"/>
            <p:cNvSpPr/>
            <p:nvPr/>
          </p:nvSpPr>
          <p:spPr>
            <a:xfrm>
              <a:off x="5098161" y="3364229"/>
              <a:ext cx="354965" cy="27305"/>
            </a:xfrm>
            <a:custGeom>
              <a:avLst/>
              <a:gdLst/>
              <a:ahLst/>
              <a:cxnLst/>
              <a:rect l="l" t="t" r="r" b="b"/>
              <a:pathLst>
                <a:path w="354964" h="27304" extrusionOk="0">
                  <a:moveTo>
                    <a:pt x="354838" y="0"/>
                  </a:moveTo>
                  <a:lnTo>
                    <a:pt x="0" y="0"/>
                  </a:lnTo>
                  <a:lnTo>
                    <a:pt x="0" y="10668"/>
                  </a:lnTo>
                  <a:lnTo>
                    <a:pt x="0" y="16383"/>
                  </a:lnTo>
                  <a:lnTo>
                    <a:pt x="0" y="27051"/>
                  </a:lnTo>
                  <a:lnTo>
                    <a:pt x="354838" y="27051"/>
                  </a:lnTo>
                  <a:lnTo>
                    <a:pt x="354838" y="16383"/>
                  </a:lnTo>
                  <a:lnTo>
                    <a:pt x="354838" y="10668"/>
                  </a:lnTo>
                  <a:lnTo>
                    <a:pt x="354838" y="0"/>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0" name="Google Shape;2040;p62"/>
            <p:cNvSpPr/>
            <p:nvPr/>
          </p:nvSpPr>
          <p:spPr>
            <a:xfrm>
              <a:off x="5337810" y="3476625"/>
              <a:ext cx="115570" cy="0"/>
            </a:xfrm>
            <a:custGeom>
              <a:avLst/>
              <a:gdLst/>
              <a:ahLst/>
              <a:cxnLst/>
              <a:rect l="l" t="t" r="r" b="b"/>
              <a:pathLst>
                <a:path w="115570" h="120000" extrusionOk="0">
                  <a:moveTo>
                    <a:pt x="0" y="0"/>
                  </a:moveTo>
                  <a:lnTo>
                    <a:pt x="115189" y="0"/>
                  </a:lnTo>
                </a:path>
              </a:pathLst>
            </a:custGeom>
            <a:noFill/>
            <a:ln w="21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1" name="Google Shape;2041;p62"/>
            <p:cNvSpPr/>
            <p:nvPr/>
          </p:nvSpPr>
          <p:spPr>
            <a:xfrm>
              <a:off x="5002530" y="3374897"/>
              <a:ext cx="335280" cy="321945"/>
            </a:xfrm>
            <a:custGeom>
              <a:avLst/>
              <a:gdLst/>
              <a:ahLst/>
              <a:cxnLst/>
              <a:rect l="l" t="t" r="r" b="b"/>
              <a:pathLst>
                <a:path w="335279" h="321945" extrusionOk="0">
                  <a:moveTo>
                    <a:pt x="335267" y="0"/>
                  </a:moveTo>
                  <a:lnTo>
                    <a:pt x="0" y="0"/>
                  </a:lnTo>
                  <a:lnTo>
                    <a:pt x="0" y="91440"/>
                  </a:lnTo>
                  <a:lnTo>
                    <a:pt x="0" y="321564"/>
                  </a:lnTo>
                  <a:lnTo>
                    <a:pt x="335267" y="321564"/>
                  </a:lnTo>
                  <a:lnTo>
                    <a:pt x="335267" y="91440"/>
                  </a:lnTo>
                  <a:lnTo>
                    <a:pt x="335267" y="0"/>
                  </a:lnTo>
                  <a:close/>
                </a:path>
              </a:pathLst>
            </a:custGeom>
            <a:solidFill>
              <a:srgbClr val="B6D6A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2" name="Google Shape;2042;p62"/>
            <p:cNvSpPr/>
            <p:nvPr/>
          </p:nvSpPr>
          <p:spPr>
            <a:xfrm>
              <a:off x="5002529" y="3374898"/>
              <a:ext cx="335280" cy="321945"/>
            </a:xfrm>
            <a:custGeom>
              <a:avLst/>
              <a:gdLst/>
              <a:ahLst/>
              <a:cxnLst/>
              <a:rect l="l" t="t" r="r" b="b"/>
              <a:pathLst>
                <a:path w="335279" h="321945" extrusionOk="0">
                  <a:moveTo>
                    <a:pt x="0" y="321563"/>
                  </a:moveTo>
                  <a:lnTo>
                    <a:pt x="335279" y="321563"/>
                  </a:lnTo>
                  <a:lnTo>
                    <a:pt x="335279" y="0"/>
                  </a:lnTo>
                  <a:lnTo>
                    <a:pt x="0" y="0"/>
                  </a:lnTo>
                  <a:lnTo>
                    <a:pt x="0" y="321563"/>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3" name="Google Shape;2043;p62"/>
            <p:cNvSpPr/>
            <p:nvPr/>
          </p:nvSpPr>
          <p:spPr>
            <a:xfrm>
              <a:off x="5114925" y="3365373"/>
              <a:ext cx="233045" cy="342900"/>
            </a:xfrm>
            <a:custGeom>
              <a:avLst/>
              <a:gdLst/>
              <a:ahLst/>
              <a:cxnLst/>
              <a:rect l="l" t="t" r="r" b="b"/>
              <a:pathLst>
                <a:path w="233045" h="342900" extrusionOk="0">
                  <a:moveTo>
                    <a:pt x="0" y="0"/>
                  </a:moveTo>
                  <a:lnTo>
                    <a:pt x="0" y="100964"/>
                  </a:lnTo>
                </a:path>
                <a:path w="233045" h="342900" extrusionOk="0">
                  <a:moveTo>
                    <a:pt x="109727" y="100964"/>
                  </a:moveTo>
                  <a:lnTo>
                    <a:pt x="109727" y="342645"/>
                  </a:lnTo>
                </a:path>
                <a:path w="233045" h="342900" extrusionOk="0">
                  <a:moveTo>
                    <a:pt x="109727" y="0"/>
                  </a:moveTo>
                  <a:lnTo>
                    <a:pt x="109727" y="100964"/>
                  </a:lnTo>
                </a:path>
                <a:path w="233045" h="342900" extrusionOk="0">
                  <a:moveTo>
                    <a:pt x="116204" y="117348"/>
                  </a:moveTo>
                  <a:lnTo>
                    <a:pt x="232917" y="117348"/>
                  </a:lnTo>
                </a:path>
                <a:path w="233045" h="342900" extrusionOk="0">
                  <a:moveTo>
                    <a:pt x="116204" y="213359"/>
                  </a:moveTo>
                  <a:lnTo>
                    <a:pt x="232917" y="213359"/>
                  </a:lnTo>
                </a:path>
              </a:pathLst>
            </a:custGeom>
            <a:noFill/>
            <a:ln w="21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4" name="Google Shape;2044;p62"/>
            <p:cNvSpPr/>
            <p:nvPr/>
          </p:nvSpPr>
          <p:spPr>
            <a:xfrm>
              <a:off x="4888229" y="3466338"/>
              <a:ext cx="342900" cy="323215"/>
            </a:xfrm>
            <a:custGeom>
              <a:avLst/>
              <a:gdLst/>
              <a:ahLst/>
              <a:cxnLst/>
              <a:rect l="l" t="t" r="r" b="b"/>
              <a:pathLst>
                <a:path w="342900" h="323214" extrusionOk="0">
                  <a:moveTo>
                    <a:pt x="342900" y="0"/>
                  </a:moveTo>
                  <a:lnTo>
                    <a:pt x="0" y="0"/>
                  </a:lnTo>
                  <a:lnTo>
                    <a:pt x="0" y="323088"/>
                  </a:lnTo>
                  <a:lnTo>
                    <a:pt x="342900" y="323088"/>
                  </a:lnTo>
                  <a:lnTo>
                    <a:pt x="342900" y="0"/>
                  </a:lnTo>
                  <a:close/>
                </a:path>
              </a:pathLst>
            </a:custGeom>
            <a:solidFill>
              <a:srgbClr val="EB999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5" name="Google Shape;2045;p62"/>
            <p:cNvSpPr/>
            <p:nvPr/>
          </p:nvSpPr>
          <p:spPr>
            <a:xfrm>
              <a:off x="4888229" y="3466338"/>
              <a:ext cx="342900" cy="323215"/>
            </a:xfrm>
            <a:custGeom>
              <a:avLst/>
              <a:gdLst/>
              <a:ahLst/>
              <a:cxnLst/>
              <a:rect l="l" t="t" r="r" b="b"/>
              <a:pathLst>
                <a:path w="342900" h="323214" extrusionOk="0">
                  <a:moveTo>
                    <a:pt x="0" y="323088"/>
                  </a:moveTo>
                  <a:lnTo>
                    <a:pt x="342900" y="323088"/>
                  </a:lnTo>
                  <a:lnTo>
                    <a:pt x="342900" y="0"/>
                  </a:lnTo>
                  <a:lnTo>
                    <a:pt x="0" y="0"/>
                  </a:lnTo>
                  <a:lnTo>
                    <a:pt x="0" y="32308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6" name="Google Shape;2046;p62"/>
            <p:cNvSpPr/>
            <p:nvPr/>
          </p:nvSpPr>
          <p:spPr>
            <a:xfrm>
              <a:off x="5002529" y="3466338"/>
              <a:ext cx="2540" cy="325755"/>
            </a:xfrm>
            <a:custGeom>
              <a:avLst/>
              <a:gdLst/>
              <a:ahLst/>
              <a:cxnLst/>
              <a:rect l="l" t="t" r="r" b="b"/>
              <a:pathLst>
                <a:path w="2539" h="325754" extrusionOk="0">
                  <a:moveTo>
                    <a:pt x="0" y="0"/>
                  </a:moveTo>
                  <a:lnTo>
                    <a:pt x="2413" y="325374"/>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7" name="Google Shape;2047;p62"/>
            <p:cNvSpPr/>
            <p:nvPr/>
          </p:nvSpPr>
          <p:spPr>
            <a:xfrm>
              <a:off x="5113781" y="3466338"/>
              <a:ext cx="2540" cy="325755"/>
            </a:xfrm>
            <a:custGeom>
              <a:avLst/>
              <a:gdLst/>
              <a:ahLst/>
              <a:cxnLst/>
              <a:rect l="l" t="t" r="r" b="b"/>
              <a:pathLst>
                <a:path w="2539" h="325754" extrusionOk="0">
                  <a:moveTo>
                    <a:pt x="0" y="0"/>
                  </a:moveTo>
                  <a:lnTo>
                    <a:pt x="2413" y="325374"/>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8" name="Google Shape;2048;p62"/>
            <p:cNvSpPr/>
            <p:nvPr/>
          </p:nvSpPr>
          <p:spPr>
            <a:xfrm>
              <a:off x="4888229" y="3573018"/>
              <a:ext cx="343535" cy="2540"/>
            </a:xfrm>
            <a:custGeom>
              <a:avLst/>
              <a:gdLst/>
              <a:ahLst/>
              <a:cxnLst/>
              <a:rect l="l" t="t" r="r" b="b"/>
              <a:pathLst>
                <a:path w="343535" h="2539" extrusionOk="0">
                  <a:moveTo>
                    <a:pt x="0" y="2286"/>
                  </a:moveTo>
                  <a:lnTo>
                    <a:pt x="343408"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49" name="Google Shape;2049;p62"/>
            <p:cNvSpPr/>
            <p:nvPr/>
          </p:nvSpPr>
          <p:spPr>
            <a:xfrm>
              <a:off x="4888229" y="3670554"/>
              <a:ext cx="343535" cy="2540"/>
            </a:xfrm>
            <a:custGeom>
              <a:avLst/>
              <a:gdLst/>
              <a:ahLst/>
              <a:cxnLst/>
              <a:rect l="l" t="t" r="r" b="b"/>
              <a:pathLst>
                <a:path w="343535" h="2539" extrusionOk="0">
                  <a:moveTo>
                    <a:pt x="0" y="2286"/>
                  </a:moveTo>
                  <a:lnTo>
                    <a:pt x="343408"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0" name="Google Shape;2050;p62"/>
            <p:cNvSpPr/>
            <p:nvPr/>
          </p:nvSpPr>
          <p:spPr>
            <a:xfrm>
              <a:off x="6047994" y="3434334"/>
              <a:ext cx="154305" cy="155575"/>
            </a:xfrm>
            <a:custGeom>
              <a:avLst/>
              <a:gdLst/>
              <a:ahLst/>
              <a:cxnLst/>
              <a:rect l="l" t="t" r="r" b="b"/>
              <a:pathLst>
                <a:path w="154304" h="155575" extrusionOk="0">
                  <a:moveTo>
                    <a:pt x="153924" y="0"/>
                  </a:moveTo>
                  <a:lnTo>
                    <a:pt x="0" y="0"/>
                  </a:lnTo>
                  <a:lnTo>
                    <a:pt x="0" y="155448"/>
                  </a:lnTo>
                  <a:lnTo>
                    <a:pt x="153924" y="155448"/>
                  </a:lnTo>
                  <a:lnTo>
                    <a:pt x="153924"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1" name="Google Shape;2051;p62"/>
            <p:cNvSpPr/>
            <p:nvPr/>
          </p:nvSpPr>
          <p:spPr>
            <a:xfrm>
              <a:off x="6047994" y="3434334"/>
              <a:ext cx="154305" cy="155575"/>
            </a:xfrm>
            <a:custGeom>
              <a:avLst/>
              <a:gdLst/>
              <a:ahLst/>
              <a:cxnLst/>
              <a:rect l="l" t="t" r="r" b="b"/>
              <a:pathLst>
                <a:path w="154304" h="155575" extrusionOk="0">
                  <a:moveTo>
                    <a:pt x="0" y="155448"/>
                  </a:moveTo>
                  <a:lnTo>
                    <a:pt x="153924" y="155448"/>
                  </a:lnTo>
                  <a:lnTo>
                    <a:pt x="153924" y="0"/>
                  </a:lnTo>
                  <a:lnTo>
                    <a:pt x="0" y="0"/>
                  </a:lnTo>
                  <a:lnTo>
                    <a:pt x="0" y="15544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2" name="Google Shape;2052;p62"/>
            <p:cNvSpPr/>
            <p:nvPr/>
          </p:nvSpPr>
          <p:spPr>
            <a:xfrm>
              <a:off x="5947410" y="3531870"/>
              <a:ext cx="154305" cy="155575"/>
            </a:xfrm>
            <a:custGeom>
              <a:avLst/>
              <a:gdLst/>
              <a:ahLst/>
              <a:cxnLst/>
              <a:rect l="l" t="t" r="r" b="b"/>
              <a:pathLst>
                <a:path w="154304" h="155575" extrusionOk="0">
                  <a:moveTo>
                    <a:pt x="153924" y="0"/>
                  </a:moveTo>
                  <a:lnTo>
                    <a:pt x="0" y="0"/>
                  </a:lnTo>
                  <a:lnTo>
                    <a:pt x="0" y="155447"/>
                  </a:lnTo>
                  <a:lnTo>
                    <a:pt x="153924" y="155447"/>
                  </a:lnTo>
                  <a:lnTo>
                    <a:pt x="153924"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3" name="Google Shape;2053;p62"/>
            <p:cNvSpPr/>
            <p:nvPr/>
          </p:nvSpPr>
          <p:spPr>
            <a:xfrm>
              <a:off x="5947410" y="3531870"/>
              <a:ext cx="154305" cy="155575"/>
            </a:xfrm>
            <a:custGeom>
              <a:avLst/>
              <a:gdLst/>
              <a:ahLst/>
              <a:cxnLst/>
              <a:rect l="l" t="t" r="r" b="b"/>
              <a:pathLst>
                <a:path w="154304" h="155575" extrusionOk="0">
                  <a:moveTo>
                    <a:pt x="0" y="155447"/>
                  </a:moveTo>
                  <a:lnTo>
                    <a:pt x="153924" y="155447"/>
                  </a:lnTo>
                  <a:lnTo>
                    <a:pt x="153924" y="0"/>
                  </a:lnTo>
                  <a:lnTo>
                    <a:pt x="0" y="0"/>
                  </a:lnTo>
                  <a:lnTo>
                    <a:pt x="0" y="155447"/>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4" name="Google Shape;2054;p62"/>
            <p:cNvSpPr/>
            <p:nvPr/>
          </p:nvSpPr>
          <p:spPr>
            <a:xfrm>
              <a:off x="5994272" y="3427476"/>
              <a:ext cx="213360" cy="370840"/>
            </a:xfrm>
            <a:custGeom>
              <a:avLst/>
              <a:gdLst/>
              <a:ahLst/>
              <a:cxnLst/>
              <a:rect l="l" t="t" r="r" b="b"/>
              <a:pathLst>
                <a:path w="213360" h="370839" extrusionOk="0">
                  <a:moveTo>
                    <a:pt x="212979" y="0"/>
                  </a:moveTo>
                  <a:lnTo>
                    <a:pt x="0" y="212979"/>
                  </a:lnTo>
                  <a:lnTo>
                    <a:pt x="0" y="370332"/>
                  </a:lnTo>
                  <a:lnTo>
                    <a:pt x="212979" y="157353"/>
                  </a:lnTo>
                  <a:lnTo>
                    <a:pt x="212979" y="0"/>
                  </a:lnTo>
                  <a:close/>
                </a:path>
              </a:pathLst>
            </a:custGeom>
            <a:solidFill>
              <a:srgbClr val="CC3DBE">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5" name="Google Shape;2055;p62"/>
            <p:cNvSpPr/>
            <p:nvPr/>
          </p:nvSpPr>
          <p:spPr>
            <a:xfrm>
              <a:off x="5829300" y="3427476"/>
              <a:ext cx="378460" cy="213360"/>
            </a:xfrm>
            <a:custGeom>
              <a:avLst/>
              <a:gdLst/>
              <a:ahLst/>
              <a:cxnLst/>
              <a:rect l="l" t="t" r="r" b="b"/>
              <a:pathLst>
                <a:path w="378460" h="213360" extrusionOk="0">
                  <a:moveTo>
                    <a:pt x="377952" y="0"/>
                  </a:moveTo>
                  <a:lnTo>
                    <a:pt x="212979" y="0"/>
                  </a:lnTo>
                  <a:lnTo>
                    <a:pt x="0" y="212979"/>
                  </a:lnTo>
                  <a:lnTo>
                    <a:pt x="164973" y="212979"/>
                  </a:lnTo>
                  <a:lnTo>
                    <a:pt x="377952" y="0"/>
                  </a:lnTo>
                  <a:close/>
                </a:path>
              </a:pathLst>
            </a:custGeom>
            <a:solidFill>
              <a:srgbClr val="FD6FF0">
                <a:alpha val="7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6" name="Google Shape;2056;p62"/>
            <p:cNvSpPr/>
            <p:nvPr/>
          </p:nvSpPr>
          <p:spPr>
            <a:xfrm>
              <a:off x="5830061" y="3635502"/>
              <a:ext cx="163195" cy="163195"/>
            </a:xfrm>
            <a:custGeom>
              <a:avLst/>
              <a:gdLst/>
              <a:ahLst/>
              <a:cxnLst/>
              <a:rect l="l" t="t" r="r" b="b"/>
              <a:pathLst>
                <a:path w="163195" h="163195" extrusionOk="0">
                  <a:moveTo>
                    <a:pt x="163067" y="0"/>
                  </a:moveTo>
                  <a:lnTo>
                    <a:pt x="0" y="0"/>
                  </a:lnTo>
                  <a:lnTo>
                    <a:pt x="0" y="163068"/>
                  </a:lnTo>
                  <a:lnTo>
                    <a:pt x="163067" y="163068"/>
                  </a:lnTo>
                  <a:lnTo>
                    <a:pt x="163067" y="0"/>
                  </a:lnTo>
                  <a:close/>
                </a:path>
              </a:pathLst>
            </a:custGeom>
            <a:solidFill>
              <a:srgbClr val="FF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57" name="Google Shape;2057;p62"/>
            <p:cNvSpPr/>
            <p:nvPr/>
          </p:nvSpPr>
          <p:spPr>
            <a:xfrm>
              <a:off x="5830061" y="3635502"/>
              <a:ext cx="163195" cy="163195"/>
            </a:xfrm>
            <a:custGeom>
              <a:avLst/>
              <a:gdLst/>
              <a:ahLst/>
              <a:cxnLst/>
              <a:rect l="l" t="t" r="r" b="b"/>
              <a:pathLst>
                <a:path w="163195" h="163195" extrusionOk="0">
                  <a:moveTo>
                    <a:pt x="0" y="163068"/>
                  </a:moveTo>
                  <a:lnTo>
                    <a:pt x="163067" y="163068"/>
                  </a:lnTo>
                  <a:lnTo>
                    <a:pt x="163067" y="0"/>
                  </a:lnTo>
                  <a:lnTo>
                    <a:pt x="0" y="0"/>
                  </a:lnTo>
                  <a:lnTo>
                    <a:pt x="0" y="16306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058" name="Google Shape;2058;p62"/>
            <p:cNvPicPr preferRelativeResize="0"/>
            <p:nvPr/>
          </p:nvPicPr>
          <p:blipFill rotWithShape="1">
            <a:blip r:embed="rId3">
              <a:alphaModFix/>
            </a:blip>
            <a:srcRect/>
            <a:stretch/>
          </p:blipFill>
          <p:spPr>
            <a:xfrm>
              <a:off x="4101083" y="3476625"/>
              <a:ext cx="394335" cy="377570"/>
            </a:xfrm>
            <a:prstGeom prst="rect">
              <a:avLst/>
            </a:prstGeom>
            <a:noFill/>
            <a:ln>
              <a:noFill/>
            </a:ln>
          </p:spPr>
        </p:pic>
        <p:sp>
          <p:nvSpPr>
            <p:cNvPr id="2059" name="Google Shape;2059;p62"/>
            <p:cNvSpPr/>
            <p:nvPr/>
          </p:nvSpPr>
          <p:spPr>
            <a:xfrm>
              <a:off x="4223765" y="3694899"/>
              <a:ext cx="158750" cy="47625"/>
            </a:xfrm>
            <a:custGeom>
              <a:avLst/>
              <a:gdLst/>
              <a:ahLst/>
              <a:cxnLst/>
              <a:rect l="l" t="t" r="r" b="b"/>
              <a:pathLst>
                <a:path w="158750" h="47625" extrusionOk="0">
                  <a:moveTo>
                    <a:pt x="0" y="47282"/>
                  </a:moveTo>
                  <a:lnTo>
                    <a:pt x="158496" y="47282"/>
                  </a:lnTo>
                  <a:lnTo>
                    <a:pt x="158496" y="0"/>
                  </a:lnTo>
                  <a:lnTo>
                    <a:pt x="0" y="0"/>
                  </a:lnTo>
                  <a:lnTo>
                    <a:pt x="0" y="47282"/>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0" name="Google Shape;2060;p62"/>
            <p:cNvSpPr/>
            <p:nvPr/>
          </p:nvSpPr>
          <p:spPr>
            <a:xfrm>
              <a:off x="4101083" y="3694899"/>
              <a:ext cx="2540" cy="159385"/>
            </a:xfrm>
            <a:custGeom>
              <a:avLst/>
              <a:gdLst/>
              <a:ahLst/>
              <a:cxnLst/>
              <a:rect l="l" t="t" r="r" b="b"/>
              <a:pathLst>
                <a:path w="2539" h="159385" extrusionOk="0">
                  <a:moveTo>
                    <a:pt x="0" y="159296"/>
                  </a:moveTo>
                  <a:lnTo>
                    <a:pt x="2286" y="159296"/>
                  </a:lnTo>
                  <a:lnTo>
                    <a:pt x="2286" y="0"/>
                  </a:lnTo>
                  <a:lnTo>
                    <a:pt x="0" y="0"/>
                  </a:lnTo>
                  <a:lnTo>
                    <a:pt x="0" y="159296"/>
                  </a:lnTo>
                  <a:close/>
                </a:path>
              </a:pathLst>
            </a:custGeom>
            <a:solidFill>
              <a:srgbClr val="AD86F1">
                <a:alpha val="8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1" name="Google Shape;2061;p62"/>
            <p:cNvSpPr/>
            <p:nvPr/>
          </p:nvSpPr>
          <p:spPr>
            <a:xfrm>
              <a:off x="4274057" y="3479292"/>
              <a:ext cx="215900" cy="375285"/>
            </a:xfrm>
            <a:custGeom>
              <a:avLst/>
              <a:gdLst/>
              <a:ahLst/>
              <a:cxnLst/>
              <a:rect l="l" t="t" r="r" b="b"/>
              <a:pathLst>
                <a:path w="215900" h="375285" extrusionOk="0">
                  <a:moveTo>
                    <a:pt x="215646" y="0"/>
                  </a:moveTo>
                  <a:lnTo>
                    <a:pt x="0" y="215646"/>
                  </a:lnTo>
                  <a:lnTo>
                    <a:pt x="0" y="374904"/>
                  </a:lnTo>
                  <a:lnTo>
                    <a:pt x="215646" y="159258"/>
                  </a:lnTo>
                  <a:lnTo>
                    <a:pt x="215646" y="0"/>
                  </a:lnTo>
                  <a:close/>
                </a:path>
              </a:pathLst>
            </a:custGeom>
            <a:solidFill>
              <a:srgbClr val="8B6CC3">
                <a:alpha val="8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2" name="Google Shape;2062;p62"/>
            <p:cNvSpPr/>
            <p:nvPr/>
          </p:nvSpPr>
          <p:spPr>
            <a:xfrm>
              <a:off x="4101083" y="3479292"/>
              <a:ext cx="388620" cy="215900"/>
            </a:xfrm>
            <a:custGeom>
              <a:avLst/>
              <a:gdLst/>
              <a:ahLst/>
              <a:cxnLst/>
              <a:rect l="l" t="t" r="r" b="b"/>
              <a:pathLst>
                <a:path w="388620" h="215900" extrusionOk="0">
                  <a:moveTo>
                    <a:pt x="388620" y="0"/>
                  </a:moveTo>
                  <a:lnTo>
                    <a:pt x="215646" y="0"/>
                  </a:lnTo>
                  <a:lnTo>
                    <a:pt x="0" y="215646"/>
                  </a:lnTo>
                  <a:lnTo>
                    <a:pt x="172974" y="215646"/>
                  </a:lnTo>
                  <a:lnTo>
                    <a:pt x="388620" y="0"/>
                  </a:lnTo>
                  <a:close/>
                </a:path>
              </a:pathLst>
            </a:custGeom>
            <a:solidFill>
              <a:srgbClr val="BD9FF5">
                <a:alpha val="80784"/>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3" name="Google Shape;2063;p62"/>
            <p:cNvSpPr/>
            <p:nvPr/>
          </p:nvSpPr>
          <p:spPr>
            <a:xfrm>
              <a:off x="4103369" y="3690366"/>
              <a:ext cx="167640" cy="163195"/>
            </a:xfrm>
            <a:custGeom>
              <a:avLst/>
              <a:gdLst/>
              <a:ahLst/>
              <a:cxnLst/>
              <a:rect l="l" t="t" r="r" b="b"/>
              <a:pathLst>
                <a:path w="167639" h="163195" extrusionOk="0">
                  <a:moveTo>
                    <a:pt x="167639" y="0"/>
                  </a:moveTo>
                  <a:lnTo>
                    <a:pt x="0" y="0"/>
                  </a:lnTo>
                  <a:lnTo>
                    <a:pt x="0" y="163068"/>
                  </a:lnTo>
                  <a:lnTo>
                    <a:pt x="167639" y="163068"/>
                  </a:lnTo>
                  <a:lnTo>
                    <a:pt x="167639" y="0"/>
                  </a:lnTo>
                  <a:close/>
                </a:path>
              </a:pathLst>
            </a:custGeom>
            <a:solidFill>
              <a:srgbClr val="9B6B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4" name="Google Shape;2064;p62"/>
            <p:cNvSpPr/>
            <p:nvPr/>
          </p:nvSpPr>
          <p:spPr>
            <a:xfrm>
              <a:off x="4103369" y="3690366"/>
              <a:ext cx="167640" cy="163195"/>
            </a:xfrm>
            <a:custGeom>
              <a:avLst/>
              <a:gdLst/>
              <a:ahLst/>
              <a:cxnLst/>
              <a:rect l="l" t="t" r="r" b="b"/>
              <a:pathLst>
                <a:path w="167639" h="163195" extrusionOk="0">
                  <a:moveTo>
                    <a:pt x="0" y="163068"/>
                  </a:moveTo>
                  <a:lnTo>
                    <a:pt x="167639" y="163068"/>
                  </a:lnTo>
                  <a:lnTo>
                    <a:pt x="167639" y="0"/>
                  </a:lnTo>
                  <a:lnTo>
                    <a:pt x="0" y="0"/>
                  </a:lnTo>
                  <a:lnTo>
                    <a:pt x="0" y="16306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065" name="Google Shape;2065;p62"/>
          <p:cNvSpPr/>
          <p:nvPr/>
        </p:nvSpPr>
        <p:spPr>
          <a:xfrm>
            <a:off x="2418588" y="3108960"/>
            <a:ext cx="1057910" cy="896619"/>
          </a:xfrm>
          <a:custGeom>
            <a:avLst/>
            <a:gdLst/>
            <a:ahLst/>
            <a:cxnLst/>
            <a:rect l="l" t="t" r="r" b="b"/>
            <a:pathLst>
              <a:path w="1057910" h="896620" extrusionOk="0">
                <a:moveTo>
                  <a:pt x="908304" y="0"/>
                </a:moveTo>
                <a:lnTo>
                  <a:pt x="149352" y="0"/>
                </a:lnTo>
                <a:lnTo>
                  <a:pt x="102168" y="7619"/>
                </a:lnTo>
                <a:lnTo>
                  <a:pt x="61173" y="28834"/>
                </a:lnTo>
                <a:lnTo>
                  <a:pt x="28834" y="61173"/>
                </a:lnTo>
                <a:lnTo>
                  <a:pt x="7620" y="102168"/>
                </a:lnTo>
                <a:lnTo>
                  <a:pt x="0" y="149351"/>
                </a:lnTo>
                <a:lnTo>
                  <a:pt x="0" y="746759"/>
                </a:lnTo>
                <a:lnTo>
                  <a:pt x="7619" y="793943"/>
                </a:lnTo>
                <a:lnTo>
                  <a:pt x="28834" y="834938"/>
                </a:lnTo>
                <a:lnTo>
                  <a:pt x="61173" y="867277"/>
                </a:lnTo>
                <a:lnTo>
                  <a:pt x="102168" y="888491"/>
                </a:lnTo>
                <a:lnTo>
                  <a:pt x="149352" y="896111"/>
                </a:lnTo>
                <a:lnTo>
                  <a:pt x="908304" y="896111"/>
                </a:lnTo>
                <a:lnTo>
                  <a:pt x="955487" y="888491"/>
                </a:lnTo>
                <a:lnTo>
                  <a:pt x="996482" y="867277"/>
                </a:lnTo>
                <a:lnTo>
                  <a:pt x="1028821" y="834938"/>
                </a:lnTo>
                <a:lnTo>
                  <a:pt x="1050036" y="793943"/>
                </a:lnTo>
                <a:lnTo>
                  <a:pt x="1057656" y="746759"/>
                </a:lnTo>
                <a:lnTo>
                  <a:pt x="1057656" y="149351"/>
                </a:lnTo>
                <a:lnTo>
                  <a:pt x="1050036" y="102168"/>
                </a:lnTo>
                <a:lnTo>
                  <a:pt x="1028821" y="61173"/>
                </a:lnTo>
                <a:lnTo>
                  <a:pt x="996482" y="28834"/>
                </a:lnTo>
                <a:lnTo>
                  <a:pt x="955487" y="7619"/>
                </a:lnTo>
                <a:lnTo>
                  <a:pt x="908304" y="0"/>
                </a:lnTo>
                <a:close/>
              </a:path>
            </a:pathLst>
          </a:custGeom>
          <a:solidFill>
            <a:srgbClr val="FCA9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6" name="Google Shape;2066;p62"/>
          <p:cNvSpPr txBox="1"/>
          <p:nvPr/>
        </p:nvSpPr>
        <p:spPr>
          <a:xfrm>
            <a:off x="2599182" y="3392804"/>
            <a:ext cx="6972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conv2d</a:t>
            </a:r>
            <a:endParaRPr sz="1800" b="0" i="0" u="none" strike="noStrike" cap="none">
              <a:solidFill>
                <a:srgbClr val="000000"/>
              </a:solidFill>
              <a:latin typeface="Calibri"/>
              <a:ea typeface="Calibri"/>
              <a:cs typeface="Calibri"/>
              <a:sym typeface="Calibri"/>
            </a:endParaRPr>
          </a:p>
        </p:txBody>
      </p:sp>
      <p:sp>
        <p:nvSpPr>
          <p:cNvPr id="2067" name="Google Shape;2067;p62"/>
          <p:cNvSpPr/>
          <p:nvPr/>
        </p:nvSpPr>
        <p:spPr>
          <a:xfrm>
            <a:off x="6947916" y="3084576"/>
            <a:ext cx="1251585" cy="897890"/>
          </a:xfrm>
          <a:custGeom>
            <a:avLst/>
            <a:gdLst/>
            <a:ahLst/>
            <a:cxnLst/>
            <a:rect l="l" t="t" r="r" b="b"/>
            <a:pathLst>
              <a:path w="1251584" h="897889" extrusionOk="0">
                <a:moveTo>
                  <a:pt x="1101598" y="0"/>
                </a:moveTo>
                <a:lnTo>
                  <a:pt x="149606" y="0"/>
                </a:lnTo>
                <a:lnTo>
                  <a:pt x="102299" y="7622"/>
                </a:lnTo>
                <a:lnTo>
                  <a:pt x="61228" y="28850"/>
                </a:lnTo>
                <a:lnTo>
                  <a:pt x="28850" y="61228"/>
                </a:lnTo>
                <a:lnTo>
                  <a:pt x="7622" y="102299"/>
                </a:lnTo>
                <a:lnTo>
                  <a:pt x="0" y="149605"/>
                </a:lnTo>
                <a:lnTo>
                  <a:pt x="0" y="748029"/>
                </a:lnTo>
                <a:lnTo>
                  <a:pt x="7622" y="795336"/>
                </a:lnTo>
                <a:lnTo>
                  <a:pt x="28850" y="836407"/>
                </a:lnTo>
                <a:lnTo>
                  <a:pt x="61228" y="868785"/>
                </a:lnTo>
                <a:lnTo>
                  <a:pt x="102299" y="890013"/>
                </a:lnTo>
                <a:lnTo>
                  <a:pt x="149606" y="897635"/>
                </a:lnTo>
                <a:lnTo>
                  <a:pt x="1101598" y="897635"/>
                </a:lnTo>
                <a:lnTo>
                  <a:pt x="1148904" y="890013"/>
                </a:lnTo>
                <a:lnTo>
                  <a:pt x="1189975" y="868785"/>
                </a:lnTo>
                <a:lnTo>
                  <a:pt x="1222353" y="836407"/>
                </a:lnTo>
                <a:lnTo>
                  <a:pt x="1243581" y="795336"/>
                </a:lnTo>
                <a:lnTo>
                  <a:pt x="1251204" y="748029"/>
                </a:lnTo>
                <a:lnTo>
                  <a:pt x="1251204" y="149605"/>
                </a:lnTo>
                <a:lnTo>
                  <a:pt x="1243581" y="102299"/>
                </a:lnTo>
                <a:lnTo>
                  <a:pt x="1222353" y="61228"/>
                </a:lnTo>
                <a:lnTo>
                  <a:pt x="1189975" y="28850"/>
                </a:lnTo>
                <a:lnTo>
                  <a:pt x="1148904" y="7622"/>
                </a:lnTo>
                <a:lnTo>
                  <a:pt x="1101598" y="0"/>
                </a:lnTo>
                <a:close/>
              </a:path>
            </a:pathLst>
          </a:custGeom>
          <a:solidFill>
            <a:srgbClr val="FCA9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68" name="Google Shape;2068;p62"/>
          <p:cNvSpPr txBox="1"/>
          <p:nvPr/>
        </p:nvSpPr>
        <p:spPr>
          <a:xfrm>
            <a:off x="7225030" y="3231641"/>
            <a:ext cx="697230" cy="574675"/>
          </a:xfrm>
          <a:prstGeom prst="rect">
            <a:avLst/>
          </a:prstGeom>
          <a:noFill/>
          <a:ln>
            <a:noFill/>
          </a:ln>
        </p:spPr>
        <p:txBody>
          <a:bodyPr spcFirstLastPara="1" wrap="square" lIns="0" tIns="12700" rIns="0" bIns="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conv2d</a:t>
            </a:r>
            <a:endParaRPr sz="1800" b="0" i="0" u="none" strike="noStrike" cap="none">
              <a:solidFill>
                <a:srgbClr val="000000"/>
              </a:solidFill>
              <a:latin typeface="Calibri"/>
              <a:ea typeface="Calibri"/>
              <a:cs typeface="Calibri"/>
              <a:sym typeface="Calibri"/>
            </a:endParaRPr>
          </a:p>
          <a:p>
            <a:pPr marL="635"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1 x 1</a:t>
            </a:r>
            <a:endParaRPr sz="1800" b="0" i="0" u="none" strike="noStrike" cap="none">
              <a:solidFill>
                <a:srgbClr val="000000"/>
              </a:solidFill>
              <a:latin typeface="Calibri"/>
              <a:ea typeface="Calibri"/>
              <a:cs typeface="Calibri"/>
              <a:sym typeface="Calibri"/>
            </a:endParaRPr>
          </a:p>
        </p:txBody>
      </p:sp>
      <p:sp>
        <p:nvSpPr>
          <p:cNvPr id="2069" name="Google Shape;2069;p62"/>
          <p:cNvSpPr/>
          <p:nvPr/>
        </p:nvSpPr>
        <p:spPr>
          <a:xfrm>
            <a:off x="8726423" y="3043427"/>
            <a:ext cx="1344295" cy="896619"/>
          </a:xfrm>
          <a:custGeom>
            <a:avLst/>
            <a:gdLst/>
            <a:ahLst/>
            <a:cxnLst/>
            <a:rect l="l" t="t" r="r" b="b"/>
            <a:pathLst>
              <a:path w="1344295" h="896620" extrusionOk="0">
                <a:moveTo>
                  <a:pt x="1194816" y="0"/>
                </a:moveTo>
                <a:lnTo>
                  <a:pt x="149352" y="0"/>
                </a:lnTo>
                <a:lnTo>
                  <a:pt x="102168" y="7619"/>
                </a:lnTo>
                <a:lnTo>
                  <a:pt x="61173" y="28834"/>
                </a:lnTo>
                <a:lnTo>
                  <a:pt x="28834" y="61173"/>
                </a:lnTo>
                <a:lnTo>
                  <a:pt x="7620" y="102168"/>
                </a:lnTo>
                <a:lnTo>
                  <a:pt x="0" y="149351"/>
                </a:lnTo>
                <a:lnTo>
                  <a:pt x="0" y="746759"/>
                </a:lnTo>
                <a:lnTo>
                  <a:pt x="7619" y="793943"/>
                </a:lnTo>
                <a:lnTo>
                  <a:pt x="28834" y="834938"/>
                </a:lnTo>
                <a:lnTo>
                  <a:pt x="61173" y="867277"/>
                </a:lnTo>
                <a:lnTo>
                  <a:pt x="102168" y="888491"/>
                </a:lnTo>
                <a:lnTo>
                  <a:pt x="149352" y="896111"/>
                </a:lnTo>
                <a:lnTo>
                  <a:pt x="1194816" y="896111"/>
                </a:lnTo>
                <a:lnTo>
                  <a:pt x="1241999" y="888491"/>
                </a:lnTo>
                <a:lnTo>
                  <a:pt x="1282994" y="867277"/>
                </a:lnTo>
                <a:lnTo>
                  <a:pt x="1315333" y="834938"/>
                </a:lnTo>
                <a:lnTo>
                  <a:pt x="1336548" y="793943"/>
                </a:lnTo>
                <a:lnTo>
                  <a:pt x="1344168" y="746759"/>
                </a:lnTo>
                <a:lnTo>
                  <a:pt x="1344168" y="149351"/>
                </a:lnTo>
                <a:lnTo>
                  <a:pt x="1336548" y="102168"/>
                </a:lnTo>
                <a:lnTo>
                  <a:pt x="1315333" y="61173"/>
                </a:lnTo>
                <a:lnTo>
                  <a:pt x="1282994" y="28834"/>
                </a:lnTo>
                <a:lnTo>
                  <a:pt x="1241999" y="7619"/>
                </a:lnTo>
                <a:lnTo>
                  <a:pt x="1194816" y="0"/>
                </a:lnTo>
                <a:close/>
              </a:path>
            </a:pathLst>
          </a:custGeom>
          <a:solidFill>
            <a:srgbClr val="07376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0" name="Google Shape;2070;p62"/>
          <p:cNvSpPr txBox="1"/>
          <p:nvPr/>
        </p:nvSpPr>
        <p:spPr>
          <a:xfrm>
            <a:off x="9022206" y="3189859"/>
            <a:ext cx="755015" cy="574040"/>
          </a:xfrm>
          <a:prstGeom prst="rect">
            <a:avLst/>
          </a:prstGeom>
          <a:noFill/>
          <a:ln>
            <a:noFill/>
          </a:ln>
        </p:spPr>
        <p:txBody>
          <a:bodyPr spcFirstLastPara="1" wrap="square" lIns="0" tIns="12700" rIns="0" bIns="0" anchor="t" anchorCtr="0">
            <a:spAutoFit/>
          </a:bodyPr>
          <a:lstStyle/>
          <a:p>
            <a:pPr marL="158750" marR="5080" lvl="0" indent="-146685"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Calibri"/>
                <a:ea typeface="Calibri"/>
                <a:cs typeface="Calibri"/>
                <a:sym typeface="Calibri"/>
              </a:rPr>
              <a:t>avgpool 7 x 7</a:t>
            </a:r>
            <a:endParaRPr sz="1800" b="0" i="0" u="none" strike="noStrike" cap="none">
              <a:solidFill>
                <a:srgbClr val="000000"/>
              </a:solidFill>
              <a:latin typeface="Calibri"/>
              <a:ea typeface="Calibri"/>
              <a:cs typeface="Calibri"/>
              <a:sym typeface="Calibri"/>
            </a:endParaRPr>
          </a:p>
        </p:txBody>
      </p:sp>
      <p:sp>
        <p:nvSpPr>
          <p:cNvPr id="2071" name="Google Shape;2071;p62"/>
          <p:cNvSpPr/>
          <p:nvPr/>
        </p:nvSpPr>
        <p:spPr>
          <a:xfrm>
            <a:off x="10527792" y="3043427"/>
            <a:ext cx="1344295" cy="896619"/>
          </a:xfrm>
          <a:custGeom>
            <a:avLst/>
            <a:gdLst/>
            <a:ahLst/>
            <a:cxnLst/>
            <a:rect l="l" t="t" r="r" b="b"/>
            <a:pathLst>
              <a:path w="1344295" h="896620" extrusionOk="0">
                <a:moveTo>
                  <a:pt x="1194816" y="0"/>
                </a:moveTo>
                <a:lnTo>
                  <a:pt x="149352" y="0"/>
                </a:lnTo>
                <a:lnTo>
                  <a:pt x="102168" y="7619"/>
                </a:lnTo>
                <a:lnTo>
                  <a:pt x="61173" y="28834"/>
                </a:lnTo>
                <a:lnTo>
                  <a:pt x="28834" y="61173"/>
                </a:lnTo>
                <a:lnTo>
                  <a:pt x="7620" y="102168"/>
                </a:lnTo>
                <a:lnTo>
                  <a:pt x="0" y="149351"/>
                </a:lnTo>
                <a:lnTo>
                  <a:pt x="0" y="746759"/>
                </a:lnTo>
                <a:lnTo>
                  <a:pt x="7619" y="793943"/>
                </a:lnTo>
                <a:lnTo>
                  <a:pt x="28834" y="834938"/>
                </a:lnTo>
                <a:lnTo>
                  <a:pt x="61173" y="867277"/>
                </a:lnTo>
                <a:lnTo>
                  <a:pt x="102168" y="888491"/>
                </a:lnTo>
                <a:lnTo>
                  <a:pt x="149352" y="896111"/>
                </a:lnTo>
                <a:lnTo>
                  <a:pt x="1194816" y="896111"/>
                </a:lnTo>
                <a:lnTo>
                  <a:pt x="1241999" y="888491"/>
                </a:lnTo>
                <a:lnTo>
                  <a:pt x="1282994" y="867277"/>
                </a:lnTo>
                <a:lnTo>
                  <a:pt x="1315333" y="834938"/>
                </a:lnTo>
                <a:lnTo>
                  <a:pt x="1336548" y="793943"/>
                </a:lnTo>
                <a:lnTo>
                  <a:pt x="1344168" y="746759"/>
                </a:lnTo>
                <a:lnTo>
                  <a:pt x="1344168" y="149351"/>
                </a:lnTo>
                <a:lnTo>
                  <a:pt x="1336548" y="102168"/>
                </a:lnTo>
                <a:lnTo>
                  <a:pt x="1315333" y="61173"/>
                </a:lnTo>
                <a:lnTo>
                  <a:pt x="1282994" y="28834"/>
                </a:lnTo>
                <a:lnTo>
                  <a:pt x="1241999" y="7619"/>
                </a:lnTo>
                <a:lnTo>
                  <a:pt x="1194816" y="0"/>
                </a:lnTo>
                <a:close/>
              </a:path>
            </a:pathLst>
          </a:custGeom>
          <a:solidFill>
            <a:srgbClr val="FCA93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2" name="Google Shape;2072;p62"/>
          <p:cNvSpPr txBox="1"/>
          <p:nvPr/>
        </p:nvSpPr>
        <p:spPr>
          <a:xfrm>
            <a:off x="10852150" y="3189859"/>
            <a:ext cx="697230" cy="574040"/>
          </a:xfrm>
          <a:prstGeom prst="rect">
            <a:avLst/>
          </a:prstGeom>
          <a:noFill/>
          <a:ln>
            <a:noFill/>
          </a:ln>
        </p:spPr>
        <p:txBody>
          <a:bodyPr spcFirstLastPara="1" wrap="square" lIns="0" tIns="12700" rIns="0" bIns="0" anchor="t" anchorCtr="0">
            <a:spAutoFit/>
          </a:bodyPr>
          <a:lstStyle/>
          <a:p>
            <a:pPr marL="131445" marR="5080" lvl="0" indent="-11938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conv2d 1 x 1</a:t>
            </a:r>
            <a:endParaRPr sz="1800" b="0" i="0" u="none" strike="noStrike" cap="none">
              <a:solidFill>
                <a:srgbClr val="000000"/>
              </a:solidFill>
              <a:latin typeface="Calibri"/>
              <a:ea typeface="Calibri"/>
              <a:cs typeface="Calibri"/>
              <a:sym typeface="Calibri"/>
            </a:endParaRPr>
          </a:p>
        </p:txBody>
      </p:sp>
      <p:sp>
        <p:nvSpPr>
          <p:cNvPr id="2073" name="Google Shape;2073;p62"/>
          <p:cNvSpPr/>
          <p:nvPr/>
        </p:nvSpPr>
        <p:spPr>
          <a:xfrm>
            <a:off x="8292845" y="3527297"/>
            <a:ext cx="351155" cy="76200"/>
          </a:xfrm>
          <a:custGeom>
            <a:avLst/>
            <a:gdLst/>
            <a:ahLst/>
            <a:cxnLst/>
            <a:rect l="l" t="t" r="r" b="b"/>
            <a:pathLst>
              <a:path w="351154" h="76200" extrusionOk="0">
                <a:moveTo>
                  <a:pt x="274828" y="0"/>
                </a:moveTo>
                <a:lnTo>
                  <a:pt x="274828" y="76200"/>
                </a:lnTo>
                <a:lnTo>
                  <a:pt x="331978" y="47625"/>
                </a:lnTo>
                <a:lnTo>
                  <a:pt x="287528" y="47625"/>
                </a:lnTo>
                <a:lnTo>
                  <a:pt x="287528" y="28575"/>
                </a:lnTo>
                <a:lnTo>
                  <a:pt x="331978" y="28575"/>
                </a:lnTo>
                <a:lnTo>
                  <a:pt x="274828" y="0"/>
                </a:lnTo>
                <a:close/>
              </a:path>
              <a:path w="351154" h="76200" extrusionOk="0">
                <a:moveTo>
                  <a:pt x="274828" y="28575"/>
                </a:moveTo>
                <a:lnTo>
                  <a:pt x="0" y="28575"/>
                </a:lnTo>
                <a:lnTo>
                  <a:pt x="0" y="47625"/>
                </a:lnTo>
                <a:lnTo>
                  <a:pt x="274828" y="47625"/>
                </a:lnTo>
                <a:lnTo>
                  <a:pt x="274828" y="28575"/>
                </a:lnTo>
                <a:close/>
              </a:path>
              <a:path w="351154" h="76200" extrusionOk="0">
                <a:moveTo>
                  <a:pt x="331978" y="28575"/>
                </a:moveTo>
                <a:lnTo>
                  <a:pt x="287528" y="28575"/>
                </a:lnTo>
                <a:lnTo>
                  <a:pt x="287528" y="47625"/>
                </a:lnTo>
                <a:lnTo>
                  <a:pt x="331978" y="47625"/>
                </a:lnTo>
                <a:lnTo>
                  <a:pt x="351028" y="38100"/>
                </a:lnTo>
                <a:lnTo>
                  <a:pt x="331978" y="28575"/>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4" name="Google Shape;2074;p62"/>
          <p:cNvSpPr/>
          <p:nvPr/>
        </p:nvSpPr>
        <p:spPr>
          <a:xfrm>
            <a:off x="10115550" y="3493770"/>
            <a:ext cx="351155" cy="76200"/>
          </a:xfrm>
          <a:custGeom>
            <a:avLst/>
            <a:gdLst/>
            <a:ahLst/>
            <a:cxnLst/>
            <a:rect l="l" t="t" r="r" b="b"/>
            <a:pathLst>
              <a:path w="351154" h="76200" extrusionOk="0">
                <a:moveTo>
                  <a:pt x="274828" y="0"/>
                </a:moveTo>
                <a:lnTo>
                  <a:pt x="274828" y="76200"/>
                </a:lnTo>
                <a:lnTo>
                  <a:pt x="331978" y="47625"/>
                </a:lnTo>
                <a:lnTo>
                  <a:pt x="287528" y="47625"/>
                </a:lnTo>
                <a:lnTo>
                  <a:pt x="287528" y="28575"/>
                </a:lnTo>
                <a:lnTo>
                  <a:pt x="331978" y="28575"/>
                </a:lnTo>
                <a:lnTo>
                  <a:pt x="274828" y="0"/>
                </a:lnTo>
                <a:close/>
              </a:path>
              <a:path w="351154" h="76200" extrusionOk="0">
                <a:moveTo>
                  <a:pt x="274828" y="28575"/>
                </a:moveTo>
                <a:lnTo>
                  <a:pt x="0" y="28575"/>
                </a:lnTo>
                <a:lnTo>
                  <a:pt x="0" y="47625"/>
                </a:lnTo>
                <a:lnTo>
                  <a:pt x="274828" y="47625"/>
                </a:lnTo>
                <a:lnTo>
                  <a:pt x="274828" y="28575"/>
                </a:lnTo>
                <a:close/>
              </a:path>
              <a:path w="351154" h="76200" extrusionOk="0">
                <a:moveTo>
                  <a:pt x="331978" y="28575"/>
                </a:moveTo>
                <a:lnTo>
                  <a:pt x="287528" y="28575"/>
                </a:lnTo>
                <a:lnTo>
                  <a:pt x="287528" y="47625"/>
                </a:lnTo>
                <a:lnTo>
                  <a:pt x="331978" y="47625"/>
                </a:lnTo>
                <a:lnTo>
                  <a:pt x="351028" y="38100"/>
                </a:lnTo>
                <a:lnTo>
                  <a:pt x="331978" y="28575"/>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5" name="Google Shape;2075;p62"/>
          <p:cNvSpPr/>
          <p:nvPr/>
        </p:nvSpPr>
        <p:spPr>
          <a:xfrm>
            <a:off x="1936242" y="3591305"/>
            <a:ext cx="351155" cy="76200"/>
          </a:xfrm>
          <a:custGeom>
            <a:avLst/>
            <a:gdLst/>
            <a:ahLst/>
            <a:cxnLst/>
            <a:rect l="l" t="t" r="r" b="b"/>
            <a:pathLst>
              <a:path w="351155" h="76200" extrusionOk="0">
                <a:moveTo>
                  <a:pt x="274955" y="0"/>
                </a:moveTo>
                <a:lnTo>
                  <a:pt x="274955" y="76200"/>
                </a:lnTo>
                <a:lnTo>
                  <a:pt x="332105" y="47625"/>
                </a:lnTo>
                <a:lnTo>
                  <a:pt x="287655" y="47625"/>
                </a:lnTo>
                <a:lnTo>
                  <a:pt x="287655" y="28575"/>
                </a:lnTo>
                <a:lnTo>
                  <a:pt x="332105" y="28575"/>
                </a:lnTo>
                <a:lnTo>
                  <a:pt x="274955" y="0"/>
                </a:lnTo>
                <a:close/>
              </a:path>
              <a:path w="351155" h="76200" extrusionOk="0">
                <a:moveTo>
                  <a:pt x="274955" y="28575"/>
                </a:moveTo>
                <a:lnTo>
                  <a:pt x="0" y="28575"/>
                </a:lnTo>
                <a:lnTo>
                  <a:pt x="0" y="47625"/>
                </a:lnTo>
                <a:lnTo>
                  <a:pt x="274955" y="47625"/>
                </a:lnTo>
                <a:lnTo>
                  <a:pt x="274955" y="28575"/>
                </a:lnTo>
                <a:close/>
              </a:path>
              <a:path w="351155" h="76200" extrusionOk="0">
                <a:moveTo>
                  <a:pt x="332105" y="28575"/>
                </a:moveTo>
                <a:lnTo>
                  <a:pt x="287655" y="28575"/>
                </a:lnTo>
                <a:lnTo>
                  <a:pt x="287655" y="47625"/>
                </a:lnTo>
                <a:lnTo>
                  <a:pt x="332105" y="47625"/>
                </a:lnTo>
                <a:lnTo>
                  <a:pt x="351155" y="38100"/>
                </a:lnTo>
                <a:lnTo>
                  <a:pt x="332105" y="28575"/>
                </a:lnTo>
                <a:close/>
              </a:path>
            </a:pathLst>
          </a:custGeom>
          <a:solidFill>
            <a:srgbClr val="44536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nvGrpSpPr>
          <p:cNvPr id="2076" name="Google Shape;2076;p62"/>
          <p:cNvGrpSpPr/>
          <p:nvPr/>
        </p:nvGrpSpPr>
        <p:grpSpPr>
          <a:xfrm>
            <a:off x="634745" y="2956941"/>
            <a:ext cx="1146176" cy="1139317"/>
            <a:chOff x="634745" y="2956941"/>
            <a:chExt cx="1146176" cy="1139317"/>
          </a:xfrm>
        </p:grpSpPr>
        <p:sp>
          <p:nvSpPr>
            <p:cNvPr id="2077" name="Google Shape;2077;p62"/>
            <p:cNvSpPr/>
            <p:nvPr/>
          </p:nvSpPr>
          <p:spPr>
            <a:xfrm>
              <a:off x="808482" y="2966465"/>
              <a:ext cx="963294" cy="958850"/>
            </a:xfrm>
            <a:custGeom>
              <a:avLst/>
              <a:gdLst/>
              <a:ahLst/>
              <a:cxnLst/>
              <a:rect l="l" t="t" r="r" b="b"/>
              <a:pathLst>
                <a:path w="963294" h="958850" extrusionOk="0">
                  <a:moveTo>
                    <a:pt x="963168" y="0"/>
                  </a:moveTo>
                  <a:lnTo>
                    <a:pt x="0" y="0"/>
                  </a:lnTo>
                  <a:lnTo>
                    <a:pt x="0" y="80772"/>
                  </a:lnTo>
                  <a:lnTo>
                    <a:pt x="0" y="172212"/>
                  </a:lnTo>
                  <a:lnTo>
                    <a:pt x="0" y="958596"/>
                  </a:lnTo>
                  <a:lnTo>
                    <a:pt x="963168" y="958596"/>
                  </a:lnTo>
                  <a:lnTo>
                    <a:pt x="963168" y="172212"/>
                  </a:lnTo>
                  <a:lnTo>
                    <a:pt x="963168" y="80772"/>
                  </a:lnTo>
                  <a:lnTo>
                    <a:pt x="963168" y="0"/>
                  </a:lnTo>
                  <a:close/>
                </a:path>
              </a:pathLst>
            </a:custGeom>
            <a:solidFill>
              <a:srgbClr val="0E68B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8" name="Google Shape;2078;p62"/>
            <p:cNvSpPr/>
            <p:nvPr/>
          </p:nvSpPr>
          <p:spPr>
            <a:xfrm>
              <a:off x="808481" y="2966466"/>
              <a:ext cx="963294" cy="958850"/>
            </a:xfrm>
            <a:custGeom>
              <a:avLst/>
              <a:gdLst/>
              <a:ahLst/>
              <a:cxnLst/>
              <a:rect l="l" t="t" r="r" b="b"/>
              <a:pathLst>
                <a:path w="963294" h="958850" extrusionOk="0">
                  <a:moveTo>
                    <a:pt x="0" y="958596"/>
                  </a:moveTo>
                  <a:lnTo>
                    <a:pt x="963168" y="958596"/>
                  </a:lnTo>
                  <a:lnTo>
                    <a:pt x="963168" y="0"/>
                  </a:lnTo>
                  <a:lnTo>
                    <a:pt x="0" y="0"/>
                  </a:lnTo>
                  <a:lnTo>
                    <a:pt x="0" y="95859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79" name="Google Shape;2079;p62"/>
            <p:cNvSpPr/>
            <p:nvPr/>
          </p:nvSpPr>
          <p:spPr>
            <a:xfrm>
              <a:off x="1290256" y="2956941"/>
              <a:ext cx="161925" cy="90805"/>
            </a:xfrm>
            <a:custGeom>
              <a:avLst/>
              <a:gdLst/>
              <a:ahLst/>
              <a:cxnLst/>
              <a:rect l="l" t="t" r="r" b="b"/>
              <a:pathLst>
                <a:path w="161925" h="90805" extrusionOk="0">
                  <a:moveTo>
                    <a:pt x="0" y="0"/>
                  </a:moveTo>
                  <a:lnTo>
                    <a:pt x="0" y="90297"/>
                  </a:lnTo>
                </a:path>
                <a:path w="161925" h="90805" extrusionOk="0">
                  <a:moveTo>
                    <a:pt x="161544" y="0"/>
                  </a:moveTo>
                  <a:lnTo>
                    <a:pt x="161544" y="90297"/>
                  </a:lnTo>
                </a:path>
              </a:pathLst>
            </a:custGeom>
            <a:noFill/>
            <a:ln w="224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0" name="Google Shape;2080;p62"/>
            <p:cNvSpPr/>
            <p:nvPr/>
          </p:nvSpPr>
          <p:spPr>
            <a:xfrm>
              <a:off x="1614868" y="2956941"/>
              <a:ext cx="0" cy="90805"/>
            </a:xfrm>
            <a:custGeom>
              <a:avLst/>
              <a:gdLst/>
              <a:ahLst/>
              <a:cxnLst/>
              <a:rect l="l" t="t" r="r" b="b"/>
              <a:pathLst>
                <a:path w="120000" h="90805" extrusionOk="0">
                  <a:moveTo>
                    <a:pt x="0" y="0"/>
                  </a:moveTo>
                  <a:lnTo>
                    <a:pt x="0" y="90297"/>
                  </a:lnTo>
                </a:path>
              </a:pathLst>
            </a:custGeom>
            <a:noFill/>
            <a:ln w="224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1" name="Google Shape;2081;p62"/>
            <p:cNvSpPr/>
            <p:nvPr/>
          </p:nvSpPr>
          <p:spPr>
            <a:xfrm>
              <a:off x="970216" y="2956941"/>
              <a:ext cx="157480" cy="90805"/>
            </a:xfrm>
            <a:custGeom>
              <a:avLst/>
              <a:gdLst/>
              <a:ahLst/>
              <a:cxnLst/>
              <a:rect l="l" t="t" r="r" b="b"/>
              <a:pathLst>
                <a:path w="157480" h="90805" extrusionOk="0">
                  <a:moveTo>
                    <a:pt x="156971" y="0"/>
                  </a:moveTo>
                  <a:lnTo>
                    <a:pt x="156971" y="90297"/>
                  </a:lnTo>
                </a:path>
                <a:path w="157480" h="90805" extrusionOk="0">
                  <a:moveTo>
                    <a:pt x="0" y="0"/>
                  </a:moveTo>
                  <a:lnTo>
                    <a:pt x="0" y="90297"/>
                  </a:lnTo>
                </a:path>
              </a:pathLst>
            </a:custGeom>
            <a:noFill/>
            <a:ln w="224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2" name="Google Shape;2082;p62"/>
            <p:cNvSpPr/>
            <p:nvPr/>
          </p:nvSpPr>
          <p:spPr>
            <a:xfrm>
              <a:off x="1693926" y="3128137"/>
              <a:ext cx="86995" cy="638810"/>
            </a:xfrm>
            <a:custGeom>
              <a:avLst/>
              <a:gdLst/>
              <a:ahLst/>
              <a:cxnLst/>
              <a:rect l="l" t="t" r="r" b="b"/>
              <a:pathLst>
                <a:path w="86994" h="638810" extrusionOk="0">
                  <a:moveTo>
                    <a:pt x="0" y="0"/>
                  </a:moveTo>
                  <a:lnTo>
                    <a:pt x="86994" y="0"/>
                  </a:lnTo>
                </a:path>
                <a:path w="86994" h="638810" extrusionOk="0">
                  <a:moveTo>
                    <a:pt x="0" y="160020"/>
                  </a:moveTo>
                  <a:lnTo>
                    <a:pt x="86994" y="160020"/>
                  </a:lnTo>
                </a:path>
                <a:path w="86994" h="638810" extrusionOk="0">
                  <a:moveTo>
                    <a:pt x="0" y="320039"/>
                  </a:moveTo>
                  <a:lnTo>
                    <a:pt x="86994" y="320039"/>
                  </a:lnTo>
                </a:path>
                <a:path w="86994" h="638810" extrusionOk="0">
                  <a:moveTo>
                    <a:pt x="0" y="478536"/>
                  </a:moveTo>
                  <a:lnTo>
                    <a:pt x="86994" y="478536"/>
                  </a:lnTo>
                </a:path>
                <a:path w="86994" h="638810" extrusionOk="0">
                  <a:moveTo>
                    <a:pt x="0" y="638556"/>
                  </a:moveTo>
                  <a:lnTo>
                    <a:pt x="86994" y="638556"/>
                  </a:lnTo>
                </a:path>
              </a:pathLst>
            </a:custGeom>
            <a:noFill/>
            <a:ln w="22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3" name="Google Shape;2083;p62"/>
            <p:cNvSpPr/>
            <p:nvPr/>
          </p:nvSpPr>
          <p:spPr>
            <a:xfrm>
              <a:off x="730758" y="3047237"/>
              <a:ext cx="963294" cy="957580"/>
            </a:xfrm>
            <a:custGeom>
              <a:avLst/>
              <a:gdLst/>
              <a:ahLst/>
              <a:cxnLst/>
              <a:rect l="l" t="t" r="r" b="b"/>
              <a:pathLst>
                <a:path w="963294" h="957579" extrusionOk="0">
                  <a:moveTo>
                    <a:pt x="963168" y="0"/>
                  </a:moveTo>
                  <a:lnTo>
                    <a:pt x="0" y="0"/>
                  </a:lnTo>
                  <a:lnTo>
                    <a:pt x="0" y="91440"/>
                  </a:lnTo>
                  <a:lnTo>
                    <a:pt x="0" y="957072"/>
                  </a:lnTo>
                  <a:lnTo>
                    <a:pt x="963168" y="957072"/>
                  </a:lnTo>
                  <a:lnTo>
                    <a:pt x="963168" y="91440"/>
                  </a:lnTo>
                  <a:lnTo>
                    <a:pt x="963168" y="0"/>
                  </a:lnTo>
                  <a:close/>
                </a:path>
              </a:pathLst>
            </a:custGeom>
            <a:solidFill>
              <a:srgbClr val="439F4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4" name="Google Shape;2084;p62"/>
            <p:cNvSpPr/>
            <p:nvPr/>
          </p:nvSpPr>
          <p:spPr>
            <a:xfrm>
              <a:off x="730757" y="3047238"/>
              <a:ext cx="963294" cy="957580"/>
            </a:xfrm>
            <a:custGeom>
              <a:avLst/>
              <a:gdLst/>
              <a:ahLst/>
              <a:cxnLst/>
              <a:rect l="l" t="t" r="r" b="b"/>
              <a:pathLst>
                <a:path w="963294" h="957579" extrusionOk="0">
                  <a:moveTo>
                    <a:pt x="0" y="957072"/>
                  </a:moveTo>
                  <a:lnTo>
                    <a:pt x="963168" y="957072"/>
                  </a:lnTo>
                  <a:lnTo>
                    <a:pt x="963168" y="0"/>
                  </a:lnTo>
                  <a:lnTo>
                    <a:pt x="0" y="0"/>
                  </a:lnTo>
                  <a:lnTo>
                    <a:pt x="0" y="95707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5" name="Google Shape;2085;p62"/>
            <p:cNvSpPr/>
            <p:nvPr/>
          </p:nvSpPr>
          <p:spPr>
            <a:xfrm>
              <a:off x="894016" y="3037713"/>
              <a:ext cx="643255" cy="100965"/>
            </a:xfrm>
            <a:custGeom>
              <a:avLst/>
              <a:gdLst/>
              <a:ahLst/>
              <a:cxnLst/>
              <a:rect l="l" t="t" r="r" b="b"/>
              <a:pathLst>
                <a:path w="643255" h="100964" extrusionOk="0">
                  <a:moveTo>
                    <a:pt x="318515" y="0"/>
                  </a:moveTo>
                  <a:lnTo>
                    <a:pt x="318515" y="100964"/>
                  </a:lnTo>
                </a:path>
                <a:path w="643255" h="100964" extrusionOk="0">
                  <a:moveTo>
                    <a:pt x="481583" y="0"/>
                  </a:moveTo>
                  <a:lnTo>
                    <a:pt x="481583" y="100964"/>
                  </a:lnTo>
                </a:path>
                <a:path w="643255" h="100964" extrusionOk="0">
                  <a:moveTo>
                    <a:pt x="643127" y="0"/>
                  </a:moveTo>
                  <a:lnTo>
                    <a:pt x="643127" y="100964"/>
                  </a:lnTo>
                </a:path>
                <a:path w="643255" h="100964" extrusionOk="0">
                  <a:moveTo>
                    <a:pt x="156971" y="0"/>
                  </a:moveTo>
                  <a:lnTo>
                    <a:pt x="156971" y="100964"/>
                  </a:lnTo>
                </a:path>
                <a:path w="643255" h="100964" extrusionOk="0">
                  <a:moveTo>
                    <a:pt x="0" y="0"/>
                  </a:moveTo>
                  <a:lnTo>
                    <a:pt x="0" y="100964"/>
                  </a:lnTo>
                </a:path>
              </a:pathLst>
            </a:custGeom>
            <a:noFill/>
            <a:ln w="224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6" name="Google Shape;2086;p62"/>
            <p:cNvSpPr/>
            <p:nvPr/>
          </p:nvSpPr>
          <p:spPr>
            <a:xfrm>
              <a:off x="1596390" y="3208909"/>
              <a:ext cx="107314" cy="637540"/>
            </a:xfrm>
            <a:custGeom>
              <a:avLst/>
              <a:gdLst/>
              <a:ahLst/>
              <a:cxnLst/>
              <a:rect l="l" t="t" r="r" b="b"/>
              <a:pathLst>
                <a:path w="107314" h="637539" extrusionOk="0">
                  <a:moveTo>
                    <a:pt x="0" y="0"/>
                  </a:moveTo>
                  <a:lnTo>
                    <a:pt x="106806" y="0"/>
                  </a:lnTo>
                </a:path>
                <a:path w="107314" h="637539" extrusionOk="0">
                  <a:moveTo>
                    <a:pt x="0" y="158495"/>
                  </a:moveTo>
                  <a:lnTo>
                    <a:pt x="106806" y="158495"/>
                  </a:lnTo>
                </a:path>
                <a:path w="107314" h="637539" extrusionOk="0">
                  <a:moveTo>
                    <a:pt x="0" y="318515"/>
                  </a:moveTo>
                  <a:lnTo>
                    <a:pt x="106806" y="318515"/>
                  </a:lnTo>
                </a:path>
                <a:path w="107314" h="637539" extrusionOk="0">
                  <a:moveTo>
                    <a:pt x="0" y="478535"/>
                  </a:moveTo>
                  <a:lnTo>
                    <a:pt x="106806" y="478535"/>
                  </a:lnTo>
                </a:path>
                <a:path w="107314" h="637539" extrusionOk="0">
                  <a:moveTo>
                    <a:pt x="0" y="637032"/>
                  </a:moveTo>
                  <a:lnTo>
                    <a:pt x="106806" y="637032"/>
                  </a:lnTo>
                </a:path>
              </a:pathLst>
            </a:custGeom>
            <a:noFill/>
            <a:ln w="223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7" name="Google Shape;2087;p62"/>
            <p:cNvSpPr/>
            <p:nvPr/>
          </p:nvSpPr>
          <p:spPr>
            <a:xfrm>
              <a:off x="634745" y="3138678"/>
              <a:ext cx="962025" cy="957580"/>
            </a:xfrm>
            <a:custGeom>
              <a:avLst/>
              <a:gdLst/>
              <a:ahLst/>
              <a:cxnLst/>
              <a:rect l="l" t="t" r="r" b="b"/>
              <a:pathLst>
                <a:path w="962025" h="957579" extrusionOk="0">
                  <a:moveTo>
                    <a:pt x="961644" y="0"/>
                  </a:moveTo>
                  <a:lnTo>
                    <a:pt x="0" y="0"/>
                  </a:lnTo>
                  <a:lnTo>
                    <a:pt x="0" y="957072"/>
                  </a:lnTo>
                  <a:lnTo>
                    <a:pt x="961644" y="957072"/>
                  </a:lnTo>
                  <a:lnTo>
                    <a:pt x="961644" y="0"/>
                  </a:lnTo>
                  <a:close/>
                </a:path>
              </a:pathLst>
            </a:custGeom>
            <a:solidFill>
              <a:srgbClr val="ED2D2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8" name="Google Shape;2088;p62"/>
            <p:cNvSpPr/>
            <p:nvPr/>
          </p:nvSpPr>
          <p:spPr>
            <a:xfrm>
              <a:off x="634745" y="3138678"/>
              <a:ext cx="962025" cy="957580"/>
            </a:xfrm>
            <a:custGeom>
              <a:avLst/>
              <a:gdLst/>
              <a:ahLst/>
              <a:cxnLst/>
              <a:rect l="l" t="t" r="r" b="b"/>
              <a:pathLst>
                <a:path w="962025" h="957579" extrusionOk="0">
                  <a:moveTo>
                    <a:pt x="0" y="957072"/>
                  </a:moveTo>
                  <a:lnTo>
                    <a:pt x="961644" y="957072"/>
                  </a:lnTo>
                  <a:lnTo>
                    <a:pt x="961644" y="0"/>
                  </a:lnTo>
                  <a:lnTo>
                    <a:pt x="0" y="0"/>
                  </a:lnTo>
                  <a:lnTo>
                    <a:pt x="0" y="957072"/>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89" name="Google Shape;2089;p62"/>
            <p:cNvSpPr/>
            <p:nvPr/>
          </p:nvSpPr>
          <p:spPr>
            <a:xfrm>
              <a:off x="1113281" y="3138678"/>
              <a:ext cx="3810" cy="957580"/>
            </a:xfrm>
            <a:custGeom>
              <a:avLst/>
              <a:gdLst/>
              <a:ahLst/>
              <a:cxnLst/>
              <a:rect l="l" t="t" r="r" b="b"/>
              <a:pathLst>
                <a:path w="3809" h="957579" extrusionOk="0">
                  <a:moveTo>
                    <a:pt x="0" y="0"/>
                  </a:moveTo>
                  <a:lnTo>
                    <a:pt x="3390" y="95732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0" name="Google Shape;2090;p62"/>
            <p:cNvSpPr/>
            <p:nvPr/>
          </p:nvSpPr>
          <p:spPr>
            <a:xfrm>
              <a:off x="1276350" y="3138678"/>
              <a:ext cx="3810" cy="957580"/>
            </a:xfrm>
            <a:custGeom>
              <a:avLst/>
              <a:gdLst/>
              <a:ahLst/>
              <a:cxnLst/>
              <a:rect l="l" t="t" r="r" b="b"/>
              <a:pathLst>
                <a:path w="3809" h="957579" extrusionOk="0">
                  <a:moveTo>
                    <a:pt x="0" y="0"/>
                  </a:moveTo>
                  <a:lnTo>
                    <a:pt x="3429" y="95732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1" name="Google Shape;2091;p62"/>
            <p:cNvSpPr/>
            <p:nvPr/>
          </p:nvSpPr>
          <p:spPr>
            <a:xfrm>
              <a:off x="1437894" y="3138678"/>
              <a:ext cx="3810" cy="957580"/>
            </a:xfrm>
            <a:custGeom>
              <a:avLst/>
              <a:gdLst/>
              <a:ahLst/>
              <a:cxnLst/>
              <a:rect l="l" t="t" r="r" b="b"/>
              <a:pathLst>
                <a:path w="3809" h="957579" extrusionOk="0">
                  <a:moveTo>
                    <a:pt x="0" y="0"/>
                  </a:moveTo>
                  <a:lnTo>
                    <a:pt x="3429" y="95732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2" name="Google Shape;2092;p62"/>
            <p:cNvSpPr/>
            <p:nvPr/>
          </p:nvSpPr>
          <p:spPr>
            <a:xfrm>
              <a:off x="951737" y="3138678"/>
              <a:ext cx="3810" cy="957580"/>
            </a:xfrm>
            <a:custGeom>
              <a:avLst/>
              <a:gdLst/>
              <a:ahLst/>
              <a:cxnLst/>
              <a:rect l="l" t="t" r="r" b="b"/>
              <a:pathLst>
                <a:path w="3809" h="957579" extrusionOk="0">
                  <a:moveTo>
                    <a:pt x="0" y="0"/>
                  </a:moveTo>
                  <a:lnTo>
                    <a:pt x="3390" y="95732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3" name="Google Shape;2093;p62"/>
            <p:cNvSpPr/>
            <p:nvPr/>
          </p:nvSpPr>
          <p:spPr>
            <a:xfrm>
              <a:off x="794765" y="3138678"/>
              <a:ext cx="3810" cy="957580"/>
            </a:xfrm>
            <a:custGeom>
              <a:avLst/>
              <a:gdLst/>
              <a:ahLst/>
              <a:cxnLst/>
              <a:rect l="l" t="t" r="r" b="b"/>
              <a:pathLst>
                <a:path w="3809" h="957579" extrusionOk="0">
                  <a:moveTo>
                    <a:pt x="0" y="0"/>
                  </a:moveTo>
                  <a:lnTo>
                    <a:pt x="3390" y="95732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4" name="Google Shape;2094;p62"/>
            <p:cNvSpPr/>
            <p:nvPr/>
          </p:nvSpPr>
          <p:spPr>
            <a:xfrm>
              <a:off x="634745" y="3297174"/>
              <a:ext cx="963294" cy="3810"/>
            </a:xfrm>
            <a:custGeom>
              <a:avLst/>
              <a:gdLst/>
              <a:ahLst/>
              <a:cxnLst/>
              <a:rect l="l" t="t" r="r" b="b"/>
              <a:pathLst>
                <a:path w="963294" h="3810" extrusionOk="0">
                  <a:moveTo>
                    <a:pt x="0" y="3301"/>
                  </a:moveTo>
                  <a:lnTo>
                    <a:pt x="96291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5" name="Google Shape;2095;p62"/>
            <p:cNvSpPr/>
            <p:nvPr/>
          </p:nvSpPr>
          <p:spPr>
            <a:xfrm>
              <a:off x="634745" y="3457194"/>
              <a:ext cx="963294" cy="3810"/>
            </a:xfrm>
            <a:custGeom>
              <a:avLst/>
              <a:gdLst/>
              <a:ahLst/>
              <a:cxnLst/>
              <a:rect l="l" t="t" r="r" b="b"/>
              <a:pathLst>
                <a:path w="963294" h="3810" extrusionOk="0">
                  <a:moveTo>
                    <a:pt x="0" y="3301"/>
                  </a:moveTo>
                  <a:lnTo>
                    <a:pt x="96291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6" name="Google Shape;2096;p62"/>
            <p:cNvSpPr/>
            <p:nvPr/>
          </p:nvSpPr>
          <p:spPr>
            <a:xfrm>
              <a:off x="634745" y="3617214"/>
              <a:ext cx="963294" cy="3810"/>
            </a:xfrm>
            <a:custGeom>
              <a:avLst/>
              <a:gdLst/>
              <a:ahLst/>
              <a:cxnLst/>
              <a:rect l="l" t="t" r="r" b="b"/>
              <a:pathLst>
                <a:path w="963294" h="3810" extrusionOk="0">
                  <a:moveTo>
                    <a:pt x="0" y="3301"/>
                  </a:moveTo>
                  <a:lnTo>
                    <a:pt x="96291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7" name="Google Shape;2097;p62"/>
            <p:cNvSpPr/>
            <p:nvPr/>
          </p:nvSpPr>
          <p:spPr>
            <a:xfrm>
              <a:off x="634745" y="3775710"/>
              <a:ext cx="963294" cy="3810"/>
            </a:xfrm>
            <a:custGeom>
              <a:avLst/>
              <a:gdLst/>
              <a:ahLst/>
              <a:cxnLst/>
              <a:rect l="l" t="t" r="r" b="b"/>
              <a:pathLst>
                <a:path w="963294" h="3810" extrusionOk="0">
                  <a:moveTo>
                    <a:pt x="0" y="3301"/>
                  </a:moveTo>
                  <a:lnTo>
                    <a:pt x="96291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098" name="Google Shape;2098;p62"/>
            <p:cNvSpPr/>
            <p:nvPr/>
          </p:nvSpPr>
          <p:spPr>
            <a:xfrm>
              <a:off x="634745" y="3935730"/>
              <a:ext cx="963294" cy="3810"/>
            </a:xfrm>
            <a:custGeom>
              <a:avLst/>
              <a:gdLst/>
              <a:ahLst/>
              <a:cxnLst/>
              <a:rect l="l" t="t" r="r" b="b"/>
              <a:pathLst>
                <a:path w="963294" h="3810" extrusionOk="0">
                  <a:moveTo>
                    <a:pt x="0" y="3302"/>
                  </a:moveTo>
                  <a:lnTo>
                    <a:pt x="962913"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2099" name="Google Shape;2099;p62"/>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Shape 2103"/>
        <p:cNvGrpSpPr/>
        <p:nvPr/>
      </p:nvGrpSpPr>
      <p:grpSpPr>
        <a:xfrm>
          <a:off x="0" y="0"/>
          <a:ext cx="0" cy="0"/>
          <a:chOff x="0" y="0"/>
          <a:chExt cx="0" cy="0"/>
        </a:xfrm>
      </p:grpSpPr>
      <p:sp>
        <p:nvSpPr>
          <p:cNvPr id="2104" name="Google Shape;2104;p63"/>
          <p:cNvSpPr txBox="1">
            <a:spLocks noGrp="1"/>
          </p:cNvSpPr>
          <p:nvPr>
            <p:ph type="subTitle" idx="1"/>
          </p:nvPr>
        </p:nvSpPr>
        <p:spPr>
          <a:xfrm>
            <a:off x="1840357" y="3920185"/>
            <a:ext cx="8511300" cy="843900"/>
          </a:xfrm>
          <a:prstGeom prst="rect">
            <a:avLst/>
          </a:prstGeom>
          <a:noFill/>
          <a:ln>
            <a:noFill/>
          </a:ln>
        </p:spPr>
        <p:txBody>
          <a:bodyPr spcFirstLastPara="1" wrap="square" lIns="0" tIns="12700" rIns="0" bIns="0" anchor="t" anchorCtr="0">
            <a:spAutoFit/>
          </a:bodyPr>
          <a:lstStyle/>
          <a:p>
            <a:pPr marL="4631055" lvl="0" indent="0" algn="ctr" rtl="0">
              <a:lnSpc>
                <a:spcPct val="100000"/>
              </a:lnSpc>
              <a:spcBef>
                <a:spcPts val="0"/>
              </a:spcBef>
              <a:spcAft>
                <a:spcPts val="0"/>
              </a:spcAft>
              <a:buSzPts val="1400"/>
              <a:buNone/>
            </a:pPr>
            <a:r>
              <a:rPr lang="en-US" sz="5400">
                <a:latin typeface="Arial"/>
                <a:ea typeface="Arial"/>
                <a:cs typeface="Arial"/>
                <a:sym typeface="Arial"/>
              </a:rPr>
              <a:t>EfficientNet</a:t>
            </a:r>
            <a:endParaRPr sz="5400">
              <a:latin typeface="Arial"/>
              <a:ea typeface="Arial"/>
              <a:cs typeface="Arial"/>
              <a:sym typeface="Arial"/>
            </a:endParaRPr>
          </a:p>
        </p:txBody>
      </p:sp>
      <p:sp>
        <p:nvSpPr>
          <p:cNvPr id="2105" name="Google Shape;2105;p63"/>
          <p:cNvSpPr txBox="1">
            <a:spLocks noGrp="1"/>
          </p:cNvSpPr>
          <p:nvPr>
            <p:ph type="ctrTitle"/>
          </p:nvPr>
        </p:nvSpPr>
        <p:spPr>
          <a:xfrm>
            <a:off x="1040039" y="394048"/>
            <a:ext cx="9986700" cy="3035700"/>
          </a:xfrm>
          <a:prstGeom prst="rect">
            <a:avLst/>
          </a:prstGeom>
          <a:noFill/>
          <a:ln>
            <a:noFill/>
          </a:ln>
        </p:spPr>
        <p:txBody>
          <a:bodyPr spcFirstLastPara="1" wrap="square" lIns="0" tIns="116200" rIns="0" bIns="0" anchor="t" anchorCtr="0">
            <a:spAutoFit/>
          </a:bodyPr>
          <a:lstStyle/>
          <a:p>
            <a:pPr marL="4853940" marR="5080" lvl="0" indent="452117" algn="ctr" rtl="0">
              <a:lnSpc>
                <a:spcPct val="108000"/>
              </a:lnSpc>
              <a:spcBef>
                <a:spcPts val="0"/>
              </a:spcBef>
              <a:spcAft>
                <a:spcPts val="0"/>
              </a:spcAft>
              <a:buSzPts val="1400"/>
              <a:buNone/>
            </a:pPr>
            <a:r>
              <a:rPr lang="en-US">
                <a:latin typeface="Arial"/>
                <a:ea typeface="Arial"/>
                <a:cs typeface="Arial"/>
                <a:sym typeface="Arial"/>
              </a:rPr>
              <a:t>Convolutional Neural Networks</a:t>
            </a:r>
            <a:endParaRPr>
              <a:latin typeface="Arial"/>
              <a:ea typeface="Arial"/>
              <a:cs typeface="Arial"/>
              <a:sym typeface="Arial"/>
            </a:endParaRPr>
          </a:p>
        </p:txBody>
      </p:sp>
      <p:sp>
        <p:nvSpPr>
          <p:cNvPr id="2106" name="Google Shape;2106;p63"/>
          <p:cNvSpPr/>
          <p:nvPr/>
        </p:nvSpPr>
        <p:spPr>
          <a:xfrm>
            <a:off x="5026914" y="3429761"/>
            <a:ext cx="6706234" cy="0"/>
          </a:xfrm>
          <a:custGeom>
            <a:avLst/>
            <a:gdLst/>
            <a:ahLst/>
            <a:cxnLst/>
            <a:rect l="l" t="t" r="r" b="b"/>
            <a:pathLst>
              <a:path w="6706234" h="120000" extrusionOk="0">
                <a:moveTo>
                  <a:pt x="0" y="0"/>
                </a:moveTo>
                <a:lnTo>
                  <a:pt x="6705854" y="0"/>
                </a:lnTo>
              </a:path>
            </a:pathLst>
          </a:custGeom>
          <a:noFill/>
          <a:ln w="222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107" name="Google Shape;2107;p63"/>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Shape 2111"/>
        <p:cNvGrpSpPr/>
        <p:nvPr/>
      </p:nvGrpSpPr>
      <p:grpSpPr>
        <a:xfrm>
          <a:off x="0" y="0"/>
          <a:ext cx="0" cy="0"/>
          <a:chOff x="0" y="0"/>
          <a:chExt cx="0" cy="0"/>
        </a:xfrm>
      </p:grpSpPr>
      <p:sp>
        <p:nvSpPr>
          <p:cNvPr id="2112" name="Google Shape;2112;p64"/>
          <p:cNvSpPr txBox="1">
            <a:spLocks noGrp="1"/>
          </p:cNvSpPr>
          <p:nvPr>
            <p:ph type="title"/>
          </p:nvPr>
        </p:nvSpPr>
        <p:spPr>
          <a:xfrm>
            <a:off x="916939" y="637108"/>
            <a:ext cx="31953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dirty="0" err="1">
                <a:latin typeface="Arial"/>
                <a:ea typeface="Arial"/>
                <a:cs typeface="Arial"/>
                <a:sym typeface="Arial"/>
              </a:rPr>
              <a:t>EfficientNet</a:t>
            </a:r>
            <a:endParaRPr sz="4400" dirty="0">
              <a:latin typeface="Arial"/>
              <a:ea typeface="Arial"/>
              <a:cs typeface="Arial"/>
              <a:sym typeface="Arial"/>
            </a:endParaRPr>
          </a:p>
        </p:txBody>
      </p:sp>
      <p:pic>
        <p:nvPicPr>
          <p:cNvPr id="2113" name="Google Shape;2113;p6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14" name="Google Shape;2114;p64"/>
          <p:cNvSpPr txBox="1"/>
          <p:nvPr/>
        </p:nvSpPr>
        <p:spPr>
          <a:xfrm>
            <a:off x="403123" y="1580500"/>
            <a:ext cx="11228438" cy="3508623"/>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rgbClr val="000000"/>
              </a:buClr>
              <a:buSzPts val="2400"/>
              <a:buFont typeface="Arial"/>
              <a:buChar char="●"/>
            </a:pPr>
            <a:r>
              <a:rPr lang="en-US" sz="2400" b="0" i="0" u="none" strike="noStrike" cap="none" dirty="0">
                <a:solidFill>
                  <a:srgbClr val="000000"/>
                </a:solidFill>
                <a:latin typeface="Arial"/>
                <a:ea typeface="Arial"/>
                <a:cs typeface="Arial"/>
                <a:sym typeface="Arial"/>
              </a:rPr>
              <a:t>With </a:t>
            </a:r>
            <a:r>
              <a:rPr lang="en-US" sz="2400" b="0" i="0" u="none" strike="noStrike" cap="none" dirty="0" err="1">
                <a:solidFill>
                  <a:srgbClr val="000000"/>
                </a:solidFill>
                <a:latin typeface="Arial"/>
                <a:ea typeface="Arial"/>
                <a:cs typeface="Arial"/>
                <a:sym typeface="Arial"/>
              </a:rPr>
              <a:t>MobileNet</a:t>
            </a:r>
            <a:r>
              <a:rPr lang="en-US" sz="2400" b="0" i="0" u="none" strike="noStrike" cap="none" dirty="0">
                <a:solidFill>
                  <a:srgbClr val="000000"/>
                </a:solidFill>
                <a:latin typeface="Arial"/>
                <a:ea typeface="Arial"/>
                <a:cs typeface="Arial"/>
                <a:sym typeface="Arial"/>
              </a:rPr>
              <a:t>, you can build computationally efficient neural networks by using </a:t>
            </a:r>
            <a:r>
              <a:rPr lang="en-US" sz="2400" b="0" i="0" u="none" strike="noStrike" cap="none" dirty="0" err="1">
                <a:solidFill>
                  <a:srgbClr val="000000"/>
                </a:solidFill>
                <a:latin typeface="Arial"/>
                <a:ea typeface="Arial"/>
                <a:cs typeface="Arial"/>
                <a:sym typeface="Arial"/>
              </a:rPr>
              <a:t>depthwise</a:t>
            </a:r>
            <a:r>
              <a:rPr lang="en-US" sz="2400" b="0" i="0" u="none" strike="noStrike" cap="none" dirty="0">
                <a:solidFill>
                  <a:srgbClr val="000000"/>
                </a:solidFill>
                <a:latin typeface="Arial"/>
                <a:ea typeface="Arial"/>
                <a:cs typeface="Arial"/>
                <a:sym typeface="Arial"/>
              </a:rPr>
              <a:t> separable convolutions and bottleneck blocks. With </a:t>
            </a:r>
            <a:r>
              <a:rPr lang="en-US" sz="2400" b="0" i="0" u="none" strike="noStrike" cap="none" dirty="0" err="1">
                <a:solidFill>
                  <a:srgbClr val="000000"/>
                </a:solidFill>
                <a:latin typeface="Arial"/>
                <a:ea typeface="Arial"/>
                <a:cs typeface="Arial"/>
                <a:sym typeface="Arial"/>
              </a:rPr>
              <a:t>EfficientNet</a:t>
            </a:r>
            <a:r>
              <a:rPr lang="en-US" sz="2400" b="0" i="0" u="none" strike="noStrike" cap="none" dirty="0">
                <a:solidFill>
                  <a:srgbClr val="000000"/>
                </a:solidFill>
                <a:latin typeface="Arial"/>
                <a:ea typeface="Arial"/>
                <a:cs typeface="Arial"/>
                <a:sym typeface="Arial"/>
              </a:rPr>
              <a:t>, you can adapt your network to a specific device, allowing you to build neural networks for mobile and embedded devices, where computation and memory are limited.</a:t>
            </a:r>
          </a:p>
          <a:p>
            <a:pPr marL="457200" lvl="0" indent="-381000">
              <a:buSzPts val="2400"/>
              <a:buFont typeface="Arial"/>
              <a:buChar char="●"/>
            </a:pPr>
            <a:r>
              <a:rPr lang="en-US" sz="2400" dirty="0" err="1"/>
              <a:t>EfficientNet</a:t>
            </a:r>
            <a:r>
              <a:rPr lang="en-US" sz="2400" dirty="0"/>
              <a:t> is a convolutional neural network architecture developed by </a:t>
            </a:r>
            <a:r>
              <a:rPr lang="en-US" sz="2400" dirty="0" err="1"/>
              <a:t>Mingxing</a:t>
            </a:r>
            <a:r>
              <a:rPr lang="en-US" sz="2400" dirty="0"/>
              <a:t> Tan and </a:t>
            </a:r>
            <a:r>
              <a:rPr lang="en-US" sz="2400" dirty="0" err="1"/>
              <a:t>Quoc</a:t>
            </a:r>
            <a:r>
              <a:rPr lang="en-US" sz="2400" dirty="0"/>
              <a:t> V. Le at Google. It was designed to achieve state-of-the-art accuracy on image classification tasks while minimizing the number of parameters and computational resources needed.</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Shape 2111"/>
        <p:cNvGrpSpPr/>
        <p:nvPr/>
      </p:nvGrpSpPr>
      <p:grpSpPr>
        <a:xfrm>
          <a:off x="0" y="0"/>
          <a:ext cx="0" cy="0"/>
          <a:chOff x="0" y="0"/>
          <a:chExt cx="0" cy="0"/>
        </a:xfrm>
      </p:grpSpPr>
      <p:sp>
        <p:nvSpPr>
          <p:cNvPr id="2112" name="Google Shape;2112;p64"/>
          <p:cNvSpPr txBox="1">
            <a:spLocks noGrp="1"/>
          </p:cNvSpPr>
          <p:nvPr>
            <p:ph type="title"/>
          </p:nvPr>
        </p:nvSpPr>
        <p:spPr>
          <a:xfrm>
            <a:off x="916939" y="637108"/>
            <a:ext cx="31953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dirty="0" err="1">
                <a:latin typeface="Arial"/>
                <a:ea typeface="Arial"/>
                <a:cs typeface="Arial"/>
                <a:sym typeface="Arial"/>
              </a:rPr>
              <a:t>EfficientNet</a:t>
            </a:r>
            <a:endParaRPr sz="4400" dirty="0">
              <a:latin typeface="Arial"/>
              <a:ea typeface="Arial"/>
              <a:cs typeface="Arial"/>
              <a:sym typeface="Arial"/>
            </a:endParaRPr>
          </a:p>
        </p:txBody>
      </p:sp>
      <p:pic>
        <p:nvPicPr>
          <p:cNvPr id="2113" name="Google Shape;2113;p6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14" name="Google Shape;2114;p64"/>
          <p:cNvSpPr txBox="1"/>
          <p:nvPr/>
        </p:nvSpPr>
        <p:spPr>
          <a:xfrm>
            <a:off x="403123" y="1580500"/>
            <a:ext cx="11228438" cy="3139291"/>
          </a:xfrm>
          <a:prstGeom prst="rect">
            <a:avLst/>
          </a:prstGeom>
          <a:noFill/>
          <a:ln>
            <a:noFill/>
          </a:ln>
        </p:spPr>
        <p:txBody>
          <a:bodyPr spcFirstLastPara="1" wrap="square" lIns="91425" tIns="91425" rIns="91425" bIns="91425" anchor="t" anchorCtr="0">
            <a:spAutoFit/>
          </a:bodyPr>
          <a:lstStyle/>
          <a:p>
            <a:pPr marL="457200" lvl="0" indent="-381000">
              <a:buSzPts val="2400"/>
              <a:buFont typeface="Arial"/>
              <a:buChar char="●"/>
            </a:pPr>
            <a:r>
              <a:rPr lang="en-US" sz="2400" dirty="0" err="1">
                <a:solidFill>
                  <a:schemeClr val="dk1"/>
                </a:solidFill>
              </a:rPr>
              <a:t>EfficientNet</a:t>
            </a:r>
            <a:r>
              <a:rPr lang="en-US" sz="2400" dirty="0">
                <a:solidFill>
                  <a:schemeClr val="dk1"/>
                </a:solidFill>
              </a:rPr>
              <a:t> is a method that enables scaling of a neural network for a specific device, based on its computational budget. It uses compound scaling to simultaneously scale up or down the resolution of the image, the depth, and the width of the neural network. The goal is to choose the optimal values of these parameters to get the best possible performance. </a:t>
            </a:r>
          </a:p>
          <a:p>
            <a:pPr marL="457200" lvl="0" indent="-381000">
              <a:buSzPts val="2400"/>
              <a:buFont typeface="Arial"/>
              <a:buChar char="●"/>
            </a:pPr>
            <a:endParaRPr lang="en-US" sz="2400" dirty="0">
              <a:solidFill>
                <a:schemeClr val="dk1"/>
              </a:solidFill>
            </a:endParaRPr>
          </a:p>
          <a:p>
            <a:pPr marL="457200" lvl="0" indent="-381000">
              <a:buSzPts val="2400"/>
              <a:buFont typeface="Arial"/>
              <a:buChar char="●"/>
            </a:pPr>
            <a:r>
              <a:rPr lang="en-US" sz="2400" dirty="0" err="1">
                <a:solidFill>
                  <a:schemeClr val="dk1"/>
                </a:solidFill>
              </a:rPr>
              <a:t>EfficientNet</a:t>
            </a:r>
            <a:r>
              <a:rPr lang="en-US" sz="2400" dirty="0">
                <a:solidFill>
                  <a:schemeClr val="dk1"/>
                </a:solidFill>
              </a:rPr>
              <a:t> provides an open-source implementation to help find the right balance between these factors and optimize performance.</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93</a:t>
            </a:fld>
            <a:endParaRPr lang="en-US"/>
          </a:p>
        </p:txBody>
      </p:sp>
    </p:spTree>
    <p:extLst>
      <p:ext uri="{BB962C8B-B14F-4D97-AF65-F5344CB8AC3E}">
        <p14:creationId xmlns:p14="http://schemas.microsoft.com/office/powerpoint/2010/main" val="369111183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Shape 2125"/>
        <p:cNvGrpSpPr/>
        <p:nvPr/>
      </p:nvGrpSpPr>
      <p:grpSpPr>
        <a:xfrm>
          <a:off x="0" y="0"/>
          <a:ext cx="0" cy="0"/>
          <a:chOff x="0" y="0"/>
          <a:chExt cx="0" cy="0"/>
        </a:xfrm>
      </p:grpSpPr>
      <p:sp>
        <p:nvSpPr>
          <p:cNvPr id="2126" name="Google Shape;2126;p66"/>
          <p:cNvSpPr txBox="1">
            <a:spLocks noGrp="1"/>
          </p:cNvSpPr>
          <p:nvPr>
            <p:ph type="title"/>
          </p:nvPr>
        </p:nvSpPr>
        <p:spPr>
          <a:xfrm>
            <a:off x="648039" y="207033"/>
            <a:ext cx="31953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EfficientNet</a:t>
            </a:r>
            <a:endParaRPr sz="4400">
              <a:latin typeface="Arial"/>
              <a:ea typeface="Arial"/>
              <a:cs typeface="Arial"/>
              <a:sym typeface="Arial"/>
            </a:endParaRPr>
          </a:p>
        </p:txBody>
      </p:sp>
      <p:pic>
        <p:nvPicPr>
          <p:cNvPr id="2127" name="Google Shape;2127;p66"/>
          <p:cNvPicPr preferRelativeResize="0"/>
          <p:nvPr/>
        </p:nvPicPr>
        <p:blipFill rotWithShape="1">
          <a:blip r:embed="rId3">
            <a:alphaModFix/>
          </a:blip>
          <a:srcRect/>
          <a:stretch/>
        </p:blipFill>
        <p:spPr>
          <a:xfrm>
            <a:off x="10734473" y="0"/>
            <a:ext cx="1448025" cy="796414"/>
          </a:xfrm>
          <a:prstGeom prst="rect">
            <a:avLst/>
          </a:prstGeom>
          <a:noFill/>
          <a:ln>
            <a:noFill/>
          </a:ln>
        </p:spPr>
      </p:pic>
      <p:pic>
        <p:nvPicPr>
          <p:cNvPr id="2128" name="Google Shape;2128;p66"/>
          <p:cNvPicPr preferRelativeResize="0"/>
          <p:nvPr/>
        </p:nvPicPr>
        <p:blipFill>
          <a:blip r:embed="rId4">
            <a:alphaModFix/>
          </a:blip>
          <a:stretch>
            <a:fillRect/>
          </a:stretch>
        </p:blipFill>
        <p:spPr>
          <a:xfrm>
            <a:off x="447675" y="1809898"/>
            <a:ext cx="7500975" cy="1797350"/>
          </a:xfrm>
          <a:prstGeom prst="rect">
            <a:avLst/>
          </a:prstGeom>
          <a:noFill/>
          <a:ln>
            <a:noFill/>
          </a:ln>
        </p:spPr>
      </p:pic>
      <p:sp>
        <p:nvSpPr>
          <p:cNvPr id="2129" name="Google Shape;2129;p66"/>
          <p:cNvSpPr txBox="1"/>
          <p:nvPr/>
        </p:nvSpPr>
        <p:spPr>
          <a:xfrm>
            <a:off x="447675" y="1076700"/>
            <a:ext cx="1569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latin typeface="Cambria"/>
                <a:ea typeface="Cambria"/>
                <a:cs typeface="Cambria"/>
                <a:sym typeface="Cambria"/>
              </a:rPr>
              <a:t>Baseline</a:t>
            </a:r>
            <a:endParaRPr sz="2400">
              <a:latin typeface="Cambria"/>
              <a:ea typeface="Cambria"/>
              <a:cs typeface="Cambria"/>
              <a:sym typeface="Cambria"/>
            </a:endParaRPr>
          </a:p>
        </p:txBody>
      </p:sp>
      <p:pic>
        <p:nvPicPr>
          <p:cNvPr id="2130" name="Google Shape;2130;p66"/>
          <p:cNvPicPr preferRelativeResize="0"/>
          <p:nvPr/>
        </p:nvPicPr>
        <p:blipFill>
          <a:blip r:embed="rId5">
            <a:alphaModFix/>
          </a:blip>
          <a:stretch>
            <a:fillRect/>
          </a:stretch>
        </p:blipFill>
        <p:spPr>
          <a:xfrm>
            <a:off x="447675" y="4519525"/>
            <a:ext cx="11734825" cy="2149225"/>
          </a:xfrm>
          <a:prstGeom prst="rect">
            <a:avLst/>
          </a:prstGeom>
          <a:noFill/>
          <a:ln>
            <a:noFill/>
          </a:ln>
        </p:spPr>
      </p:pic>
      <p:sp>
        <p:nvSpPr>
          <p:cNvPr id="2131" name="Google Shape;2131;p66"/>
          <p:cNvSpPr txBox="1"/>
          <p:nvPr/>
        </p:nvSpPr>
        <p:spPr>
          <a:xfrm>
            <a:off x="447675" y="3607250"/>
            <a:ext cx="27591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a:t>Compound scaling</a:t>
            </a:r>
            <a:endParaRPr sz="2400" baseline="-2500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Shape 2135"/>
        <p:cNvGrpSpPr/>
        <p:nvPr/>
      </p:nvGrpSpPr>
      <p:grpSpPr>
        <a:xfrm>
          <a:off x="0" y="0"/>
          <a:ext cx="0" cy="0"/>
          <a:chOff x="0" y="0"/>
          <a:chExt cx="0" cy="0"/>
        </a:xfrm>
      </p:grpSpPr>
      <p:sp>
        <p:nvSpPr>
          <p:cNvPr id="2136" name="Google Shape;2136;g23c207b29f0_0_126"/>
          <p:cNvSpPr txBox="1">
            <a:spLocks noGrp="1"/>
          </p:cNvSpPr>
          <p:nvPr>
            <p:ph type="title"/>
          </p:nvPr>
        </p:nvSpPr>
        <p:spPr>
          <a:xfrm>
            <a:off x="916939" y="637108"/>
            <a:ext cx="31953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EfficientNet</a:t>
            </a:r>
            <a:endParaRPr sz="4400">
              <a:latin typeface="Arial"/>
              <a:ea typeface="Arial"/>
              <a:cs typeface="Arial"/>
              <a:sym typeface="Arial"/>
            </a:endParaRPr>
          </a:p>
        </p:txBody>
      </p:sp>
      <p:pic>
        <p:nvPicPr>
          <p:cNvPr id="2137" name="Google Shape;2137;g23c207b29f0_0_126" descr="Architecture of EfficientNet-B0 with MBConv as Basic building blocks. |  Download Scientific Diagram"/>
          <p:cNvPicPr preferRelativeResize="0"/>
          <p:nvPr/>
        </p:nvPicPr>
        <p:blipFill rotWithShape="1">
          <a:blip r:embed="rId3">
            <a:alphaModFix/>
          </a:blip>
          <a:srcRect/>
          <a:stretch/>
        </p:blipFill>
        <p:spPr>
          <a:xfrm>
            <a:off x="273557" y="1676400"/>
            <a:ext cx="11644885" cy="5236646"/>
          </a:xfrm>
          <a:prstGeom prst="rect">
            <a:avLst/>
          </a:prstGeom>
          <a:noFill/>
          <a:ln>
            <a:noFill/>
          </a:ln>
        </p:spPr>
      </p:pic>
      <p:pic>
        <p:nvPicPr>
          <p:cNvPr id="2138" name="Google Shape;2138;g23c207b29f0_0_126"/>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Shape 2142"/>
        <p:cNvGrpSpPr/>
        <p:nvPr/>
      </p:nvGrpSpPr>
      <p:grpSpPr>
        <a:xfrm>
          <a:off x="0" y="0"/>
          <a:ext cx="0" cy="0"/>
          <a:chOff x="0" y="0"/>
          <a:chExt cx="0" cy="0"/>
        </a:xfrm>
      </p:grpSpPr>
      <p:sp>
        <p:nvSpPr>
          <p:cNvPr id="2143" name="Google Shape;2143;p67"/>
          <p:cNvSpPr txBox="1">
            <a:spLocks noGrp="1"/>
          </p:cNvSpPr>
          <p:nvPr>
            <p:ph type="title"/>
          </p:nvPr>
        </p:nvSpPr>
        <p:spPr>
          <a:xfrm>
            <a:off x="5404900" y="317512"/>
            <a:ext cx="5770200" cy="3039900"/>
          </a:xfrm>
          <a:prstGeom prst="rect">
            <a:avLst/>
          </a:prstGeom>
          <a:noFill/>
          <a:ln>
            <a:noFill/>
          </a:ln>
        </p:spPr>
        <p:txBody>
          <a:bodyPr spcFirstLastPara="1" wrap="square" lIns="0" tIns="114300" rIns="0" bIns="0" anchor="t" anchorCtr="0">
            <a:spAutoFit/>
          </a:bodyPr>
          <a:lstStyle/>
          <a:p>
            <a:pPr marL="528955" marR="5080" lvl="0" indent="-516890" algn="ctr" rtl="0">
              <a:lnSpc>
                <a:spcPct val="108333"/>
              </a:lnSpc>
              <a:spcBef>
                <a:spcPts val="0"/>
              </a:spcBef>
              <a:spcAft>
                <a:spcPts val="0"/>
              </a:spcAft>
              <a:buSzPts val="1400"/>
              <a:buNone/>
            </a:pPr>
            <a:r>
              <a:rPr lang="en-US" sz="6000">
                <a:latin typeface="Arial"/>
                <a:ea typeface="Arial"/>
                <a:cs typeface="Arial"/>
                <a:sym typeface="Arial"/>
              </a:rPr>
              <a:t>Practical advice for using ConvNets</a:t>
            </a:r>
            <a:endParaRPr sz="6000">
              <a:latin typeface="Arial"/>
              <a:ea typeface="Arial"/>
              <a:cs typeface="Arial"/>
              <a:sym typeface="Arial"/>
            </a:endParaRPr>
          </a:p>
        </p:txBody>
      </p:sp>
      <p:sp>
        <p:nvSpPr>
          <p:cNvPr id="2144" name="Google Shape;2144;p67"/>
          <p:cNvSpPr txBox="1"/>
          <p:nvPr/>
        </p:nvSpPr>
        <p:spPr>
          <a:xfrm>
            <a:off x="5348655" y="4008411"/>
            <a:ext cx="5882700" cy="8439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Transfer Learning</a:t>
            </a:r>
            <a:endParaRPr sz="5400" b="0" i="0" u="none" strike="noStrike" cap="none">
              <a:solidFill>
                <a:srgbClr val="000000"/>
              </a:solidFill>
              <a:latin typeface="Arial"/>
              <a:ea typeface="Arial"/>
              <a:cs typeface="Arial"/>
              <a:sym typeface="Arial"/>
            </a:endParaRPr>
          </a:p>
        </p:txBody>
      </p:sp>
      <p:sp>
        <p:nvSpPr>
          <p:cNvPr id="2145" name="Google Shape;2145;p67"/>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146" name="Google Shape;2146;p6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Shape 2150"/>
        <p:cNvGrpSpPr/>
        <p:nvPr/>
      </p:nvGrpSpPr>
      <p:grpSpPr>
        <a:xfrm>
          <a:off x="0" y="0"/>
          <a:ext cx="0" cy="0"/>
          <a:chOff x="0" y="0"/>
          <a:chExt cx="0" cy="0"/>
        </a:xfrm>
      </p:grpSpPr>
      <p:pic>
        <p:nvPicPr>
          <p:cNvPr id="2151" name="Google Shape;2151;p6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52" name="Google Shape;2152;p68"/>
          <p:cNvSpPr txBox="1"/>
          <p:nvPr/>
        </p:nvSpPr>
        <p:spPr>
          <a:xfrm>
            <a:off x="339575" y="241300"/>
            <a:ext cx="7662300" cy="861744"/>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6600"/>
              <a:buFont typeface="Arial"/>
              <a:buNone/>
            </a:pPr>
            <a:r>
              <a:rPr lang="en-US" sz="4400" i="0" u="none" strike="noStrike" cap="none" dirty="0">
                <a:solidFill>
                  <a:schemeClr val="dk1"/>
                </a:solidFill>
              </a:rPr>
              <a:t>Transfer Learning</a:t>
            </a:r>
            <a:endParaRPr sz="4400" i="0" u="none" strike="noStrike" cap="none" dirty="0">
              <a:solidFill>
                <a:schemeClr val="dk1"/>
              </a:solidFill>
            </a:endParaRPr>
          </a:p>
        </p:txBody>
      </p:sp>
      <p:sp>
        <p:nvSpPr>
          <p:cNvPr id="2153" name="Google Shape;2153;p68"/>
          <p:cNvSpPr txBox="1"/>
          <p:nvPr/>
        </p:nvSpPr>
        <p:spPr>
          <a:xfrm>
            <a:off x="614924" y="1755725"/>
            <a:ext cx="11036301" cy="3508623"/>
          </a:xfrm>
          <a:prstGeom prst="rect">
            <a:avLst/>
          </a:prstGeom>
          <a:noFill/>
          <a:ln>
            <a:noFill/>
          </a:ln>
        </p:spPr>
        <p:txBody>
          <a:bodyPr spcFirstLastPara="1" wrap="square" lIns="91425" tIns="91425" rIns="91425" bIns="91425" anchor="t" anchorCtr="0">
            <a:spAutoFit/>
          </a:bodyPr>
          <a:lstStyle/>
          <a:p>
            <a:pPr marL="457200" lvl="0" indent="-381000">
              <a:buClr>
                <a:schemeClr val="dk1"/>
              </a:buClr>
              <a:buSzPts val="2400"/>
              <a:buFont typeface="Arial"/>
              <a:buChar char="●"/>
            </a:pPr>
            <a:r>
              <a:rPr lang="en-US" sz="2400" dirty="0">
                <a:solidFill>
                  <a:schemeClr val="dk1"/>
                </a:solidFill>
              </a:rPr>
              <a:t>Transfer learning is a technique in computer vision that enables faster progress by using pre-trained neural network models. Instead of starting from scratch, pre-trained models' weights can be used as a starting point for a new model, which is useful when working with small training sets or limited computational resources. </a:t>
            </a:r>
          </a:p>
          <a:p>
            <a:pPr marL="457200" lvl="0" indent="-381000">
              <a:buClr>
                <a:schemeClr val="dk1"/>
              </a:buClr>
              <a:buSzPts val="2400"/>
              <a:buFont typeface="Arial"/>
              <a:buChar char="●"/>
            </a:pPr>
            <a:r>
              <a:rPr lang="en-US" sz="2400" dirty="0">
                <a:solidFill>
                  <a:schemeClr val="dk1"/>
                </a:solidFill>
              </a:rPr>
              <a:t>Pre-trained models, which are available for free, have been trained on large data sets such as ImageNet, MS COCO, and Pascal. The early layers of the pre-trained model are usually frozen, and the later layers are fine-tuned to the specific problem.</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Shape 2157"/>
        <p:cNvGrpSpPr/>
        <p:nvPr/>
      </p:nvGrpSpPr>
      <p:grpSpPr>
        <a:xfrm>
          <a:off x="0" y="0"/>
          <a:ext cx="0" cy="0"/>
          <a:chOff x="0" y="0"/>
          <a:chExt cx="0" cy="0"/>
        </a:xfrm>
      </p:grpSpPr>
      <p:pic>
        <p:nvPicPr>
          <p:cNvPr id="2158" name="Google Shape;2158;p6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59" name="Google Shape;2159;p69"/>
          <p:cNvSpPr txBox="1"/>
          <p:nvPr/>
        </p:nvSpPr>
        <p:spPr>
          <a:xfrm>
            <a:off x="339575" y="241300"/>
            <a:ext cx="7619400" cy="12006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6600"/>
              <a:buFont typeface="Arial"/>
              <a:buNone/>
            </a:pPr>
            <a:r>
              <a:rPr lang="en-US" sz="6600" i="0" u="none" strike="noStrike" cap="none">
                <a:solidFill>
                  <a:schemeClr val="dk1"/>
                </a:solidFill>
              </a:rPr>
              <a:t>Transfer Learning</a:t>
            </a:r>
            <a:endParaRPr sz="6600" i="0" u="none" strike="noStrike" cap="none">
              <a:solidFill>
                <a:schemeClr val="dk1"/>
              </a:solidFill>
            </a:endParaRPr>
          </a:p>
        </p:txBody>
      </p:sp>
      <p:sp>
        <p:nvSpPr>
          <p:cNvPr id="2160" name="Google Shape;2160;p69"/>
          <p:cNvSpPr txBox="1"/>
          <p:nvPr/>
        </p:nvSpPr>
        <p:spPr>
          <a:xfrm>
            <a:off x="614924" y="1755725"/>
            <a:ext cx="11114959" cy="3877954"/>
          </a:xfrm>
          <a:prstGeom prst="rect">
            <a:avLst/>
          </a:prstGeom>
          <a:noFill/>
          <a:ln>
            <a:noFill/>
          </a:ln>
        </p:spPr>
        <p:txBody>
          <a:bodyPr spcFirstLastPara="1" wrap="square" lIns="91425" tIns="91425" rIns="91425" bIns="91425" anchor="t" anchorCtr="0">
            <a:spAutoFit/>
          </a:bodyPr>
          <a:lstStyle/>
          <a:p>
            <a:pPr marL="457200" lvl="0" indent="-381000">
              <a:buSzPts val="2400"/>
              <a:buFont typeface="Arial"/>
              <a:buChar char="●"/>
            </a:pPr>
            <a:r>
              <a:rPr lang="en-US" sz="2400" dirty="0"/>
              <a:t>Transfer learning is a technique in computer vision that uses pre-trained neural network models to accelerate progress by using their weights as a starting point for your own model. </a:t>
            </a:r>
          </a:p>
          <a:p>
            <a:pPr marL="457200" lvl="0" indent="-381000">
              <a:buSzPts val="2400"/>
              <a:buFont typeface="Arial"/>
              <a:buChar char="●"/>
            </a:pPr>
            <a:r>
              <a:rPr lang="en-US" sz="2400" dirty="0"/>
              <a:t>The early layers of the pre-trained model are typically frozen, while the later layers are fine-tuned to your specific problem. </a:t>
            </a:r>
          </a:p>
          <a:p>
            <a:pPr marL="457200" lvl="0" indent="-381000">
              <a:buSzPts val="2400"/>
              <a:buFont typeface="Arial"/>
              <a:buChar char="●"/>
            </a:pPr>
            <a:r>
              <a:rPr lang="en-US" sz="2400" dirty="0"/>
              <a:t>The number of layers that are frozen and fine-tuned depends on the size of your training set, and pre-computing activations for the frozen layers can speed up training. </a:t>
            </a:r>
          </a:p>
          <a:p>
            <a:pPr marL="457200" lvl="0" indent="-381000">
              <a:buSzPts val="2400"/>
              <a:buFont typeface="Arial"/>
              <a:buChar char="●"/>
            </a:pPr>
            <a:r>
              <a:rPr lang="en-US" sz="2400" dirty="0"/>
              <a:t>Overall, transfer learning is a powerful technique that can save time and improve performance in computer vision applications.</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Shape 2164"/>
        <p:cNvGrpSpPr/>
        <p:nvPr/>
      </p:nvGrpSpPr>
      <p:grpSpPr>
        <a:xfrm>
          <a:off x="0" y="0"/>
          <a:ext cx="0" cy="0"/>
          <a:chOff x="0" y="0"/>
          <a:chExt cx="0" cy="0"/>
        </a:xfrm>
      </p:grpSpPr>
      <p:pic>
        <p:nvPicPr>
          <p:cNvPr id="2165" name="Google Shape;2165;g23c207b29f0_0_137"/>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66" name="Google Shape;2166;g23c207b29f0_0_137"/>
          <p:cNvSpPr txBox="1"/>
          <p:nvPr/>
        </p:nvSpPr>
        <p:spPr>
          <a:xfrm>
            <a:off x="339575" y="241300"/>
            <a:ext cx="7619400" cy="12006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6600"/>
              <a:buFont typeface="Arial"/>
              <a:buNone/>
            </a:pPr>
            <a:r>
              <a:rPr lang="en-US" sz="6600" i="0" u="none" strike="noStrike" cap="none">
                <a:solidFill>
                  <a:schemeClr val="dk1"/>
                </a:solidFill>
              </a:rPr>
              <a:t>Transfer Learning</a:t>
            </a:r>
            <a:endParaRPr sz="6600" i="0" u="none" strike="noStrike" cap="none">
              <a:solidFill>
                <a:schemeClr val="dk1"/>
              </a:solidFill>
            </a:endParaRPr>
          </a:p>
        </p:txBody>
      </p:sp>
      <p:sp>
        <p:nvSpPr>
          <p:cNvPr id="2167" name="Google Shape;2167;g23c207b29f0_0_137"/>
          <p:cNvSpPr txBox="1"/>
          <p:nvPr/>
        </p:nvSpPr>
        <p:spPr>
          <a:xfrm>
            <a:off x="614875" y="1841725"/>
            <a:ext cx="10119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pic>
        <p:nvPicPr>
          <p:cNvPr id="2168" name="Google Shape;2168;g23c207b29f0_0_137"/>
          <p:cNvPicPr preferRelativeResize="0"/>
          <p:nvPr/>
        </p:nvPicPr>
        <p:blipFill>
          <a:blip r:embed="rId4">
            <a:alphaModFix/>
          </a:blip>
          <a:stretch>
            <a:fillRect/>
          </a:stretch>
        </p:blipFill>
        <p:spPr>
          <a:xfrm>
            <a:off x="440725" y="1446320"/>
            <a:ext cx="11310549" cy="1395387"/>
          </a:xfrm>
          <a:prstGeom prst="rect">
            <a:avLst/>
          </a:prstGeom>
          <a:noFill/>
          <a:ln>
            <a:noFill/>
          </a:ln>
        </p:spPr>
      </p:pic>
      <p:sp>
        <p:nvSpPr>
          <p:cNvPr id="2169" name="Google Shape;2169;g23c207b29f0_0_137"/>
          <p:cNvSpPr txBox="1"/>
          <p:nvPr/>
        </p:nvSpPr>
        <p:spPr>
          <a:xfrm>
            <a:off x="7034350" y="595300"/>
            <a:ext cx="1010700" cy="492600"/>
          </a:xfrm>
          <a:prstGeom prst="rect">
            <a:avLst/>
          </a:prstGeom>
          <a:solidFill>
            <a:schemeClr val="accen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t>Tigger</a:t>
            </a:r>
            <a:endParaRPr sz="2000"/>
          </a:p>
        </p:txBody>
      </p:sp>
      <p:sp>
        <p:nvSpPr>
          <p:cNvPr id="2170" name="Google Shape;2170;g23c207b29f0_0_137"/>
          <p:cNvSpPr txBox="1"/>
          <p:nvPr/>
        </p:nvSpPr>
        <p:spPr>
          <a:xfrm>
            <a:off x="8045043" y="595300"/>
            <a:ext cx="1256100" cy="492600"/>
          </a:xfrm>
          <a:prstGeom prst="rect">
            <a:avLst/>
          </a:prstGeom>
          <a:solidFill>
            <a:schemeClr val="accent2"/>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latin typeface="Cambria"/>
                <a:ea typeface="Cambria"/>
                <a:cs typeface="Cambria"/>
                <a:sym typeface="Cambria"/>
              </a:rPr>
              <a:t>Misty</a:t>
            </a:r>
            <a:endParaRPr sz="2000">
              <a:latin typeface="Cambria"/>
              <a:ea typeface="Cambria"/>
              <a:cs typeface="Cambria"/>
              <a:sym typeface="Cambria"/>
            </a:endParaRPr>
          </a:p>
        </p:txBody>
      </p:sp>
      <p:sp>
        <p:nvSpPr>
          <p:cNvPr id="2171" name="Google Shape;2171;g23c207b29f0_0_137"/>
          <p:cNvSpPr txBox="1"/>
          <p:nvPr/>
        </p:nvSpPr>
        <p:spPr>
          <a:xfrm>
            <a:off x="9197138" y="595300"/>
            <a:ext cx="1256100" cy="492600"/>
          </a:xfrm>
          <a:prstGeom prst="rect">
            <a:avLst/>
          </a:prstGeom>
          <a:solidFill>
            <a:schemeClr val="accent3"/>
          </a:solidFill>
          <a:ln w="9525" cap="flat" cmpd="sng">
            <a:solidFill>
              <a:srgbClr val="3E9659"/>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2000"/>
              <a:t>Neither</a:t>
            </a:r>
            <a:endParaRPr sz="2000"/>
          </a:p>
        </p:txBody>
      </p:sp>
      <p:sp>
        <p:nvSpPr>
          <p:cNvPr id="2172" name="Google Shape;2172;g23c207b29f0_0_137"/>
          <p:cNvSpPr txBox="1"/>
          <p:nvPr/>
        </p:nvSpPr>
        <p:spPr>
          <a:xfrm>
            <a:off x="4281750" y="2890000"/>
            <a:ext cx="10107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a:t>freeze</a:t>
            </a:r>
            <a:endParaRPr sz="2300"/>
          </a:p>
        </p:txBody>
      </p:sp>
      <p:sp>
        <p:nvSpPr>
          <p:cNvPr id="2173" name="Google Shape;2173;g23c207b29f0_0_137"/>
          <p:cNvSpPr txBox="1"/>
          <p:nvPr/>
        </p:nvSpPr>
        <p:spPr>
          <a:xfrm>
            <a:off x="5729775" y="2797424"/>
            <a:ext cx="16773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t>trainable parameters = 0</a:t>
            </a:r>
            <a:endParaRPr sz="2000"/>
          </a:p>
        </p:txBody>
      </p:sp>
      <p:sp>
        <p:nvSpPr>
          <p:cNvPr id="2174" name="Google Shape;2174;g23c207b29f0_0_137"/>
          <p:cNvSpPr txBox="1"/>
          <p:nvPr/>
        </p:nvSpPr>
        <p:spPr>
          <a:xfrm>
            <a:off x="8290450" y="2796150"/>
            <a:ext cx="15822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a:t>freeze = 1</a:t>
            </a:r>
            <a:endParaRPr sz="2000"/>
          </a:p>
        </p:txBody>
      </p:sp>
      <p:pic>
        <p:nvPicPr>
          <p:cNvPr id="2175" name="Google Shape;2175;g23c207b29f0_0_137"/>
          <p:cNvPicPr preferRelativeResize="0"/>
          <p:nvPr/>
        </p:nvPicPr>
        <p:blipFill>
          <a:blip r:embed="rId4">
            <a:alphaModFix/>
          </a:blip>
          <a:stretch>
            <a:fillRect/>
          </a:stretch>
        </p:blipFill>
        <p:spPr>
          <a:xfrm>
            <a:off x="614875" y="3922970"/>
            <a:ext cx="11310549" cy="1395375"/>
          </a:xfrm>
          <a:prstGeom prst="rect">
            <a:avLst/>
          </a:prstGeom>
          <a:noFill/>
          <a:ln>
            <a:noFill/>
          </a:ln>
        </p:spPr>
      </p:pic>
      <p:pic>
        <p:nvPicPr>
          <p:cNvPr id="2176" name="Google Shape;2176;g23c207b29f0_0_137"/>
          <p:cNvPicPr preferRelativeResize="0"/>
          <p:nvPr/>
        </p:nvPicPr>
        <p:blipFill>
          <a:blip r:embed="rId4">
            <a:alphaModFix/>
          </a:blip>
          <a:stretch>
            <a:fillRect/>
          </a:stretch>
        </p:blipFill>
        <p:spPr>
          <a:xfrm>
            <a:off x="440725" y="5722646"/>
            <a:ext cx="11310549" cy="1395375"/>
          </a:xfrm>
          <a:prstGeom prst="rect">
            <a:avLst/>
          </a:prstGeom>
          <a:noFill/>
          <a:ln>
            <a:noFill/>
          </a:ln>
        </p:spPr>
      </p:pic>
      <p:sp>
        <p:nvSpPr>
          <p:cNvPr id="2177" name="Google Shape;2177;g23c207b29f0_0_137"/>
          <p:cNvSpPr txBox="1"/>
          <p:nvPr/>
        </p:nvSpPr>
        <p:spPr>
          <a:xfrm>
            <a:off x="4497025" y="5261150"/>
            <a:ext cx="20214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a:t>freeze</a:t>
            </a:r>
            <a:endParaRPr sz="2600"/>
          </a:p>
        </p:txBody>
      </p:sp>
      <p:sp>
        <p:nvSpPr>
          <p:cNvPr id="2178" name="Google Shape;2178;g23c207b29f0_0_137"/>
          <p:cNvSpPr txBox="1"/>
          <p:nvPr/>
        </p:nvSpPr>
        <p:spPr>
          <a:xfrm>
            <a:off x="4281750" y="7004750"/>
            <a:ext cx="20214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600"/>
              <a:t>train</a:t>
            </a:r>
            <a:endParaRPr sz="260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Shape 2182"/>
        <p:cNvGrpSpPr/>
        <p:nvPr/>
      </p:nvGrpSpPr>
      <p:grpSpPr>
        <a:xfrm>
          <a:off x="0" y="0"/>
          <a:ext cx="0" cy="0"/>
          <a:chOff x="0" y="0"/>
          <a:chExt cx="0" cy="0"/>
        </a:xfrm>
      </p:grpSpPr>
      <p:pic>
        <p:nvPicPr>
          <p:cNvPr id="2183" name="Google Shape;2183;p70" descr="Transfer Machine Learning A Step by Step Easy Guide - Sri Amit Ray"/>
          <p:cNvPicPr preferRelativeResize="0"/>
          <p:nvPr/>
        </p:nvPicPr>
        <p:blipFill rotWithShape="1">
          <a:blip r:embed="rId3">
            <a:alphaModFix/>
          </a:blip>
          <a:srcRect/>
          <a:stretch/>
        </p:blipFill>
        <p:spPr>
          <a:xfrm>
            <a:off x="117999" y="734617"/>
            <a:ext cx="12044265" cy="6303165"/>
          </a:xfrm>
          <a:prstGeom prst="rect">
            <a:avLst/>
          </a:prstGeom>
          <a:noFill/>
          <a:ln>
            <a:noFill/>
          </a:ln>
        </p:spPr>
      </p:pic>
      <p:pic>
        <p:nvPicPr>
          <p:cNvPr id="2184" name="Google Shape;2184;p70"/>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Shape 2188"/>
        <p:cNvGrpSpPr/>
        <p:nvPr/>
      </p:nvGrpSpPr>
      <p:grpSpPr>
        <a:xfrm>
          <a:off x="0" y="0"/>
          <a:ext cx="0" cy="0"/>
          <a:chOff x="0" y="0"/>
          <a:chExt cx="0" cy="0"/>
        </a:xfrm>
      </p:grpSpPr>
      <p:sp>
        <p:nvSpPr>
          <p:cNvPr id="2189" name="Google Shape;2189;p71"/>
          <p:cNvSpPr txBox="1">
            <a:spLocks noGrp="1"/>
          </p:cNvSpPr>
          <p:nvPr>
            <p:ph type="title"/>
          </p:nvPr>
        </p:nvSpPr>
        <p:spPr>
          <a:xfrm>
            <a:off x="5355400" y="388312"/>
            <a:ext cx="5770200" cy="3039900"/>
          </a:xfrm>
          <a:prstGeom prst="rect">
            <a:avLst/>
          </a:prstGeom>
          <a:noFill/>
          <a:ln>
            <a:noFill/>
          </a:ln>
        </p:spPr>
        <p:txBody>
          <a:bodyPr spcFirstLastPara="1" wrap="square" lIns="0" tIns="114300" rIns="0" bIns="0" anchor="t" anchorCtr="0">
            <a:spAutoFit/>
          </a:bodyPr>
          <a:lstStyle/>
          <a:p>
            <a:pPr marL="528955" marR="5080" lvl="0" indent="-516890" algn="ctr" rtl="0">
              <a:lnSpc>
                <a:spcPct val="108333"/>
              </a:lnSpc>
              <a:spcBef>
                <a:spcPts val="0"/>
              </a:spcBef>
              <a:spcAft>
                <a:spcPts val="0"/>
              </a:spcAft>
              <a:buSzPts val="1400"/>
              <a:buNone/>
            </a:pPr>
            <a:r>
              <a:rPr lang="en-US" sz="6000">
                <a:latin typeface="Arial"/>
                <a:ea typeface="Arial"/>
                <a:cs typeface="Arial"/>
                <a:sym typeface="Arial"/>
              </a:rPr>
              <a:t>Practical advice for using ConvNets</a:t>
            </a:r>
            <a:endParaRPr sz="6000">
              <a:latin typeface="Arial"/>
              <a:ea typeface="Arial"/>
              <a:cs typeface="Arial"/>
              <a:sym typeface="Arial"/>
            </a:endParaRPr>
          </a:p>
        </p:txBody>
      </p:sp>
      <p:sp>
        <p:nvSpPr>
          <p:cNvPr id="2190" name="Google Shape;2190;p71"/>
          <p:cNvSpPr txBox="1"/>
          <p:nvPr/>
        </p:nvSpPr>
        <p:spPr>
          <a:xfrm>
            <a:off x="5004320" y="4008411"/>
            <a:ext cx="6577200" cy="843900"/>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a:solidFill>
                  <a:srgbClr val="000000"/>
                </a:solidFill>
                <a:latin typeface="Arial"/>
                <a:ea typeface="Arial"/>
                <a:cs typeface="Arial"/>
                <a:sym typeface="Arial"/>
              </a:rPr>
              <a:t>Data augmentation</a:t>
            </a:r>
            <a:endParaRPr sz="5400" b="0" i="0" u="none" strike="noStrike" cap="none">
              <a:solidFill>
                <a:srgbClr val="000000"/>
              </a:solidFill>
              <a:latin typeface="Arial"/>
              <a:ea typeface="Arial"/>
              <a:cs typeface="Arial"/>
              <a:sym typeface="Arial"/>
            </a:endParaRPr>
          </a:p>
        </p:txBody>
      </p:sp>
      <p:sp>
        <p:nvSpPr>
          <p:cNvPr id="2191" name="Google Shape;2191;p71"/>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192" name="Google Shape;2192;p71"/>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Shape 2196"/>
        <p:cNvGrpSpPr/>
        <p:nvPr/>
      </p:nvGrpSpPr>
      <p:grpSpPr>
        <a:xfrm>
          <a:off x="0" y="0"/>
          <a:ext cx="0" cy="0"/>
          <a:chOff x="0" y="0"/>
          <a:chExt cx="0" cy="0"/>
        </a:xfrm>
      </p:grpSpPr>
      <p:pic>
        <p:nvPicPr>
          <p:cNvPr id="2197" name="Google Shape;2197;p72"/>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198" name="Google Shape;2198;p72"/>
          <p:cNvSpPr txBox="1"/>
          <p:nvPr/>
        </p:nvSpPr>
        <p:spPr>
          <a:xfrm>
            <a:off x="364600" y="78625"/>
            <a:ext cx="8911500" cy="17547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6600"/>
              <a:buFont typeface="Arial"/>
              <a:buNone/>
            </a:pPr>
            <a:r>
              <a:rPr lang="en-US" sz="4400" b="0" i="0" u="none" strike="noStrike" cap="none" dirty="0">
                <a:solidFill>
                  <a:schemeClr val="dk1"/>
                </a:solidFill>
                <a:latin typeface="Arial"/>
                <a:ea typeface="Arial"/>
                <a:cs typeface="Arial"/>
                <a:sym typeface="Arial"/>
              </a:rPr>
              <a:t>Data augmentation</a:t>
            </a:r>
            <a:endParaRPr sz="4400" b="0" i="0" u="none" strike="noStrike" cap="none" dirty="0">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6600"/>
              <a:buFont typeface="Arial"/>
              <a:buNone/>
            </a:pPr>
            <a:endParaRPr sz="4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Cambria"/>
              <a:ea typeface="Cambria"/>
              <a:cs typeface="Cambria"/>
              <a:sym typeface="Cambria"/>
            </a:endParaRPr>
          </a:p>
        </p:txBody>
      </p:sp>
      <p:sp>
        <p:nvSpPr>
          <p:cNvPr id="2199" name="Google Shape;2199;p72"/>
          <p:cNvSpPr txBox="1"/>
          <p:nvPr/>
        </p:nvSpPr>
        <p:spPr>
          <a:xfrm>
            <a:off x="639949" y="1693150"/>
            <a:ext cx="11040773" cy="5355282"/>
          </a:xfrm>
          <a:prstGeom prst="rect">
            <a:avLst/>
          </a:prstGeom>
          <a:noFill/>
          <a:ln>
            <a:noFill/>
          </a:ln>
        </p:spPr>
        <p:txBody>
          <a:bodyPr spcFirstLastPara="1" wrap="square" lIns="91425" tIns="91425" rIns="91425" bIns="91425" anchor="t" anchorCtr="0">
            <a:spAutoFit/>
          </a:bodyPr>
          <a:lstStyle/>
          <a:p>
            <a:pPr marL="342900" lvl="0" indent="-342900">
              <a:buSzPts val="2400"/>
              <a:buFont typeface="Arial" panose="020B0604020202020204" pitchFamily="34" charset="0"/>
              <a:buChar char="•"/>
            </a:pPr>
            <a:r>
              <a:rPr lang="en-US" sz="2400" dirty="0">
                <a:solidFill>
                  <a:schemeClr val="dk1"/>
                </a:solidFill>
              </a:rPr>
              <a:t>Data augmentation is a technique used in machine learning and computer vision to artificially increase the size of a dataset by applying various transformations to the original data. </a:t>
            </a:r>
          </a:p>
          <a:p>
            <a:pPr marL="342900" lvl="0" indent="-342900">
              <a:buSzPts val="2400"/>
              <a:buFont typeface="Arial" panose="020B0604020202020204" pitchFamily="34" charset="0"/>
              <a:buChar char="•"/>
            </a:pPr>
            <a:r>
              <a:rPr lang="en-US" sz="2400" dirty="0">
                <a:solidFill>
                  <a:schemeClr val="dk1"/>
                </a:solidFill>
              </a:rPr>
              <a:t>The goal is to create new and diverse examples that can help improve the performance and generalization of a machine learning model. </a:t>
            </a:r>
          </a:p>
          <a:p>
            <a:pPr marL="342900" lvl="0" indent="-342900">
              <a:buSzPts val="2400"/>
              <a:buFont typeface="Arial" panose="020B0604020202020204" pitchFamily="34" charset="0"/>
              <a:buChar char="•"/>
            </a:pPr>
            <a:r>
              <a:rPr lang="en-US" sz="2400" dirty="0">
                <a:solidFill>
                  <a:schemeClr val="dk1"/>
                </a:solidFill>
              </a:rPr>
              <a:t>Common data augmentation techniques include flipping, rotating, scaling, cropping, adding noise, changing brightness and contrast, and applying various filters. By applying these transformations, the model is exposed to a wider range of inputs, which can help it learn to recognize patterns and variations in the data more effectively.</a:t>
            </a:r>
          </a:p>
          <a:p>
            <a:pPr marL="342900" indent="-342900">
              <a:buSzPts val="2400"/>
              <a:buFont typeface="Arial" panose="020B0604020202020204" pitchFamily="34" charset="0"/>
              <a:buChar char="•"/>
            </a:pPr>
            <a:r>
              <a:rPr lang="en-US" sz="2400" dirty="0">
                <a:solidFill>
                  <a:schemeClr val="dk1"/>
                </a:solidFill>
              </a:rPr>
              <a:t>Random cropping is another common technique where different random crops of the dataset are taken to create new examples. In addition, color shifting can be used to introduce different color distortions to the image, making the model more robust to changes in lighting conditions.</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Shape 2203"/>
        <p:cNvGrpSpPr/>
        <p:nvPr/>
      </p:nvGrpSpPr>
      <p:grpSpPr>
        <a:xfrm>
          <a:off x="0" y="0"/>
          <a:ext cx="0" cy="0"/>
          <a:chOff x="0" y="0"/>
          <a:chExt cx="0" cy="0"/>
        </a:xfrm>
      </p:grpSpPr>
      <p:sp>
        <p:nvSpPr>
          <p:cNvPr id="2204" name="Google Shape;2204;p73"/>
          <p:cNvSpPr txBox="1">
            <a:spLocks noGrp="1"/>
          </p:cNvSpPr>
          <p:nvPr>
            <p:ph type="title"/>
          </p:nvPr>
        </p:nvSpPr>
        <p:spPr>
          <a:xfrm>
            <a:off x="261620" y="139700"/>
            <a:ext cx="8180700" cy="1249500"/>
          </a:xfrm>
          <a:prstGeom prst="rect">
            <a:avLst/>
          </a:prstGeom>
          <a:noFill/>
          <a:ln>
            <a:noFill/>
          </a:ln>
        </p:spPr>
        <p:txBody>
          <a:bodyPr spcFirstLastPara="1" wrap="square" lIns="0" tIns="12700" rIns="0" bIns="0" anchor="t" anchorCtr="0">
            <a:spAutoFit/>
          </a:bodyPr>
          <a:lstStyle/>
          <a:p>
            <a:pPr marL="12700" lvl="0" indent="0" algn="l" rtl="0">
              <a:lnSpc>
                <a:spcPct val="118977"/>
              </a:lnSpc>
              <a:spcBef>
                <a:spcPts val="0"/>
              </a:spcBef>
              <a:spcAft>
                <a:spcPts val="0"/>
              </a:spcAft>
              <a:buSzPts val="1400"/>
              <a:buNone/>
            </a:pPr>
            <a:r>
              <a:rPr lang="en-US" sz="4400">
                <a:latin typeface="Arial"/>
                <a:ea typeface="Arial"/>
                <a:cs typeface="Arial"/>
                <a:sym typeface="Arial"/>
              </a:rPr>
              <a:t>Common augmentation method</a:t>
            </a:r>
            <a:endParaRPr sz="4400">
              <a:latin typeface="Arial"/>
              <a:ea typeface="Arial"/>
              <a:cs typeface="Arial"/>
              <a:sym typeface="Arial"/>
            </a:endParaRPr>
          </a:p>
          <a:p>
            <a:pPr marL="855343" lvl="0" indent="0" algn="l" rtl="0">
              <a:lnSpc>
                <a:spcPct val="118392"/>
              </a:lnSpc>
              <a:spcBef>
                <a:spcPts val="0"/>
              </a:spcBef>
              <a:spcAft>
                <a:spcPts val="0"/>
              </a:spcAft>
              <a:buSzPts val="1400"/>
              <a:buNone/>
            </a:pPr>
            <a:r>
              <a:rPr lang="en-US" sz="2800">
                <a:latin typeface="Arial"/>
                <a:ea typeface="Arial"/>
                <a:cs typeface="Arial"/>
                <a:sym typeface="Arial"/>
              </a:rPr>
              <a:t>Mirroring</a:t>
            </a:r>
            <a:endParaRPr sz="2800">
              <a:latin typeface="Arial"/>
              <a:ea typeface="Arial"/>
              <a:cs typeface="Arial"/>
              <a:sym typeface="Arial"/>
            </a:endParaRPr>
          </a:p>
        </p:txBody>
      </p:sp>
      <p:pic>
        <p:nvPicPr>
          <p:cNvPr id="2205" name="Google Shape;2205;p73"/>
          <p:cNvPicPr preferRelativeResize="0"/>
          <p:nvPr/>
        </p:nvPicPr>
        <p:blipFill rotWithShape="1">
          <a:blip r:embed="rId3">
            <a:alphaModFix/>
          </a:blip>
          <a:srcRect/>
          <a:stretch/>
        </p:blipFill>
        <p:spPr>
          <a:xfrm>
            <a:off x="6322085" y="1253642"/>
            <a:ext cx="2658706" cy="1844776"/>
          </a:xfrm>
          <a:prstGeom prst="rect">
            <a:avLst/>
          </a:prstGeom>
          <a:noFill/>
          <a:ln>
            <a:noFill/>
          </a:ln>
        </p:spPr>
      </p:pic>
      <p:sp>
        <p:nvSpPr>
          <p:cNvPr id="2206" name="Google Shape;2206;p73"/>
          <p:cNvSpPr/>
          <p:nvPr/>
        </p:nvSpPr>
        <p:spPr>
          <a:xfrm>
            <a:off x="3933977" y="2062137"/>
            <a:ext cx="1551304" cy="127000"/>
          </a:xfrm>
          <a:custGeom>
            <a:avLst/>
            <a:gdLst/>
            <a:ahLst/>
            <a:cxnLst/>
            <a:rect l="l" t="t" r="r" b="b"/>
            <a:pathLst>
              <a:path w="1551304" h="127000" extrusionOk="0">
                <a:moveTo>
                  <a:pt x="1424584" y="0"/>
                </a:moveTo>
                <a:lnTo>
                  <a:pt x="1424203" y="50800"/>
                </a:lnTo>
                <a:lnTo>
                  <a:pt x="190" y="40170"/>
                </a:lnTo>
                <a:lnTo>
                  <a:pt x="0" y="65570"/>
                </a:lnTo>
                <a:lnTo>
                  <a:pt x="1424012" y="76200"/>
                </a:lnTo>
                <a:lnTo>
                  <a:pt x="1423631" y="127000"/>
                </a:lnTo>
                <a:lnTo>
                  <a:pt x="1551101" y="64439"/>
                </a:lnTo>
                <a:lnTo>
                  <a:pt x="142458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207" name="Google Shape;2207;p73"/>
          <p:cNvPicPr preferRelativeResize="0"/>
          <p:nvPr/>
        </p:nvPicPr>
        <p:blipFill rotWithShape="1">
          <a:blip r:embed="rId4">
            <a:alphaModFix/>
          </a:blip>
          <a:srcRect/>
          <a:stretch/>
        </p:blipFill>
        <p:spPr>
          <a:xfrm>
            <a:off x="605358" y="1253807"/>
            <a:ext cx="2658706" cy="1844471"/>
          </a:xfrm>
          <a:prstGeom prst="rect">
            <a:avLst/>
          </a:prstGeom>
          <a:noFill/>
          <a:ln>
            <a:noFill/>
          </a:ln>
        </p:spPr>
      </p:pic>
      <p:pic>
        <p:nvPicPr>
          <p:cNvPr id="2208" name="Google Shape;2208;p73"/>
          <p:cNvPicPr preferRelativeResize="0"/>
          <p:nvPr/>
        </p:nvPicPr>
        <p:blipFill rotWithShape="1">
          <a:blip r:embed="rId4">
            <a:alphaModFix/>
          </a:blip>
          <a:srcRect/>
          <a:stretch/>
        </p:blipFill>
        <p:spPr>
          <a:xfrm>
            <a:off x="653580" y="4127629"/>
            <a:ext cx="2658706" cy="1844469"/>
          </a:xfrm>
          <a:prstGeom prst="rect">
            <a:avLst/>
          </a:prstGeom>
          <a:noFill/>
          <a:ln>
            <a:noFill/>
          </a:ln>
        </p:spPr>
      </p:pic>
      <p:sp>
        <p:nvSpPr>
          <p:cNvPr id="2209" name="Google Shape;2209;p73"/>
          <p:cNvSpPr txBox="1"/>
          <p:nvPr/>
        </p:nvSpPr>
        <p:spPr>
          <a:xfrm>
            <a:off x="458510" y="3619792"/>
            <a:ext cx="3018900" cy="4437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Random Cropping</a:t>
            </a:r>
            <a:endParaRPr sz="2800" b="0" i="0" u="none" strike="noStrike" cap="none">
              <a:solidFill>
                <a:srgbClr val="000000"/>
              </a:solidFill>
              <a:latin typeface="Cambria"/>
              <a:ea typeface="Cambria"/>
              <a:cs typeface="Cambria"/>
              <a:sym typeface="Cambria"/>
            </a:endParaRPr>
          </a:p>
        </p:txBody>
      </p:sp>
      <p:grpSp>
        <p:nvGrpSpPr>
          <p:cNvPr id="2210" name="Google Shape;2210;p73"/>
          <p:cNvGrpSpPr/>
          <p:nvPr/>
        </p:nvGrpSpPr>
        <p:grpSpPr>
          <a:xfrm>
            <a:off x="665251" y="3308997"/>
            <a:ext cx="6726516" cy="3363518"/>
            <a:chOff x="665251" y="3308997"/>
            <a:chExt cx="6726516" cy="3363518"/>
          </a:xfrm>
        </p:grpSpPr>
        <p:sp>
          <p:nvSpPr>
            <p:cNvPr id="2211" name="Google Shape;2211;p73"/>
            <p:cNvSpPr/>
            <p:nvPr/>
          </p:nvSpPr>
          <p:spPr>
            <a:xfrm>
              <a:off x="3302127" y="3978058"/>
              <a:ext cx="2480945" cy="2025650"/>
            </a:xfrm>
            <a:custGeom>
              <a:avLst/>
              <a:gdLst/>
              <a:ahLst/>
              <a:cxnLst/>
              <a:rect l="l" t="t" r="r" b="b"/>
              <a:pathLst>
                <a:path w="2480945" h="2025650" extrusionOk="0">
                  <a:moveTo>
                    <a:pt x="2480868" y="1087412"/>
                  </a:moveTo>
                  <a:lnTo>
                    <a:pt x="2354275" y="1023112"/>
                  </a:lnTo>
                  <a:lnTo>
                    <a:pt x="2353945" y="1073899"/>
                  </a:lnTo>
                  <a:lnTo>
                    <a:pt x="35445" y="1059268"/>
                  </a:lnTo>
                  <a:lnTo>
                    <a:pt x="748614" y="109194"/>
                  </a:lnTo>
                  <a:lnTo>
                    <a:pt x="789241" y="139687"/>
                  </a:lnTo>
                  <a:lnTo>
                    <a:pt x="814705" y="0"/>
                  </a:lnTo>
                  <a:lnTo>
                    <a:pt x="687666" y="63449"/>
                  </a:lnTo>
                  <a:lnTo>
                    <a:pt x="728294" y="93941"/>
                  </a:lnTo>
                  <a:lnTo>
                    <a:pt x="0" y="1064183"/>
                  </a:lnTo>
                  <a:lnTo>
                    <a:pt x="10160" y="1071803"/>
                  </a:lnTo>
                  <a:lnTo>
                    <a:pt x="444" y="1079982"/>
                  </a:lnTo>
                  <a:lnTo>
                    <a:pt x="720585" y="1936369"/>
                  </a:lnTo>
                  <a:lnTo>
                    <a:pt x="681697" y="1969071"/>
                  </a:lnTo>
                  <a:lnTo>
                    <a:pt x="812038" y="2025408"/>
                  </a:lnTo>
                  <a:lnTo>
                    <a:pt x="778903" y="1887334"/>
                  </a:lnTo>
                  <a:lnTo>
                    <a:pt x="740016" y="1920024"/>
                  </a:lnTo>
                  <a:lnTo>
                    <a:pt x="37566" y="1084681"/>
                  </a:lnTo>
                  <a:lnTo>
                    <a:pt x="2353792" y="1099299"/>
                  </a:lnTo>
                  <a:lnTo>
                    <a:pt x="2353475" y="1150099"/>
                  </a:lnTo>
                  <a:lnTo>
                    <a:pt x="2480868" y="1087412"/>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12" name="Google Shape;2212;p73"/>
            <p:cNvSpPr/>
            <p:nvPr/>
          </p:nvSpPr>
          <p:spPr>
            <a:xfrm>
              <a:off x="665251" y="4144708"/>
              <a:ext cx="2185670" cy="1827529"/>
            </a:xfrm>
            <a:custGeom>
              <a:avLst/>
              <a:gdLst/>
              <a:ahLst/>
              <a:cxnLst/>
              <a:rect l="l" t="t" r="r" b="b"/>
              <a:pathLst>
                <a:path w="2185670" h="1827529" extrusionOk="0">
                  <a:moveTo>
                    <a:pt x="2185225" y="0"/>
                  </a:moveTo>
                  <a:lnTo>
                    <a:pt x="0" y="0"/>
                  </a:lnTo>
                  <a:lnTo>
                    <a:pt x="0" y="1827390"/>
                  </a:lnTo>
                  <a:lnTo>
                    <a:pt x="2185225" y="1827390"/>
                  </a:lnTo>
                  <a:lnTo>
                    <a:pt x="2185225" y="0"/>
                  </a:lnTo>
                  <a:close/>
                </a:path>
              </a:pathLst>
            </a:custGeom>
            <a:solidFill>
              <a:srgbClr val="4472C4">
                <a:alpha val="62745"/>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213" name="Google Shape;2213;p73"/>
            <p:cNvPicPr preferRelativeResize="0"/>
            <p:nvPr/>
          </p:nvPicPr>
          <p:blipFill rotWithShape="1">
            <a:blip r:embed="rId5">
              <a:alphaModFix/>
            </a:blip>
            <a:srcRect/>
            <a:stretch/>
          </p:blipFill>
          <p:spPr>
            <a:xfrm>
              <a:off x="4116819" y="3308997"/>
              <a:ext cx="1608772" cy="1338110"/>
            </a:xfrm>
            <a:prstGeom prst="rect">
              <a:avLst/>
            </a:prstGeom>
            <a:noFill/>
            <a:ln>
              <a:noFill/>
            </a:ln>
          </p:spPr>
        </p:pic>
        <p:sp>
          <p:nvSpPr>
            <p:cNvPr id="2214" name="Google Shape;2214;p73"/>
            <p:cNvSpPr/>
            <p:nvPr/>
          </p:nvSpPr>
          <p:spPr>
            <a:xfrm>
              <a:off x="1794078" y="4144721"/>
              <a:ext cx="1518285" cy="1174750"/>
            </a:xfrm>
            <a:custGeom>
              <a:avLst/>
              <a:gdLst/>
              <a:ahLst/>
              <a:cxnLst/>
              <a:rect l="l" t="t" r="r" b="b"/>
              <a:pathLst>
                <a:path w="1518285" h="1174750" extrusionOk="0">
                  <a:moveTo>
                    <a:pt x="1518208" y="0"/>
                  </a:moveTo>
                  <a:lnTo>
                    <a:pt x="0" y="0"/>
                  </a:lnTo>
                  <a:lnTo>
                    <a:pt x="0" y="1174432"/>
                  </a:lnTo>
                  <a:lnTo>
                    <a:pt x="1518208" y="1174432"/>
                  </a:lnTo>
                  <a:lnTo>
                    <a:pt x="1518208" y="0"/>
                  </a:lnTo>
                  <a:close/>
                </a:path>
              </a:pathLst>
            </a:custGeom>
            <a:solidFill>
              <a:srgbClr val="4472C4">
                <a:alpha val="62745"/>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215" name="Google Shape;2215;p73"/>
            <p:cNvPicPr preferRelativeResize="0"/>
            <p:nvPr/>
          </p:nvPicPr>
          <p:blipFill rotWithShape="1">
            <a:blip r:embed="rId6">
              <a:alphaModFix/>
            </a:blip>
            <a:srcRect/>
            <a:stretch/>
          </p:blipFill>
          <p:spPr>
            <a:xfrm>
              <a:off x="4114164" y="5334408"/>
              <a:ext cx="1608772" cy="1338107"/>
            </a:xfrm>
            <a:prstGeom prst="rect">
              <a:avLst/>
            </a:prstGeom>
            <a:noFill/>
            <a:ln>
              <a:noFill/>
            </a:ln>
          </p:spPr>
        </p:pic>
        <p:pic>
          <p:nvPicPr>
            <p:cNvPr id="2216" name="Google Shape;2216;p73"/>
            <p:cNvPicPr preferRelativeResize="0"/>
            <p:nvPr/>
          </p:nvPicPr>
          <p:blipFill rotWithShape="1">
            <a:blip r:embed="rId7">
              <a:alphaModFix/>
            </a:blip>
            <a:srcRect/>
            <a:stretch/>
          </p:blipFill>
          <p:spPr>
            <a:xfrm>
              <a:off x="5782995" y="4396409"/>
              <a:ext cx="1608772" cy="1338110"/>
            </a:xfrm>
            <a:prstGeom prst="rect">
              <a:avLst/>
            </a:prstGeom>
            <a:noFill/>
            <a:ln>
              <a:noFill/>
            </a:ln>
          </p:spPr>
        </p:pic>
      </p:grpSp>
      <p:sp>
        <p:nvSpPr>
          <p:cNvPr id="2217" name="Google Shape;2217;p73"/>
          <p:cNvSpPr txBox="1"/>
          <p:nvPr/>
        </p:nvSpPr>
        <p:spPr>
          <a:xfrm>
            <a:off x="8418779" y="3654514"/>
            <a:ext cx="2364600" cy="2834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Rotation</a:t>
            </a:r>
            <a:endParaRPr sz="2800" b="0" i="0" u="none" strike="noStrike" cap="none">
              <a:solidFill>
                <a:srgbClr val="000000"/>
              </a:solidFill>
              <a:latin typeface="Cambria"/>
              <a:ea typeface="Cambria"/>
              <a:cs typeface="Cambria"/>
              <a:sym typeface="Cambria"/>
            </a:endParaRPr>
          </a:p>
          <a:p>
            <a:pPr marL="12700" marR="5080" lvl="0" indent="0" algn="l" rtl="0">
              <a:lnSpc>
                <a:spcPct val="195714"/>
              </a:lnSpc>
              <a:spcBef>
                <a:spcPts val="535"/>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Shearing Local warping</a:t>
            </a:r>
            <a:endParaRPr sz="2800" b="0" i="0" u="none" strike="noStrike" cap="none">
              <a:solidFill>
                <a:srgbClr val="000000"/>
              </a:solidFill>
              <a:latin typeface="Cambria"/>
              <a:ea typeface="Cambria"/>
              <a:cs typeface="Cambria"/>
              <a:sym typeface="Cambria"/>
            </a:endParaRPr>
          </a:p>
          <a:p>
            <a:pPr marL="12700" marR="0" lvl="0" indent="0" algn="l" rtl="0">
              <a:lnSpc>
                <a:spcPct val="100000"/>
              </a:lnSpc>
              <a:spcBef>
                <a:spcPts val="159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a:t>
            </a:r>
            <a:endParaRPr sz="2800" b="0" i="0" u="none" strike="noStrike" cap="none">
              <a:solidFill>
                <a:srgbClr val="000000"/>
              </a:solidFill>
              <a:latin typeface="Cambria"/>
              <a:ea typeface="Cambria"/>
              <a:cs typeface="Cambria"/>
              <a:sym typeface="Cambria"/>
            </a:endParaRPr>
          </a:p>
        </p:txBody>
      </p:sp>
      <p:pic>
        <p:nvPicPr>
          <p:cNvPr id="2218" name="Google Shape;2218;p73"/>
          <p:cNvPicPr preferRelativeResize="0"/>
          <p:nvPr/>
        </p:nvPicPr>
        <p:blipFill rotWithShape="1">
          <a:blip r:embed="rId8">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Shape 2222"/>
        <p:cNvGrpSpPr/>
        <p:nvPr/>
      </p:nvGrpSpPr>
      <p:grpSpPr>
        <a:xfrm>
          <a:off x="0" y="0"/>
          <a:ext cx="0" cy="0"/>
          <a:chOff x="0" y="0"/>
          <a:chExt cx="0" cy="0"/>
        </a:xfrm>
      </p:grpSpPr>
      <p:sp>
        <p:nvSpPr>
          <p:cNvPr id="2223" name="Google Shape;2223;p74"/>
          <p:cNvSpPr txBox="1">
            <a:spLocks noGrp="1"/>
          </p:cNvSpPr>
          <p:nvPr>
            <p:ph type="title"/>
          </p:nvPr>
        </p:nvSpPr>
        <p:spPr>
          <a:xfrm>
            <a:off x="261620" y="139700"/>
            <a:ext cx="35631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Color shifting</a:t>
            </a:r>
            <a:endParaRPr sz="4400">
              <a:latin typeface="Arial"/>
              <a:ea typeface="Arial"/>
              <a:cs typeface="Arial"/>
              <a:sym typeface="Arial"/>
            </a:endParaRPr>
          </a:p>
        </p:txBody>
      </p:sp>
      <p:grpSp>
        <p:nvGrpSpPr>
          <p:cNvPr id="2224" name="Google Shape;2224;p74"/>
          <p:cNvGrpSpPr/>
          <p:nvPr/>
        </p:nvGrpSpPr>
        <p:grpSpPr>
          <a:xfrm>
            <a:off x="287426" y="2681935"/>
            <a:ext cx="5538445" cy="1847087"/>
            <a:chOff x="287426" y="2681935"/>
            <a:chExt cx="5538445" cy="1847087"/>
          </a:xfrm>
        </p:grpSpPr>
        <p:pic>
          <p:nvPicPr>
            <p:cNvPr id="2225" name="Google Shape;2225;p74"/>
            <p:cNvPicPr preferRelativeResize="0"/>
            <p:nvPr/>
          </p:nvPicPr>
          <p:blipFill rotWithShape="1">
            <a:blip r:embed="rId3">
              <a:alphaModFix/>
            </a:blip>
            <a:srcRect/>
            <a:stretch/>
          </p:blipFill>
          <p:spPr>
            <a:xfrm>
              <a:off x="287426" y="2681935"/>
              <a:ext cx="2660904" cy="1847087"/>
            </a:xfrm>
            <a:prstGeom prst="rect">
              <a:avLst/>
            </a:prstGeom>
            <a:noFill/>
            <a:ln>
              <a:noFill/>
            </a:ln>
          </p:spPr>
        </p:pic>
        <p:sp>
          <p:nvSpPr>
            <p:cNvPr id="2226" name="Google Shape;2226;p74"/>
            <p:cNvSpPr/>
            <p:nvPr/>
          </p:nvSpPr>
          <p:spPr>
            <a:xfrm>
              <a:off x="2948051" y="3592791"/>
              <a:ext cx="2877820" cy="137160"/>
            </a:xfrm>
            <a:custGeom>
              <a:avLst/>
              <a:gdLst/>
              <a:ahLst/>
              <a:cxnLst/>
              <a:rect l="l" t="t" r="r" b="b"/>
              <a:pathLst>
                <a:path w="2877820" h="137160" extrusionOk="0">
                  <a:moveTo>
                    <a:pt x="558" y="0"/>
                  </a:moveTo>
                  <a:lnTo>
                    <a:pt x="0" y="25387"/>
                  </a:lnTo>
                  <a:lnTo>
                    <a:pt x="2750337" y="85763"/>
                  </a:lnTo>
                  <a:lnTo>
                    <a:pt x="2749219" y="136550"/>
                  </a:lnTo>
                  <a:lnTo>
                    <a:pt x="2877591" y="75844"/>
                  </a:lnTo>
                  <a:lnTo>
                    <a:pt x="2752013" y="9575"/>
                  </a:lnTo>
                  <a:lnTo>
                    <a:pt x="2750896" y="60363"/>
                  </a:lnTo>
                  <a:lnTo>
                    <a:pt x="558"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227" name="Google Shape;2227;p74"/>
          <p:cNvSpPr txBox="1"/>
          <p:nvPr/>
        </p:nvSpPr>
        <p:spPr>
          <a:xfrm>
            <a:off x="4071175" y="1787016"/>
            <a:ext cx="113347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+20,-20,+20</a:t>
            </a:r>
            <a:endParaRPr sz="1800" b="0" i="0" u="none" strike="noStrike" cap="none">
              <a:solidFill>
                <a:srgbClr val="000000"/>
              </a:solidFill>
              <a:latin typeface="Calibri"/>
              <a:ea typeface="Calibri"/>
              <a:cs typeface="Calibri"/>
              <a:sym typeface="Calibri"/>
            </a:endParaRPr>
          </a:p>
        </p:txBody>
      </p:sp>
      <p:sp>
        <p:nvSpPr>
          <p:cNvPr id="2228" name="Google Shape;2228;p74"/>
          <p:cNvSpPr/>
          <p:nvPr/>
        </p:nvSpPr>
        <p:spPr>
          <a:xfrm>
            <a:off x="2940799" y="3595255"/>
            <a:ext cx="2885440" cy="2127885"/>
          </a:xfrm>
          <a:custGeom>
            <a:avLst/>
            <a:gdLst/>
            <a:ahLst/>
            <a:cxnLst/>
            <a:rect l="l" t="t" r="r" b="b"/>
            <a:pathLst>
              <a:path w="2885440" h="2127885" extrusionOk="0">
                <a:moveTo>
                  <a:pt x="15062" y="0"/>
                </a:moveTo>
                <a:lnTo>
                  <a:pt x="0" y="20459"/>
                </a:lnTo>
                <a:lnTo>
                  <a:pt x="2775026" y="2062784"/>
                </a:lnTo>
                <a:lnTo>
                  <a:pt x="2744914" y="2103704"/>
                </a:lnTo>
                <a:lnTo>
                  <a:pt x="2884843" y="2127834"/>
                </a:lnTo>
                <a:lnTo>
                  <a:pt x="2820187" y="2001418"/>
                </a:lnTo>
                <a:lnTo>
                  <a:pt x="2790075" y="2042337"/>
                </a:lnTo>
                <a:lnTo>
                  <a:pt x="15062"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229" name="Google Shape;2229;p74"/>
          <p:cNvSpPr txBox="1"/>
          <p:nvPr/>
        </p:nvSpPr>
        <p:spPr>
          <a:xfrm>
            <a:off x="4329772" y="3338741"/>
            <a:ext cx="113411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-20,+20,+20</a:t>
            </a:r>
            <a:endParaRPr sz="1800" b="0" i="0" u="none" strike="noStrike" cap="none">
              <a:solidFill>
                <a:srgbClr val="000000"/>
              </a:solidFill>
              <a:latin typeface="Calibri"/>
              <a:ea typeface="Calibri"/>
              <a:cs typeface="Calibri"/>
              <a:sym typeface="Calibri"/>
            </a:endParaRPr>
          </a:p>
        </p:txBody>
      </p:sp>
      <p:grpSp>
        <p:nvGrpSpPr>
          <p:cNvPr id="2230" name="Google Shape;2230;p74"/>
          <p:cNvGrpSpPr/>
          <p:nvPr/>
        </p:nvGrpSpPr>
        <p:grpSpPr>
          <a:xfrm>
            <a:off x="2948051" y="682586"/>
            <a:ext cx="5545442" cy="5957287"/>
            <a:chOff x="2941104" y="689991"/>
            <a:chExt cx="5545442" cy="5957287"/>
          </a:xfrm>
        </p:grpSpPr>
        <p:pic>
          <p:nvPicPr>
            <p:cNvPr id="2231" name="Google Shape;2231;p74"/>
            <p:cNvPicPr preferRelativeResize="0"/>
            <p:nvPr/>
          </p:nvPicPr>
          <p:blipFill rotWithShape="1">
            <a:blip r:embed="rId4">
              <a:alphaModFix/>
            </a:blip>
            <a:srcRect/>
            <a:stretch/>
          </p:blipFill>
          <p:spPr>
            <a:xfrm>
              <a:off x="5825642" y="689991"/>
              <a:ext cx="2660904" cy="1848370"/>
            </a:xfrm>
            <a:prstGeom prst="rect">
              <a:avLst/>
            </a:prstGeom>
            <a:noFill/>
            <a:ln>
              <a:noFill/>
            </a:ln>
          </p:spPr>
        </p:pic>
        <p:sp>
          <p:nvSpPr>
            <p:cNvPr id="2232" name="Google Shape;2232;p74"/>
            <p:cNvSpPr/>
            <p:nvPr/>
          </p:nvSpPr>
          <p:spPr>
            <a:xfrm>
              <a:off x="2941104" y="1614182"/>
              <a:ext cx="2884805" cy="2002155"/>
            </a:xfrm>
            <a:custGeom>
              <a:avLst/>
              <a:gdLst/>
              <a:ahLst/>
              <a:cxnLst/>
              <a:rect l="l" t="t" r="r" b="b"/>
              <a:pathLst>
                <a:path w="2884804" h="2002154" extrusionOk="0">
                  <a:moveTo>
                    <a:pt x="2884538" y="0"/>
                  </a:moveTo>
                  <a:lnTo>
                    <a:pt x="2743962" y="20053"/>
                  </a:lnTo>
                  <a:lnTo>
                    <a:pt x="2772879" y="61836"/>
                  </a:lnTo>
                  <a:lnTo>
                    <a:pt x="0" y="1980857"/>
                  </a:lnTo>
                  <a:lnTo>
                    <a:pt x="14452" y="2001748"/>
                  </a:lnTo>
                  <a:lnTo>
                    <a:pt x="2787332" y="82715"/>
                  </a:lnTo>
                  <a:lnTo>
                    <a:pt x="2816237" y="124485"/>
                  </a:lnTo>
                  <a:lnTo>
                    <a:pt x="2884538"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233" name="Google Shape;2233;p74"/>
            <p:cNvPicPr preferRelativeResize="0"/>
            <p:nvPr/>
          </p:nvPicPr>
          <p:blipFill rotWithShape="1">
            <a:blip r:embed="rId5">
              <a:alphaModFix/>
            </a:blip>
            <a:srcRect/>
            <a:stretch/>
          </p:blipFill>
          <p:spPr>
            <a:xfrm>
              <a:off x="5825642" y="2712872"/>
              <a:ext cx="2660904" cy="1848370"/>
            </a:xfrm>
            <a:prstGeom prst="rect">
              <a:avLst/>
            </a:prstGeom>
            <a:noFill/>
            <a:ln>
              <a:noFill/>
            </a:ln>
          </p:spPr>
        </p:pic>
        <p:pic>
          <p:nvPicPr>
            <p:cNvPr id="2234" name="Google Shape;2234;p74"/>
            <p:cNvPicPr preferRelativeResize="0"/>
            <p:nvPr/>
          </p:nvPicPr>
          <p:blipFill rotWithShape="1">
            <a:blip r:embed="rId6">
              <a:alphaModFix/>
            </a:blip>
            <a:srcRect/>
            <a:stretch/>
          </p:blipFill>
          <p:spPr>
            <a:xfrm>
              <a:off x="5825642" y="4798910"/>
              <a:ext cx="2660904" cy="1848368"/>
            </a:xfrm>
            <a:prstGeom prst="rect">
              <a:avLst/>
            </a:prstGeom>
            <a:noFill/>
            <a:ln>
              <a:noFill/>
            </a:ln>
          </p:spPr>
        </p:pic>
        <p:sp>
          <p:nvSpPr>
            <p:cNvPr id="2235" name="Google Shape;2235;p74"/>
            <p:cNvSpPr/>
            <p:nvPr/>
          </p:nvSpPr>
          <p:spPr>
            <a:xfrm>
              <a:off x="4940287" y="2108163"/>
              <a:ext cx="260350" cy="26034"/>
            </a:xfrm>
            <a:custGeom>
              <a:avLst/>
              <a:gdLst/>
              <a:ahLst/>
              <a:cxnLst/>
              <a:rect l="l" t="t" r="r" b="b"/>
              <a:pathLst>
                <a:path w="260350" h="26035" extrusionOk="0">
                  <a:moveTo>
                    <a:pt x="0" y="12600"/>
                  </a:moveTo>
                  <a:lnTo>
                    <a:pt x="6480" y="12600"/>
                  </a:lnTo>
                  <a:lnTo>
                    <a:pt x="31680" y="12600"/>
                  </a:lnTo>
                  <a:lnTo>
                    <a:pt x="50760" y="6480"/>
                  </a:lnTo>
                  <a:lnTo>
                    <a:pt x="76320" y="6480"/>
                  </a:lnTo>
                  <a:lnTo>
                    <a:pt x="95400" y="6480"/>
                  </a:lnTo>
                  <a:lnTo>
                    <a:pt x="114480" y="0"/>
                  </a:lnTo>
                  <a:lnTo>
                    <a:pt x="139680" y="0"/>
                  </a:lnTo>
                  <a:lnTo>
                    <a:pt x="177840" y="0"/>
                  </a:lnTo>
                  <a:lnTo>
                    <a:pt x="190440" y="0"/>
                  </a:lnTo>
                  <a:lnTo>
                    <a:pt x="216000" y="6480"/>
                  </a:lnTo>
                  <a:lnTo>
                    <a:pt x="228600" y="12600"/>
                  </a:lnTo>
                  <a:lnTo>
                    <a:pt x="247680" y="19080"/>
                  </a:lnTo>
                  <a:lnTo>
                    <a:pt x="254160" y="25560"/>
                  </a:lnTo>
                  <a:lnTo>
                    <a:pt x="260280" y="2556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236" name="Google Shape;2236;p74"/>
          <p:cNvSpPr txBox="1"/>
          <p:nvPr/>
        </p:nvSpPr>
        <p:spPr>
          <a:xfrm>
            <a:off x="4116057" y="5242369"/>
            <a:ext cx="8318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+5,0,+50</a:t>
            </a:r>
            <a:endParaRPr sz="1800" b="0" i="0" u="none" strike="noStrike" cap="none">
              <a:solidFill>
                <a:srgbClr val="000000"/>
              </a:solidFill>
              <a:latin typeface="Calibri"/>
              <a:ea typeface="Calibri"/>
              <a:cs typeface="Calibri"/>
              <a:sym typeface="Calibri"/>
            </a:endParaRPr>
          </a:p>
        </p:txBody>
      </p:sp>
      <p:pic>
        <p:nvPicPr>
          <p:cNvPr id="2237" name="Google Shape;2237;p74"/>
          <p:cNvPicPr preferRelativeResize="0"/>
          <p:nvPr/>
        </p:nvPicPr>
        <p:blipFill rotWithShape="1">
          <a:blip r:embed="rId7">
            <a:alphaModFix/>
          </a:blip>
          <a:srcRect/>
          <a:stretch/>
        </p:blipFill>
        <p:spPr>
          <a:xfrm>
            <a:off x="4071175" y="1247106"/>
            <a:ext cx="1248396" cy="344952"/>
          </a:xfrm>
          <a:prstGeom prst="rect">
            <a:avLst/>
          </a:prstGeom>
          <a:noFill/>
          <a:ln>
            <a:noFill/>
          </a:ln>
        </p:spPr>
      </p:pic>
      <p:pic>
        <p:nvPicPr>
          <p:cNvPr id="2238" name="Google Shape;2238;p74"/>
          <p:cNvPicPr preferRelativeResize="0"/>
          <p:nvPr/>
        </p:nvPicPr>
        <p:blipFill rotWithShape="1">
          <a:blip r:embed="rId8">
            <a:alphaModFix/>
          </a:blip>
          <a:srcRect/>
          <a:stretch/>
        </p:blipFill>
        <p:spPr>
          <a:xfrm>
            <a:off x="4871651" y="2083292"/>
            <a:ext cx="205758" cy="60965"/>
          </a:xfrm>
          <a:prstGeom prst="rect">
            <a:avLst/>
          </a:prstGeom>
          <a:noFill/>
          <a:ln>
            <a:noFill/>
          </a:ln>
        </p:spPr>
      </p:pic>
      <p:pic>
        <p:nvPicPr>
          <p:cNvPr id="2239" name="Google Shape;2239;p74"/>
          <p:cNvPicPr preferRelativeResize="0"/>
          <p:nvPr/>
        </p:nvPicPr>
        <p:blipFill rotWithShape="1">
          <a:blip r:embed="rId8">
            <a:alphaModFix/>
          </a:blip>
          <a:srcRect/>
          <a:stretch/>
        </p:blipFill>
        <p:spPr>
          <a:xfrm>
            <a:off x="5146362" y="2114614"/>
            <a:ext cx="205758" cy="60965"/>
          </a:xfrm>
          <a:prstGeom prst="rect">
            <a:avLst/>
          </a:prstGeom>
          <a:noFill/>
          <a:ln>
            <a:noFill/>
          </a:ln>
        </p:spPr>
      </p:pic>
      <p:pic>
        <p:nvPicPr>
          <p:cNvPr id="2240" name="Google Shape;2240;p74"/>
          <p:cNvPicPr preferRelativeResize="0"/>
          <p:nvPr/>
        </p:nvPicPr>
        <p:blipFill rotWithShape="1">
          <a:blip r:embed="rId9">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Shape 2244"/>
        <p:cNvGrpSpPr/>
        <p:nvPr/>
      </p:nvGrpSpPr>
      <p:grpSpPr>
        <a:xfrm>
          <a:off x="0" y="0"/>
          <a:ext cx="0" cy="0"/>
          <a:chOff x="0" y="0"/>
          <a:chExt cx="0" cy="0"/>
        </a:xfrm>
      </p:grpSpPr>
      <p:pic>
        <p:nvPicPr>
          <p:cNvPr id="2245" name="Google Shape;2245;p7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246" name="Google Shape;2246;p75"/>
          <p:cNvSpPr txBox="1"/>
          <p:nvPr/>
        </p:nvSpPr>
        <p:spPr>
          <a:xfrm>
            <a:off x="364600" y="78625"/>
            <a:ext cx="8911500" cy="2770500"/>
          </a:xfrm>
          <a:prstGeom prst="rect">
            <a:avLst/>
          </a:prstGeom>
          <a:noFill/>
          <a:ln>
            <a:noFill/>
          </a:ln>
        </p:spPr>
        <p:txBody>
          <a:bodyPr spcFirstLastPara="1" wrap="square" lIns="91425" tIns="91425" rIns="91425" bIns="91425" anchor="t" anchorCtr="0">
            <a:spAutoFit/>
          </a:bodyPr>
          <a:lstStyle/>
          <a:p>
            <a:pPr marL="12700" marR="0" lvl="0" indent="0" algn="l" rtl="0">
              <a:lnSpc>
                <a:spcPct val="100000"/>
              </a:lnSpc>
              <a:spcBef>
                <a:spcPts val="0"/>
              </a:spcBef>
              <a:spcAft>
                <a:spcPts val="0"/>
              </a:spcAft>
              <a:buClr>
                <a:schemeClr val="dk1"/>
              </a:buClr>
              <a:buSzPts val="1400"/>
              <a:buFont typeface="Arial"/>
              <a:buNone/>
            </a:pPr>
            <a:r>
              <a:rPr lang="en-US" sz="4400" i="0" u="none" strike="noStrike" cap="none">
                <a:solidFill>
                  <a:schemeClr val="dk1"/>
                </a:solidFill>
              </a:rPr>
              <a:t>Implementing distortions during training</a:t>
            </a:r>
            <a:endParaRPr sz="4400" i="0" u="none" strike="noStrike" cap="none">
              <a:solidFill>
                <a:schemeClr val="dk1"/>
              </a:solidFill>
            </a:endParaRPr>
          </a:p>
          <a:p>
            <a:pPr marL="12700" marR="0" lvl="0" indent="0" algn="l" rtl="0">
              <a:lnSpc>
                <a:spcPct val="100000"/>
              </a:lnSpc>
              <a:spcBef>
                <a:spcPts val="0"/>
              </a:spcBef>
              <a:spcAft>
                <a:spcPts val="0"/>
              </a:spcAft>
              <a:buClr>
                <a:schemeClr val="dk1"/>
              </a:buClr>
              <a:buSzPts val="6600"/>
              <a:buFont typeface="Arial"/>
              <a:buNone/>
            </a:pPr>
            <a:endParaRPr sz="6600" i="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endParaRPr>
          </a:p>
        </p:txBody>
      </p:sp>
      <p:sp>
        <p:nvSpPr>
          <p:cNvPr id="2247" name="Google Shape;2247;p75"/>
          <p:cNvSpPr txBox="1"/>
          <p:nvPr/>
        </p:nvSpPr>
        <p:spPr>
          <a:xfrm>
            <a:off x="639950" y="1693150"/>
            <a:ext cx="11089934" cy="3877954"/>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Arial"/>
                <a:ea typeface="Arial"/>
                <a:cs typeface="Arial"/>
                <a:sym typeface="Arial"/>
              </a:rPr>
              <a:t>To implement data augmentation, one can use a CPU thread to constantly load images from the hard disk and apply distortions to each image before passing it to another thread or process responsible for training the deep neural network. </a:t>
            </a:r>
            <a:r>
              <a:rPr lang="en-US" sz="2400" b="0" i="0" u="none" strike="noStrike" cap="none" dirty="0" err="1">
                <a:solidFill>
                  <a:srgbClr val="000000"/>
                </a:solidFill>
                <a:latin typeface="Arial"/>
                <a:ea typeface="Arial"/>
                <a:cs typeface="Arial"/>
                <a:sym typeface="Arial"/>
              </a:rPr>
              <a:t>Hyperparameters</a:t>
            </a:r>
            <a:r>
              <a:rPr lang="en-US" sz="2400" b="0" i="0" u="none" strike="noStrike" cap="none" dirty="0">
                <a:solidFill>
                  <a:srgbClr val="000000"/>
                </a:solidFill>
                <a:latin typeface="Arial"/>
                <a:ea typeface="Arial"/>
                <a:cs typeface="Arial"/>
                <a:sym typeface="Arial"/>
              </a:rPr>
              <a:t> such as the amount of color shifting or the specific parameters for random cropping can be adjusted to capture more invariances and improve the model's performance.</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rgbClr val="000000"/>
                </a:solidFill>
                <a:latin typeface="Arial"/>
                <a:ea typeface="Arial"/>
                <a:cs typeface="Arial"/>
                <a:sym typeface="Arial"/>
              </a:rPr>
              <a:t>In general, using someone else's open-source implementation for data augmentation is a good place to start, but it may also be necessary to fine-tune </a:t>
            </a:r>
            <a:r>
              <a:rPr lang="en-US" sz="2400" b="0" i="0" u="none" strike="noStrike" cap="none" dirty="0" err="1">
                <a:solidFill>
                  <a:srgbClr val="000000"/>
                </a:solidFill>
                <a:latin typeface="Arial"/>
                <a:ea typeface="Arial"/>
                <a:cs typeface="Arial"/>
                <a:sym typeface="Arial"/>
              </a:rPr>
              <a:t>hyperparameters</a:t>
            </a:r>
            <a:r>
              <a:rPr lang="en-US" sz="2400" b="0" i="0" u="none" strike="noStrike" cap="none" dirty="0">
                <a:solidFill>
                  <a:srgbClr val="000000"/>
                </a:solidFill>
                <a:latin typeface="Arial"/>
                <a:ea typeface="Arial"/>
                <a:cs typeface="Arial"/>
                <a:sym typeface="Arial"/>
              </a:rPr>
              <a:t> for specific applications.</a:t>
            </a:r>
            <a:endParaRPr sz="2400" b="0" i="0" u="none" strike="noStrike" cap="none" dirty="0">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400"/>
              <a:buFont typeface="Arial" panose="020B0604020202020204" pitchFamily="34" charset="0"/>
              <a:buChar char="•"/>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Shape 2251"/>
        <p:cNvGrpSpPr/>
        <p:nvPr/>
      </p:nvGrpSpPr>
      <p:grpSpPr>
        <a:xfrm>
          <a:off x="0" y="0"/>
          <a:ext cx="0" cy="0"/>
          <a:chOff x="0" y="0"/>
          <a:chExt cx="0" cy="0"/>
        </a:xfrm>
      </p:grpSpPr>
      <p:sp>
        <p:nvSpPr>
          <p:cNvPr id="2252" name="Google Shape;2252;p76"/>
          <p:cNvSpPr txBox="1">
            <a:spLocks noGrp="1"/>
          </p:cNvSpPr>
          <p:nvPr>
            <p:ph type="title"/>
          </p:nvPr>
        </p:nvSpPr>
        <p:spPr>
          <a:xfrm>
            <a:off x="261620" y="139700"/>
            <a:ext cx="107517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Implementing distortions during training</a:t>
            </a:r>
            <a:endParaRPr sz="4400">
              <a:latin typeface="Arial"/>
              <a:ea typeface="Arial"/>
              <a:cs typeface="Arial"/>
              <a:sym typeface="Arial"/>
            </a:endParaRPr>
          </a:p>
        </p:txBody>
      </p:sp>
      <p:pic>
        <p:nvPicPr>
          <p:cNvPr id="2253" name="Google Shape;2253;p76" descr="020 CNN Data Augmentation - Master Data Science"/>
          <p:cNvPicPr preferRelativeResize="0"/>
          <p:nvPr/>
        </p:nvPicPr>
        <p:blipFill rotWithShape="1">
          <a:blip r:embed="rId3">
            <a:alphaModFix/>
          </a:blip>
          <a:srcRect/>
          <a:stretch/>
        </p:blipFill>
        <p:spPr>
          <a:xfrm>
            <a:off x="0" y="1382712"/>
            <a:ext cx="12192000" cy="5006975"/>
          </a:xfrm>
          <a:prstGeom prst="rect">
            <a:avLst/>
          </a:prstGeom>
          <a:noFill/>
          <a:ln>
            <a:noFill/>
          </a:ln>
        </p:spPr>
      </p:pic>
      <p:pic>
        <p:nvPicPr>
          <p:cNvPr id="2254" name="Google Shape;2254;p76"/>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Shape 2258"/>
        <p:cNvGrpSpPr/>
        <p:nvPr/>
      </p:nvGrpSpPr>
      <p:grpSpPr>
        <a:xfrm>
          <a:off x="0" y="0"/>
          <a:ext cx="0" cy="0"/>
          <a:chOff x="0" y="0"/>
          <a:chExt cx="0" cy="0"/>
        </a:xfrm>
      </p:grpSpPr>
      <p:sp>
        <p:nvSpPr>
          <p:cNvPr id="2259" name="Google Shape;2259;p77"/>
          <p:cNvSpPr txBox="1">
            <a:spLocks noGrp="1"/>
          </p:cNvSpPr>
          <p:nvPr>
            <p:ph type="title"/>
          </p:nvPr>
        </p:nvSpPr>
        <p:spPr>
          <a:xfrm>
            <a:off x="5491300" y="388312"/>
            <a:ext cx="5770200" cy="3039900"/>
          </a:xfrm>
          <a:prstGeom prst="rect">
            <a:avLst/>
          </a:prstGeom>
          <a:noFill/>
          <a:ln>
            <a:noFill/>
          </a:ln>
        </p:spPr>
        <p:txBody>
          <a:bodyPr spcFirstLastPara="1" wrap="square" lIns="0" tIns="114300" rIns="0" bIns="0" anchor="t" anchorCtr="0">
            <a:spAutoFit/>
          </a:bodyPr>
          <a:lstStyle/>
          <a:p>
            <a:pPr marL="528955" marR="5080" lvl="0" indent="-516890" algn="ctr" rtl="0">
              <a:lnSpc>
                <a:spcPct val="108333"/>
              </a:lnSpc>
              <a:spcBef>
                <a:spcPts val="0"/>
              </a:spcBef>
              <a:spcAft>
                <a:spcPts val="0"/>
              </a:spcAft>
              <a:buSzPts val="1400"/>
              <a:buNone/>
            </a:pPr>
            <a:r>
              <a:rPr lang="en-US" sz="6000">
                <a:latin typeface="Arial"/>
                <a:ea typeface="Arial"/>
                <a:cs typeface="Arial"/>
                <a:sym typeface="Arial"/>
              </a:rPr>
              <a:t>Practical advice</a:t>
            </a:r>
            <a:endParaRPr sz="6000">
              <a:latin typeface="Arial"/>
              <a:ea typeface="Arial"/>
              <a:cs typeface="Arial"/>
              <a:sym typeface="Arial"/>
            </a:endParaRPr>
          </a:p>
          <a:p>
            <a:pPr marL="528955" marR="5080" lvl="0" indent="-516890" algn="ctr" rtl="0">
              <a:lnSpc>
                <a:spcPct val="108333"/>
              </a:lnSpc>
              <a:spcBef>
                <a:spcPts val="0"/>
              </a:spcBef>
              <a:spcAft>
                <a:spcPts val="0"/>
              </a:spcAft>
              <a:buSzPts val="1400"/>
              <a:buNone/>
            </a:pPr>
            <a:r>
              <a:rPr lang="en-US" sz="6000">
                <a:latin typeface="Arial"/>
                <a:ea typeface="Arial"/>
                <a:cs typeface="Arial"/>
                <a:sym typeface="Arial"/>
              </a:rPr>
              <a:t>for using ConvNets</a:t>
            </a:r>
            <a:endParaRPr sz="6000">
              <a:latin typeface="Arial"/>
              <a:ea typeface="Arial"/>
              <a:cs typeface="Arial"/>
              <a:sym typeface="Arial"/>
            </a:endParaRPr>
          </a:p>
        </p:txBody>
      </p:sp>
      <p:sp>
        <p:nvSpPr>
          <p:cNvPr id="2260" name="Google Shape;2260;p77"/>
          <p:cNvSpPr txBox="1"/>
          <p:nvPr/>
        </p:nvSpPr>
        <p:spPr>
          <a:xfrm>
            <a:off x="5320000" y="3805575"/>
            <a:ext cx="5941500" cy="1888200"/>
          </a:xfrm>
          <a:prstGeom prst="rect">
            <a:avLst/>
          </a:prstGeom>
          <a:noFill/>
          <a:ln>
            <a:noFill/>
          </a:ln>
        </p:spPr>
        <p:txBody>
          <a:bodyPr spcFirstLastPara="1" wrap="square" lIns="0" tIns="27925" rIns="0" bIns="0" anchor="t" anchorCtr="0">
            <a:spAutoFit/>
          </a:bodyPr>
          <a:lstStyle/>
          <a:p>
            <a:pPr marL="12700" marR="5080" lvl="0" indent="732790" algn="ctr" rtl="0">
              <a:lnSpc>
                <a:spcPct val="119696"/>
              </a:lnSpc>
              <a:spcBef>
                <a:spcPts val="0"/>
              </a:spcBef>
              <a:spcAft>
                <a:spcPts val="0"/>
              </a:spcAft>
              <a:buClr>
                <a:srgbClr val="000000"/>
              </a:buClr>
              <a:buSzPts val="6600"/>
              <a:buFont typeface="Arial"/>
              <a:buNone/>
            </a:pPr>
            <a:r>
              <a:rPr lang="en-US" sz="5500" b="0" i="0" u="none" strike="noStrike" cap="none">
                <a:solidFill>
                  <a:srgbClr val="000000"/>
                </a:solidFill>
                <a:latin typeface="Arial"/>
                <a:ea typeface="Arial"/>
                <a:cs typeface="Arial"/>
                <a:sym typeface="Arial"/>
              </a:rPr>
              <a:t>The state of</a:t>
            </a:r>
            <a:endParaRPr sz="5500" b="0" i="0" u="none" strike="noStrike" cap="none">
              <a:solidFill>
                <a:srgbClr val="000000"/>
              </a:solidFill>
              <a:latin typeface="Arial"/>
              <a:ea typeface="Arial"/>
              <a:cs typeface="Arial"/>
              <a:sym typeface="Arial"/>
            </a:endParaRPr>
          </a:p>
          <a:p>
            <a:pPr marL="12700" marR="5080" lvl="0" indent="732790" algn="ctr" rtl="0">
              <a:lnSpc>
                <a:spcPct val="119696"/>
              </a:lnSpc>
              <a:spcBef>
                <a:spcPts val="0"/>
              </a:spcBef>
              <a:spcAft>
                <a:spcPts val="0"/>
              </a:spcAft>
              <a:buClr>
                <a:srgbClr val="000000"/>
              </a:buClr>
              <a:buSzPts val="6600"/>
              <a:buFont typeface="Arial"/>
              <a:buNone/>
            </a:pPr>
            <a:r>
              <a:rPr lang="en-US" sz="5500" b="0" i="0" u="none" strike="noStrike" cap="none">
                <a:solidFill>
                  <a:srgbClr val="000000"/>
                </a:solidFill>
                <a:latin typeface="Arial"/>
                <a:ea typeface="Arial"/>
                <a:cs typeface="Arial"/>
                <a:sym typeface="Arial"/>
              </a:rPr>
              <a:t>computer vision</a:t>
            </a:r>
            <a:endParaRPr sz="5500" b="0" i="0" u="none" strike="noStrike" cap="none">
              <a:solidFill>
                <a:srgbClr val="000000"/>
              </a:solidFill>
              <a:latin typeface="Arial"/>
              <a:ea typeface="Arial"/>
              <a:cs typeface="Arial"/>
              <a:sym typeface="Arial"/>
            </a:endParaRPr>
          </a:p>
        </p:txBody>
      </p:sp>
      <p:sp>
        <p:nvSpPr>
          <p:cNvPr id="2261" name="Google Shape;2261;p77"/>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262" name="Google Shape;2262;p7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Shape 2266"/>
        <p:cNvGrpSpPr/>
        <p:nvPr/>
      </p:nvGrpSpPr>
      <p:grpSpPr>
        <a:xfrm>
          <a:off x="0" y="0"/>
          <a:ext cx="0" cy="0"/>
          <a:chOff x="0" y="0"/>
          <a:chExt cx="0" cy="0"/>
        </a:xfrm>
      </p:grpSpPr>
      <p:sp>
        <p:nvSpPr>
          <p:cNvPr id="2267" name="Google Shape;2267;p78"/>
          <p:cNvSpPr txBox="1">
            <a:spLocks noGrp="1"/>
          </p:cNvSpPr>
          <p:nvPr>
            <p:ph type="title"/>
          </p:nvPr>
        </p:nvSpPr>
        <p:spPr>
          <a:xfrm>
            <a:off x="261627" y="139700"/>
            <a:ext cx="10316100" cy="1500900"/>
          </a:xfrm>
          <a:prstGeom prst="rect">
            <a:avLst/>
          </a:prstGeom>
          <a:noFill/>
          <a:ln>
            <a:noFill/>
          </a:ln>
        </p:spPr>
        <p:txBody>
          <a:bodyPr spcFirstLastPara="1" wrap="square" lIns="0" tIns="12700" rIns="0" bIns="0" anchor="t" anchorCtr="0">
            <a:spAutoFit/>
          </a:bodyPr>
          <a:lstStyle/>
          <a:p>
            <a:pPr marL="12700" marR="5080" lvl="0" indent="0" algn="l" rtl="0">
              <a:lnSpc>
                <a:spcPct val="119696"/>
              </a:lnSpc>
              <a:spcBef>
                <a:spcPts val="0"/>
              </a:spcBef>
              <a:spcAft>
                <a:spcPts val="0"/>
              </a:spcAft>
              <a:buClr>
                <a:schemeClr val="dk1"/>
              </a:buClr>
              <a:buSzPts val="6600"/>
              <a:buFont typeface="Arial"/>
              <a:buNone/>
            </a:pPr>
            <a:r>
              <a:rPr lang="en-US" sz="4400">
                <a:latin typeface="Arial"/>
                <a:ea typeface="Arial"/>
                <a:cs typeface="Arial"/>
                <a:sym typeface="Arial"/>
              </a:rPr>
              <a:t>  The state of computer vision</a:t>
            </a:r>
            <a:endParaRPr sz="44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Cambria"/>
              <a:ea typeface="Cambria"/>
              <a:cs typeface="Cambria"/>
              <a:sym typeface="Cambria"/>
            </a:endParaRPr>
          </a:p>
        </p:txBody>
      </p:sp>
      <p:pic>
        <p:nvPicPr>
          <p:cNvPr id="2268" name="Google Shape;2268;p7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269" name="Google Shape;2269;p78"/>
          <p:cNvSpPr txBox="1"/>
          <p:nvPr/>
        </p:nvSpPr>
        <p:spPr>
          <a:xfrm>
            <a:off x="589900" y="1292600"/>
            <a:ext cx="11130152" cy="3508623"/>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dirty="0">
                <a:solidFill>
                  <a:schemeClr val="dk1"/>
                </a:solidFill>
              </a:rPr>
              <a:t>D</a:t>
            </a:r>
            <a:r>
              <a:rPr lang="en-US" sz="2400" b="0" i="0" u="none" strike="noStrike" cap="none" dirty="0">
                <a:solidFill>
                  <a:schemeClr val="dk1"/>
                </a:solidFill>
                <a:latin typeface="Arial"/>
                <a:ea typeface="Arial"/>
                <a:cs typeface="Arial"/>
                <a:sym typeface="Arial"/>
              </a:rPr>
              <a:t>eep learning has been successfully applied to various fields, including computer vision, natural language processing, speech recognition, online advertising, logistics, and more.</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However, computer vision is unique in the sense that it requires a lot of data to train a model due to the complexity of the problem. Even with large datasets, it feels like there's still not enough data to train a good model for computer vision, and therefore, hand-engineering is often necessary to get good performance.</a:t>
            </a:r>
            <a:endParaRPr sz="2400" b="0" i="0" u="none" strike="noStrike" cap="none" dirty="0">
              <a:solidFill>
                <a:schemeClr val="dk1"/>
              </a:solidFill>
              <a:latin typeface="Arial"/>
              <a:ea typeface="Arial"/>
              <a:cs typeface="Arial"/>
              <a:sym typeface="Arial"/>
            </a:endParaRPr>
          </a:p>
          <a:p>
            <a:pPr marL="800100" marR="0" lvl="0" indent="-342900" algn="l" rtl="0">
              <a:lnSpc>
                <a:spcPct val="100000"/>
              </a:lnSpc>
              <a:spcBef>
                <a:spcPts val="0"/>
              </a:spcBef>
              <a:spcAft>
                <a:spcPts val="0"/>
              </a:spcAft>
              <a:buClr>
                <a:srgbClr val="000000"/>
              </a:buClr>
              <a:buSzPts val="2400"/>
              <a:buFont typeface="Arial" panose="020B0604020202020204" pitchFamily="34" charset="0"/>
              <a:buChar char="•"/>
            </a:pP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Shape 2273"/>
        <p:cNvGrpSpPr/>
        <p:nvPr/>
      </p:nvGrpSpPr>
      <p:grpSpPr>
        <a:xfrm>
          <a:off x="0" y="0"/>
          <a:ext cx="0" cy="0"/>
          <a:chOff x="0" y="0"/>
          <a:chExt cx="0" cy="0"/>
        </a:xfrm>
      </p:grpSpPr>
      <p:sp>
        <p:nvSpPr>
          <p:cNvPr id="2274" name="Google Shape;2274;p79"/>
          <p:cNvSpPr txBox="1">
            <a:spLocks noGrp="1"/>
          </p:cNvSpPr>
          <p:nvPr>
            <p:ph type="title"/>
          </p:nvPr>
        </p:nvSpPr>
        <p:spPr>
          <a:xfrm>
            <a:off x="261627" y="139700"/>
            <a:ext cx="10316100" cy="2491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chemeClr val="dk1"/>
              </a:buClr>
              <a:buSzPts val="1400"/>
              <a:buFont typeface="Arial"/>
              <a:buNone/>
            </a:pPr>
            <a:r>
              <a:rPr lang="en-US" sz="4400">
                <a:latin typeface="Arial"/>
                <a:ea typeface="Arial"/>
                <a:cs typeface="Arial"/>
                <a:sym typeface="Arial"/>
              </a:rPr>
              <a:t>Data vs. hand-engineering</a:t>
            </a:r>
            <a:endParaRPr sz="4400">
              <a:latin typeface="Arial"/>
              <a:ea typeface="Arial"/>
              <a:cs typeface="Arial"/>
              <a:sym typeface="Arial"/>
            </a:endParaRPr>
          </a:p>
          <a:p>
            <a:pPr marL="12700" marR="5080" lvl="0" indent="0" algn="l" rtl="0">
              <a:lnSpc>
                <a:spcPct val="119696"/>
              </a:lnSpc>
              <a:spcBef>
                <a:spcPts val="0"/>
              </a:spcBef>
              <a:spcAft>
                <a:spcPts val="0"/>
              </a:spcAft>
              <a:buClr>
                <a:schemeClr val="dk1"/>
              </a:buClr>
              <a:buSzPts val="6600"/>
              <a:buFont typeface="Arial"/>
              <a:buNone/>
            </a:pPr>
            <a:endParaRPr sz="61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2275" name="Google Shape;2275;p79"/>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276" name="Google Shape;2276;p79"/>
          <p:cNvSpPr txBox="1"/>
          <p:nvPr/>
        </p:nvSpPr>
        <p:spPr>
          <a:xfrm>
            <a:off x="589899" y="1292600"/>
            <a:ext cx="11110487" cy="2769959"/>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dirty="0">
                <a:solidFill>
                  <a:schemeClr val="dk1"/>
                </a:solidFill>
              </a:rPr>
              <a:t>T</a:t>
            </a:r>
            <a:r>
              <a:rPr lang="en-US" sz="2400" b="0" i="0" u="none" strike="noStrike" cap="none" dirty="0">
                <a:solidFill>
                  <a:schemeClr val="dk1"/>
                </a:solidFill>
                <a:latin typeface="Arial"/>
                <a:ea typeface="Arial"/>
                <a:cs typeface="Arial"/>
                <a:sym typeface="Arial"/>
              </a:rPr>
              <a:t>he two sources of knowledge for a learning algorithm: labeled data and hand-engineering.</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When there is little labeled data, more hand-engineering is required to get good performance.</a:t>
            </a:r>
          </a:p>
          <a:p>
            <a:pPr marL="342900" marR="0" lvl="0" indent="-342900" algn="l" rtl="0">
              <a:lnSpc>
                <a:spcPct val="100000"/>
              </a:lnSpc>
              <a:spcBef>
                <a:spcPts val="0"/>
              </a:spcBef>
              <a:spcAft>
                <a:spcPts val="0"/>
              </a:spcAft>
              <a:buClr>
                <a:srgbClr val="000000"/>
              </a:buClr>
              <a:buSzPts val="2400"/>
              <a:buFont typeface="Arial" panose="020B0604020202020204" pitchFamily="34" charset="0"/>
              <a:buChar char="•"/>
            </a:pPr>
            <a:r>
              <a:rPr lang="en-US" sz="2400" b="0" i="0" u="none" strike="noStrike" cap="none" dirty="0">
                <a:solidFill>
                  <a:schemeClr val="dk1"/>
                </a:solidFill>
                <a:latin typeface="Arial"/>
                <a:ea typeface="Arial"/>
                <a:cs typeface="Arial"/>
                <a:sym typeface="Arial"/>
              </a:rPr>
              <a:t>However, when there is a lot of data, simpler algorithms can be used, and less hand-engineering is needed.</a:t>
            </a:r>
            <a:endParaRPr sz="2400" b="0" i="0" u="none" strike="noStrike" cap="none" dirty="0">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Shape 2280"/>
        <p:cNvGrpSpPr/>
        <p:nvPr/>
      </p:nvGrpSpPr>
      <p:grpSpPr>
        <a:xfrm>
          <a:off x="0" y="0"/>
          <a:ext cx="0" cy="0"/>
          <a:chOff x="0" y="0"/>
          <a:chExt cx="0" cy="0"/>
        </a:xfrm>
      </p:grpSpPr>
      <p:sp>
        <p:nvSpPr>
          <p:cNvPr id="2281" name="Google Shape;2281;p80"/>
          <p:cNvSpPr txBox="1">
            <a:spLocks noGrp="1"/>
          </p:cNvSpPr>
          <p:nvPr>
            <p:ph type="title"/>
          </p:nvPr>
        </p:nvSpPr>
        <p:spPr>
          <a:xfrm>
            <a:off x="261620" y="139700"/>
            <a:ext cx="6888600" cy="69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a:latin typeface="Arial"/>
                <a:ea typeface="Arial"/>
                <a:cs typeface="Arial"/>
                <a:sym typeface="Arial"/>
              </a:rPr>
              <a:t>Data vs. hand-engineering</a:t>
            </a:r>
            <a:endParaRPr sz="4400">
              <a:latin typeface="Arial"/>
              <a:ea typeface="Arial"/>
              <a:cs typeface="Arial"/>
              <a:sym typeface="Arial"/>
            </a:endParaRPr>
          </a:p>
        </p:txBody>
      </p:sp>
      <p:pic>
        <p:nvPicPr>
          <p:cNvPr id="2282" name="Google Shape;2282;p80"/>
          <p:cNvPicPr preferRelativeResize="0"/>
          <p:nvPr/>
        </p:nvPicPr>
        <p:blipFill rotWithShape="1">
          <a:blip r:embed="rId3">
            <a:alphaModFix/>
          </a:blip>
          <a:srcRect/>
          <a:stretch/>
        </p:blipFill>
        <p:spPr>
          <a:xfrm>
            <a:off x="7951799" y="4188524"/>
            <a:ext cx="2896984" cy="1629548"/>
          </a:xfrm>
          <a:prstGeom prst="rect">
            <a:avLst/>
          </a:prstGeom>
          <a:noFill/>
          <a:ln>
            <a:noFill/>
          </a:ln>
        </p:spPr>
      </p:pic>
      <p:sp>
        <p:nvSpPr>
          <p:cNvPr id="2283" name="Google Shape;2283;p80"/>
          <p:cNvSpPr txBox="1"/>
          <p:nvPr/>
        </p:nvSpPr>
        <p:spPr>
          <a:xfrm>
            <a:off x="201595" y="5818079"/>
            <a:ext cx="11788800" cy="1567500"/>
          </a:xfrm>
          <a:prstGeom prst="rect">
            <a:avLst/>
          </a:prstGeom>
          <a:noFill/>
          <a:ln>
            <a:noFill/>
          </a:ln>
        </p:spPr>
        <p:txBody>
          <a:bodyPr spcFirstLastPara="1" wrap="square" lIns="0" tIns="93975"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0000"/>
                </a:solidFill>
                <a:latin typeface="Cambria"/>
                <a:ea typeface="Cambria"/>
                <a:cs typeface="Cambria"/>
                <a:sym typeface="Cambria"/>
              </a:rPr>
              <a:t>Two sources of knowledge</a:t>
            </a:r>
            <a:endParaRPr sz="2800" b="0" i="0" u="none" strike="noStrike" cap="none">
              <a:solidFill>
                <a:srgbClr val="000000"/>
              </a:solidFill>
              <a:latin typeface="Cambria"/>
              <a:ea typeface="Cambria"/>
              <a:cs typeface="Cambria"/>
              <a:sym typeface="Cambria"/>
            </a:endParaRPr>
          </a:p>
          <a:p>
            <a:pPr marL="925193" marR="0" lvl="0" indent="-457833" algn="l" rtl="0">
              <a:lnSpc>
                <a:spcPct val="100000"/>
              </a:lnSpc>
              <a:spcBef>
                <a:spcPts val="640"/>
              </a:spcBef>
              <a:spcAft>
                <a:spcPts val="0"/>
              </a:spcAft>
              <a:buClr>
                <a:srgbClr val="000000"/>
              </a:buClr>
              <a:buSzPts val="2800"/>
              <a:buFont typeface="Arial"/>
              <a:buChar char="•"/>
            </a:pPr>
            <a:r>
              <a:rPr lang="en-US" sz="2800" b="0" i="0" u="none" strike="noStrike" cap="none">
                <a:solidFill>
                  <a:srgbClr val="000000"/>
                </a:solidFill>
                <a:latin typeface="Cambria"/>
                <a:ea typeface="Cambria"/>
                <a:cs typeface="Cambria"/>
                <a:sym typeface="Cambria"/>
              </a:rPr>
              <a:t>Labeled data</a:t>
            </a:r>
            <a:endParaRPr sz="2800" b="0" i="0" u="none" strike="noStrike" cap="none">
              <a:solidFill>
                <a:srgbClr val="000000"/>
              </a:solidFill>
              <a:latin typeface="Cambria"/>
              <a:ea typeface="Cambria"/>
              <a:cs typeface="Cambria"/>
              <a:sym typeface="Cambria"/>
            </a:endParaRPr>
          </a:p>
          <a:p>
            <a:pPr marL="925193" marR="0" lvl="0" indent="-457833" algn="l" rtl="0">
              <a:lnSpc>
                <a:spcPct val="100000"/>
              </a:lnSpc>
              <a:spcBef>
                <a:spcPts val="760"/>
              </a:spcBef>
              <a:spcAft>
                <a:spcPts val="0"/>
              </a:spcAft>
              <a:buClr>
                <a:srgbClr val="000000"/>
              </a:buClr>
              <a:buSzPts val="2800"/>
              <a:buFont typeface="Arial"/>
              <a:buChar char="•"/>
            </a:pPr>
            <a:r>
              <a:rPr lang="en-US" sz="2800" b="0" i="0" u="none" strike="noStrike" cap="none">
                <a:solidFill>
                  <a:srgbClr val="000000"/>
                </a:solidFill>
                <a:latin typeface="Cambria"/>
                <a:ea typeface="Cambria"/>
                <a:cs typeface="Cambria"/>
                <a:sym typeface="Cambria"/>
              </a:rPr>
              <a:t>Hand engineered features/network architecture/other components</a:t>
            </a:r>
            <a:endParaRPr sz="2800" b="0" i="0" u="none" strike="noStrike" cap="none">
              <a:solidFill>
                <a:srgbClr val="000000"/>
              </a:solidFill>
              <a:latin typeface="Cambria"/>
              <a:ea typeface="Cambria"/>
              <a:cs typeface="Cambria"/>
              <a:sym typeface="Cambria"/>
            </a:endParaRPr>
          </a:p>
        </p:txBody>
      </p:sp>
      <p:pic>
        <p:nvPicPr>
          <p:cNvPr id="2284" name="Google Shape;2284;p80"/>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285" name="Google Shape;2285;p80"/>
          <p:cNvSpPr txBox="1"/>
          <p:nvPr/>
        </p:nvSpPr>
        <p:spPr>
          <a:xfrm>
            <a:off x="583550" y="1167100"/>
            <a:ext cx="9891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Little data</a:t>
            </a:r>
            <a:endParaRPr sz="3000"/>
          </a:p>
        </p:txBody>
      </p:sp>
      <p:sp>
        <p:nvSpPr>
          <p:cNvPr id="2286" name="Google Shape;2286;p80"/>
          <p:cNvSpPr txBox="1"/>
          <p:nvPr/>
        </p:nvSpPr>
        <p:spPr>
          <a:xfrm>
            <a:off x="2133650" y="2419900"/>
            <a:ext cx="20313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Objective detection</a:t>
            </a:r>
            <a:endParaRPr sz="3000"/>
          </a:p>
        </p:txBody>
      </p:sp>
      <p:sp>
        <p:nvSpPr>
          <p:cNvPr id="2287" name="Google Shape;2287;p80"/>
          <p:cNvSpPr txBox="1"/>
          <p:nvPr/>
        </p:nvSpPr>
        <p:spPr>
          <a:xfrm>
            <a:off x="10124275" y="1159600"/>
            <a:ext cx="16191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Lost of data</a:t>
            </a:r>
            <a:endParaRPr sz="3000"/>
          </a:p>
        </p:txBody>
      </p:sp>
      <p:sp>
        <p:nvSpPr>
          <p:cNvPr id="2288" name="Google Shape;2288;p80"/>
          <p:cNvSpPr txBox="1"/>
          <p:nvPr/>
        </p:nvSpPr>
        <p:spPr>
          <a:xfrm>
            <a:off x="4395175" y="2419900"/>
            <a:ext cx="23373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Image recognition</a:t>
            </a:r>
            <a:endParaRPr sz="3000"/>
          </a:p>
        </p:txBody>
      </p:sp>
      <p:sp>
        <p:nvSpPr>
          <p:cNvPr id="2289" name="Google Shape;2289;p80"/>
          <p:cNvSpPr txBox="1"/>
          <p:nvPr/>
        </p:nvSpPr>
        <p:spPr>
          <a:xfrm>
            <a:off x="6962700" y="2419900"/>
            <a:ext cx="22005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Speech recognition</a:t>
            </a:r>
            <a:endParaRPr sz="3000"/>
          </a:p>
          <a:p>
            <a:pPr marL="0" lvl="0" indent="0" algn="l" rtl="0">
              <a:spcBef>
                <a:spcPts val="0"/>
              </a:spcBef>
              <a:spcAft>
                <a:spcPts val="0"/>
              </a:spcAft>
              <a:buNone/>
            </a:pPr>
            <a:endParaRPr sz="3000"/>
          </a:p>
        </p:txBody>
      </p:sp>
      <p:sp>
        <p:nvSpPr>
          <p:cNvPr id="2290" name="Google Shape;2290;p80"/>
          <p:cNvSpPr txBox="1"/>
          <p:nvPr/>
        </p:nvSpPr>
        <p:spPr>
          <a:xfrm>
            <a:off x="171350" y="2419900"/>
            <a:ext cx="20313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Model had-engineering</a:t>
            </a:r>
            <a:endParaRPr sz="3000"/>
          </a:p>
        </p:txBody>
      </p:sp>
      <p:sp>
        <p:nvSpPr>
          <p:cNvPr id="2291" name="Google Shape;2291;p80"/>
          <p:cNvSpPr txBox="1"/>
          <p:nvPr/>
        </p:nvSpPr>
        <p:spPr>
          <a:xfrm>
            <a:off x="2133650" y="3687388"/>
            <a:ext cx="9891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Little data</a:t>
            </a:r>
            <a:endParaRPr sz="3000"/>
          </a:p>
        </p:txBody>
      </p:sp>
      <p:sp>
        <p:nvSpPr>
          <p:cNvPr id="2292" name="Google Shape;2292;p80"/>
          <p:cNvSpPr txBox="1"/>
          <p:nvPr/>
        </p:nvSpPr>
        <p:spPr>
          <a:xfrm>
            <a:off x="201600" y="3846675"/>
            <a:ext cx="183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Transfer learning</a:t>
            </a:r>
            <a:endParaRPr sz="3000"/>
          </a:p>
        </p:txBody>
      </p:sp>
      <p:sp>
        <p:nvSpPr>
          <p:cNvPr id="2293" name="Google Shape;2293;p80"/>
          <p:cNvSpPr txBox="1"/>
          <p:nvPr/>
        </p:nvSpPr>
        <p:spPr>
          <a:xfrm>
            <a:off x="9653100" y="2414000"/>
            <a:ext cx="23373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000"/>
              <a:t>Simpler algorithms</a:t>
            </a:r>
            <a:endParaRPr sz="3000"/>
          </a:p>
        </p:txBody>
      </p:sp>
      <p:cxnSp>
        <p:nvCxnSpPr>
          <p:cNvPr id="2294" name="Google Shape;2294;p80"/>
          <p:cNvCxnSpPr/>
          <p:nvPr/>
        </p:nvCxnSpPr>
        <p:spPr>
          <a:xfrm>
            <a:off x="2045725" y="1683175"/>
            <a:ext cx="7740900" cy="64500"/>
          </a:xfrm>
          <a:prstGeom prst="straightConnector1">
            <a:avLst/>
          </a:prstGeom>
          <a:noFill/>
          <a:ln w="9525" cap="flat" cmpd="sng">
            <a:solidFill>
              <a:schemeClr val="dk2"/>
            </a:solidFill>
            <a:prstDash val="solid"/>
            <a:round/>
            <a:headEnd type="none" w="med" len="med"/>
            <a:tailEnd type="none" w="med" len="med"/>
          </a:ln>
        </p:spPr>
      </p:cxnSp>
      <p:cxnSp>
        <p:nvCxnSpPr>
          <p:cNvPr id="2295" name="Google Shape;2295;p80"/>
          <p:cNvCxnSpPr>
            <a:endCxn id="2286" idx="0"/>
          </p:cNvCxnSpPr>
          <p:nvPr/>
        </p:nvCxnSpPr>
        <p:spPr>
          <a:xfrm flipH="1">
            <a:off x="3149300" y="1790800"/>
            <a:ext cx="14700" cy="629100"/>
          </a:xfrm>
          <a:prstGeom prst="straightConnector1">
            <a:avLst/>
          </a:prstGeom>
          <a:noFill/>
          <a:ln w="9525" cap="flat" cmpd="sng">
            <a:solidFill>
              <a:schemeClr val="dk2"/>
            </a:solidFill>
            <a:prstDash val="solid"/>
            <a:round/>
            <a:headEnd type="none" w="med" len="med"/>
            <a:tailEnd type="none" w="med" len="med"/>
          </a:ln>
        </p:spPr>
      </p:cxnSp>
      <p:cxnSp>
        <p:nvCxnSpPr>
          <p:cNvPr id="2296" name="Google Shape;2296;p80"/>
          <p:cNvCxnSpPr>
            <a:endCxn id="2288" idx="0"/>
          </p:cNvCxnSpPr>
          <p:nvPr/>
        </p:nvCxnSpPr>
        <p:spPr>
          <a:xfrm>
            <a:off x="5550625" y="1790800"/>
            <a:ext cx="13200" cy="629100"/>
          </a:xfrm>
          <a:prstGeom prst="straightConnector1">
            <a:avLst/>
          </a:prstGeom>
          <a:noFill/>
          <a:ln w="9525" cap="flat" cmpd="sng">
            <a:solidFill>
              <a:schemeClr val="dk2"/>
            </a:solidFill>
            <a:prstDash val="solid"/>
            <a:round/>
            <a:headEnd type="none" w="med" len="med"/>
            <a:tailEnd type="none" w="med" len="med"/>
          </a:ln>
        </p:spPr>
      </p:cxnSp>
      <p:cxnSp>
        <p:nvCxnSpPr>
          <p:cNvPr id="2297" name="Google Shape;2297;p80"/>
          <p:cNvCxnSpPr>
            <a:endCxn id="2289" idx="0"/>
          </p:cNvCxnSpPr>
          <p:nvPr/>
        </p:nvCxnSpPr>
        <p:spPr>
          <a:xfrm flipH="1">
            <a:off x="8062950" y="1726300"/>
            <a:ext cx="3600" cy="693600"/>
          </a:xfrm>
          <a:prstGeom prst="straightConnector1">
            <a:avLst/>
          </a:prstGeom>
          <a:noFill/>
          <a:ln w="9525" cap="flat" cmpd="sng">
            <a:solidFill>
              <a:schemeClr val="dk2"/>
            </a:solidFill>
            <a:prstDash val="solid"/>
            <a:round/>
            <a:headEnd type="none" w="med" len="med"/>
            <a:tailEnd type="none" w="med" len="med"/>
          </a:ln>
        </p:spPr>
      </p:cxn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Shape 2301"/>
        <p:cNvGrpSpPr/>
        <p:nvPr/>
      </p:nvGrpSpPr>
      <p:grpSpPr>
        <a:xfrm>
          <a:off x="0" y="0"/>
          <a:ext cx="0" cy="0"/>
          <a:chOff x="0" y="0"/>
          <a:chExt cx="0" cy="0"/>
        </a:xfrm>
      </p:grpSpPr>
      <p:sp>
        <p:nvSpPr>
          <p:cNvPr id="2302" name="Google Shape;2302;p81"/>
          <p:cNvSpPr txBox="1">
            <a:spLocks noGrp="1"/>
          </p:cNvSpPr>
          <p:nvPr>
            <p:ph type="title"/>
          </p:nvPr>
        </p:nvSpPr>
        <p:spPr>
          <a:xfrm>
            <a:off x="261627" y="139700"/>
            <a:ext cx="10316100" cy="3291600"/>
          </a:xfrm>
          <a:prstGeom prst="rect">
            <a:avLst/>
          </a:prstGeom>
          <a:noFill/>
          <a:ln>
            <a:noFill/>
          </a:ln>
        </p:spPr>
        <p:txBody>
          <a:bodyPr spcFirstLastPara="1" wrap="square" lIns="0" tIns="12700" rIns="0" bIns="0" anchor="t" anchorCtr="0">
            <a:spAutoFit/>
          </a:bodyPr>
          <a:lstStyle/>
          <a:p>
            <a:pPr marL="12700" marR="5080" lvl="0" indent="0" algn="l" rtl="0">
              <a:lnSpc>
                <a:spcPct val="109090"/>
              </a:lnSpc>
              <a:spcBef>
                <a:spcPts val="0"/>
              </a:spcBef>
              <a:spcAft>
                <a:spcPts val="0"/>
              </a:spcAft>
              <a:buClr>
                <a:schemeClr val="dk1"/>
              </a:buClr>
              <a:buSzPts val="1400"/>
              <a:buFont typeface="Arial"/>
              <a:buNone/>
            </a:pPr>
            <a:r>
              <a:rPr lang="en-US" sz="4400">
                <a:latin typeface="Arial"/>
                <a:ea typeface="Arial"/>
                <a:cs typeface="Arial"/>
                <a:sym typeface="Arial"/>
              </a:rPr>
              <a:t>Tips for doing well on benchmarks/winning competitions</a:t>
            </a:r>
            <a:endParaRPr sz="4400">
              <a:latin typeface="Arial"/>
              <a:ea typeface="Arial"/>
              <a:cs typeface="Arial"/>
              <a:sym typeface="Arial"/>
            </a:endParaRPr>
          </a:p>
          <a:p>
            <a:pPr marL="12700" marR="5080" lvl="0" indent="0" algn="l" rtl="0">
              <a:lnSpc>
                <a:spcPct val="119696"/>
              </a:lnSpc>
              <a:spcBef>
                <a:spcPts val="0"/>
              </a:spcBef>
              <a:spcAft>
                <a:spcPts val="0"/>
              </a:spcAft>
              <a:buClr>
                <a:schemeClr val="dk1"/>
              </a:buClr>
              <a:buSzPts val="6600"/>
              <a:buFont typeface="Arial"/>
              <a:buNone/>
            </a:pPr>
            <a:endParaRPr sz="6100">
              <a:latin typeface="Arial"/>
              <a:ea typeface="Arial"/>
              <a:cs typeface="Arial"/>
              <a:sym typeface="Arial"/>
            </a:endParaRPr>
          </a:p>
          <a:p>
            <a:pPr marL="12700" lvl="0" indent="0" algn="l" rtl="0">
              <a:lnSpc>
                <a:spcPct val="100000"/>
              </a:lnSpc>
              <a:spcBef>
                <a:spcPts val="0"/>
              </a:spcBef>
              <a:spcAft>
                <a:spcPts val="0"/>
              </a:spcAft>
              <a:buSzPts val="1400"/>
              <a:buNone/>
            </a:pPr>
            <a:endParaRPr sz="4400">
              <a:latin typeface="Arial"/>
              <a:ea typeface="Arial"/>
              <a:cs typeface="Arial"/>
              <a:sym typeface="Arial"/>
            </a:endParaRPr>
          </a:p>
        </p:txBody>
      </p:sp>
      <p:pic>
        <p:nvPicPr>
          <p:cNvPr id="2303" name="Google Shape;2303;p8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304" name="Google Shape;2304;p81"/>
          <p:cNvSpPr txBox="1"/>
          <p:nvPr/>
        </p:nvSpPr>
        <p:spPr>
          <a:xfrm>
            <a:off x="564849" y="1555425"/>
            <a:ext cx="11037215" cy="4616618"/>
          </a:xfrm>
          <a:prstGeom prst="rect">
            <a:avLst/>
          </a:prstGeom>
          <a:noFill/>
          <a:ln>
            <a:noFill/>
          </a:ln>
        </p:spPr>
        <p:txBody>
          <a:bodyPr spcFirstLastPara="1" wrap="square" lIns="91425" tIns="91425" rIns="91425" bIns="91425" anchor="t" anchorCtr="0">
            <a:spAutoFit/>
          </a:bodyPr>
          <a:lstStyle/>
          <a:p>
            <a:pPr marL="457200" marR="0" lvl="0" indent="-381000" algn="l" rtl="0">
              <a:lnSpc>
                <a:spcPct val="100000"/>
              </a:lnSpc>
              <a:spcBef>
                <a:spcPts val="0"/>
              </a:spcBef>
              <a:spcAft>
                <a:spcPts val="0"/>
              </a:spcAft>
              <a:buClr>
                <a:srgbClr val="000000"/>
              </a:buClr>
              <a:buSzPts val="2400"/>
              <a:buFont typeface="Arial"/>
              <a:buChar char="●"/>
            </a:pPr>
            <a:r>
              <a:rPr lang="en-US" sz="2400" dirty="0"/>
              <a:t>There </a:t>
            </a:r>
            <a:r>
              <a:rPr lang="en-US" sz="2400" b="0" i="0" u="none" strike="noStrike" cap="none" dirty="0">
                <a:solidFill>
                  <a:srgbClr val="000000"/>
                </a:solidFill>
                <a:latin typeface="Arial"/>
                <a:ea typeface="Arial"/>
                <a:cs typeface="Arial"/>
                <a:sym typeface="Arial"/>
              </a:rPr>
              <a:t>is a lot of emphasis in the computer vision community on doing well on standardized benchmark datasets and winning competitions. To achieve better performance on these benchmarks, people often use techniques like </a:t>
            </a:r>
            <a:r>
              <a:rPr lang="en-US" sz="2400" b="0" i="0" u="none" strike="noStrike" cap="none" dirty="0" err="1">
                <a:solidFill>
                  <a:srgbClr val="000000"/>
                </a:solidFill>
                <a:latin typeface="Arial"/>
                <a:ea typeface="Arial"/>
                <a:cs typeface="Arial"/>
                <a:sym typeface="Arial"/>
              </a:rPr>
              <a:t>ensembling</a:t>
            </a:r>
            <a:r>
              <a:rPr lang="en-US" sz="2400" b="0" i="0" u="none" strike="noStrike" cap="none" dirty="0">
                <a:solidFill>
                  <a:srgbClr val="000000"/>
                </a:solidFill>
                <a:latin typeface="Arial"/>
                <a:ea typeface="Arial"/>
                <a:cs typeface="Arial"/>
                <a:sym typeface="Arial"/>
              </a:rPr>
              <a:t> (averaging the outputs of multiple independently trained neural networks) and multi-crop at test time (applying data augmentation to the test image). While these techniques are useful for winning competitions, they may not be practical for real-world applications.</a:t>
            </a:r>
            <a:endParaRPr sz="2400" b="0" i="0" u="none" strike="noStrike" cap="none" dirty="0">
              <a:solidFill>
                <a:srgbClr val="000000"/>
              </a:solidFill>
              <a:latin typeface="Arial"/>
              <a:ea typeface="Arial"/>
              <a:cs typeface="Arial"/>
              <a:sym typeface="Arial"/>
            </a:endParaRPr>
          </a:p>
          <a:p>
            <a:pPr marL="457200" marR="0" lvl="0" indent="-381000" algn="l" rtl="0">
              <a:lnSpc>
                <a:spcPct val="100000"/>
              </a:lnSpc>
              <a:spcBef>
                <a:spcPts val="0"/>
              </a:spcBef>
              <a:spcAft>
                <a:spcPts val="0"/>
              </a:spcAft>
              <a:buClr>
                <a:srgbClr val="000000"/>
              </a:buClr>
              <a:buSzPts val="2400"/>
              <a:buFont typeface="Arial"/>
              <a:buChar char="●"/>
            </a:pPr>
            <a:r>
              <a:rPr lang="en-US" sz="2400" dirty="0"/>
              <a:t>U</a:t>
            </a:r>
            <a:r>
              <a:rPr lang="en-US" sz="2400" b="0" i="0" u="none" strike="noStrike" cap="none" dirty="0">
                <a:solidFill>
                  <a:srgbClr val="000000"/>
                </a:solidFill>
                <a:latin typeface="Arial"/>
                <a:ea typeface="Arial"/>
                <a:cs typeface="Arial"/>
                <a:sym typeface="Arial"/>
              </a:rPr>
              <a:t>sing someone else's pre-trained model and fine-tuning it on your dataset to get started quickly on an application, especially if you have limited compute resources. However, if you have the resources and inclination, training your own networks from scratch may be necessary to invent your own computer vision algorithm.</a:t>
            </a:r>
            <a:endParaRPr sz="2400" b="0" i="0" u="none" strike="noStrike" cap="none" dirty="0">
              <a:solidFill>
                <a:srgbClr val="000000"/>
              </a:solidFill>
              <a:latin typeface="Arial"/>
              <a:ea typeface="Arial"/>
              <a:cs typeface="Arial"/>
              <a:sym typeface="Aria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Shape 2308"/>
        <p:cNvGrpSpPr/>
        <p:nvPr/>
      </p:nvGrpSpPr>
      <p:grpSpPr>
        <a:xfrm>
          <a:off x="0" y="0"/>
          <a:ext cx="0" cy="0"/>
          <a:chOff x="0" y="0"/>
          <a:chExt cx="0" cy="0"/>
        </a:xfrm>
      </p:grpSpPr>
      <p:sp>
        <p:nvSpPr>
          <p:cNvPr id="2309" name="Google Shape;2309;p82"/>
          <p:cNvSpPr txBox="1">
            <a:spLocks noGrp="1"/>
          </p:cNvSpPr>
          <p:nvPr>
            <p:ph type="title"/>
          </p:nvPr>
        </p:nvSpPr>
        <p:spPr>
          <a:xfrm>
            <a:off x="261620" y="139700"/>
            <a:ext cx="11182500" cy="1500600"/>
          </a:xfrm>
          <a:prstGeom prst="rect">
            <a:avLst/>
          </a:prstGeom>
          <a:noFill/>
          <a:ln>
            <a:noFill/>
          </a:ln>
        </p:spPr>
        <p:txBody>
          <a:bodyPr spcFirstLastPara="1" wrap="square" lIns="0" tIns="83800" rIns="0" bIns="0" anchor="t" anchorCtr="0">
            <a:spAutoFit/>
          </a:bodyPr>
          <a:lstStyle/>
          <a:p>
            <a:pPr marL="12700" marR="5080" lvl="0" indent="0" algn="l" rtl="0">
              <a:lnSpc>
                <a:spcPct val="109090"/>
              </a:lnSpc>
              <a:spcBef>
                <a:spcPts val="0"/>
              </a:spcBef>
              <a:spcAft>
                <a:spcPts val="0"/>
              </a:spcAft>
              <a:buSzPts val="1400"/>
              <a:buNone/>
            </a:pPr>
            <a:r>
              <a:rPr lang="en-US" sz="4400">
                <a:latin typeface="Arial"/>
                <a:ea typeface="Arial"/>
                <a:cs typeface="Arial"/>
                <a:sym typeface="Arial"/>
              </a:rPr>
              <a:t>Tips for doing well on benchmarks/winning competitions</a:t>
            </a:r>
            <a:endParaRPr sz="4400">
              <a:latin typeface="Arial"/>
              <a:ea typeface="Arial"/>
              <a:cs typeface="Arial"/>
              <a:sym typeface="Arial"/>
            </a:endParaRPr>
          </a:p>
        </p:txBody>
      </p:sp>
      <p:sp>
        <p:nvSpPr>
          <p:cNvPr id="2310" name="Google Shape;2310;p82"/>
          <p:cNvSpPr txBox="1">
            <a:spLocks noGrp="1"/>
          </p:cNvSpPr>
          <p:nvPr>
            <p:ph type="body" idx="1"/>
          </p:nvPr>
        </p:nvSpPr>
        <p:spPr>
          <a:xfrm>
            <a:off x="643585" y="1381538"/>
            <a:ext cx="11374120" cy="2741295"/>
          </a:xfrm>
          <a:prstGeom prst="rect">
            <a:avLst/>
          </a:prstGeom>
          <a:noFill/>
          <a:ln>
            <a:noFill/>
          </a:ln>
        </p:spPr>
        <p:txBody>
          <a:bodyPr spcFirstLastPara="1" wrap="square" lIns="0" tIns="172700" rIns="0" bIns="0" anchor="t" anchorCtr="0">
            <a:spAutoFit/>
          </a:bodyPr>
          <a:lstStyle/>
          <a:p>
            <a:pPr marL="12700" lvl="0" indent="0" algn="l" rtl="0">
              <a:lnSpc>
                <a:spcPct val="100000"/>
              </a:lnSpc>
              <a:spcBef>
                <a:spcPts val="0"/>
              </a:spcBef>
              <a:spcAft>
                <a:spcPts val="0"/>
              </a:spcAft>
              <a:buSzPts val="1400"/>
              <a:buNone/>
            </a:pPr>
            <a:r>
              <a:rPr lang="en-US"/>
              <a:t>Ensembling</a:t>
            </a:r>
            <a:endParaRPr/>
          </a:p>
          <a:p>
            <a:pPr marL="751840" lvl="0" indent="-457834" algn="l" rtl="0">
              <a:lnSpc>
                <a:spcPct val="100000"/>
              </a:lnSpc>
              <a:spcBef>
                <a:spcPts val="1165"/>
              </a:spcBef>
              <a:spcAft>
                <a:spcPts val="0"/>
              </a:spcAft>
              <a:buClr>
                <a:schemeClr val="dk1"/>
              </a:buClr>
              <a:buSzPts val="2600"/>
              <a:buFont typeface="Arial"/>
              <a:buChar char="•"/>
            </a:pPr>
            <a:r>
              <a:rPr lang="en-US" sz="2600"/>
              <a:t>Train several networks independently and average their outputs</a:t>
            </a:r>
            <a:endParaRPr sz="2600"/>
          </a:p>
          <a:p>
            <a:pPr marL="0" lvl="0" indent="0" algn="l" rtl="0">
              <a:lnSpc>
                <a:spcPct val="100000"/>
              </a:lnSpc>
              <a:spcBef>
                <a:spcPts val="45"/>
              </a:spcBef>
              <a:spcAft>
                <a:spcPts val="0"/>
              </a:spcAft>
              <a:buClr>
                <a:schemeClr val="dk1"/>
              </a:buClr>
              <a:buSzPts val="4050"/>
              <a:buFont typeface="Arial"/>
              <a:buNone/>
            </a:pPr>
            <a:endParaRPr sz="4050"/>
          </a:p>
          <a:p>
            <a:pPr marL="12700" lvl="0" indent="0" algn="l" rtl="0">
              <a:lnSpc>
                <a:spcPct val="100000"/>
              </a:lnSpc>
              <a:spcBef>
                <a:spcPts val="0"/>
              </a:spcBef>
              <a:spcAft>
                <a:spcPts val="0"/>
              </a:spcAft>
              <a:buSzPts val="1400"/>
              <a:buNone/>
            </a:pPr>
            <a:r>
              <a:rPr lang="en-US"/>
              <a:t>Multi-crop at test time</a:t>
            </a:r>
            <a:endParaRPr/>
          </a:p>
          <a:p>
            <a:pPr marL="751840" lvl="0" indent="-457834" algn="l" rtl="0">
              <a:lnSpc>
                <a:spcPct val="100000"/>
              </a:lnSpc>
              <a:spcBef>
                <a:spcPts val="1205"/>
              </a:spcBef>
              <a:spcAft>
                <a:spcPts val="0"/>
              </a:spcAft>
              <a:buClr>
                <a:schemeClr val="dk1"/>
              </a:buClr>
              <a:buSzPts val="2600"/>
              <a:buFont typeface="Arial"/>
              <a:buChar char="•"/>
            </a:pPr>
            <a:r>
              <a:rPr lang="en-US" sz="2600"/>
              <a:t>Run classifier on multiple versions of test images and average results</a:t>
            </a:r>
            <a:endParaRPr sz="2600"/>
          </a:p>
        </p:txBody>
      </p:sp>
      <p:grpSp>
        <p:nvGrpSpPr>
          <p:cNvPr id="2311" name="Google Shape;2311;p82"/>
          <p:cNvGrpSpPr/>
          <p:nvPr/>
        </p:nvGrpSpPr>
        <p:grpSpPr>
          <a:xfrm>
            <a:off x="6518579" y="4830025"/>
            <a:ext cx="1999894" cy="1387422"/>
            <a:chOff x="6518579" y="4830025"/>
            <a:chExt cx="1999894" cy="1387422"/>
          </a:xfrm>
        </p:grpSpPr>
        <p:pic>
          <p:nvPicPr>
            <p:cNvPr id="2312" name="Google Shape;2312;p82"/>
            <p:cNvPicPr preferRelativeResize="0"/>
            <p:nvPr/>
          </p:nvPicPr>
          <p:blipFill rotWithShape="1">
            <a:blip r:embed="rId3">
              <a:alphaModFix/>
            </a:blip>
            <a:srcRect/>
            <a:stretch/>
          </p:blipFill>
          <p:spPr>
            <a:xfrm>
              <a:off x="6518579" y="4830025"/>
              <a:ext cx="1999894" cy="1387422"/>
            </a:xfrm>
            <a:prstGeom prst="rect">
              <a:avLst/>
            </a:prstGeom>
            <a:noFill/>
            <a:ln>
              <a:noFill/>
            </a:ln>
          </p:spPr>
        </p:pic>
        <p:sp>
          <p:nvSpPr>
            <p:cNvPr id="2313" name="Google Shape;2313;p82"/>
            <p:cNvSpPr/>
            <p:nvPr/>
          </p:nvSpPr>
          <p:spPr>
            <a:xfrm>
              <a:off x="6623011" y="4943678"/>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4472C4">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314" name="Google Shape;2314;p82"/>
          <p:cNvGrpSpPr/>
          <p:nvPr/>
        </p:nvGrpSpPr>
        <p:grpSpPr>
          <a:xfrm>
            <a:off x="9253245" y="4830013"/>
            <a:ext cx="2003044" cy="1387488"/>
            <a:chOff x="9253245" y="4830013"/>
            <a:chExt cx="2003044" cy="1387488"/>
          </a:xfrm>
        </p:grpSpPr>
        <p:pic>
          <p:nvPicPr>
            <p:cNvPr id="2315" name="Google Shape;2315;p82"/>
            <p:cNvPicPr preferRelativeResize="0"/>
            <p:nvPr/>
          </p:nvPicPr>
          <p:blipFill rotWithShape="1">
            <a:blip r:embed="rId3">
              <a:alphaModFix/>
            </a:blip>
            <a:srcRect/>
            <a:stretch/>
          </p:blipFill>
          <p:spPr>
            <a:xfrm>
              <a:off x="9255937" y="4830026"/>
              <a:ext cx="1999894" cy="1387422"/>
            </a:xfrm>
            <a:prstGeom prst="rect">
              <a:avLst/>
            </a:prstGeom>
            <a:noFill/>
            <a:ln>
              <a:noFill/>
            </a:ln>
          </p:spPr>
        </p:pic>
        <p:sp>
          <p:nvSpPr>
            <p:cNvPr id="2316" name="Google Shape;2316;p82"/>
            <p:cNvSpPr/>
            <p:nvPr/>
          </p:nvSpPr>
          <p:spPr>
            <a:xfrm>
              <a:off x="9253245" y="4830013"/>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4472C4">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17" name="Google Shape;2317;p82"/>
            <p:cNvSpPr/>
            <p:nvPr/>
          </p:nvSpPr>
          <p:spPr>
            <a:xfrm>
              <a:off x="9467494" y="4830013"/>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00B05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18" name="Google Shape;2318;p82"/>
            <p:cNvSpPr/>
            <p:nvPr/>
          </p:nvSpPr>
          <p:spPr>
            <a:xfrm>
              <a:off x="9253245" y="5057356"/>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FFFF0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19" name="Google Shape;2319;p82"/>
            <p:cNvSpPr/>
            <p:nvPr/>
          </p:nvSpPr>
          <p:spPr>
            <a:xfrm>
              <a:off x="9467494" y="5057356"/>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FF000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320" name="Google Shape;2320;p82"/>
          <p:cNvGrpSpPr/>
          <p:nvPr/>
        </p:nvGrpSpPr>
        <p:grpSpPr>
          <a:xfrm>
            <a:off x="1043876" y="4830025"/>
            <a:ext cx="1999894" cy="1387421"/>
            <a:chOff x="1043876" y="4830025"/>
            <a:chExt cx="1999894" cy="1387421"/>
          </a:xfrm>
        </p:grpSpPr>
        <p:pic>
          <p:nvPicPr>
            <p:cNvPr id="2321" name="Google Shape;2321;p82"/>
            <p:cNvPicPr preferRelativeResize="0"/>
            <p:nvPr/>
          </p:nvPicPr>
          <p:blipFill rotWithShape="1">
            <a:blip r:embed="rId4">
              <a:alphaModFix/>
            </a:blip>
            <a:srcRect/>
            <a:stretch/>
          </p:blipFill>
          <p:spPr>
            <a:xfrm>
              <a:off x="1043876" y="4830025"/>
              <a:ext cx="1999894" cy="1387421"/>
            </a:xfrm>
            <a:prstGeom prst="rect">
              <a:avLst/>
            </a:prstGeom>
            <a:noFill/>
            <a:ln>
              <a:noFill/>
            </a:ln>
          </p:spPr>
        </p:pic>
        <p:sp>
          <p:nvSpPr>
            <p:cNvPr id="2322" name="Google Shape;2322;p82"/>
            <p:cNvSpPr/>
            <p:nvPr/>
          </p:nvSpPr>
          <p:spPr>
            <a:xfrm>
              <a:off x="1149654" y="4943678"/>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4472C4">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grpSp>
        <p:nvGrpSpPr>
          <p:cNvPr id="2323" name="Google Shape;2323;p82"/>
          <p:cNvGrpSpPr/>
          <p:nvPr/>
        </p:nvGrpSpPr>
        <p:grpSpPr>
          <a:xfrm>
            <a:off x="3781234" y="4830013"/>
            <a:ext cx="2003044" cy="1387488"/>
            <a:chOff x="3781234" y="4830013"/>
            <a:chExt cx="2003044" cy="1387488"/>
          </a:xfrm>
        </p:grpSpPr>
        <p:pic>
          <p:nvPicPr>
            <p:cNvPr id="2324" name="Google Shape;2324;p82"/>
            <p:cNvPicPr preferRelativeResize="0"/>
            <p:nvPr/>
          </p:nvPicPr>
          <p:blipFill rotWithShape="1">
            <a:blip r:embed="rId4">
              <a:alphaModFix/>
            </a:blip>
            <a:srcRect/>
            <a:stretch/>
          </p:blipFill>
          <p:spPr>
            <a:xfrm>
              <a:off x="3781234" y="4830026"/>
              <a:ext cx="1999881" cy="1387420"/>
            </a:xfrm>
            <a:prstGeom prst="rect">
              <a:avLst/>
            </a:prstGeom>
            <a:noFill/>
            <a:ln>
              <a:noFill/>
            </a:ln>
          </p:spPr>
        </p:pic>
        <p:sp>
          <p:nvSpPr>
            <p:cNvPr id="2325" name="Google Shape;2325;p82"/>
            <p:cNvSpPr/>
            <p:nvPr/>
          </p:nvSpPr>
          <p:spPr>
            <a:xfrm>
              <a:off x="3783609" y="4830013"/>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4472C4">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26" name="Google Shape;2326;p82"/>
            <p:cNvSpPr/>
            <p:nvPr/>
          </p:nvSpPr>
          <p:spPr>
            <a:xfrm>
              <a:off x="3995483" y="4830013"/>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00B05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27" name="Google Shape;2327;p82"/>
            <p:cNvSpPr/>
            <p:nvPr/>
          </p:nvSpPr>
          <p:spPr>
            <a:xfrm>
              <a:off x="3783609" y="5057356"/>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FFFF0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2328" name="Google Shape;2328;p82"/>
            <p:cNvSpPr/>
            <p:nvPr/>
          </p:nvSpPr>
          <p:spPr>
            <a:xfrm>
              <a:off x="3994137" y="5057356"/>
              <a:ext cx="1788795" cy="1160145"/>
            </a:xfrm>
            <a:custGeom>
              <a:avLst/>
              <a:gdLst/>
              <a:ahLst/>
              <a:cxnLst/>
              <a:rect l="l" t="t" r="r" b="b"/>
              <a:pathLst>
                <a:path w="1788795" h="1160145" extrusionOk="0">
                  <a:moveTo>
                    <a:pt x="1788337" y="0"/>
                  </a:moveTo>
                  <a:lnTo>
                    <a:pt x="0" y="0"/>
                  </a:lnTo>
                  <a:lnTo>
                    <a:pt x="0" y="1160094"/>
                  </a:lnTo>
                  <a:lnTo>
                    <a:pt x="1788337" y="1160094"/>
                  </a:lnTo>
                  <a:lnTo>
                    <a:pt x="1788337" y="0"/>
                  </a:lnTo>
                  <a:close/>
                </a:path>
              </a:pathLst>
            </a:custGeom>
            <a:solidFill>
              <a:srgbClr val="FF0000">
                <a:alpha val="6039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
        <p:nvSpPr>
          <p:cNvPr id="2329" name="Google Shape;2329;p82"/>
          <p:cNvSpPr/>
          <p:nvPr/>
        </p:nvSpPr>
        <p:spPr>
          <a:xfrm>
            <a:off x="10134735" y="2527203"/>
            <a:ext cx="1073785" cy="45085"/>
          </a:xfrm>
          <a:custGeom>
            <a:avLst/>
            <a:gdLst/>
            <a:ahLst/>
            <a:cxnLst/>
            <a:rect l="l" t="t" r="r" b="b"/>
            <a:pathLst>
              <a:path w="1073784" h="45085" extrusionOk="0">
                <a:moveTo>
                  <a:pt x="38160" y="0"/>
                </a:moveTo>
                <a:lnTo>
                  <a:pt x="31680" y="0"/>
                </a:lnTo>
                <a:lnTo>
                  <a:pt x="25200" y="0"/>
                </a:lnTo>
                <a:lnTo>
                  <a:pt x="19080" y="0"/>
                </a:lnTo>
                <a:lnTo>
                  <a:pt x="12600" y="0"/>
                </a:lnTo>
                <a:lnTo>
                  <a:pt x="6120" y="6480"/>
                </a:lnTo>
                <a:lnTo>
                  <a:pt x="0" y="6480"/>
                </a:lnTo>
                <a:lnTo>
                  <a:pt x="6120" y="6480"/>
                </a:lnTo>
                <a:lnTo>
                  <a:pt x="12600" y="6480"/>
                </a:lnTo>
                <a:lnTo>
                  <a:pt x="399960" y="6480"/>
                </a:lnTo>
                <a:lnTo>
                  <a:pt x="514080" y="19080"/>
                </a:lnTo>
                <a:lnTo>
                  <a:pt x="565200" y="25560"/>
                </a:lnTo>
                <a:lnTo>
                  <a:pt x="622080" y="25560"/>
                </a:lnTo>
                <a:lnTo>
                  <a:pt x="723961" y="38160"/>
                </a:lnTo>
                <a:lnTo>
                  <a:pt x="774721" y="38160"/>
                </a:lnTo>
                <a:lnTo>
                  <a:pt x="869761" y="44640"/>
                </a:lnTo>
                <a:lnTo>
                  <a:pt x="914401" y="44640"/>
                </a:lnTo>
                <a:lnTo>
                  <a:pt x="990361" y="38160"/>
                </a:lnTo>
                <a:lnTo>
                  <a:pt x="1015921" y="38160"/>
                </a:lnTo>
                <a:lnTo>
                  <a:pt x="1047601" y="31680"/>
                </a:lnTo>
                <a:lnTo>
                  <a:pt x="1060201" y="31680"/>
                </a:lnTo>
                <a:lnTo>
                  <a:pt x="1066681" y="31680"/>
                </a:lnTo>
                <a:lnTo>
                  <a:pt x="1073161" y="3168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2330" name="Google Shape;2330;p82"/>
          <p:cNvPicPr preferRelativeResize="0"/>
          <p:nvPr/>
        </p:nvPicPr>
        <p:blipFill rotWithShape="1">
          <a:blip r:embed="rId5">
            <a:alphaModFix/>
          </a:blip>
          <a:srcRect/>
          <a:stretch/>
        </p:blipFill>
        <p:spPr>
          <a:xfrm>
            <a:off x="10806300" y="0"/>
            <a:ext cx="1376199" cy="7569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Shape 2334"/>
        <p:cNvGrpSpPr/>
        <p:nvPr/>
      </p:nvGrpSpPr>
      <p:grpSpPr>
        <a:xfrm>
          <a:off x="0" y="0"/>
          <a:ext cx="0" cy="0"/>
          <a:chOff x="0" y="0"/>
          <a:chExt cx="0" cy="0"/>
        </a:xfrm>
      </p:grpSpPr>
      <p:sp>
        <p:nvSpPr>
          <p:cNvPr id="2335" name="Google Shape;2335;p83"/>
          <p:cNvSpPr txBox="1">
            <a:spLocks noGrp="1"/>
          </p:cNvSpPr>
          <p:nvPr>
            <p:ph type="title"/>
          </p:nvPr>
        </p:nvSpPr>
        <p:spPr>
          <a:xfrm>
            <a:off x="261619" y="139700"/>
            <a:ext cx="5932703"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dirty="0">
                <a:latin typeface="Arial"/>
                <a:ea typeface="Arial"/>
                <a:cs typeface="Arial"/>
                <a:sym typeface="Arial"/>
              </a:rPr>
              <a:t>Use open source code</a:t>
            </a:r>
            <a:endParaRPr sz="4400" dirty="0">
              <a:latin typeface="Arial"/>
              <a:ea typeface="Arial"/>
              <a:cs typeface="Arial"/>
              <a:sym typeface="Arial"/>
            </a:endParaRPr>
          </a:p>
        </p:txBody>
      </p:sp>
      <p:sp>
        <p:nvSpPr>
          <p:cNvPr id="2336" name="Google Shape;2336;p83"/>
          <p:cNvSpPr txBox="1"/>
          <p:nvPr/>
        </p:nvSpPr>
        <p:spPr>
          <a:xfrm>
            <a:off x="346105" y="1980171"/>
            <a:ext cx="11198225" cy="1490152"/>
          </a:xfrm>
          <a:prstGeom prst="rect">
            <a:avLst/>
          </a:prstGeom>
          <a:noFill/>
          <a:ln>
            <a:noFill/>
          </a:ln>
        </p:spPr>
        <p:txBody>
          <a:bodyPr spcFirstLastPara="1" wrap="square" lIns="0" tIns="12700" rIns="0" bIns="0" anchor="t" anchorCtr="0">
            <a:spAutoFit/>
          </a:bodyPr>
          <a:lstStyle/>
          <a:p>
            <a:pPr marL="469900" marR="0" lvl="0" indent="-457200" algn="l" rtl="0">
              <a:lnSpc>
                <a:spcPct val="100000"/>
              </a:lnSpc>
              <a:spcBef>
                <a:spcPts val="0"/>
              </a:spcBef>
              <a:spcAft>
                <a:spcPts val="0"/>
              </a:spcAft>
              <a:buClr>
                <a:srgbClr val="000000"/>
              </a:buClr>
              <a:buSzPts val="3200"/>
              <a:buFont typeface="Arial"/>
              <a:buChar char="•"/>
            </a:pPr>
            <a:r>
              <a:rPr lang="en-US" sz="3200" b="0" i="0" u="none" strike="noStrike" cap="none" dirty="0">
                <a:solidFill>
                  <a:srgbClr val="000000"/>
                </a:solidFill>
                <a:latin typeface="+mn-lt"/>
                <a:ea typeface="Cambria"/>
                <a:cs typeface="Cambria"/>
                <a:sym typeface="Cambria"/>
              </a:rPr>
              <a:t>Use architectures of networks published in the literature</a:t>
            </a:r>
            <a:endParaRPr sz="4400" b="0" i="0" u="none" strike="noStrike" cap="none" dirty="0">
              <a:solidFill>
                <a:srgbClr val="000000"/>
              </a:solidFill>
              <a:latin typeface="+mn-lt"/>
              <a:ea typeface="Cambria"/>
              <a:cs typeface="Cambria"/>
              <a:sym typeface="Cambria"/>
            </a:endParaRPr>
          </a:p>
          <a:p>
            <a:pPr marL="469900" marR="0" lvl="0" indent="-457200" algn="l" rtl="0">
              <a:lnSpc>
                <a:spcPct val="100000"/>
              </a:lnSpc>
              <a:spcBef>
                <a:spcPts val="0"/>
              </a:spcBef>
              <a:spcAft>
                <a:spcPts val="0"/>
              </a:spcAft>
              <a:buClr>
                <a:srgbClr val="000000"/>
              </a:buClr>
              <a:buSzPts val="3200"/>
              <a:buFont typeface="Arial"/>
              <a:buChar char="•"/>
            </a:pPr>
            <a:r>
              <a:rPr lang="en-US" sz="3200" b="0" i="0" u="none" strike="noStrike" cap="none" dirty="0">
                <a:solidFill>
                  <a:srgbClr val="000000"/>
                </a:solidFill>
                <a:latin typeface="+mn-lt"/>
                <a:ea typeface="Cambria"/>
                <a:cs typeface="Cambria"/>
                <a:sym typeface="Cambria"/>
              </a:rPr>
              <a:t>Use open source implementations if possible</a:t>
            </a:r>
            <a:endParaRPr sz="4400" b="0" i="0" u="none" strike="noStrike" cap="none" dirty="0">
              <a:solidFill>
                <a:srgbClr val="000000"/>
              </a:solidFill>
              <a:latin typeface="+mn-lt"/>
              <a:ea typeface="Cambria"/>
              <a:cs typeface="Cambria"/>
              <a:sym typeface="Cambria"/>
            </a:endParaRPr>
          </a:p>
          <a:p>
            <a:pPr marL="469900" marR="0" lvl="0" indent="-457200" algn="l" rtl="0">
              <a:lnSpc>
                <a:spcPct val="100000"/>
              </a:lnSpc>
              <a:spcBef>
                <a:spcPts val="0"/>
              </a:spcBef>
              <a:spcAft>
                <a:spcPts val="0"/>
              </a:spcAft>
              <a:buClr>
                <a:srgbClr val="000000"/>
              </a:buClr>
              <a:buSzPts val="3200"/>
              <a:buFont typeface="Arial"/>
              <a:buChar char="•"/>
            </a:pPr>
            <a:r>
              <a:rPr lang="en-US" sz="3200" b="0" i="0" u="none" strike="noStrike" cap="none" dirty="0">
                <a:solidFill>
                  <a:srgbClr val="000000"/>
                </a:solidFill>
                <a:latin typeface="+mn-lt"/>
                <a:ea typeface="Cambria"/>
                <a:cs typeface="Cambria"/>
                <a:sym typeface="Cambria"/>
              </a:rPr>
              <a:t>Use </a:t>
            </a:r>
            <a:r>
              <a:rPr lang="en-US" sz="3200" b="0" i="0" u="none" strike="noStrike" cap="none" dirty="0" err="1">
                <a:solidFill>
                  <a:srgbClr val="000000"/>
                </a:solidFill>
                <a:latin typeface="+mn-lt"/>
                <a:ea typeface="Cambria"/>
                <a:cs typeface="Cambria"/>
                <a:sym typeface="Cambria"/>
              </a:rPr>
              <a:t>pretrained</a:t>
            </a:r>
            <a:r>
              <a:rPr lang="en-US" sz="3200" b="0" i="0" u="none" strike="noStrike" cap="none" dirty="0">
                <a:solidFill>
                  <a:srgbClr val="000000"/>
                </a:solidFill>
                <a:latin typeface="+mn-lt"/>
                <a:ea typeface="Cambria"/>
                <a:cs typeface="Cambria"/>
                <a:sym typeface="Cambria"/>
              </a:rPr>
              <a:t> models and fine-tune on your dataset</a:t>
            </a:r>
            <a:endParaRPr sz="3200" b="0" i="0" u="none" strike="noStrike" cap="none" dirty="0">
              <a:solidFill>
                <a:srgbClr val="000000"/>
              </a:solidFill>
              <a:latin typeface="+mn-lt"/>
              <a:ea typeface="Cambria"/>
              <a:cs typeface="Cambria"/>
              <a:sym typeface="Cambria"/>
            </a:endParaRPr>
          </a:p>
        </p:txBody>
      </p:sp>
      <p:pic>
        <p:nvPicPr>
          <p:cNvPr id="2337" name="Google Shape;2337;p8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734474" y="457200"/>
            <a:ext cx="1448025" cy="796414"/>
          </a:xfrm>
          <a:prstGeom prst="rect">
            <a:avLst/>
          </a:prstGeom>
          <a:noFill/>
          <a:ln>
            <a:noFill/>
          </a:ln>
        </p:spPr>
      </p:pic>
      <p:sp>
        <p:nvSpPr>
          <p:cNvPr id="5" name="Google Shape;49;g2019cdaf7c5_1_4"/>
          <p:cNvSpPr txBox="1">
            <a:spLocks/>
          </p:cNvSpPr>
          <p:nvPr/>
        </p:nvSpPr>
        <p:spPr>
          <a:xfrm>
            <a:off x="1055570" y="591208"/>
            <a:ext cx="10627200" cy="73129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09220" marR="27940" indent="-97155" algn="ctr">
              <a:lnSpc>
                <a:spcPct val="108333"/>
              </a:lnSpc>
              <a:defRPr/>
            </a:pPr>
            <a:r>
              <a:rPr lang="en-US" sz="4400" dirty="0">
                <a:solidFill>
                  <a:srgbClr val="000000"/>
                </a:solidFill>
                <a:latin typeface="Arial"/>
                <a:sym typeface="Trebuchet MS"/>
              </a:rPr>
              <a:t>Summarization</a:t>
            </a:r>
            <a:endParaRPr lang="en-US" sz="4400" dirty="0">
              <a:solidFill>
                <a:srgbClr val="000000"/>
              </a:solidFill>
              <a:latin typeface="Arial"/>
            </a:endParaRPr>
          </a:p>
        </p:txBody>
      </p:sp>
      <p:sp>
        <p:nvSpPr>
          <p:cNvPr id="8" name="Google Shape;316;p36"/>
          <p:cNvSpPr txBox="1"/>
          <p:nvPr/>
        </p:nvSpPr>
        <p:spPr>
          <a:xfrm>
            <a:off x="342901" y="1702434"/>
            <a:ext cx="11614637" cy="5656341"/>
          </a:xfrm>
          <a:prstGeom prst="rect">
            <a:avLst/>
          </a:prstGeom>
          <a:noFill/>
          <a:ln>
            <a:noFill/>
          </a:ln>
        </p:spPr>
        <p:txBody>
          <a:bodyPr spcFirstLastPara="1" wrap="square" lIns="0" tIns="5700" rIns="0" bIns="0" anchor="t" anchorCtr="0">
            <a:spAutoFit/>
          </a:bodyPr>
          <a:lstStyle/>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Classic </a:t>
            </a:r>
            <a:r>
              <a:rPr lang="en-US" sz="2400" dirty="0">
                <a:ea typeface="Century Schoolbook"/>
                <a:cs typeface="Century Schoolbook"/>
                <a:sym typeface="Century Schoolbook"/>
              </a:rPr>
              <a:t>networks like </a:t>
            </a:r>
            <a:r>
              <a:rPr lang="en-US" sz="2400" dirty="0" err="1">
                <a:ea typeface="Century Schoolbook"/>
                <a:cs typeface="Century Schoolbook"/>
                <a:sym typeface="Century Schoolbook"/>
              </a:rPr>
              <a:t>LeNet</a:t>
            </a:r>
            <a:r>
              <a:rPr lang="en-US" sz="2400" dirty="0">
                <a:ea typeface="Century Schoolbook"/>
                <a:cs typeface="Century Schoolbook"/>
                <a:sym typeface="Century Schoolbook"/>
              </a:rPr>
              <a:t>, </a:t>
            </a:r>
            <a:r>
              <a:rPr lang="en-US" sz="2400" dirty="0" err="1">
                <a:ea typeface="Century Schoolbook"/>
                <a:cs typeface="Century Schoolbook"/>
                <a:sym typeface="Century Schoolbook"/>
              </a:rPr>
              <a:t>AlexNet</a:t>
            </a:r>
            <a:r>
              <a:rPr lang="en-US" sz="2400" dirty="0">
                <a:ea typeface="Century Schoolbook"/>
                <a:cs typeface="Century Schoolbook"/>
                <a:sym typeface="Century Schoolbook"/>
              </a:rPr>
              <a:t>, and VGG laid the foundation for modern CNNs.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ResNets</a:t>
            </a:r>
            <a:r>
              <a:rPr lang="en-US" sz="2400" dirty="0" smtClean="0">
                <a:ea typeface="Century Schoolbook"/>
                <a:cs typeface="Century Schoolbook"/>
                <a:sym typeface="Century Schoolbook"/>
              </a:rPr>
              <a:t> </a:t>
            </a:r>
            <a:r>
              <a:rPr lang="en-US" sz="2400" dirty="0">
                <a:ea typeface="Century Schoolbook"/>
                <a:cs typeface="Century Schoolbook"/>
                <a:sym typeface="Century Schoolbook"/>
              </a:rPr>
              <a:t>address the vanishing gradient problem using residual </a:t>
            </a:r>
            <a:r>
              <a:rPr lang="en-US" sz="2400" dirty="0" smtClean="0">
                <a:ea typeface="Century Schoolbook"/>
                <a:cs typeface="Century Schoolbook"/>
                <a:sym typeface="Century Schoolbook"/>
              </a:rPr>
              <a:t>connections.</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Network </a:t>
            </a:r>
            <a:r>
              <a:rPr lang="en-US" sz="2400" dirty="0">
                <a:ea typeface="Century Schoolbook"/>
                <a:cs typeface="Century Schoolbook"/>
                <a:sym typeface="Century Schoolbook"/>
              </a:rPr>
              <a:t>in Network utilizes 1×1 convolutions for enhanced model </a:t>
            </a:r>
            <a:r>
              <a:rPr lang="en-US" sz="2400" dirty="0" smtClean="0">
                <a:ea typeface="Century Schoolbook"/>
                <a:cs typeface="Century Schoolbook"/>
                <a:sym typeface="Century Schoolbook"/>
              </a:rPr>
              <a:t>capacity.</a:t>
            </a: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Inception </a:t>
            </a:r>
            <a:r>
              <a:rPr lang="en-US" sz="2400" dirty="0">
                <a:ea typeface="Century Schoolbook"/>
                <a:cs typeface="Century Schoolbook"/>
                <a:sym typeface="Century Schoolbook"/>
              </a:rPr>
              <a:t>networks capture information at multiple scales using diverse convolutions.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MobileNet</a:t>
            </a:r>
            <a:r>
              <a:rPr lang="en-US" sz="2400" dirty="0">
                <a:ea typeface="Century Schoolbook"/>
                <a:cs typeface="Century Schoolbook"/>
                <a:sym typeface="Century Schoolbook"/>
              </a:rPr>
              <a:t>, optimized for mobile devices, employs </a:t>
            </a:r>
            <a:r>
              <a:rPr lang="en-US" sz="2400" dirty="0" err="1">
                <a:ea typeface="Century Schoolbook"/>
                <a:cs typeface="Century Schoolbook"/>
                <a:sym typeface="Century Schoolbook"/>
              </a:rPr>
              <a:t>depthwise</a:t>
            </a:r>
            <a:r>
              <a:rPr lang="en-US" sz="2400" dirty="0">
                <a:ea typeface="Century Schoolbook"/>
                <a:cs typeface="Century Schoolbook"/>
                <a:sym typeface="Century Schoolbook"/>
              </a:rPr>
              <a:t> separable convolutions.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EfficientNet</a:t>
            </a:r>
            <a:r>
              <a:rPr lang="en-US" sz="2400" dirty="0" smtClean="0">
                <a:ea typeface="Century Schoolbook"/>
                <a:cs typeface="Century Schoolbook"/>
                <a:sym typeface="Century Schoolbook"/>
              </a:rPr>
              <a:t> </a:t>
            </a:r>
            <a:r>
              <a:rPr lang="en-US" sz="2400" dirty="0">
                <a:ea typeface="Century Schoolbook"/>
                <a:cs typeface="Century Schoolbook"/>
                <a:sym typeface="Century Schoolbook"/>
              </a:rPr>
              <a:t>achieves efficiency through compound scaling.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Transfer </a:t>
            </a:r>
            <a:r>
              <a:rPr lang="en-US" sz="2400" dirty="0">
                <a:ea typeface="Century Schoolbook"/>
                <a:cs typeface="Century Schoolbook"/>
                <a:sym typeface="Century Schoolbook"/>
              </a:rPr>
              <a:t>learning leverages pre-trained models for new tasks, reducing training time. </a:t>
            </a:r>
            <a:endParaRPr lang="en-US" sz="2400" dirty="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smtClean="0">
                <a:ea typeface="Century Schoolbook"/>
                <a:cs typeface="Century Schoolbook"/>
                <a:sym typeface="Century Schoolbook"/>
              </a:rPr>
              <a:t>Data </a:t>
            </a:r>
            <a:r>
              <a:rPr lang="en-US" sz="2400" dirty="0">
                <a:ea typeface="Century Schoolbook"/>
                <a:cs typeface="Century Schoolbook"/>
                <a:sym typeface="Century Schoolbook"/>
              </a:rPr>
              <a:t>augmentation enhances model generalization by applying diverse transformations</a:t>
            </a:r>
            <a:r>
              <a:rPr lang="en-US" sz="2400">
                <a:ea typeface="Century Schoolbook"/>
                <a:cs typeface="Century Schoolbook"/>
                <a:sym typeface="Century Schoolbook"/>
              </a:rPr>
              <a:t>. </a:t>
            </a:r>
            <a:endParaRPr lang="en-US" sz="2400" smtClean="0">
              <a:ea typeface="Century Schoolbook"/>
              <a:cs typeface="Century Schoolbook"/>
              <a:sym typeface="Century Schoolbook"/>
            </a:endParaRPr>
          </a:p>
          <a:p>
            <a:pPr marL="355600" marR="5080" indent="-342900">
              <a:lnSpc>
                <a:spcPct val="101800"/>
              </a:lnSpc>
              <a:buSzPts val="2400"/>
              <a:buFont typeface="Arial" panose="020B0604020202020204" pitchFamily="34" charset="0"/>
              <a:buChar char="•"/>
            </a:pPr>
            <a:r>
              <a:rPr lang="en-US" sz="2400" smtClean="0">
                <a:ea typeface="Century Schoolbook"/>
                <a:cs typeface="Century Schoolbook"/>
                <a:sym typeface="Century Schoolbook"/>
              </a:rPr>
              <a:t>The </a:t>
            </a:r>
            <a:r>
              <a:rPr lang="en-US" sz="2400" dirty="0">
                <a:ea typeface="Century Schoolbook"/>
                <a:cs typeface="Century Schoolbook"/>
                <a:sym typeface="Century Schoolbook"/>
              </a:rPr>
              <a:t>current state of computer vision includes self-supervised learning and real-time applications, showcasing advancements and challenges.</a:t>
            </a:r>
            <a:endParaRPr lang="en-US" sz="2000" dirty="0">
              <a:ea typeface="Century Schoolbook"/>
              <a:cs typeface="Century Schoolbook"/>
              <a:sym typeface="Century Schoolbook"/>
            </a:endParaRPr>
          </a:p>
        </p:txBody>
      </p:sp>
    </p:spTree>
    <p:extLst>
      <p:ext uri="{BB962C8B-B14F-4D97-AF65-F5344CB8AC3E}">
        <p14:creationId xmlns:p14="http://schemas.microsoft.com/office/powerpoint/2010/main" val="315437930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1628</TotalTime>
  <Words>7102</Words>
  <Application>Microsoft Office PowerPoint</Application>
  <PresentationFormat>Custom</PresentationFormat>
  <Paragraphs>1170</Paragraphs>
  <Slides>114</Slides>
  <Notes>114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114</vt:i4>
      </vt:variant>
    </vt:vector>
  </HeadingPairs>
  <TitlesOfParts>
    <vt:vector size="123" baseType="lpstr">
      <vt:lpstr>Trebuchet MS</vt:lpstr>
      <vt:lpstr>Century Schoolbook</vt:lpstr>
      <vt:lpstr>Roboto</vt:lpstr>
      <vt:lpstr>Cambria</vt:lpstr>
      <vt:lpstr>Calibri</vt:lpstr>
      <vt:lpstr>Cambria Math</vt:lpstr>
      <vt:lpstr>Arial</vt:lpstr>
      <vt:lpstr>Times New Roman</vt:lpstr>
      <vt:lpstr>Office Theme</vt:lpstr>
      <vt:lpstr>Case Studies</vt:lpstr>
      <vt:lpstr>Case Studies </vt:lpstr>
      <vt:lpstr>Case Studies</vt:lpstr>
      <vt:lpstr>Why look at case studies? </vt:lpstr>
      <vt:lpstr>Outline</vt:lpstr>
      <vt:lpstr>Case Studies</vt:lpstr>
      <vt:lpstr>PowerPoint Presentation</vt:lpstr>
      <vt:lpstr>PowerPoint Presentation</vt:lpstr>
      <vt:lpstr>LeNet - 5</vt:lpstr>
      <vt:lpstr>PowerPoint Presentation</vt:lpstr>
      <vt:lpstr>PowerPoint Presentation</vt:lpstr>
      <vt:lpstr>AlexNet</vt:lpstr>
      <vt:lpstr>PowerPoint Presentation</vt:lpstr>
      <vt:lpstr>PowerPoint Presentation</vt:lpstr>
      <vt:lpstr>VGG - 16</vt:lpstr>
      <vt:lpstr>PowerPoint Presentation</vt:lpstr>
      <vt:lpstr>Case Studies</vt:lpstr>
      <vt:lpstr>PowerPoint Presentation</vt:lpstr>
      <vt:lpstr>PowerPoint Presentation</vt:lpstr>
      <vt:lpstr>Residual block</vt:lpstr>
      <vt:lpstr>Residual block</vt:lpstr>
      <vt:lpstr>Residual block</vt:lpstr>
      <vt:lpstr>Residual Network</vt:lpstr>
      <vt:lpstr>PowerPoint Presentation</vt:lpstr>
      <vt:lpstr>Case Studies</vt:lpstr>
      <vt:lpstr>Why ResNets work </vt:lpstr>
      <vt:lpstr>Why do residual networks work?</vt:lpstr>
      <vt:lpstr>ResNet</vt:lpstr>
      <vt:lpstr>Case Studies</vt:lpstr>
      <vt:lpstr>Why does a 1 × 1 convolution do?</vt:lpstr>
      <vt:lpstr>Why does a 1 × 1 convolution do?  </vt:lpstr>
      <vt:lpstr>Why does a 1 × 1 convolution do?</vt:lpstr>
      <vt:lpstr>Why does a 1 × 1 convolution do?</vt:lpstr>
      <vt:lpstr>Using 1×1 convolutions  </vt:lpstr>
      <vt:lpstr>Using 1×1 convolutions</vt:lpstr>
      <vt:lpstr>Case Studies</vt:lpstr>
      <vt:lpstr>Motivation for inception network  </vt:lpstr>
      <vt:lpstr>Motivation for inception network</vt:lpstr>
      <vt:lpstr>The problem of computational cost</vt:lpstr>
      <vt:lpstr>Using 1×1 convolution</vt:lpstr>
      <vt:lpstr>Case Studies</vt:lpstr>
      <vt:lpstr>Inception module  </vt:lpstr>
      <vt:lpstr>Inception module</vt:lpstr>
      <vt:lpstr>Inception network </vt:lpstr>
      <vt:lpstr>Inception network</vt:lpstr>
      <vt:lpstr>PowerPoint Presentation</vt:lpstr>
      <vt:lpstr>Convolutional Neural Networks</vt:lpstr>
      <vt:lpstr>Motivation for MobileNets </vt:lpstr>
      <vt:lpstr>Motivation for MobileNets</vt:lpstr>
      <vt:lpstr>Normal Convolution </vt:lpstr>
      <vt:lpstr>Normal Convolution</vt:lpstr>
      <vt:lpstr>Normal Convolution</vt:lpstr>
      <vt:lpstr>Normal Convolution</vt:lpstr>
      <vt:lpstr>Normal Convolution</vt:lpstr>
      <vt:lpstr>Normal Convolution</vt:lpstr>
      <vt:lpstr>Normal Convolution</vt:lpstr>
      <vt:lpstr>Normal Convolution</vt:lpstr>
      <vt:lpstr>Normal Convolution</vt:lpstr>
      <vt:lpstr>Depthwise Separable Convolution  </vt:lpstr>
      <vt:lpstr>Depthwise Separable Convolution </vt:lpstr>
      <vt:lpstr>Depthwise Convolution</vt:lpstr>
      <vt:lpstr>Depthwise Convolution</vt:lpstr>
      <vt:lpstr>Depthwise Convolution</vt:lpstr>
      <vt:lpstr>Depthwise Convolution</vt:lpstr>
      <vt:lpstr>Depthwise Convolution</vt:lpstr>
      <vt:lpstr>Depthwise Convolution</vt:lpstr>
      <vt:lpstr>Depthwise Convolution</vt:lpstr>
      <vt:lpstr>Depthwise Convolution</vt:lpstr>
      <vt:lpstr>Depthwise Convolution</vt:lpstr>
      <vt:lpstr>Depthwise Convolution</vt:lpstr>
      <vt:lpstr>Depthwise Convolution</vt:lpstr>
      <vt:lpstr>Depthwise Convolution</vt:lpstr>
      <vt:lpstr>Depthwise Convolution</vt:lpstr>
      <vt:lpstr>Depthwise Separable Convolution Depthwise Convolution</vt:lpstr>
      <vt:lpstr>Pointwise Convolution </vt:lpstr>
      <vt:lpstr>Pointwise Convolution</vt:lpstr>
      <vt:lpstr>Pointwise Convolution</vt:lpstr>
      <vt:lpstr>Pointwise Convolution</vt:lpstr>
      <vt:lpstr>Depthwise Separable Convolution Normal Convolution</vt:lpstr>
      <vt:lpstr>Cost Summary</vt:lpstr>
      <vt:lpstr>Depthwise Separable Convolution Depthwise Convolution</vt:lpstr>
      <vt:lpstr>Depthwise Separable Convolution Depthwise Convolution</vt:lpstr>
      <vt:lpstr>Convolutional Neural Networks</vt:lpstr>
      <vt:lpstr>PowerPoint Presentation</vt:lpstr>
      <vt:lpstr>MobileNet MobileNet v1</vt:lpstr>
      <vt:lpstr>PowerPoint Presentation</vt:lpstr>
      <vt:lpstr>MobileNet v2 Bottleneck</vt:lpstr>
      <vt:lpstr>MobileNet MobileNet v1</vt:lpstr>
      <vt:lpstr>PowerPoint Presentation</vt:lpstr>
      <vt:lpstr>MobileNet v2 Full Architecture</vt:lpstr>
      <vt:lpstr>Convolutional Neural Networks</vt:lpstr>
      <vt:lpstr>EfficientNet</vt:lpstr>
      <vt:lpstr>EfficientNet</vt:lpstr>
      <vt:lpstr>EfficientNet</vt:lpstr>
      <vt:lpstr>EfficientNet</vt:lpstr>
      <vt:lpstr>Practical advice for using ConvNets</vt:lpstr>
      <vt:lpstr>PowerPoint Presentation</vt:lpstr>
      <vt:lpstr>PowerPoint Presentation</vt:lpstr>
      <vt:lpstr>PowerPoint Presentation</vt:lpstr>
      <vt:lpstr>PowerPoint Presentation</vt:lpstr>
      <vt:lpstr>Practical advice for using ConvNets</vt:lpstr>
      <vt:lpstr>PowerPoint Presentation</vt:lpstr>
      <vt:lpstr>Common augmentation method Mirroring</vt:lpstr>
      <vt:lpstr>Color shifting</vt:lpstr>
      <vt:lpstr>PowerPoint Presentation</vt:lpstr>
      <vt:lpstr>Implementing distortions during training</vt:lpstr>
      <vt:lpstr>Practical advice for using ConvNets</vt:lpstr>
      <vt:lpstr>  The state of computer vision </vt:lpstr>
      <vt:lpstr>Data vs. hand-engineering  </vt:lpstr>
      <vt:lpstr>Data vs. hand-engineering</vt:lpstr>
      <vt:lpstr>Tips for doing well on benchmarks/winning competitions  </vt:lpstr>
      <vt:lpstr>Tips for doing well on benchmarks/winning competitions</vt:lpstr>
      <vt:lpstr>Use open source code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Studies </dc:title>
  <cp:lastModifiedBy>Phạm Trọng Nghĩa</cp:lastModifiedBy>
  <cp:revision>117</cp:revision>
  <dcterms:modified xsi:type="dcterms:W3CDTF">2023-12-14T07:51:16Z</dcterms:modified>
</cp:coreProperties>
</file>